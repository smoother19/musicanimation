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21"/>
  </p:notesMasterIdLst>
  <p:sldIdLst>
    <p:sldId id="256" r:id="rId2"/>
    <p:sldId id="258" r:id="rId3"/>
    <p:sldId id="260" r:id="rId4"/>
    <p:sldId id="259" r:id="rId5"/>
    <p:sldId id="301" r:id="rId6"/>
    <p:sldId id="302" r:id="rId7"/>
    <p:sldId id="296" r:id="rId8"/>
    <p:sldId id="303" r:id="rId9"/>
    <p:sldId id="304" r:id="rId10"/>
    <p:sldId id="305" r:id="rId11"/>
    <p:sldId id="306" r:id="rId12"/>
    <p:sldId id="269" r:id="rId13"/>
    <p:sldId id="297" r:id="rId14"/>
    <p:sldId id="298" r:id="rId15"/>
    <p:sldId id="299" r:id="rId16"/>
    <p:sldId id="257" r:id="rId17"/>
    <p:sldId id="300" r:id="rId18"/>
    <p:sldId id="263" r:id="rId19"/>
    <p:sldId id="275" r:id="rId20"/>
  </p:sldIdLst>
  <p:sldSz cx="9144000" cy="5143500" type="screen16x9"/>
  <p:notesSz cx="6858000" cy="9144000"/>
  <p:embeddedFontLst>
    <p:embeddedFont>
      <p:font typeface="Abel" panose="02000506030000020004" pitchFamily="2" charset="0"/>
      <p:regular r:id="rId22"/>
    </p:embeddedFont>
    <p:embeddedFont>
      <p:font typeface="Abhaya Libre" panose="020B0604020202020204" charset="0"/>
      <p:regular r:id="rId23"/>
      <p:bold r:id="rId24"/>
    </p:embeddedFont>
    <p:embeddedFont>
      <p:font typeface="Bakbak One" panose="020B0604020202020204" charset="0"/>
      <p:regular r:id="rId25"/>
    </p:embeddedFont>
    <p:embeddedFont>
      <p:font typeface="Cambria Math" panose="02040503050406030204" pitchFamily="18" charset="0"/>
      <p:regular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546DBDB-1F74-4361-BF75-D81A5296C669}">
  <a:tblStyle styleId="{C546DBDB-1F74-4361-BF75-D81A5296C66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618" autoAdjust="0"/>
  </p:normalViewPr>
  <p:slideViewPr>
    <p:cSldViewPr snapToGrid="0">
      <p:cViewPr varScale="1">
        <p:scale>
          <a:sx n="184" d="100"/>
          <a:sy n="184" d="100"/>
        </p:scale>
        <p:origin x="556" y="88"/>
      </p:cViewPr>
      <p:guideLst/>
    </p:cSldViewPr>
  </p:slideViewPr>
  <p:notesTextViewPr>
    <p:cViewPr>
      <p:scale>
        <a:sx n="3" d="2"/>
        <a:sy n="3" d="2"/>
      </p:scale>
      <p:origin x="0" y="-4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g18a80d34a48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3" name="Google Shape;1093;g18a80d34a48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g15207a17831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2" name="Google Shape;1212;g15207a17831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g19910ddec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4" name="Google Shape;1254;g19910ddec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g152a7caf94b_1_4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5" name="Google Shape;1245;g152a7caf94b_1_4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3">
          <a:extLst>
            <a:ext uri="{FF2B5EF4-FFF2-40B4-BE49-F238E27FC236}">
              <a16:creationId xmlns:a16="http://schemas.microsoft.com/office/drawing/2014/main" id="{5EEB1F71-77C7-94B5-FC49-EDCBDD6A0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g152a7caf94b_1_413:notes">
            <a:extLst>
              <a:ext uri="{FF2B5EF4-FFF2-40B4-BE49-F238E27FC236}">
                <a16:creationId xmlns:a16="http://schemas.microsoft.com/office/drawing/2014/main" id="{6E20DA4C-F72F-66D0-47B8-0D4645A7E1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5" name="Google Shape;1245;g152a7caf94b_1_413:notes">
            <a:extLst>
              <a:ext uri="{FF2B5EF4-FFF2-40B4-BE49-F238E27FC236}">
                <a16:creationId xmlns:a16="http://schemas.microsoft.com/office/drawing/2014/main" id="{CDC2683B-7793-D934-86B9-24EBAAA7C1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82881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3">
          <a:extLst>
            <a:ext uri="{FF2B5EF4-FFF2-40B4-BE49-F238E27FC236}">
              <a16:creationId xmlns:a16="http://schemas.microsoft.com/office/drawing/2014/main" id="{09E19AF7-072E-EF4A-92E4-60A5819CD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g152a7caf94b_1_413:notes">
            <a:extLst>
              <a:ext uri="{FF2B5EF4-FFF2-40B4-BE49-F238E27FC236}">
                <a16:creationId xmlns:a16="http://schemas.microsoft.com/office/drawing/2014/main" id="{CB540596-9691-BAD7-B0DB-BAC1FDE8E6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5" name="Google Shape;1245;g152a7caf94b_1_413:notes">
            <a:extLst>
              <a:ext uri="{FF2B5EF4-FFF2-40B4-BE49-F238E27FC236}">
                <a16:creationId xmlns:a16="http://schemas.microsoft.com/office/drawing/2014/main" id="{CEE49442-841F-4B79-3213-6245060E70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14256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2">
          <a:extLst>
            <a:ext uri="{FF2B5EF4-FFF2-40B4-BE49-F238E27FC236}">
              <a16:creationId xmlns:a16="http://schemas.microsoft.com/office/drawing/2014/main" id="{F7915784-839E-2A79-7947-B0DA6D3E9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g19910ddec55_0_0:notes">
            <a:extLst>
              <a:ext uri="{FF2B5EF4-FFF2-40B4-BE49-F238E27FC236}">
                <a16:creationId xmlns:a16="http://schemas.microsoft.com/office/drawing/2014/main" id="{B6D6C2D3-7524-D4E2-DFE7-81B9F1F1FC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4" name="Google Shape;1254;g19910ddec55_0_0:notes">
            <a:extLst>
              <a:ext uri="{FF2B5EF4-FFF2-40B4-BE49-F238E27FC236}">
                <a16:creationId xmlns:a16="http://schemas.microsoft.com/office/drawing/2014/main" id="{BCF5843E-3EEE-6CBA-D40A-0E3FAC0385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14066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3">
          <a:extLst>
            <a:ext uri="{FF2B5EF4-FFF2-40B4-BE49-F238E27FC236}">
              <a16:creationId xmlns:a16="http://schemas.microsoft.com/office/drawing/2014/main" id="{1496DEB4-1B34-0999-EC5E-F187DFA3F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g152a7caf94b_1_413:notes">
            <a:extLst>
              <a:ext uri="{FF2B5EF4-FFF2-40B4-BE49-F238E27FC236}">
                <a16:creationId xmlns:a16="http://schemas.microsoft.com/office/drawing/2014/main" id="{8591062E-BB7D-CF78-2D51-0486AD6D6C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5" name="Google Shape;1245;g152a7caf94b_1_413:notes">
            <a:extLst>
              <a:ext uri="{FF2B5EF4-FFF2-40B4-BE49-F238E27FC236}">
                <a16:creationId xmlns:a16="http://schemas.microsoft.com/office/drawing/2014/main" id="{09C75FCF-CE17-8296-2533-9FA0DAE6AC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82816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3">
          <a:extLst>
            <a:ext uri="{FF2B5EF4-FFF2-40B4-BE49-F238E27FC236}">
              <a16:creationId xmlns:a16="http://schemas.microsoft.com/office/drawing/2014/main" id="{939C6EBC-3AA2-6B58-E87B-FACE21AF6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g152a7caf94b_1_413:notes">
            <a:extLst>
              <a:ext uri="{FF2B5EF4-FFF2-40B4-BE49-F238E27FC236}">
                <a16:creationId xmlns:a16="http://schemas.microsoft.com/office/drawing/2014/main" id="{957ACD01-EA59-8B94-CCA3-F14BA8270B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5" name="Google Shape;1245;g152a7caf94b_1_413:notes">
            <a:extLst>
              <a:ext uri="{FF2B5EF4-FFF2-40B4-BE49-F238E27FC236}">
                <a16:creationId xmlns:a16="http://schemas.microsoft.com/office/drawing/2014/main" id="{060B7E00-FD44-2F31-AEB4-E2C8FA0202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06849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3">
          <a:extLst>
            <a:ext uri="{FF2B5EF4-FFF2-40B4-BE49-F238E27FC236}">
              <a16:creationId xmlns:a16="http://schemas.microsoft.com/office/drawing/2014/main" id="{4EAACDCE-75B6-8294-DDD6-3F2706D5C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g152a7caf94b_1_413:notes">
            <a:extLst>
              <a:ext uri="{FF2B5EF4-FFF2-40B4-BE49-F238E27FC236}">
                <a16:creationId xmlns:a16="http://schemas.microsoft.com/office/drawing/2014/main" id="{9325083E-083C-6803-890F-00999C86A3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5" name="Google Shape;1245;g152a7caf94b_1_413:notes">
            <a:extLst>
              <a:ext uri="{FF2B5EF4-FFF2-40B4-BE49-F238E27FC236}">
                <a16:creationId xmlns:a16="http://schemas.microsoft.com/office/drawing/2014/main" id="{44F14989-1D30-9818-24AA-08CF1E967B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/>
              <a:t>The outline starts from a circle deformed by the superposition of sine waves ($r = r_{\text{base}} + \sum \sin$). The amplitude (height of the bumps), frequency (number of waves), and phase (offset) are adjusted to create organic shapes.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523296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3">
          <a:extLst>
            <a:ext uri="{FF2B5EF4-FFF2-40B4-BE49-F238E27FC236}">
              <a16:creationId xmlns:a16="http://schemas.microsoft.com/office/drawing/2014/main" id="{B25090E0-9B49-6EF7-4DD3-741A313FF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g152a7caf94b_1_413:notes">
            <a:extLst>
              <a:ext uri="{FF2B5EF4-FFF2-40B4-BE49-F238E27FC236}">
                <a16:creationId xmlns:a16="http://schemas.microsoft.com/office/drawing/2014/main" id="{45A281DF-5582-CA95-755F-D6590A80DC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45" name="Google Shape;1245;g152a7caf94b_1_413:notes">
                <a:extLst>
                  <a:ext uri="{FF2B5EF4-FFF2-40B4-BE49-F238E27FC236}">
                    <a16:creationId xmlns:a16="http://schemas.microsoft.com/office/drawing/2014/main" id="{85815AEE-D0AE-9AEE-BFDE-611CF547AAAA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343400"/>
                <a:ext cx="5486400" cy="41148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  <a:tabLst/>
                  <a:defRPr/>
                </a:pPr>
                <a:r>
                  <a:rPr lang="en-US" dirty="0"/>
                  <a:t>The outline starts from a circle deformed by the superposition of sine waves ($r = r_{\text{base}} + \sum \sin$). The amplitude (height of the bumps), frequency (number of waves), and phase (offset) are adjusted to create organic shapes.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  <a:tabLst/>
                  <a:defRPr/>
                </a:pP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  <a:tabLst/>
                  <a:defRPr/>
                </a:pPr>
                <a:r>
                  <a:rPr lang="en-US" dirty="0"/>
                  <a:t>L’</a:t>
                </a:r>
                <a:r>
                  <a:rPr lang="fr-CH" dirty="0"/>
                  <a:t> 'ajout du terme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CH" sz="1100" b="0" i="0" u="none" strike="noStrike" cap="none" spc="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</m:ctrlPr>
                      </m:fPr>
                      <m:num>
                        <m:r>
                          <a:rPr lang="fr-CH" sz="1100" b="0" i="0" u="none" strike="noStrike" cap="none" spc="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m:t>1</m:t>
                        </m:r>
                      </m:num>
                      <m:den>
                        <m:r>
                          <a:rPr lang="fr-CH" sz="1100" b="0" i="0" u="none" strike="noStrike" cap="none" spc="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m:t>2</m:t>
                        </m:r>
                      </m:den>
                    </m:f>
                    <m:r>
                      <a:rPr lang="fr-CH" sz="1100" b="0" i="1" u="none" strike="noStrike" cap="none" spc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m:t>𝑔</m:t>
                    </m:r>
                    <m:sSup>
                      <m:sSupPr>
                        <m:ctrlPr>
                          <a:rPr lang="fr-CH" sz="1100" b="0" i="1" u="none" strike="noStrike" cap="none" spc="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</m:ctrlPr>
                      </m:sSupPr>
                      <m:e>
                        <m:r>
                          <a:rPr lang="fr-CH" sz="1100" b="0" i="1" u="none" strike="noStrike" cap="none" spc="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m:t>𝑡</m:t>
                        </m:r>
                      </m:e>
                      <m:sup>
                        <m:r>
                          <a:rPr lang="fr-CH" sz="1100" b="0" i="0" u="none" strike="noStrike" cap="none" spc="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m:t>2</m:t>
                        </m:r>
                      </m:sup>
                    </m:sSup>
                  </m:oMath>
                </a14:m>
                <a:r>
                  <a:rPr lang="fr-CH" dirty="0"/>
                  <a:t>courbe la chute vers le bas pour simuler la gravité de manière réaliste.</a:t>
                </a:r>
                <a:endParaRPr dirty="0"/>
              </a:p>
            </p:txBody>
          </p:sp>
        </mc:Choice>
        <mc:Fallback>
          <p:sp>
            <p:nvSpPr>
              <p:cNvPr id="1245" name="Google Shape;1245;g152a7caf94b_1_413:notes">
                <a:extLst>
                  <a:ext uri="{FF2B5EF4-FFF2-40B4-BE49-F238E27FC236}">
                    <a16:creationId xmlns:a16="http://schemas.microsoft.com/office/drawing/2014/main" id="{85815AEE-D0AE-9AEE-BFDE-611CF547AAAA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343400"/>
                <a:ext cx="5486400" cy="41148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  <a:tabLst/>
                  <a:defRPr/>
                </a:pPr>
                <a:r>
                  <a:rPr lang="en-US" dirty="0"/>
                  <a:t>The outline starts from a circle deformed by the superposition of sine waves ($r = r_{\text{base}} + \sum \sin$). The amplitude (height of the bumps), frequency (number of waves), and phase (offset) are adjusted to create organic shapes.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  <a:tabLst/>
                  <a:defRPr/>
                </a:pP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  <a:tabLst/>
                  <a:defRPr/>
                </a:pPr>
                <a:r>
                  <a:rPr lang="en-US" dirty="0"/>
                  <a:t>L’</a:t>
                </a:r>
                <a:r>
                  <a:rPr lang="fr-CH" dirty="0"/>
                  <a:t> 'ajout du terme </a:t>
                </a:r>
                <a:r>
                  <a:rPr lang="fr-CH" sz="1100" b="0" i="0" u="none" strike="noStrike" cap="none" spc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1/2 𝑔𝑡^2</a:t>
                </a:r>
                <a:r>
                  <a:rPr lang="fr-CH" dirty="0"/>
                  <a:t>courbe la chute vers le bas pour simuler la gravité de manière réaliste.</a:t>
                </a:r>
                <a:endParaRPr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60551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3" name="Google Shape;1943;g152a7caf94b_1_24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4" name="Google Shape;1944;g152a7caf94b_1_24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2">
          <a:extLst>
            <a:ext uri="{FF2B5EF4-FFF2-40B4-BE49-F238E27FC236}">
              <a16:creationId xmlns:a16="http://schemas.microsoft.com/office/drawing/2014/main" id="{9DB4B02B-C28F-934B-410F-E20055C71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3" name="Google Shape;1943;g152a7caf94b_1_2463:notes">
            <a:extLst>
              <a:ext uri="{FF2B5EF4-FFF2-40B4-BE49-F238E27FC236}">
                <a16:creationId xmlns:a16="http://schemas.microsoft.com/office/drawing/2014/main" id="{2621A6F4-0B3A-1B9B-263D-4DC9B0C43B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4" name="Google Shape;1944;g152a7caf94b_1_2463:notes">
            <a:extLst>
              <a:ext uri="{FF2B5EF4-FFF2-40B4-BE49-F238E27FC236}">
                <a16:creationId xmlns:a16="http://schemas.microsoft.com/office/drawing/2014/main" id="{CAC4F0C1-3F26-A441-5B4F-C118C240A6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H" dirty="0"/>
              <a:t>Alan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134069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2">
          <a:extLst>
            <a:ext uri="{FF2B5EF4-FFF2-40B4-BE49-F238E27FC236}">
              <a16:creationId xmlns:a16="http://schemas.microsoft.com/office/drawing/2014/main" id="{F2F1B0FB-0807-93B4-9407-AFD64408D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3" name="Google Shape;1943;g152a7caf94b_1_2463:notes">
            <a:extLst>
              <a:ext uri="{FF2B5EF4-FFF2-40B4-BE49-F238E27FC236}">
                <a16:creationId xmlns:a16="http://schemas.microsoft.com/office/drawing/2014/main" id="{56E96EDC-6A13-5680-BC09-5F6FAEED2F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4" name="Google Shape;1944;g152a7caf94b_1_2463:notes">
            <a:extLst>
              <a:ext uri="{FF2B5EF4-FFF2-40B4-BE49-F238E27FC236}">
                <a16:creationId xmlns:a16="http://schemas.microsoft.com/office/drawing/2014/main" id="{BC07F856-EEB0-87EE-EBB9-B6063F04C3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H" dirty="0"/>
              <a:t>Dina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552111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2">
          <a:extLst>
            <a:ext uri="{FF2B5EF4-FFF2-40B4-BE49-F238E27FC236}">
              <a16:creationId xmlns:a16="http://schemas.microsoft.com/office/drawing/2014/main" id="{65EF2775-C3F5-319F-6D86-55D239F8E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g19910ddec55_0_0:notes">
            <a:extLst>
              <a:ext uri="{FF2B5EF4-FFF2-40B4-BE49-F238E27FC236}">
                <a16:creationId xmlns:a16="http://schemas.microsoft.com/office/drawing/2014/main" id="{72F29870-3553-18BE-FBED-8DA35EF962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4" name="Google Shape;1254;g19910ddec55_0_0:notes">
            <a:extLst>
              <a:ext uri="{FF2B5EF4-FFF2-40B4-BE49-F238E27FC236}">
                <a16:creationId xmlns:a16="http://schemas.microsoft.com/office/drawing/2014/main" id="{6A5835C2-293C-02CA-156E-DE7F087C9B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H" dirty="0"/>
              <a:t>Alan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088732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15207a17831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15207a17831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H" dirty="0"/>
              <a:t>Alan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2">
          <a:extLst>
            <a:ext uri="{FF2B5EF4-FFF2-40B4-BE49-F238E27FC236}">
              <a16:creationId xmlns:a16="http://schemas.microsoft.com/office/drawing/2014/main" id="{56CA0BF9-A382-7DD1-DBC3-B659B0C7A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g19910ddec55_0_0:notes">
            <a:extLst>
              <a:ext uri="{FF2B5EF4-FFF2-40B4-BE49-F238E27FC236}">
                <a16:creationId xmlns:a16="http://schemas.microsoft.com/office/drawing/2014/main" id="{6E46B151-3EF9-6AFC-F2F0-0BD423EFD5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4" name="Google Shape;1254;g19910ddec55_0_0:notes">
            <a:extLst>
              <a:ext uri="{FF2B5EF4-FFF2-40B4-BE49-F238E27FC236}">
                <a16:creationId xmlns:a16="http://schemas.microsoft.com/office/drawing/2014/main" id="{F99CE18A-FB98-07A5-FDF9-F23C78D286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H" dirty="0"/>
              <a:t>Dina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623941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Google Shape;1608;g152a7caf94b_1_9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9" name="Google Shape;1609;g152a7caf94b_1_9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H" dirty="0"/>
              <a:t>Dina</a:t>
            </a:r>
            <a:endParaRPr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6" name="Google Shape;2296;g152a7caf94b_1_27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7" name="Google Shape;2297;g152a7caf94b_1_27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H" dirty="0"/>
              <a:t>Dina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041638" y="682250"/>
            <a:ext cx="4690200" cy="201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745738" y="2296938"/>
            <a:ext cx="3282000" cy="43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Abel"/>
                <a:ea typeface="Abel"/>
                <a:cs typeface="Abel"/>
                <a:sym typeface="Abe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-2231248" flipH="1">
            <a:off x="1719168" y="329560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-2231248" flipH="1">
            <a:off x="6823743" y="422085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713225" y="2193100"/>
            <a:ext cx="3957000" cy="111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55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686500"/>
            <a:ext cx="1303200" cy="133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9000" i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713225" y="3285275"/>
            <a:ext cx="3740400" cy="38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3"/>
          <p:cNvSpPr/>
          <p:nvPr/>
        </p:nvSpPr>
        <p:spPr>
          <a:xfrm rot="-2231248" flipH="1">
            <a:off x="371793" y="364085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45" name="Google Shape;45;p6"/>
          <p:cNvGrpSpPr/>
          <p:nvPr/>
        </p:nvGrpSpPr>
        <p:grpSpPr>
          <a:xfrm>
            <a:off x="-613275" y="4743925"/>
            <a:ext cx="9800100" cy="1657575"/>
            <a:chOff x="-613275" y="3559275"/>
            <a:chExt cx="9800100" cy="1657575"/>
          </a:xfrm>
        </p:grpSpPr>
        <p:sp>
          <p:nvSpPr>
            <p:cNvPr id="46" name="Google Shape;46;p6"/>
            <p:cNvSpPr/>
            <p:nvPr/>
          </p:nvSpPr>
          <p:spPr>
            <a:xfrm>
              <a:off x="8699600" y="3962263"/>
              <a:ext cx="444400" cy="1230850"/>
            </a:xfrm>
            <a:custGeom>
              <a:avLst/>
              <a:gdLst/>
              <a:ahLst/>
              <a:cxnLst/>
              <a:rect l="l" t="t" r="r" b="b"/>
              <a:pathLst>
                <a:path w="17776" h="49234" extrusionOk="0">
                  <a:moveTo>
                    <a:pt x="1" y="15017"/>
                  </a:moveTo>
                  <a:lnTo>
                    <a:pt x="1" y="49234"/>
                  </a:lnTo>
                  <a:lnTo>
                    <a:pt x="5487" y="49234"/>
                  </a:lnTo>
                  <a:lnTo>
                    <a:pt x="5487" y="15017"/>
                  </a:lnTo>
                  <a:cubicBezTo>
                    <a:pt x="5487" y="7665"/>
                    <a:pt x="10785" y="1537"/>
                    <a:pt x="17776" y="251"/>
                  </a:cubicBezTo>
                  <a:lnTo>
                    <a:pt x="17776" y="251"/>
                  </a:lnTo>
                  <a:cubicBezTo>
                    <a:pt x="16882" y="79"/>
                    <a:pt x="15957" y="1"/>
                    <a:pt x="15033" y="1"/>
                  </a:cubicBezTo>
                  <a:lnTo>
                    <a:pt x="15033" y="1"/>
                  </a:lnTo>
                  <a:cubicBezTo>
                    <a:pt x="6725" y="1"/>
                    <a:pt x="1" y="6725"/>
                    <a:pt x="1" y="150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6"/>
            <p:cNvSpPr/>
            <p:nvPr/>
          </p:nvSpPr>
          <p:spPr>
            <a:xfrm>
              <a:off x="7566750" y="3962263"/>
              <a:ext cx="444000" cy="1230850"/>
            </a:xfrm>
            <a:custGeom>
              <a:avLst/>
              <a:gdLst/>
              <a:ahLst/>
              <a:cxnLst/>
              <a:rect l="l" t="t" r="r" b="b"/>
              <a:pathLst>
                <a:path w="17760" h="49234" extrusionOk="0">
                  <a:moveTo>
                    <a:pt x="0" y="15017"/>
                  </a:moveTo>
                  <a:lnTo>
                    <a:pt x="0" y="49234"/>
                  </a:lnTo>
                  <a:lnTo>
                    <a:pt x="5486" y="49234"/>
                  </a:lnTo>
                  <a:lnTo>
                    <a:pt x="5486" y="15017"/>
                  </a:lnTo>
                  <a:cubicBezTo>
                    <a:pt x="5486" y="7665"/>
                    <a:pt x="10769" y="1537"/>
                    <a:pt x="17759" y="251"/>
                  </a:cubicBezTo>
                  <a:lnTo>
                    <a:pt x="17759" y="251"/>
                  </a:lnTo>
                  <a:cubicBezTo>
                    <a:pt x="16866" y="79"/>
                    <a:pt x="15957" y="1"/>
                    <a:pt x="15016" y="1"/>
                  </a:cubicBezTo>
                  <a:lnTo>
                    <a:pt x="15016" y="1"/>
                  </a:lnTo>
                  <a:cubicBezTo>
                    <a:pt x="6725" y="1"/>
                    <a:pt x="0" y="6725"/>
                    <a:pt x="0" y="150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6"/>
            <p:cNvSpPr/>
            <p:nvPr/>
          </p:nvSpPr>
          <p:spPr>
            <a:xfrm>
              <a:off x="6433500" y="3962263"/>
              <a:ext cx="444000" cy="1230850"/>
            </a:xfrm>
            <a:custGeom>
              <a:avLst/>
              <a:gdLst/>
              <a:ahLst/>
              <a:cxnLst/>
              <a:rect l="l" t="t" r="r" b="b"/>
              <a:pathLst>
                <a:path w="17760" h="49234" extrusionOk="0">
                  <a:moveTo>
                    <a:pt x="0" y="15017"/>
                  </a:moveTo>
                  <a:lnTo>
                    <a:pt x="0" y="49234"/>
                  </a:lnTo>
                  <a:lnTo>
                    <a:pt x="5486" y="49234"/>
                  </a:lnTo>
                  <a:lnTo>
                    <a:pt x="5486" y="15017"/>
                  </a:lnTo>
                  <a:cubicBezTo>
                    <a:pt x="5486" y="7665"/>
                    <a:pt x="10784" y="1537"/>
                    <a:pt x="17759" y="251"/>
                  </a:cubicBezTo>
                  <a:lnTo>
                    <a:pt x="17759" y="251"/>
                  </a:lnTo>
                  <a:cubicBezTo>
                    <a:pt x="16881" y="79"/>
                    <a:pt x="15957" y="1"/>
                    <a:pt x="15016" y="1"/>
                  </a:cubicBezTo>
                  <a:lnTo>
                    <a:pt x="15016" y="1"/>
                  </a:lnTo>
                  <a:cubicBezTo>
                    <a:pt x="6725" y="1"/>
                    <a:pt x="0" y="6725"/>
                    <a:pt x="0" y="150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6"/>
            <p:cNvSpPr/>
            <p:nvPr/>
          </p:nvSpPr>
          <p:spPr>
            <a:xfrm>
              <a:off x="5300250" y="3962263"/>
              <a:ext cx="444375" cy="1230850"/>
            </a:xfrm>
            <a:custGeom>
              <a:avLst/>
              <a:gdLst/>
              <a:ahLst/>
              <a:cxnLst/>
              <a:rect l="l" t="t" r="r" b="b"/>
              <a:pathLst>
                <a:path w="17775" h="49234" extrusionOk="0">
                  <a:moveTo>
                    <a:pt x="0" y="15017"/>
                  </a:moveTo>
                  <a:lnTo>
                    <a:pt x="0" y="49234"/>
                  </a:lnTo>
                  <a:lnTo>
                    <a:pt x="5486" y="49234"/>
                  </a:lnTo>
                  <a:lnTo>
                    <a:pt x="5486" y="15017"/>
                  </a:lnTo>
                  <a:cubicBezTo>
                    <a:pt x="5486" y="7665"/>
                    <a:pt x="10784" y="1537"/>
                    <a:pt x="17775" y="251"/>
                  </a:cubicBezTo>
                  <a:lnTo>
                    <a:pt x="17775" y="251"/>
                  </a:lnTo>
                  <a:cubicBezTo>
                    <a:pt x="16881" y="79"/>
                    <a:pt x="15957" y="1"/>
                    <a:pt x="15032" y="1"/>
                  </a:cubicBezTo>
                  <a:lnTo>
                    <a:pt x="15032" y="1"/>
                  </a:lnTo>
                  <a:cubicBezTo>
                    <a:pt x="6724" y="1"/>
                    <a:pt x="0" y="6725"/>
                    <a:pt x="0" y="150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0" name="Google Shape;50;p6"/>
            <p:cNvGrpSpPr/>
            <p:nvPr/>
          </p:nvGrpSpPr>
          <p:grpSpPr>
            <a:xfrm>
              <a:off x="-613275" y="3559275"/>
              <a:ext cx="9800100" cy="1657575"/>
              <a:chOff x="-613275" y="3443675"/>
              <a:chExt cx="9800100" cy="1657575"/>
            </a:xfrm>
          </p:grpSpPr>
          <p:sp>
            <p:nvSpPr>
              <p:cNvPr id="51" name="Google Shape;51;p6"/>
              <p:cNvSpPr/>
              <p:nvPr/>
            </p:nvSpPr>
            <p:spPr>
              <a:xfrm>
                <a:off x="3962175" y="3443675"/>
                <a:ext cx="5224650" cy="1657575"/>
              </a:xfrm>
              <a:custGeom>
                <a:avLst/>
                <a:gdLst/>
                <a:ahLst/>
                <a:cxnLst/>
                <a:rect l="l" t="t" r="r" b="b"/>
                <a:pathLst>
                  <a:path w="208986" h="66303" extrusionOk="0">
                    <a:moveTo>
                      <a:pt x="0" y="0"/>
                    </a:moveTo>
                    <a:lnTo>
                      <a:pt x="0" y="1207"/>
                    </a:lnTo>
                    <a:lnTo>
                      <a:pt x="5486" y="1207"/>
                    </a:lnTo>
                    <a:lnTo>
                      <a:pt x="5486" y="5439"/>
                    </a:lnTo>
                    <a:lnTo>
                      <a:pt x="0" y="5439"/>
                    </a:lnTo>
                    <a:lnTo>
                      <a:pt x="0" y="66303"/>
                    </a:lnTo>
                    <a:lnTo>
                      <a:pt x="8104" y="66303"/>
                    </a:lnTo>
                    <a:lnTo>
                      <a:pt x="8104" y="32086"/>
                    </a:lnTo>
                    <a:cubicBezTo>
                      <a:pt x="8104" y="23794"/>
                      <a:pt x="14828" y="17070"/>
                      <a:pt x="23120" y="17070"/>
                    </a:cubicBezTo>
                    <a:lnTo>
                      <a:pt x="23120" y="17070"/>
                    </a:lnTo>
                    <a:cubicBezTo>
                      <a:pt x="31411" y="17070"/>
                      <a:pt x="38136" y="23794"/>
                      <a:pt x="38136" y="32086"/>
                    </a:cubicBezTo>
                    <a:lnTo>
                      <a:pt x="38136" y="32086"/>
                    </a:lnTo>
                    <a:lnTo>
                      <a:pt x="38136" y="66303"/>
                    </a:lnTo>
                    <a:lnTo>
                      <a:pt x="53434" y="66303"/>
                    </a:lnTo>
                    <a:lnTo>
                      <a:pt x="53434" y="32086"/>
                    </a:lnTo>
                    <a:cubicBezTo>
                      <a:pt x="53434" y="23794"/>
                      <a:pt x="60158" y="17070"/>
                      <a:pt x="68450" y="17070"/>
                    </a:cubicBezTo>
                    <a:lnTo>
                      <a:pt x="68450" y="17070"/>
                    </a:lnTo>
                    <a:cubicBezTo>
                      <a:pt x="76741" y="17070"/>
                      <a:pt x="83466" y="23794"/>
                      <a:pt x="83466" y="32086"/>
                    </a:cubicBezTo>
                    <a:lnTo>
                      <a:pt x="83466" y="32086"/>
                    </a:lnTo>
                    <a:lnTo>
                      <a:pt x="83466" y="66303"/>
                    </a:lnTo>
                    <a:lnTo>
                      <a:pt x="98764" y="66303"/>
                    </a:lnTo>
                    <a:lnTo>
                      <a:pt x="98764" y="32086"/>
                    </a:lnTo>
                    <a:cubicBezTo>
                      <a:pt x="98764" y="23794"/>
                      <a:pt x="105488" y="17070"/>
                      <a:pt x="113780" y="17070"/>
                    </a:cubicBezTo>
                    <a:lnTo>
                      <a:pt x="113780" y="17070"/>
                    </a:lnTo>
                    <a:cubicBezTo>
                      <a:pt x="122072" y="17070"/>
                      <a:pt x="128796" y="23794"/>
                      <a:pt x="128796" y="32086"/>
                    </a:cubicBezTo>
                    <a:lnTo>
                      <a:pt x="128796" y="32086"/>
                    </a:lnTo>
                    <a:lnTo>
                      <a:pt x="128796" y="66303"/>
                    </a:lnTo>
                    <a:lnTo>
                      <a:pt x="144094" y="66303"/>
                    </a:lnTo>
                    <a:lnTo>
                      <a:pt x="144094" y="32086"/>
                    </a:lnTo>
                    <a:cubicBezTo>
                      <a:pt x="144094" y="23794"/>
                      <a:pt x="150818" y="17070"/>
                      <a:pt x="159110" y="17070"/>
                    </a:cubicBezTo>
                    <a:lnTo>
                      <a:pt x="159110" y="17070"/>
                    </a:lnTo>
                    <a:cubicBezTo>
                      <a:pt x="167402" y="17070"/>
                      <a:pt x="174126" y="23794"/>
                      <a:pt x="174126" y="32086"/>
                    </a:cubicBezTo>
                    <a:lnTo>
                      <a:pt x="174126" y="32086"/>
                    </a:lnTo>
                    <a:lnTo>
                      <a:pt x="174126" y="66303"/>
                    </a:lnTo>
                    <a:lnTo>
                      <a:pt x="189424" y="66303"/>
                    </a:lnTo>
                    <a:lnTo>
                      <a:pt x="189424" y="32086"/>
                    </a:lnTo>
                    <a:cubicBezTo>
                      <a:pt x="189424" y="23794"/>
                      <a:pt x="196148" y="17070"/>
                      <a:pt x="204440" y="17070"/>
                    </a:cubicBezTo>
                    <a:lnTo>
                      <a:pt x="204440" y="17070"/>
                    </a:lnTo>
                    <a:cubicBezTo>
                      <a:pt x="205976" y="17070"/>
                      <a:pt x="207591" y="17305"/>
                      <a:pt x="208986" y="17728"/>
                    </a:cubicBezTo>
                    <a:lnTo>
                      <a:pt x="208986" y="17728"/>
                    </a:lnTo>
                    <a:lnTo>
                      <a:pt x="208986" y="5439"/>
                    </a:lnTo>
                    <a:lnTo>
                      <a:pt x="205083" y="5439"/>
                    </a:lnTo>
                    <a:lnTo>
                      <a:pt x="205083" y="1207"/>
                    </a:lnTo>
                    <a:lnTo>
                      <a:pt x="208986" y="1207"/>
                    </a:lnTo>
                    <a:lnTo>
                      <a:pt x="208986" y="0"/>
                    </a:lnTo>
                    <a:close/>
                    <a:moveTo>
                      <a:pt x="189832" y="1207"/>
                    </a:moveTo>
                    <a:lnTo>
                      <a:pt x="203766" y="1207"/>
                    </a:lnTo>
                    <a:lnTo>
                      <a:pt x="203766" y="5439"/>
                    </a:lnTo>
                    <a:lnTo>
                      <a:pt x="189832" y="5439"/>
                    </a:lnTo>
                    <a:close/>
                    <a:moveTo>
                      <a:pt x="174581" y="1207"/>
                    </a:moveTo>
                    <a:lnTo>
                      <a:pt x="188515" y="1207"/>
                    </a:lnTo>
                    <a:lnTo>
                      <a:pt x="188515" y="5439"/>
                    </a:lnTo>
                    <a:lnTo>
                      <a:pt x="174581" y="5439"/>
                    </a:lnTo>
                    <a:close/>
                    <a:moveTo>
                      <a:pt x="159314" y="1207"/>
                    </a:moveTo>
                    <a:lnTo>
                      <a:pt x="173264" y="1207"/>
                    </a:lnTo>
                    <a:lnTo>
                      <a:pt x="173264" y="5439"/>
                    </a:lnTo>
                    <a:lnTo>
                      <a:pt x="159314" y="5439"/>
                    </a:lnTo>
                    <a:close/>
                    <a:moveTo>
                      <a:pt x="144063" y="1207"/>
                    </a:moveTo>
                    <a:lnTo>
                      <a:pt x="158013" y="1207"/>
                    </a:lnTo>
                    <a:lnTo>
                      <a:pt x="158013" y="5439"/>
                    </a:lnTo>
                    <a:lnTo>
                      <a:pt x="144063" y="5439"/>
                    </a:lnTo>
                    <a:close/>
                    <a:moveTo>
                      <a:pt x="128812" y="1207"/>
                    </a:moveTo>
                    <a:lnTo>
                      <a:pt x="142762" y="1207"/>
                    </a:lnTo>
                    <a:lnTo>
                      <a:pt x="142762" y="5439"/>
                    </a:lnTo>
                    <a:lnTo>
                      <a:pt x="128812" y="5439"/>
                    </a:lnTo>
                    <a:close/>
                    <a:moveTo>
                      <a:pt x="113560" y="1207"/>
                    </a:moveTo>
                    <a:lnTo>
                      <a:pt x="127511" y="1207"/>
                    </a:lnTo>
                    <a:lnTo>
                      <a:pt x="127511" y="5439"/>
                    </a:lnTo>
                    <a:lnTo>
                      <a:pt x="113560" y="5439"/>
                    </a:lnTo>
                    <a:close/>
                    <a:moveTo>
                      <a:pt x="98309" y="1207"/>
                    </a:moveTo>
                    <a:lnTo>
                      <a:pt x="112259" y="1207"/>
                    </a:lnTo>
                    <a:lnTo>
                      <a:pt x="112259" y="5439"/>
                    </a:lnTo>
                    <a:lnTo>
                      <a:pt x="98309" y="5439"/>
                    </a:lnTo>
                    <a:close/>
                    <a:moveTo>
                      <a:pt x="83058" y="1207"/>
                    </a:moveTo>
                    <a:lnTo>
                      <a:pt x="97008" y="1207"/>
                    </a:lnTo>
                    <a:lnTo>
                      <a:pt x="97008" y="5439"/>
                    </a:lnTo>
                    <a:lnTo>
                      <a:pt x="83058" y="5439"/>
                    </a:lnTo>
                    <a:close/>
                    <a:moveTo>
                      <a:pt x="67807" y="1207"/>
                    </a:moveTo>
                    <a:lnTo>
                      <a:pt x="81757" y="1207"/>
                    </a:lnTo>
                    <a:lnTo>
                      <a:pt x="81757" y="5439"/>
                    </a:lnTo>
                    <a:lnTo>
                      <a:pt x="67807" y="5439"/>
                    </a:lnTo>
                    <a:close/>
                    <a:moveTo>
                      <a:pt x="52556" y="1207"/>
                    </a:moveTo>
                    <a:lnTo>
                      <a:pt x="66490" y="1207"/>
                    </a:lnTo>
                    <a:lnTo>
                      <a:pt x="66490" y="5439"/>
                    </a:lnTo>
                    <a:lnTo>
                      <a:pt x="52556" y="5439"/>
                    </a:lnTo>
                    <a:close/>
                    <a:moveTo>
                      <a:pt x="37305" y="1207"/>
                    </a:moveTo>
                    <a:lnTo>
                      <a:pt x="51239" y="1207"/>
                    </a:lnTo>
                    <a:lnTo>
                      <a:pt x="51239" y="5439"/>
                    </a:lnTo>
                    <a:lnTo>
                      <a:pt x="37305" y="5439"/>
                    </a:lnTo>
                    <a:close/>
                    <a:moveTo>
                      <a:pt x="22038" y="1207"/>
                    </a:moveTo>
                    <a:lnTo>
                      <a:pt x="35988" y="1207"/>
                    </a:lnTo>
                    <a:lnTo>
                      <a:pt x="35988" y="5439"/>
                    </a:lnTo>
                    <a:lnTo>
                      <a:pt x="22038" y="5439"/>
                    </a:lnTo>
                    <a:close/>
                    <a:moveTo>
                      <a:pt x="6787" y="1207"/>
                    </a:moveTo>
                    <a:lnTo>
                      <a:pt x="20737" y="1207"/>
                    </a:lnTo>
                    <a:lnTo>
                      <a:pt x="20737" y="5439"/>
                    </a:lnTo>
                    <a:lnTo>
                      <a:pt x="6787" y="543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2" name="Google Shape;52;p6"/>
              <p:cNvGrpSpPr/>
              <p:nvPr/>
            </p:nvGrpSpPr>
            <p:grpSpPr>
              <a:xfrm>
                <a:off x="-613275" y="3443675"/>
                <a:ext cx="5224650" cy="1657575"/>
                <a:chOff x="1161525" y="3805200"/>
                <a:chExt cx="5224650" cy="1657575"/>
              </a:xfrm>
            </p:grpSpPr>
            <p:sp>
              <p:nvSpPr>
                <p:cNvPr id="53" name="Google Shape;53;p6"/>
                <p:cNvSpPr/>
                <p:nvPr/>
              </p:nvSpPr>
              <p:spPr>
                <a:xfrm>
                  <a:off x="5896325" y="4231925"/>
                  <a:ext cx="444400" cy="123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76" h="49234" extrusionOk="0">
                      <a:moveTo>
                        <a:pt x="1" y="15017"/>
                      </a:moveTo>
                      <a:lnTo>
                        <a:pt x="1" y="49234"/>
                      </a:lnTo>
                      <a:lnTo>
                        <a:pt x="5487" y="49234"/>
                      </a:lnTo>
                      <a:lnTo>
                        <a:pt x="5487" y="15017"/>
                      </a:lnTo>
                      <a:cubicBezTo>
                        <a:pt x="5487" y="7665"/>
                        <a:pt x="10785" y="1537"/>
                        <a:pt x="17776" y="251"/>
                      </a:cubicBezTo>
                      <a:lnTo>
                        <a:pt x="17776" y="251"/>
                      </a:lnTo>
                      <a:cubicBezTo>
                        <a:pt x="16882" y="79"/>
                        <a:pt x="15957" y="1"/>
                        <a:pt x="15033" y="1"/>
                      </a:cubicBezTo>
                      <a:lnTo>
                        <a:pt x="15033" y="1"/>
                      </a:lnTo>
                      <a:cubicBezTo>
                        <a:pt x="6725" y="1"/>
                        <a:pt x="1" y="6725"/>
                        <a:pt x="1" y="150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" name="Google Shape;54;p6"/>
                <p:cNvSpPr/>
                <p:nvPr/>
              </p:nvSpPr>
              <p:spPr>
                <a:xfrm>
                  <a:off x="4763475" y="4231925"/>
                  <a:ext cx="444000" cy="123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60" h="49234" extrusionOk="0">
                      <a:moveTo>
                        <a:pt x="0" y="15017"/>
                      </a:moveTo>
                      <a:lnTo>
                        <a:pt x="0" y="49234"/>
                      </a:lnTo>
                      <a:lnTo>
                        <a:pt x="5486" y="49234"/>
                      </a:lnTo>
                      <a:lnTo>
                        <a:pt x="5486" y="15017"/>
                      </a:lnTo>
                      <a:cubicBezTo>
                        <a:pt x="5486" y="7665"/>
                        <a:pt x="10769" y="1537"/>
                        <a:pt x="17759" y="251"/>
                      </a:cubicBezTo>
                      <a:lnTo>
                        <a:pt x="17759" y="251"/>
                      </a:lnTo>
                      <a:cubicBezTo>
                        <a:pt x="16866" y="79"/>
                        <a:pt x="15957" y="1"/>
                        <a:pt x="15016" y="1"/>
                      </a:cubicBezTo>
                      <a:lnTo>
                        <a:pt x="15016" y="1"/>
                      </a:lnTo>
                      <a:cubicBezTo>
                        <a:pt x="6725" y="1"/>
                        <a:pt x="0" y="6725"/>
                        <a:pt x="0" y="150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" name="Google Shape;55;p6"/>
                <p:cNvSpPr/>
                <p:nvPr/>
              </p:nvSpPr>
              <p:spPr>
                <a:xfrm>
                  <a:off x="3630225" y="4231925"/>
                  <a:ext cx="444000" cy="123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60" h="49234" extrusionOk="0">
                      <a:moveTo>
                        <a:pt x="0" y="15017"/>
                      </a:moveTo>
                      <a:lnTo>
                        <a:pt x="0" y="49234"/>
                      </a:lnTo>
                      <a:lnTo>
                        <a:pt x="5486" y="49234"/>
                      </a:lnTo>
                      <a:lnTo>
                        <a:pt x="5486" y="15017"/>
                      </a:lnTo>
                      <a:cubicBezTo>
                        <a:pt x="5486" y="7665"/>
                        <a:pt x="10784" y="1537"/>
                        <a:pt x="17759" y="251"/>
                      </a:cubicBezTo>
                      <a:lnTo>
                        <a:pt x="17759" y="251"/>
                      </a:lnTo>
                      <a:cubicBezTo>
                        <a:pt x="16881" y="79"/>
                        <a:pt x="15957" y="1"/>
                        <a:pt x="15016" y="1"/>
                      </a:cubicBezTo>
                      <a:lnTo>
                        <a:pt x="15016" y="1"/>
                      </a:lnTo>
                      <a:cubicBezTo>
                        <a:pt x="6725" y="1"/>
                        <a:pt x="0" y="6725"/>
                        <a:pt x="0" y="150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" name="Google Shape;56;p6"/>
                <p:cNvSpPr/>
                <p:nvPr/>
              </p:nvSpPr>
              <p:spPr>
                <a:xfrm>
                  <a:off x="2496975" y="4231925"/>
                  <a:ext cx="444375" cy="123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75" h="49234" extrusionOk="0">
                      <a:moveTo>
                        <a:pt x="0" y="15017"/>
                      </a:moveTo>
                      <a:lnTo>
                        <a:pt x="0" y="49234"/>
                      </a:lnTo>
                      <a:lnTo>
                        <a:pt x="5486" y="49234"/>
                      </a:lnTo>
                      <a:lnTo>
                        <a:pt x="5486" y="15017"/>
                      </a:lnTo>
                      <a:cubicBezTo>
                        <a:pt x="5486" y="7665"/>
                        <a:pt x="10784" y="1537"/>
                        <a:pt x="17775" y="251"/>
                      </a:cubicBezTo>
                      <a:lnTo>
                        <a:pt x="17775" y="251"/>
                      </a:lnTo>
                      <a:cubicBezTo>
                        <a:pt x="16881" y="79"/>
                        <a:pt x="15957" y="1"/>
                        <a:pt x="15032" y="1"/>
                      </a:cubicBezTo>
                      <a:lnTo>
                        <a:pt x="15032" y="1"/>
                      </a:lnTo>
                      <a:cubicBezTo>
                        <a:pt x="6724" y="1"/>
                        <a:pt x="0" y="6725"/>
                        <a:pt x="0" y="150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" name="Google Shape;57;p6"/>
                <p:cNvSpPr/>
                <p:nvPr/>
              </p:nvSpPr>
              <p:spPr>
                <a:xfrm>
                  <a:off x="1364100" y="4231925"/>
                  <a:ext cx="444000" cy="123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60" h="49234" extrusionOk="0">
                      <a:moveTo>
                        <a:pt x="1" y="15017"/>
                      </a:moveTo>
                      <a:lnTo>
                        <a:pt x="1" y="49234"/>
                      </a:lnTo>
                      <a:lnTo>
                        <a:pt x="5487" y="49234"/>
                      </a:lnTo>
                      <a:lnTo>
                        <a:pt x="5487" y="15017"/>
                      </a:lnTo>
                      <a:cubicBezTo>
                        <a:pt x="5487" y="7665"/>
                        <a:pt x="10769" y="1537"/>
                        <a:pt x="17760" y="251"/>
                      </a:cubicBezTo>
                      <a:lnTo>
                        <a:pt x="17760" y="251"/>
                      </a:lnTo>
                      <a:cubicBezTo>
                        <a:pt x="16866" y="79"/>
                        <a:pt x="15957" y="1"/>
                        <a:pt x="15017" y="1"/>
                      </a:cubicBezTo>
                      <a:lnTo>
                        <a:pt x="15017" y="1"/>
                      </a:lnTo>
                      <a:cubicBezTo>
                        <a:pt x="6725" y="1"/>
                        <a:pt x="1" y="6725"/>
                        <a:pt x="1" y="150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" name="Google Shape;58;p6"/>
                <p:cNvSpPr/>
                <p:nvPr/>
              </p:nvSpPr>
              <p:spPr>
                <a:xfrm>
                  <a:off x="1161525" y="3805200"/>
                  <a:ext cx="5224650" cy="1657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986" h="66303" extrusionOk="0">
                      <a:moveTo>
                        <a:pt x="0" y="0"/>
                      </a:moveTo>
                      <a:lnTo>
                        <a:pt x="0" y="1207"/>
                      </a:lnTo>
                      <a:lnTo>
                        <a:pt x="5486" y="1207"/>
                      </a:lnTo>
                      <a:lnTo>
                        <a:pt x="5486" y="5439"/>
                      </a:lnTo>
                      <a:lnTo>
                        <a:pt x="0" y="5439"/>
                      </a:lnTo>
                      <a:lnTo>
                        <a:pt x="0" y="66303"/>
                      </a:lnTo>
                      <a:lnTo>
                        <a:pt x="8104" y="66303"/>
                      </a:lnTo>
                      <a:lnTo>
                        <a:pt x="8104" y="32086"/>
                      </a:lnTo>
                      <a:cubicBezTo>
                        <a:pt x="8104" y="23794"/>
                        <a:pt x="14828" y="17070"/>
                        <a:pt x="23120" y="17070"/>
                      </a:cubicBezTo>
                      <a:lnTo>
                        <a:pt x="23120" y="17070"/>
                      </a:lnTo>
                      <a:cubicBezTo>
                        <a:pt x="31411" y="17070"/>
                        <a:pt x="38136" y="23794"/>
                        <a:pt x="38136" y="32086"/>
                      </a:cubicBezTo>
                      <a:lnTo>
                        <a:pt x="38136" y="32086"/>
                      </a:lnTo>
                      <a:lnTo>
                        <a:pt x="38136" y="66303"/>
                      </a:lnTo>
                      <a:lnTo>
                        <a:pt x="53434" y="66303"/>
                      </a:lnTo>
                      <a:lnTo>
                        <a:pt x="53434" y="32086"/>
                      </a:lnTo>
                      <a:cubicBezTo>
                        <a:pt x="53434" y="23794"/>
                        <a:pt x="60158" y="17070"/>
                        <a:pt x="68450" y="17070"/>
                      </a:cubicBezTo>
                      <a:lnTo>
                        <a:pt x="68450" y="17070"/>
                      </a:lnTo>
                      <a:cubicBezTo>
                        <a:pt x="76741" y="17070"/>
                        <a:pt x="83466" y="23794"/>
                        <a:pt x="83466" y="32086"/>
                      </a:cubicBezTo>
                      <a:lnTo>
                        <a:pt x="83466" y="32086"/>
                      </a:lnTo>
                      <a:lnTo>
                        <a:pt x="83466" y="66303"/>
                      </a:lnTo>
                      <a:lnTo>
                        <a:pt x="98764" y="66303"/>
                      </a:lnTo>
                      <a:lnTo>
                        <a:pt x="98764" y="32086"/>
                      </a:lnTo>
                      <a:cubicBezTo>
                        <a:pt x="98764" y="23794"/>
                        <a:pt x="105488" y="17070"/>
                        <a:pt x="113780" y="17070"/>
                      </a:cubicBezTo>
                      <a:lnTo>
                        <a:pt x="113780" y="17070"/>
                      </a:lnTo>
                      <a:cubicBezTo>
                        <a:pt x="122072" y="17070"/>
                        <a:pt x="128796" y="23794"/>
                        <a:pt x="128796" y="32086"/>
                      </a:cubicBezTo>
                      <a:lnTo>
                        <a:pt x="128796" y="32086"/>
                      </a:lnTo>
                      <a:lnTo>
                        <a:pt x="128796" y="66303"/>
                      </a:lnTo>
                      <a:lnTo>
                        <a:pt x="144094" y="66303"/>
                      </a:lnTo>
                      <a:lnTo>
                        <a:pt x="144094" y="32086"/>
                      </a:lnTo>
                      <a:cubicBezTo>
                        <a:pt x="144094" y="23794"/>
                        <a:pt x="150818" y="17070"/>
                        <a:pt x="159110" y="17070"/>
                      </a:cubicBezTo>
                      <a:lnTo>
                        <a:pt x="159110" y="17070"/>
                      </a:lnTo>
                      <a:cubicBezTo>
                        <a:pt x="167402" y="17070"/>
                        <a:pt x="174126" y="23794"/>
                        <a:pt x="174126" y="32086"/>
                      </a:cubicBezTo>
                      <a:lnTo>
                        <a:pt x="174126" y="32086"/>
                      </a:lnTo>
                      <a:lnTo>
                        <a:pt x="174126" y="66303"/>
                      </a:lnTo>
                      <a:lnTo>
                        <a:pt x="189424" y="66303"/>
                      </a:lnTo>
                      <a:lnTo>
                        <a:pt x="189424" y="32086"/>
                      </a:lnTo>
                      <a:cubicBezTo>
                        <a:pt x="189424" y="23794"/>
                        <a:pt x="196148" y="17070"/>
                        <a:pt x="204440" y="17070"/>
                      </a:cubicBezTo>
                      <a:lnTo>
                        <a:pt x="204440" y="17070"/>
                      </a:lnTo>
                      <a:cubicBezTo>
                        <a:pt x="205976" y="17070"/>
                        <a:pt x="207591" y="17305"/>
                        <a:pt x="208986" y="17728"/>
                      </a:cubicBezTo>
                      <a:lnTo>
                        <a:pt x="208986" y="17728"/>
                      </a:lnTo>
                      <a:lnTo>
                        <a:pt x="208986" y="5439"/>
                      </a:lnTo>
                      <a:lnTo>
                        <a:pt x="205083" y="5439"/>
                      </a:lnTo>
                      <a:lnTo>
                        <a:pt x="205083" y="1207"/>
                      </a:lnTo>
                      <a:lnTo>
                        <a:pt x="208986" y="1207"/>
                      </a:lnTo>
                      <a:lnTo>
                        <a:pt x="208986" y="0"/>
                      </a:lnTo>
                      <a:close/>
                      <a:moveTo>
                        <a:pt x="189832" y="1207"/>
                      </a:moveTo>
                      <a:lnTo>
                        <a:pt x="203766" y="1207"/>
                      </a:lnTo>
                      <a:lnTo>
                        <a:pt x="203766" y="5439"/>
                      </a:lnTo>
                      <a:lnTo>
                        <a:pt x="189832" y="5439"/>
                      </a:lnTo>
                      <a:close/>
                      <a:moveTo>
                        <a:pt x="174581" y="1207"/>
                      </a:moveTo>
                      <a:lnTo>
                        <a:pt x="188515" y="1207"/>
                      </a:lnTo>
                      <a:lnTo>
                        <a:pt x="188515" y="5439"/>
                      </a:lnTo>
                      <a:lnTo>
                        <a:pt x="174581" y="5439"/>
                      </a:lnTo>
                      <a:close/>
                      <a:moveTo>
                        <a:pt x="159314" y="1207"/>
                      </a:moveTo>
                      <a:lnTo>
                        <a:pt x="173264" y="1207"/>
                      </a:lnTo>
                      <a:lnTo>
                        <a:pt x="173264" y="5439"/>
                      </a:lnTo>
                      <a:lnTo>
                        <a:pt x="159314" y="5439"/>
                      </a:lnTo>
                      <a:close/>
                      <a:moveTo>
                        <a:pt x="144063" y="1207"/>
                      </a:moveTo>
                      <a:lnTo>
                        <a:pt x="158013" y="1207"/>
                      </a:lnTo>
                      <a:lnTo>
                        <a:pt x="158013" y="5439"/>
                      </a:lnTo>
                      <a:lnTo>
                        <a:pt x="144063" y="5439"/>
                      </a:lnTo>
                      <a:close/>
                      <a:moveTo>
                        <a:pt x="128812" y="1207"/>
                      </a:moveTo>
                      <a:lnTo>
                        <a:pt x="142762" y="1207"/>
                      </a:lnTo>
                      <a:lnTo>
                        <a:pt x="142762" y="5439"/>
                      </a:lnTo>
                      <a:lnTo>
                        <a:pt x="128812" y="5439"/>
                      </a:lnTo>
                      <a:close/>
                      <a:moveTo>
                        <a:pt x="113560" y="1207"/>
                      </a:moveTo>
                      <a:lnTo>
                        <a:pt x="127511" y="1207"/>
                      </a:lnTo>
                      <a:lnTo>
                        <a:pt x="127511" y="5439"/>
                      </a:lnTo>
                      <a:lnTo>
                        <a:pt x="113560" y="5439"/>
                      </a:lnTo>
                      <a:close/>
                      <a:moveTo>
                        <a:pt x="98309" y="1207"/>
                      </a:moveTo>
                      <a:lnTo>
                        <a:pt x="112259" y="1207"/>
                      </a:lnTo>
                      <a:lnTo>
                        <a:pt x="112259" y="5439"/>
                      </a:lnTo>
                      <a:lnTo>
                        <a:pt x="98309" y="5439"/>
                      </a:lnTo>
                      <a:close/>
                      <a:moveTo>
                        <a:pt x="83058" y="1207"/>
                      </a:moveTo>
                      <a:lnTo>
                        <a:pt x="97008" y="1207"/>
                      </a:lnTo>
                      <a:lnTo>
                        <a:pt x="97008" y="5439"/>
                      </a:lnTo>
                      <a:lnTo>
                        <a:pt x="83058" y="5439"/>
                      </a:lnTo>
                      <a:close/>
                      <a:moveTo>
                        <a:pt x="67807" y="1207"/>
                      </a:moveTo>
                      <a:lnTo>
                        <a:pt x="81757" y="1207"/>
                      </a:lnTo>
                      <a:lnTo>
                        <a:pt x="81757" y="5439"/>
                      </a:lnTo>
                      <a:lnTo>
                        <a:pt x="67807" y="5439"/>
                      </a:lnTo>
                      <a:close/>
                      <a:moveTo>
                        <a:pt x="52556" y="1207"/>
                      </a:moveTo>
                      <a:lnTo>
                        <a:pt x="66490" y="1207"/>
                      </a:lnTo>
                      <a:lnTo>
                        <a:pt x="66490" y="5439"/>
                      </a:lnTo>
                      <a:lnTo>
                        <a:pt x="52556" y="5439"/>
                      </a:lnTo>
                      <a:close/>
                      <a:moveTo>
                        <a:pt x="37305" y="1207"/>
                      </a:moveTo>
                      <a:lnTo>
                        <a:pt x="51239" y="1207"/>
                      </a:lnTo>
                      <a:lnTo>
                        <a:pt x="51239" y="5439"/>
                      </a:lnTo>
                      <a:lnTo>
                        <a:pt x="37305" y="5439"/>
                      </a:lnTo>
                      <a:close/>
                      <a:moveTo>
                        <a:pt x="22038" y="1207"/>
                      </a:moveTo>
                      <a:lnTo>
                        <a:pt x="35988" y="1207"/>
                      </a:lnTo>
                      <a:lnTo>
                        <a:pt x="35988" y="5439"/>
                      </a:lnTo>
                      <a:lnTo>
                        <a:pt x="22038" y="5439"/>
                      </a:lnTo>
                      <a:close/>
                      <a:moveTo>
                        <a:pt x="6787" y="1207"/>
                      </a:moveTo>
                      <a:lnTo>
                        <a:pt x="20737" y="1207"/>
                      </a:lnTo>
                      <a:lnTo>
                        <a:pt x="20737" y="5439"/>
                      </a:lnTo>
                      <a:lnTo>
                        <a:pt x="6787" y="5439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59" name="Google Shape;59;p6"/>
          <p:cNvSpPr/>
          <p:nvPr/>
        </p:nvSpPr>
        <p:spPr>
          <a:xfrm rot="-2231248" flipH="1">
            <a:off x="371793" y="364085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6"/>
          <p:cNvSpPr/>
          <p:nvPr/>
        </p:nvSpPr>
        <p:spPr>
          <a:xfrm rot="-2231248" flipH="1">
            <a:off x="7192518" y="445110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"/>
          <p:cNvSpPr txBox="1">
            <a:spLocks noGrp="1"/>
          </p:cNvSpPr>
          <p:nvPr>
            <p:ph type="title"/>
          </p:nvPr>
        </p:nvSpPr>
        <p:spPr>
          <a:xfrm>
            <a:off x="4155575" y="681200"/>
            <a:ext cx="3938100" cy="74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48" name="Google Shape;248;p9"/>
          <p:cNvSpPr txBox="1">
            <a:spLocks noGrp="1"/>
          </p:cNvSpPr>
          <p:nvPr>
            <p:ph type="subTitle" idx="1"/>
          </p:nvPr>
        </p:nvSpPr>
        <p:spPr>
          <a:xfrm>
            <a:off x="4155575" y="1594350"/>
            <a:ext cx="3938100" cy="120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49" name="Google Shape;249;p9"/>
          <p:cNvSpPr/>
          <p:nvPr/>
        </p:nvSpPr>
        <p:spPr>
          <a:xfrm>
            <a:off x="-1713620" y="2390475"/>
            <a:ext cx="10890094" cy="1760625"/>
          </a:xfrm>
          <a:custGeom>
            <a:avLst/>
            <a:gdLst/>
            <a:ahLst/>
            <a:cxnLst/>
            <a:rect l="l" t="t" r="r" b="b"/>
            <a:pathLst>
              <a:path w="315838" h="70425" extrusionOk="0">
                <a:moveTo>
                  <a:pt x="315838" y="0"/>
                </a:moveTo>
                <a:cubicBezTo>
                  <a:pt x="315838" y="0"/>
                  <a:pt x="234128" y="29311"/>
                  <a:pt x="229081" y="29530"/>
                </a:cubicBezTo>
                <a:cubicBezTo>
                  <a:pt x="229047" y="29532"/>
                  <a:pt x="229007" y="29533"/>
                  <a:pt x="228962" y="29533"/>
                </a:cubicBezTo>
                <a:cubicBezTo>
                  <a:pt x="222386" y="29533"/>
                  <a:pt x="100622" y="13630"/>
                  <a:pt x="85661" y="12634"/>
                </a:cubicBezTo>
                <a:cubicBezTo>
                  <a:pt x="85090" y="12595"/>
                  <a:pt x="84440" y="12576"/>
                  <a:pt x="83718" y="12576"/>
                </a:cubicBezTo>
                <a:cubicBezTo>
                  <a:pt x="65374" y="12576"/>
                  <a:pt x="157" y="24546"/>
                  <a:pt x="157" y="24546"/>
                </a:cubicBezTo>
                <a:lnTo>
                  <a:pt x="0" y="70425"/>
                </a:lnTo>
                <a:lnTo>
                  <a:pt x="315838" y="70425"/>
                </a:lnTo>
                <a:lnTo>
                  <a:pt x="315838" y="0"/>
                </a:lnTo>
                <a:close/>
              </a:path>
            </a:pathLst>
          </a:custGeom>
          <a:solidFill>
            <a:srgbClr val="D9ECD3">
              <a:alpha val="70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84750" y="1740650"/>
            <a:ext cx="2666625" cy="2667025"/>
          </a:xfrm>
          <a:custGeom>
            <a:avLst/>
            <a:gdLst/>
            <a:ahLst/>
            <a:cxnLst/>
            <a:rect l="l" t="t" r="r" b="b"/>
            <a:pathLst>
              <a:path w="106665" h="106681" extrusionOk="0">
                <a:moveTo>
                  <a:pt x="53341" y="1"/>
                </a:moveTo>
                <a:cubicBezTo>
                  <a:pt x="23873" y="1"/>
                  <a:pt x="1" y="23889"/>
                  <a:pt x="1" y="53341"/>
                </a:cubicBezTo>
                <a:cubicBezTo>
                  <a:pt x="1" y="82793"/>
                  <a:pt x="23873" y="106680"/>
                  <a:pt x="53341" y="106680"/>
                </a:cubicBezTo>
                <a:cubicBezTo>
                  <a:pt x="82793" y="106680"/>
                  <a:pt x="106665" y="82793"/>
                  <a:pt x="106665" y="53341"/>
                </a:cubicBezTo>
                <a:cubicBezTo>
                  <a:pt x="106665" y="23889"/>
                  <a:pt x="82793" y="1"/>
                  <a:pt x="5334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5972450" y="3196325"/>
            <a:ext cx="6828950" cy="1443150"/>
          </a:xfrm>
          <a:custGeom>
            <a:avLst/>
            <a:gdLst/>
            <a:ahLst/>
            <a:cxnLst/>
            <a:rect l="l" t="t" r="r" b="b"/>
            <a:pathLst>
              <a:path w="273158" h="57726" extrusionOk="0">
                <a:moveTo>
                  <a:pt x="119043" y="0"/>
                </a:moveTo>
                <a:cubicBezTo>
                  <a:pt x="118808" y="0"/>
                  <a:pt x="118606" y="15"/>
                  <a:pt x="118436" y="44"/>
                </a:cubicBezTo>
                <a:cubicBezTo>
                  <a:pt x="114815" y="687"/>
                  <a:pt x="1" y="57726"/>
                  <a:pt x="1" y="57726"/>
                </a:cubicBezTo>
                <a:lnTo>
                  <a:pt x="273157" y="57726"/>
                </a:lnTo>
                <a:cubicBezTo>
                  <a:pt x="273157" y="57726"/>
                  <a:pt x="133756" y="0"/>
                  <a:pt x="11904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9"/>
          <p:cNvSpPr/>
          <p:nvPr/>
        </p:nvSpPr>
        <p:spPr>
          <a:xfrm>
            <a:off x="-1743225" y="3196325"/>
            <a:ext cx="6829325" cy="1443150"/>
          </a:xfrm>
          <a:custGeom>
            <a:avLst/>
            <a:gdLst/>
            <a:ahLst/>
            <a:cxnLst/>
            <a:rect l="l" t="t" r="r" b="b"/>
            <a:pathLst>
              <a:path w="273173" h="57726" extrusionOk="0">
                <a:moveTo>
                  <a:pt x="119057" y="0"/>
                </a:moveTo>
                <a:cubicBezTo>
                  <a:pt x="118823" y="0"/>
                  <a:pt x="118621" y="15"/>
                  <a:pt x="118451" y="44"/>
                </a:cubicBezTo>
                <a:cubicBezTo>
                  <a:pt x="114815" y="687"/>
                  <a:pt x="0" y="57726"/>
                  <a:pt x="0" y="57726"/>
                </a:cubicBezTo>
                <a:lnTo>
                  <a:pt x="273172" y="57726"/>
                </a:lnTo>
                <a:cubicBezTo>
                  <a:pt x="273172" y="57726"/>
                  <a:pt x="133756" y="0"/>
                  <a:pt x="11905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3559000" y="3196325"/>
            <a:ext cx="6828925" cy="1443150"/>
          </a:xfrm>
          <a:custGeom>
            <a:avLst/>
            <a:gdLst/>
            <a:ahLst/>
            <a:cxnLst/>
            <a:rect l="l" t="t" r="r" b="b"/>
            <a:pathLst>
              <a:path w="273157" h="57726" extrusionOk="0">
                <a:moveTo>
                  <a:pt x="119057" y="0"/>
                </a:moveTo>
                <a:cubicBezTo>
                  <a:pt x="118823" y="0"/>
                  <a:pt x="118621" y="15"/>
                  <a:pt x="118451" y="44"/>
                </a:cubicBezTo>
                <a:cubicBezTo>
                  <a:pt x="114815" y="687"/>
                  <a:pt x="1" y="57726"/>
                  <a:pt x="1" y="57726"/>
                </a:cubicBezTo>
                <a:lnTo>
                  <a:pt x="273157" y="57726"/>
                </a:lnTo>
                <a:cubicBezTo>
                  <a:pt x="273157" y="57726"/>
                  <a:pt x="133755" y="0"/>
                  <a:pt x="11905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9"/>
          <p:cNvSpPr/>
          <p:nvPr/>
        </p:nvSpPr>
        <p:spPr>
          <a:xfrm>
            <a:off x="888100" y="3587925"/>
            <a:ext cx="5829700" cy="1231825"/>
          </a:xfrm>
          <a:custGeom>
            <a:avLst/>
            <a:gdLst/>
            <a:ahLst/>
            <a:cxnLst/>
            <a:rect l="l" t="t" r="r" b="b"/>
            <a:pathLst>
              <a:path w="233188" h="49273" extrusionOk="0">
                <a:moveTo>
                  <a:pt x="101637" y="1"/>
                </a:moveTo>
                <a:cubicBezTo>
                  <a:pt x="101435" y="1"/>
                  <a:pt x="101261" y="13"/>
                  <a:pt x="101115" y="39"/>
                </a:cubicBezTo>
                <a:cubicBezTo>
                  <a:pt x="98012" y="572"/>
                  <a:pt x="0" y="49272"/>
                  <a:pt x="0" y="49272"/>
                </a:cubicBezTo>
                <a:lnTo>
                  <a:pt x="233187" y="49272"/>
                </a:lnTo>
                <a:cubicBezTo>
                  <a:pt x="233187" y="49272"/>
                  <a:pt x="114207" y="1"/>
                  <a:pt x="10163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9"/>
          <p:cNvSpPr/>
          <p:nvPr/>
        </p:nvSpPr>
        <p:spPr>
          <a:xfrm>
            <a:off x="2571900" y="3389250"/>
            <a:ext cx="5829700" cy="1231825"/>
          </a:xfrm>
          <a:custGeom>
            <a:avLst/>
            <a:gdLst/>
            <a:ahLst/>
            <a:cxnLst/>
            <a:rect l="l" t="t" r="r" b="b"/>
            <a:pathLst>
              <a:path w="233188" h="49273" extrusionOk="0">
                <a:moveTo>
                  <a:pt x="101637" y="1"/>
                </a:moveTo>
                <a:cubicBezTo>
                  <a:pt x="101436" y="1"/>
                  <a:pt x="101262" y="14"/>
                  <a:pt x="101116" y="39"/>
                </a:cubicBezTo>
                <a:cubicBezTo>
                  <a:pt x="98013" y="572"/>
                  <a:pt x="1" y="49272"/>
                  <a:pt x="1" y="49272"/>
                </a:cubicBezTo>
                <a:lnTo>
                  <a:pt x="233188" y="49272"/>
                </a:lnTo>
                <a:cubicBezTo>
                  <a:pt x="233188" y="49272"/>
                  <a:pt x="114208" y="1"/>
                  <a:pt x="10163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9"/>
          <p:cNvSpPr/>
          <p:nvPr/>
        </p:nvSpPr>
        <p:spPr>
          <a:xfrm>
            <a:off x="2883050" y="3390225"/>
            <a:ext cx="2344900" cy="1076450"/>
          </a:xfrm>
          <a:custGeom>
            <a:avLst/>
            <a:gdLst/>
            <a:ahLst/>
            <a:cxnLst/>
            <a:rect l="l" t="t" r="r" b="b"/>
            <a:pathLst>
              <a:path w="93796" h="43058" extrusionOk="0">
                <a:moveTo>
                  <a:pt x="88670" y="0"/>
                </a:moveTo>
                <a:cubicBezTo>
                  <a:pt x="86256" y="423"/>
                  <a:pt x="26490" y="29938"/>
                  <a:pt x="0" y="43058"/>
                </a:cubicBezTo>
                <a:lnTo>
                  <a:pt x="0" y="43058"/>
                </a:lnTo>
                <a:lnTo>
                  <a:pt x="23324" y="34233"/>
                </a:lnTo>
                <a:lnTo>
                  <a:pt x="71601" y="32477"/>
                </a:lnTo>
                <a:cubicBezTo>
                  <a:pt x="72447" y="32462"/>
                  <a:pt x="72541" y="31129"/>
                  <a:pt x="71726" y="30957"/>
                </a:cubicBezTo>
                <a:lnTo>
                  <a:pt x="53481" y="27023"/>
                </a:lnTo>
                <a:cubicBezTo>
                  <a:pt x="52870" y="26882"/>
                  <a:pt x="52713" y="26004"/>
                  <a:pt x="53230" y="25612"/>
                </a:cubicBezTo>
                <a:lnTo>
                  <a:pt x="57917" y="22211"/>
                </a:lnTo>
                <a:cubicBezTo>
                  <a:pt x="58011" y="22148"/>
                  <a:pt x="58136" y="22101"/>
                  <a:pt x="58246" y="22085"/>
                </a:cubicBezTo>
                <a:lnTo>
                  <a:pt x="92918" y="18433"/>
                </a:lnTo>
                <a:cubicBezTo>
                  <a:pt x="93796" y="18339"/>
                  <a:pt x="93764" y="16929"/>
                  <a:pt x="92886" y="16897"/>
                </a:cubicBezTo>
                <a:lnTo>
                  <a:pt x="63905" y="15471"/>
                </a:lnTo>
                <a:cubicBezTo>
                  <a:pt x="63184" y="15439"/>
                  <a:pt x="62980" y="14374"/>
                  <a:pt x="63622" y="14013"/>
                </a:cubicBezTo>
                <a:lnTo>
                  <a:pt x="88670" y="0"/>
                </a:ln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9"/>
          <p:cNvSpPr/>
          <p:nvPr/>
        </p:nvSpPr>
        <p:spPr>
          <a:xfrm>
            <a:off x="3757675" y="3894300"/>
            <a:ext cx="4251675" cy="820825"/>
          </a:xfrm>
          <a:custGeom>
            <a:avLst/>
            <a:gdLst/>
            <a:ahLst/>
            <a:cxnLst/>
            <a:rect l="l" t="t" r="r" b="b"/>
            <a:pathLst>
              <a:path w="170067" h="32833" extrusionOk="0">
                <a:moveTo>
                  <a:pt x="74126" y="0"/>
                </a:moveTo>
                <a:cubicBezTo>
                  <a:pt x="73980" y="0"/>
                  <a:pt x="73854" y="9"/>
                  <a:pt x="73748" y="26"/>
                </a:cubicBezTo>
                <a:cubicBezTo>
                  <a:pt x="71475" y="386"/>
                  <a:pt x="0" y="32832"/>
                  <a:pt x="0" y="32832"/>
                </a:cubicBezTo>
                <a:lnTo>
                  <a:pt x="170067" y="32832"/>
                </a:lnTo>
                <a:cubicBezTo>
                  <a:pt x="170067" y="32832"/>
                  <a:pt x="83280" y="0"/>
                  <a:pt x="7412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9"/>
          <p:cNvSpPr/>
          <p:nvPr/>
        </p:nvSpPr>
        <p:spPr>
          <a:xfrm>
            <a:off x="-108000" y="3658225"/>
            <a:ext cx="5473875" cy="1056900"/>
          </a:xfrm>
          <a:custGeom>
            <a:avLst/>
            <a:gdLst/>
            <a:ahLst/>
            <a:cxnLst/>
            <a:rect l="l" t="t" r="r" b="b"/>
            <a:pathLst>
              <a:path w="218955" h="42276" extrusionOk="0">
                <a:moveTo>
                  <a:pt x="95422" y="1"/>
                </a:moveTo>
                <a:cubicBezTo>
                  <a:pt x="95236" y="1"/>
                  <a:pt x="95075" y="11"/>
                  <a:pt x="94940" y="33"/>
                </a:cubicBezTo>
                <a:cubicBezTo>
                  <a:pt x="92024" y="503"/>
                  <a:pt x="0" y="42275"/>
                  <a:pt x="0" y="42275"/>
                </a:cubicBezTo>
                <a:lnTo>
                  <a:pt x="218955" y="42275"/>
                </a:lnTo>
                <a:cubicBezTo>
                  <a:pt x="218955" y="42275"/>
                  <a:pt x="107185" y="1"/>
                  <a:pt x="95422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9"/>
          <p:cNvSpPr/>
          <p:nvPr/>
        </p:nvSpPr>
        <p:spPr>
          <a:xfrm>
            <a:off x="183925" y="3659025"/>
            <a:ext cx="2202275" cy="923650"/>
          </a:xfrm>
          <a:custGeom>
            <a:avLst/>
            <a:gdLst/>
            <a:ahLst/>
            <a:cxnLst/>
            <a:rect l="l" t="t" r="r" b="b"/>
            <a:pathLst>
              <a:path w="88091" h="36946" extrusionOk="0">
                <a:moveTo>
                  <a:pt x="83263" y="1"/>
                </a:moveTo>
                <a:lnTo>
                  <a:pt x="83263" y="1"/>
                </a:lnTo>
                <a:cubicBezTo>
                  <a:pt x="81006" y="377"/>
                  <a:pt x="24891" y="25691"/>
                  <a:pt x="1" y="36945"/>
                </a:cubicBezTo>
                <a:lnTo>
                  <a:pt x="1" y="36945"/>
                </a:lnTo>
                <a:lnTo>
                  <a:pt x="21913" y="29390"/>
                </a:lnTo>
                <a:lnTo>
                  <a:pt x="67244" y="27885"/>
                </a:lnTo>
                <a:cubicBezTo>
                  <a:pt x="68027" y="27854"/>
                  <a:pt x="68121" y="26726"/>
                  <a:pt x="67353" y="26569"/>
                </a:cubicBezTo>
                <a:lnTo>
                  <a:pt x="50237" y="23199"/>
                </a:lnTo>
                <a:cubicBezTo>
                  <a:pt x="49657" y="23073"/>
                  <a:pt x="49500" y="22321"/>
                  <a:pt x="49986" y="21992"/>
                </a:cubicBezTo>
                <a:lnTo>
                  <a:pt x="54391" y="19061"/>
                </a:lnTo>
                <a:cubicBezTo>
                  <a:pt x="54485" y="19014"/>
                  <a:pt x="54594" y="18967"/>
                  <a:pt x="54704" y="18967"/>
                </a:cubicBezTo>
                <a:lnTo>
                  <a:pt x="87260" y="15832"/>
                </a:lnTo>
                <a:cubicBezTo>
                  <a:pt x="88090" y="15754"/>
                  <a:pt x="88059" y="14547"/>
                  <a:pt x="87228" y="14500"/>
                </a:cubicBezTo>
                <a:lnTo>
                  <a:pt x="60018" y="13293"/>
                </a:lnTo>
                <a:cubicBezTo>
                  <a:pt x="59344" y="13261"/>
                  <a:pt x="59140" y="12337"/>
                  <a:pt x="59751" y="12039"/>
                </a:cubicBezTo>
                <a:lnTo>
                  <a:pt x="83263" y="1"/>
                </a:ln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-242325" y="4534050"/>
            <a:ext cx="9418794" cy="1160325"/>
          </a:xfrm>
          <a:custGeom>
            <a:avLst/>
            <a:gdLst/>
            <a:ahLst/>
            <a:cxnLst/>
            <a:rect l="l" t="t" r="r" b="b"/>
            <a:pathLst>
              <a:path w="331356" h="46413" extrusionOk="0">
                <a:moveTo>
                  <a:pt x="1" y="1"/>
                </a:moveTo>
                <a:lnTo>
                  <a:pt x="1" y="46412"/>
                </a:lnTo>
                <a:lnTo>
                  <a:pt x="331356" y="46412"/>
                </a:lnTo>
                <a:lnTo>
                  <a:pt x="33135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9"/>
          <p:cNvSpPr/>
          <p:nvPr/>
        </p:nvSpPr>
        <p:spPr>
          <a:xfrm>
            <a:off x="1582075" y="4534050"/>
            <a:ext cx="4442125" cy="1160325"/>
          </a:xfrm>
          <a:custGeom>
            <a:avLst/>
            <a:gdLst/>
            <a:ahLst/>
            <a:cxnLst/>
            <a:rect l="l" t="t" r="r" b="b"/>
            <a:pathLst>
              <a:path w="177685" h="46413" extrusionOk="0">
                <a:moveTo>
                  <a:pt x="53027" y="1"/>
                </a:moveTo>
                <a:cubicBezTo>
                  <a:pt x="53027" y="1"/>
                  <a:pt x="79109" y="2070"/>
                  <a:pt x="70927" y="2540"/>
                </a:cubicBezTo>
                <a:cubicBezTo>
                  <a:pt x="62761" y="3026"/>
                  <a:pt x="21224" y="5706"/>
                  <a:pt x="20644" y="7838"/>
                </a:cubicBezTo>
                <a:cubicBezTo>
                  <a:pt x="20064" y="9969"/>
                  <a:pt x="61977" y="9076"/>
                  <a:pt x="62369" y="12462"/>
                </a:cubicBezTo>
                <a:cubicBezTo>
                  <a:pt x="62761" y="15847"/>
                  <a:pt x="1" y="12462"/>
                  <a:pt x="1458" y="16098"/>
                </a:cubicBezTo>
                <a:cubicBezTo>
                  <a:pt x="2932" y="19750"/>
                  <a:pt x="51851" y="19202"/>
                  <a:pt x="51459" y="21380"/>
                </a:cubicBezTo>
                <a:cubicBezTo>
                  <a:pt x="51295" y="22331"/>
                  <a:pt x="42835" y="22437"/>
                  <a:pt x="33312" y="22437"/>
                </a:cubicBezTo>
                <a:cubicBezTo>
                  <a:pt x="30561" y="22437"/>
                  <a:pt x="27722" y="22428"/>
                  <a:pt x="24968" y="22428"/>
                </a:cubicBezTo>
                <a:cubicBezTo>
                  <a:pt x="15398" y="22428"/>
                  <a:pt x="6865" y="22536"/>
                  <a:pt x="6694" y="23496"/>
                </a:cubicBezTo>
                <a:cubicBezTo>
                  <a:pt x="6302" y="25691"/>
                  <a:pt x="55362" y="31240"/>
                  <a:pt x="52635" y="32964"/>
                </a:cubicBezTo>
                <a:cubicBezTo>
                  <a:pt x="51598" y="33619"/>
                  <a:pt x="46686" y="33692"/>
                  <a:pt x="40946" y="33692"/>
                </a:cubicBezTo>
                <a:cubicBezTo>
                  <a:pt x="39300" y="33692"/>
                  <a:pt x="37585" y="33686"/>
                  <a:pt x="35874" y="33686"/>
                </a:cubicBezTo>
                <a:cubicBezTo>
                  <a:pt x="27866" y="33686"/>
                  <a:pt x="19940" y="33818"/>
                  <a:pt x="19468" y="35315"/>
                </a:cubicBezTo>
                <a:cubicBezTo>
                  <a:pt x="18559" y="38246"/>
                  <a:pt x="53811" y="46412"/>
                  <a:pt x="53811" y="46412"/>
                </a:cubicBezTo>
                <a:lnTo>
                  <a:pt x="123875" y="46412"/>
                </a:lnTo>
                <a:cubicBezTo>
                  <a:pt x="123875" y="46412"/>
                  <a:pt x="159126" y="38246"/>
                  <a:pt x="158202" y="35315"/>
                </a:cubicBezTo>
                <a:cubicBezTo>
                  <a:pt x="157729" y="33818"/>
                  <a:pt x="149803" y="33686"/>
                  <a:pt x="141795" y="33686"/>
                </a:cubicBezTo>
                <a:cubicBezTo>
                  <a:pt x="140085" y="33686"/>
                  <a:pt x="138370" y="33692"/>
                  <a:pt x="136724" y="33692"/>
                </a:cubicBezTo>
                <a:cubicBezTo>
                  <a:pt x="130984" y="33692"/>
                  <a:pt x="126072" y="33619"/>
                  <a:pt x="125035" y="32964"/>
                </a:cubicBezTo>
                <a:cubicBezTo>
                  <a:pt x="122307" y="31240"/>
                  <a:pt x="171368" y="25691"/>
                  <a:pt x="170976" y="23496"/>
                </a:cubicBezTo>
                <a:cubicBezTo>
                  <a:pt x="170811" y="22536"/>
                  <a:pt x="162283" y="22428"/>
                  <a:pt x="152713" y="22428"/>
                </a:cubicBezTo>
                <a:cubicBezTo>
                  <a:pt x="149960" y="22428"/>
                  <a:pt x="147120" y="22437"/>
                  <a:pt x="144369" y="22437"/>
                </a:cubicBezTo>
                <a:cubicBezTo>
                  <a:pt x="134846" y="22437"/>
                  <a:pt x="126381" y="22331"/>
                  <a:pt x="126210" y="21380"/>
                </a:cubicBezTo>
                <a:cubicBezTo>
                  <a:pt x="125818" y="19202"/>
                  <a:pt x="174738" y="19750"/>
                  <a:pt x="176211" y="16098"/>
                </a:cubicBezTo>
                <a:cubicBezTo>
                  <a:pt x="177685" y="12462"/>
                  <a:pt x="114909" y="15847"/>
                  <a:pt x="115301" y="12462"/>
                </a:cubicBezTo>
                <a:cubicBezTo>
                  <a:pt x="115693" y="9076"/>
                  <a:pt x="157622" y="9969"/>
                  <a:pt x="157026" y="7838"/>
                </a:cubicBezTo>
                <a:cubicBezTo>
                  <a:pt x="156446" y="5706"/>
                  <a:pt x="114909" y="3026"/>
                  <a:pt x="106743" y="2540"/>
                </a:cubicBezTo>
                <a:cubicBezTo>
                  <a:pt x="98561" y="2070"/>
                  <a:pt x="124643" y="1"/>
                  <a:pt x="124643" y="1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9"/>
          <p:cNvSpPr/>
          <p:nvPr/>
        </p:nvSpPr>
        <p:spPr>
          <a:xfrm>
            <a:off x="-274550" y="4825825"/>
            <a:ext cx="9418794" cy="868550"/>
          </a:xfrm>
          <a:custGeom>
            <a:avLst/>
            <a:gdLst/>
            <a:ahLst/>
            <a:cxnLst/>
            <a:rect l="l" t="t" r="r" b="b"/>
            <a:pathLst>
              <a:path w="331356" h="34742" extrusionOk="0">
                <a:moveTo>
                  <a:pt x="121144" y="1"/>
                </a:moveTo>
                <a:cubicBezTo>
                  <a:pt x="121070" y="1"/>
                  <a:pt x="121003" y="3"/>
                  <a:pt x="120944" y="7"/>
                </a:cubicBezTo>
                <a:cubicBezTo>
                  <a:pt x="113984" y="509"/>
                  <a:pt x="581" y="5806"/>
                  <a:pt x="581" y="5806"/>
                </a:cubicBezTo>
                <a:lnTo>
                  <a:pt x="1" y="34741"/>
                </a:lnTo>
                <a:lnTo>
                  <a:pt x="331356" y="34741"/>
                </a:lnTo>
                <a:lnTo>
                  <a:pt x="331356" y="7076"/>
                </a:lnTo>
                <a:lnTo>
                  <a:pt x="292248" y="28503"/>
                </a:lnTo>
                <a:lnTo>
                  <a:pt x="233282" y="28503"/>
                </a:lnTo>
                <a:cubicBezTo>
                  <a:pt x="232365" y="28503"/>
                  <a:pt x="129671" y="1"/>
                  <a:pt x="12114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3" name="Google Shape;263;p9"/>
          <p:cNvGrpSpPr/>
          <p:nvPr/>
        </p:nvGrpSpPr>
        <p:grpSpPr>
          <a:xfrm>
            <a:off x="-45125" y="4400963"/>
            <a:ext cx="9144000" cy="135700"/>
            <a:chOff x="96675" y="2823075"/>
            <a:chExt cx="9144000" cy="135700"/>
          </a:xfrm>
        </p:grpSpPr>
        <p:grpSp>
          <p:nvGrpSpPr>
            <p:cNvPr id="264" name="Google Shape;264;p9"/>
            <p:cNvGrpSpPr/>
            <p:nvPr/>
          </p:nvGrpSpPr>
          <p:grpSpPr>
            <a:xfrm>
              <a:off x="96675" y="2823075"/>
              <a:ext cx="9144000" cy="135700"/>
              <a:chOff x="96675" y="2823075"/>
              <a:chExt cx="9144000" cy="135700"/>
            </a:xfrm>
          </p:grpSpPr>
          <p:grpSp>
            <p:nvGrpSpPr>
              <p:cNvPr id="265" name="Google Shape;265;p9"/>
              <p:cNvGrpSpPr/>
              <p:nvPr/>
            </p:nvGrpSpPr>
            <p:grpSpPr>
              <a:xfrm>
                <a:off x="96675" y="2823075"/>
                <a:ext cx="9144000" cy="135700"/>
                <a:chOff x="-584175" y="4743925"/>
                <a:chExt cx="9144000" cy="135700"/>
              </a:xfrm>
            </p:grpSpPr>
            <p:sp>
              <p:nvSpPr>
                <p:cNvPr id="266" name="Google Shape;266;p9"/>
                <p:cNvSpPr/>
                <p:nvPr/>
              </p:nvSpPr>
              <p:spPr>
                <a:xfrm>
                  <a:off x="-584175" y="4743925"/>
                  <a:ext cx="9144000" cy="354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267" name="Google Shape;267;p9"/>
                <p:cNvGrpSpPr/>
                <p:nvPr/>
              </p:nvGrpSpPr>
              <p:grpSpPr>
                <a:xfrm>
                  <a:off x="-450100" y="4750325"/>
                  <a:ext cx="3095500" cy="129300"/>
                  <a:chOff x="-450100" y="4750325"/>
                  <a:chExt cx="3095500" cy="129300"/>
                </a:xfrm>
              </p:grpSpPr>
              <p:sp>
                <p:nvSpPr>
                  <p:cNvPr id="268" name="Google Shape;268;p9"/>
                  <p:cNvSpPr/>
                  <p:nvPr/>
                </p:nvSpPr>
                <p:spPr>
                  <a:xfrm rot="5400000">
                    <a:off x="-497050" y="4797275"/>
                    <a:ext cx="129300" cy="35400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9" name="Google Shape;269;p9"/>
                  <p:cNvSpPr/>
                  <p:nvPr/>
                </p:nvSpPr>
                <p:spPr>
                  <a:xfrm rot="5400000">
                    <a:off x="-112625" y="4797275"/>
                    <a:ext cx="129300" cy="35400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0" name="Google Shape;270;p9"/>
                  <p:cNvSpPr/>
                  <p:nvPr/>
                </p:nvSpPr>
                <p:spPr>
                  <a:xfrm rot="5400000">
                    <a:off x="271800" y="4797275"/>
                    <a:ext cx="129300" cy="35400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1" name="Google Shape;271;p9"/>
                  <p:cNvSpPr/>
                  <p:nvPr/>
                </p:nvSpPr>
                <p:spPr>
                  <a:xfrm rot="5400000">
                    <a:off x="648575" y="4797275"/>
                    <a:ext cx="129300" cy="35400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2" name="Google Shape;272;p9"/>
                  <p:cNvSpPr/>
                  <p:nvPr/>
                </p:nvSpPr>
                <p:spPr>
                  <a:xfrm rot="5400000">
                    <a:off x="1025350" y="4797275"/>
                    <a:ext cx="129300" cy="35400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3" name="Google Shape;273;p9"/>
                  <p:cNvSpPr/>
                  <p:nvPr/>
                </p:nvSpPr>
                <p:spPr>
                  <a:xfrm rot="5400000">
                    <a:off x="1409775" y="4797275"/>
                    <a:ext cx="129300" cy="35400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4" name="Google Shape;274;p9"/>
                  <p:cNvSpPr/>
                  <p:nvPr/>
                </p:nvSpPr>
                <p:spPr>
                  <a:xfrm rot="5400000">
                    <a:off x="1794200" y="4797275"/>
                    <a:ext cx="129300" cy="35400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5" name="Google Shape;275;p9"/>
                  <p:cNvSpPr/>
                  <p:nvPr/>
                </p:nvSpPr>
                <p:spPr>
                  <a:xfrm rot="5400000">
                    <a:off x="2178625" y="4797275"/>
                    <a:ext cx="129300" cy="35400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6" name="Google Shape;276;p9"/>
                  <p:cNvSpPr/>
                  <p:nvPr/>
                </p:nvSpPr>
                <p:spPr>
                  <a:xfrm rot="5400000">
                    <a:off x="2563050" y="4797275"/>
                    <a:ext cx="129300" cy="35400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277" name="Google Shape;277;p9"/>
              <p:cNvGrpSpPr/>
              <p:nvPr/>
            </p:nvGrpSpPr>
            <p:grpSpPr>
              <a:xfrm>
                <a:off x="3677725" y="2826275"/>
                <a:ext cx="2711075" cy="129300"/>
                <a:chOff x="-65675" y="4750325"/>
                <a:chExt cx="2711075" cy="129300"/>
              </a:xfrm>
            </p:grpSpPr>
            <p:sp>
              <p:nvSpPr>
                <p:cNvPr id="278" name="Google Shape;278;p9"/>
                <p:cNvSpPr/>
                <p:nvPr/>
              </p:nvSpPr>
              <p:spPr>
                <a:xfrm rot="5400000">
                  <a:off x="-112625" y="4797275"/>
                  <a:ext cx="129300" cy="354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9" name="Google Shape;279;p9"/>
                <p:cNvSpPr/>
                <p:nvPr/>
              </p:nvSpPr>
              <p:spPr>
                <a:xfrm rot="5400000">
                  <a:off x="271800" y="4797275"/>
                  <a:ext cx="129300" cy="354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" name="Google Shape;280;p9"/>
                <p:cNvSpPr/>
                <p:nvPr/>
              </p:nvSpPr>
              <p:spPr>
                <a:xfrm rot="5400000">
                  <a:off x="648575" y="4797275"/>
                  <a:ext cx="129300" cy="354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" name="Google Shape;281;p9"/>
                <p:cNvSpPr/>
                <p:nvPr/>
              </p:nvSpPr>
              <p:spPr>
                <a:xfrm rot="5400000">
                  <a:off x="1025350" y="4797275"/>
                  <a:ext cx="129300" cy="354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" name="Google Shape;282;p9"/>
                <p:cNvSpPr/>
                <p:nvPr/>
              </p:nvSpPr>
              <p:spPr>
                <a:xfrm rot="5400000">
                  <a:off x="1409775" y="4797275"/>
                  <a:ext cx="129300" cy="354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" name="Google Shape;283;p9"/>
                <p:cNvSpPr/>
                <p:nvPr/>
              </p:nvSpPr>
              <p:spPr>
                <a:xfrm rot="5400000">
                  <a:off x="1794200" y="4797275"/>
                  <a:ext cx="129300" cy="354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" name="Google Shape;284;p9"/>
                <p:cNvSpPr/>
                <p:nvPr/>
              </p:nvSpPr>
              <p:spPr>
                <a:xfrm rot="5400000">
                  <a:off x="2178625" y="4797275"/>
                  <a:ext cx="129300" cy="354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5" name="Google Shape;285;p9"/>
                <p:cNvSpPr/>
                <p:nvPr/>
              </p:nvSpPr>
              <p:spPr>
                <a:xfrm rot="5400000">
                  <a:off x="2563050" y="4797275"/>
                  <a:ext cx="129300" cy="354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86" name="Google Shape;286;p9"/>
            <p:cNvGrpSpPr/>
            <p:nvPr/>
          </p:nvGrpSpPr>
          <p:grpSpPr>
            <a:xfrm>
              <a:off x="6356775" y="2826275"/>
              <a:ext cx="2711075" cy="129300"/>
              <a:chOff x="-65675" y="4750325"/>
              <a:chExt cx="2711075" cy="129300"/>
            </a:xfrm>
          </p:grpSpPr>
          <p:sp>
            <p:nvSpPr>
              <p:cNvPr id="287" name="Google Shape;287;p9"/>
              <p:cNvSpPr/>
              <p:nvPr/>
            </p:nvSpPr>
            <p:spPr>
              <a:xfrm rot="5400000">
                <a:off x="-112625" y="4797275"/>
                <a:ext cx="129300" cy="354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9"/>
              <p:cNvSpPr/>
              <p:nvPr/>
            </p:nvSpPr>
            <p:spPr>
              <a:xfrm rot="5400000">
                <a:off x="271800" y="4797275"/>
                <a:ext cx="129300" cy="354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9"/>
              <p:cNvSpPr/>
              <p:nvPr/>
            </p:nvSpPr>
            <p:spPr>
              <a:xfrm rot="5400000">
                <a:off x="648575" y="4797275"/>
                <a:ext cx="129300" cy="354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9"/>
              <p:cNvSpPr/>
              <p:nvPr/>
            </p:nvSpPr>
            <p:spPr>
              <a:xfrm rot="5400000">
                <a:off x="1025350" y="4797275"/>
                <a:ext cx="129300" cy="354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9"/>
              <p:cNvSpPr/>
              <p:nvPr/>
            </p:nvSpPr>
            <p:spPr>
              <a:xfrm rot="5400000">
                <a:off x="1409775" y="4797275"/>
                <a:ext cx="129300" cy="354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9"/>
              <p:cNvSpPr/>
              <p:nvPr/>
            </p:nvSpPr>
            <p:spPr>
              <a:xfrm rot="5400000">
                <a:off x="1794200" y="4797275"/>
                <a:ext cx="129300" cy="354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9"/>
              <p:cNvSpPr/>
              <p:nvPr/>
            </p:nvSpPr>
            <p:spPr>
              <a:xfrm rot="5400000">
                <a:off x="2178625" y="4797275"/>
                <a:ext cx="129300" cy="354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9"/>
              <p:cNvSpPr/>
              <p:nvPr/>
            </p:nvSpPr>
            <p:spPr>
              <a:xfrm rot="5400000">
                <a:off x="2563050" y="4797275"/>
                <a:ext cx="129300" cy="354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5" name="Google Shape;295;p9"/>
          <p:cNvGrpSpPr/>
          <p:nvPr/>
        </p:nvGrpSpPr>
        <p:grpSpPr>
          <a:xfrm>
            <a:off x="1364600" y="3586175"/>
            <a:ext cx="1589000" cy="1889925"/>
            <a:chOff x="1364600" y="3586175"/>
            <a:chExt cx="1589000" cy="1889925"/>
          </a:xfrm>
        </p:grpSpPr>
        <p:sp>
          <p:nvSpPr>
            <p:cNvPr id="296" name="Google Shape;296;p9"/>
            <p:cNvSpPr/>
            <p:nvPr/>
          </p:nvSpPr>
          <p:spPr>
            <a:xfrm>
              <a:off x="1623625" y="3849875"/>
              <a:ext cx="222200" cy="1626225"/>
            </a:xfrm>
            <a:custGeom>
              <a:avLst/>
              <a:gdLst/>
              <a:ahLst/>
              <a:cxnLst/>
              <a:rect l="l" t="t" r="r" b="b"/>
              <a:pathLst>
                <a:path w="8888" h="65049" extrusionOk="0">
                  <a:moveTo>
                    <a:pt x="0" y="0"/>
                  </a:moveTo>
                  <a:cubicBezTo>
                    <a:pt x="7336" y="26647"/>
                    <a:pt x="8887" y="65049"/>
                    <a:pt x="8887" y="65049"/>
                  </a:cubicBezTo>
                  <a:lnTo>
                    <a:pt x="8887" y="262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9"/>
            <p:cNvSpPr/>
            <p:nvPr/>
          </p:nvSpPr>
          <p:spPr>
            <a:xfrm>
              <a:off x="1845800" y="3953325"/>
              <a:ext cx="228475" cy="1522775"/>
            </a:xfrm>
            <a:custGeom>
              <a:avLst/>
              <a:gdLst/>
              <a:ahLst/>
              <a:cxnLst/>
              <a:rect l="l" t="t" r="r" b="b"/>
              <a:pathLst>
                <a:path w="9139" h="60911" extrusionOk="0">
                  <a:moveTo>
                    <a:pt x="9139" y="0"/>
                  </a:moveTo>
                  <a:lnTo>
                    <a:pt x="4233" y="15314"/>
                  </a:lnTo>
                  <a:lnTo>
                    <a:pt x="0" y="60911"/>
                  </a:lnTo>
                  <a:lnTo>
                    <a:pt x="4233" y="60911"/>
                  </a:lnTo>
                  <a:lnTo>
                    <a:pt x="91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9"/>
            <p:cNvSpPr/>
            <p:nvPr/>
          </p:nvSpPr>
          <p:spPr>
            <a:xfrm>
              <a:off x="2077000" y="4137100"/>
              <a:ext cx="148952" cy="1339000"/>
            </a:xfrm>
            <a:custGeom>
              <a:avLst/>
              <a:gdLst/>
              <a:ahLst/>
              <a:cxnLst/>
              <a:rect l="l" t="t" r="r" b="b"/>
              <a:pathLst>
                <a:path w="9562" h="53560" extrusionOk="0">
                  <a:moveTo>
                    <a:pt x="9562" y="1"/>
                  </a:moveTo>
                  <a:lnTo>
                    <a:pt x="0" y="22148"/>
                  </a:lnTo>
                  <a:cubicBezTo>
                    <a:pt x="0" y="22148"/>
                    <a:pt x="3292" y="50425"/>
                    <a:pt x="3292" y="53560"/>
                  </a:cubicBezTo>
                  <a:lnTo>
                    <a:pt x="6944" y="53560"/>
                  </a:lnTo>
                  <a:lnTo>
                    <a:pt x="95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9"/>
            <p:cNvSpPr/>
            <p:nvPr/>
          </p:nvSpPr>
          <p:spPr>
            <a:xfrm>
              <a:off x="1634200" y="3632775"/>
              <a:ext cx="61150" cy="1843325"/>
            </a:xfrm>
            <a:custGeom>
              <a:avLst/>
              <a:gdLst/>
              <a:ahLst/>
              <a:cxnLst/>
              <a:rect l="l" t="t" r="r" b="b"/>
              <a:pathLst>
                <a:path w="2446" h="73733" extrusionOk="0">
                  <a:moveTo>
                    <a:pt x="0" y="1"/>
                  </a:moveTo>
                  <a:lnTo>
                    <a:pt x="0" y="73733"/>
                  </a:lnTo>
                  <a:lnTo>
                    <a:pt x="2446" y="737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9"/>
            <p:cNvSpPr/>
            <p:nvPr/>
          </p:nvSpPr>
          <p:spPr>
            <a:xfrm>
              <a:off x="1558175" y="3598675"/>
              <a:ext cx="152450" cy="242600"/>
            </a:xfrm>
            <a:custGeom>
              <a:avLst/>
              <a:gdLst/>
              <a:ahLst/>
              <a:cxnLst/>
              <a:rect l="l" t="t" r="r" b="b"/>
              <a:pathLst>
                <a:path w="6098" h="9704" extrusionOk="0">
                  <a:moveTo>
                    <a:pt x="3041" y="1"/>
                  </a:moveTo>
                  <a:cubicBezTo>
                    <a:pt x="1364" y="1"/>
                    <a:pt x="1" y="3387"/>
                    <a:pt x="1" y="6067"/>
                  </a:cubicBezTo>
                  <a:cubicBezTo>
                    <a:pt x="1" y="8747"/>
                    <a:pt x="1364" y="9703"/>
                    <a:pt x="3041" y="9703"/>
                  </a:cubicBezTo>
                  <a:cubicBezTo>
                    <a:pt x="4734" y="9703"/>
                    <a:pt x="6098" y="8747"/>
                    <a:pt x="6098" y="6067"/>
                  </a:cubicBezTo>
                  <a:cubicBezTo>
                    <a:pt x="6098" y="3387"/>
                    <a:pt x="4734" y="1"/>
                    <a:pt x="30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9"/>
            <p:cNvSpPr/>
            <p:nvPr/>
          </p:nvSpPr>
          <p:spPr>
            <a:xfrm>
              <a:off x="1647525" y="3695075"/>
              <a:ext cx="134425" cy="659150"/>
            </a:xfrm>
            <a:custGeom>
              <a:avLst/>
              <a:gdLst/>
              <a:ahLst/>
              <a:cxnLst/>
              <a:rect l="l" t="t" r="r" b="b"/>
              <a:pathLst>
                <a:path w="5377" h="26366" extrusionOk="0">
                  <a:moveTo>
                    <a:pt x="5377" y="1"/>
                  </a:moveTo>
                  <a:cubicBezTo>
                    <a:pt x="5376" y="3"/>
                    <a:pt x="0" y="20393"/>
                    <a:pt x="0" y="21334"/>
                  </a:cubicBezTo>
                  <a:lnTo>
                    <a:pt x="0" y="26365"/>
                  </a:lnTo>
                  <a:lnTo>
                    <a:pt x="53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9"/>
            <p:cNvSpPr/>
            <p:nvPr/>
          </p:nvSpPr>
          <p:spPr>
            <a:xfrm>
              <a:off x="1728250" y="3586175"/>
              <a:ext cx="123450" cy="156325"/>
            </a:xfrm>
            <a:custGeom>
              <a:avLst/>
              <a:gdLst/>
              <a:ahLst/>
              <a:cxnLst/>
              <a:rect l="l" t="t" r="r" b="b"/>
              <a:pathLst>
                <a:path w="4938" h="6253" extrusionOk="0">
                  <a:moveTo>
                    <a:pt x="3451" y="1"/>
                  </a:moveTo>
                  <a:cubicBezTo>
                    <a:pt x="2420" y="1"/>
                    <a:pt x="1066" y="1679"/>
                    <a:pt x="564" y="3213"/>
                  </a:cubicBezTo>
                  <a:cubicBezTo>
                    <a:pt x="0" y="4890"/>
                    <a:pt x="658" y="5783"/>
                    <a:pt x="1709" y="6128"/>
                  </a:cubicBezTo>
                  <a:cubicBezTo>
                    <a:pt x="1953" y="6208"/>
                    <a:pt x="2199" y="6253"/>
                    <a:pt x="2438" y="6253"/>
                  </a:cubicBezTo>
                  <a:cubicBezTo>
                    <a:pt x="3227" y="6253"/>
                    <a:pt x="3952" y="5769"/>
                    <a:pt x="4373" y="4482"/>
                  </a:cubicBezTo>
                  <a:cubicBezTo>
                    <a:pt x="4938" y="2805"/>
                    <a:pt x="4781" y="391"/>
                    <a:pt x="3731" y="46"/>
                  </a:cubicBezTo>
                  <a:cubicBezTo>
                    <a:pt x="3641" y="16"/>
                    <a:pt x="3547" y="1"/>
                    <a:pt x="34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9"/>
            <p:cNvSpPr/>
            <p:nvPr/>
          </p:nvSpPr>
          <p:spPr>
            <a:xfrm>
              <a:off x="1512325" y="3986225"/>
              <a:ext cx="141500" cy="694400"/>
            </a:xfrm>
            <a:custGeom>
              <a:avLst/>
              <a:gdLst/>
              <a:ahLst/>
              <a:cxnLst/>
              <a:rect l="l" t="t" r="r" b="b"/>
              <a:pathLst>
                <a:path w="5660" h="27776" extrusionOk="0">
                  <a:moveTo>
                    <a:pt x="1" y="1"/>
                  </a:moveTo>
                  <a:lnTo>
                    <a:pt x="5659" y="27776"/>
                  </a:lnTo>
                  <a:lnTo>
                    <a:pt x="5659" y="22494"/>
                  </a:lnTo>
                  <a:cubicBezTo>
                    <a:pt x="5659" y="21490"/>
                    <a:pt x="1" y="3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9"/>
            <p:cNvSpPr/>
            <p:nvPr/>
          </p:nvSpPr>
          <p:spPr>
            <a:xfrm>
              <a:off x="1438650" y="3871425"/>
              <a:ext cx="130125" cy="164725"/>
            </a:xfrm>
            <a:custGeom>
              <a:avLst/>
              <a:gdLst/>
              <a:ahLst/>
              <a:cxnLst/>
              <a:rect l="l" t="t" r="r" b="b"/>
              <a:pathLst>
                <a:path w="5205" h="6589" extrusionOk="0">
                  <a:moveTo>
                    <a:pt x="1565" y="0"/>
                  </a:moveTo>
                  <a:cubicBezTo>
                    <a:pt x="1463" y="0"/>
                    <a:pt x="1365" y="15"/>
                    <a:pt x="1270" y="47"/>
                  </a:cubicBezTo>
                  <a:cubicBezTo>
                    <a:pt x="158" y="408"/>
                    <a:pt x="1" y="2947"/>
                    <a:pt x="596" y="4718"/>
                  </a:cubicBezTo>
                  <a:cubicBezTo>
                    <a:pt x="1042" y="6079"/>
                    <a:pt x="1802" y="6588"/>
                    <a:pt x="2634" y="6588"/>
                  </a:cubicBezTo>
                  <a:cubicBezTo>
                    <a:pt x="2886" y="6588"/>
                    <a:pt x="3144" y="6542"/>
                    <a:pt x="3402" y="6458"/>
                  </a:cubicBezTo>
                  <a:cubicBezTo>
                    <a:pt x="4515" y="6082"/>
                    <a:pt x="5205" y="5157"/>
                    <a:pt x="4609" y="3386"/>
                  </a:cubicBezTo>
                  <a:cubicBezTo>
                    <a:pt x="4078" y="1765"/>
                    <a:pt x="2655" y="0"/>
                    <a:pt x="15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9"/>
            <p:cNvSpPr/>
            <p:nvPr/>
          </p:nvSpPr>
          <p:spPr>
            <a:xfrm>
              <a:off x="1653800" y="4387100"/>
              <a:ext cx="108950" cy="132075"/>
            </a:xfrm>
            <a:custGeom>
              <a:avLst/>
              <a:gdLst/>
              <a:ahLst/>
              <a:cxnLst/>
              <a:rect l="l" t="t" r="r" b="b"/>
              <a:pathLst>
                <a:path w="4358" h="5283" extrusionOk="0">
                  <a:moveTo>
                    <a:pt x="4358" y="1"/>
                  </a:moveTo>
                  <a:cubicBezTo>
                    <a:pt x="157" y="1161"/>
                    <a:pt x="0" y="5283"/>
                    <a:pt x="0" y="5283"/>
                  </a:cubicBezTo>
                  <a:cubicBezTo>
                    <a:pt x="2586" y="4060"/>
                    <a:pt x="4357" y="1"/>
                    <a:pt x="43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9"/>
            <p:cNvSpPr/>
            <p:nvPr/>
          </p:nvSpPr>
          <p:spPr>
            <a:xfrm>
              <a:off x="1364600" y="4260925"/>
              <a:ext cx="313500" cy="345650"/>
            </a:xfrm>
            <a:custGeom>
              <a:avLst/>
              <a:gdLst/>
              <a:ahLst/>
              <a:cxnLst/>
              <a:rect l="l" t="t" r="r" b="b"/>
              <a:pathLst>
                <a:path w="12540" h="13826" extrusionOk="0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2430" y="11631"/>
                    <a:pt x="11568" y="13825"/>
                  </a:cubicBezTo>
                  <a:cubicBezTo>
                    <a:pt x="11568" y="13825"/>
                    <a:pt x="12540" y="10612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9"/>
            <p:cNvSpPr/>
            <p:nvPr/>
          </p:nvSpPr>
          <p:spPr>
            <a:xfrm>
              <a:off x="2368000" y="4170400"/>
              <a:ext cx="86625" cy="1305700"/>
            </a:xfrm>
            <a:custGeom>
              <a:avLst/>
              <a:gdLst/>
              <a:ahLst/>
              <a:cxnLst/>
              <a:rect l="l" t="t" r="r" b="b"/>
              <a:pathLst>
                <a:path w="3465" h="52228" extrusionOk="0">
                  <a:moveTo>
                    <a:pt x="3339" y="1"/>
                  </a:moveTo>
                  <a:lnTo>
                    <a:pt x="0" y="52228"/>
                  </a:lnTo>
                  <a:lnTo>
                    <a:pt x="690" y="52228"/>
                  </a:lnTo>
                  <a:lnTo>
                    <a:pt x="3464" y="16"/>
                  </a:lnTo>
                  <a:lnTo>
                    <a:pt x="33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9"/>
            <p:cNvSpPr/>
            <p:nvPr/>
          </p:nvSpPr>
          <p:spPr>
            <a:xfrm>
              <a:off x="2384450" y="4072200"/>
              <a:ext cx="105050" cy="131475"/>
            </a:xfrm>
            <a:custGeom>
              <a:avLst/>
              <a:gdLst/>
              <a:ahLst/>
              <a:cxnLst/>
              <a:rect l="l" t="t" r="r" b="b"/>
              <a:pathLst>
                <a:path w="4202" h="5259" extrusionOk="0">
                  <a:moveTo>
                    <a:pt x="1188" y="0"/>
                  </a:moveTo>
                  <a:cubicBezTo>
                    <a:pt x="1103" y="0"/>
                    <a:pt x="1020" y="13"/>
                    <a:pt x="941" y="42"/>
                  </a:cubicBezTo>
                  <a:cubicBezTo>
                    <a:pt x="63" y="371"/>
                    <a:pt x="1" y="2408"/>
                    <a:pt x="502" y="3803"/>
                  </a:cubicBezTo>
                  <a:cubicBezTo>
                    <a:pt x="890" y="4861"/>
                    <a:pt x="1490" y="5258"/>
                    <a:pt x="2136" y="5258"/>
                  </a:cubicBezTo>
                  <a:cubicBezTo>
                    <a:pt x="2351" y="5258"/>
                    <a:pt x="2571" y="5214"/>
                    <a:pt x="2791" y="5136"/>
                  </a:cubicBezTo>
                  <a:cubicBezTo>
                    <a:pt x="3669" y="4822"/>
                    <a:pt x="4202" y="4054"/>
                    <a:pt x="3700" y="2659"/>
                  </a:cubicBezTo>
                  <a:cubicBezTo>
                    <a:pt x="3229" y="1375"/>
                    <a:pt x="2057" y="0"/>
                    <a:pt x="11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9"/>
            <p:cNvSpPr/>
            <p:nvPr/>
          </p:nvSpPr>
          <p:spPr>
            <a:xfrm>
              <a:off x="2419325" y="4072875"/>
              <a:ext cx="105450" cy="131025"/>
            </a:xfrm>
            <a:custGeom>
              <a:avLst/>
              <a:gdLst/>
              <a:ahLst/>
              <a:cxnLst/>
              <a:rect l="l" t="t" r="r" b="b"/>
              <a:pathLst>
                <a:path w="4218" h="5241" extrusionOk="0">
                  <a:moveTo>
                    <a:pt x="3047" y="0"/>
                  </a:moveTo>
                  <a:cubicBezTo>
                    <a:pt x="2177" y="0"/>
                    <a:pt x="1001" y="1353"/>
                    <a:pt x="518" y="2617"/>
                  </a:cubicBezTo>
                  <a:cubicBezTo>
                    <a:pt x="1" y="4012"/>
                    <a:pt x="518" y="4780"/>
                    <a:pt x="1396" y="5109"/>
                  </a:cubicBezTo>
                  <a:cubicBezTo>
                    <a:pt x="1621" y="5193"/>
                    <a:pt x="1848" y="5241"/>
                    <a:pt x="2069" y="5241"/>
                  </a:cubicBezTo>
                  <a:cubicBezTo>
                    <a:pt x="2709" y="5241"/>
                    <a:pt x="3304" y="4844"/>
                    <a:pt x="3700" y="3808"/>
                  </a:cubicBezTo>
                  <a:cubicBezTo>
                    <a:pt x="4217" y="2413"/>
                    <a:pt x="4186" y="375"/>
                    <a:pt x="3308" y="46"/>
                  </a:cubicBezTo>
                  <a:cubicBezTo>
                    <a:pt x="3225" y="15"/>
                    <a:pt x="3138" y="0"/>
                    <a:pt x="30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9"/>
            <p:cNvSpPr/>
            <p:nvPr/>
          </p:nvSpPr>
          <p:spPr>
            <a:xfrm>
              <a:off x="2411875" y="4072450"/>
              <a:ext cx="85075" cy="135600"/>
            </a:xfrm>
            <a:custGeom>
              <a:avLst/>
              <a:gdLst/>
              <a:ahLst/>
              <a:cxnLst/>
              <a:rect l="l" t="t" r="r" b="b"/>
              <a:pathLst>
                <a:path w="3403" h="5424" extrusionOk="0">
                  <a:moveTo>
                    <a:pt x="1725" y="0"/>
                  </a:moveTo>
                  <a:cubicBezTo>
                    <a:pt x="785" y="0"/>
                    <a:pt x="17" y="1881"/>
                    <a:pt x="1" y="3386"/>
                  </a:cubicBezTo>
                  <a:cubicBezTo>
                    <a:pt x="1" y="4875"/>
                    <a:pt x="753" y="5408"/>
                    <a:pt x="1694" y="5424"/>
                  </a:cubicBezTo>
                  <a:cubicBezTo>
                    <a:pt x="2634" y="5424"/>
                    <a:pt x="3387" y="4891"/>
                    <a:pt x="3402" y="3402"/>
                  </a:cubicBezTo>
                  <a:cubicBezTo>
                    <a:pt x="3402" y="1913"/>
                    <a:pt x="2666" y="16"/>
                    <a:pt x="17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9"/>
            <p:cNvSpPr/>
            <p:nvPr/>
          </p:nvSpPr>
          <p:spPr>
            <a:xfrm>
              <a:off x="2442850" y="4106150"/>
              <a:ext cx="144225" cy="283725"/>
            </a:xfrm>
            <a:custGeom>
              <a:avLst/>
              <a:gdLst/>
              <a:ahLst/>
              <a:cxnLst/>
              <a:rect l="l" t="t" r="r" b="b"/>
              <a:pathLst>
                <a:path w="5769" h="11349" extrusionOk="0">
                  <a:moveTo>
                    <a:pt x="5768" y="0"/>
                  </a:moveTo>
                  <a:lnTo>
                    <a:pt x="5768" y="0"/>
                  </a:lnTo>
                  <a:cubicBezTo>
                    <a:pt x="612" y="3903"/>
                    <a:pt x="0" y="11348"/>
                    <a:pt x="0" y="11348"/>
                  </a:cubicBezTo>
                  <a:lnTo>
                    <a:pt x="57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9"/>
            <p:cNvSpPr/>
            <p:nvPr/>
          </p:nvSpPr>
          <p:spPr>
            <a:xfrm>
              <a:off x="2318225" y="4097125"/>
              <a:ext cx="124650" cy="292750"/>
            </a:xfrm>
            <a:custGeom>
              <a:avLst/>
              <a:gdLst/>
              <a:ahLst/>
              <a:cxnLst/>
              <a:rect l="l" t="t" r="r" b="b"/>
              <a:pathLst>
                <a:path w="4986" h="11710" extrusionOk="0">
                  <a:moveTo>
                    <a:pt x="1" y="1"/>
                  </a:moveTo>
                  <a:lnTo>
                    <a:pt x="4985" y="11709"/>
                  </a:lnTo>
                  <a:cubicBezTo>
                    <a:pt x="4985" y="11709"/>
                    <a:pt x="4876" y="4248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9"/>
            <p:cNvSpPr/>
            <p:nvPr/>
          </p:nvSpPr>
          <p:spPr>
            <a:xfrm>
              <a:off x="2023700" y="3918050"/>
              <a:ext cx="103475" cy="1558050"/>
            </a:xfrm>
            <a:custGeom>
              <a:avLst/>
              <a:gdLst/>
              <a:ahLst/>
              <a:cxnLst/>
              <a:rect l="l" t="t" r="r" b="b"/>
              <a:pathLst>
                <a:path w="4139" h="62322" extrusionOk="0">
                  <a:moveTo>
                    <a:pt x="3982" y="1"/>
                  </a:moveTo>
                  <a:lnTo>
                    <a:pt x="1" y="62322"/>
                  </a:lnTo>
                  <a:lnTo>
                    <a:pt x="831" y="62322"/>
                  </a:lnTo>
                  <a:lnTo>
                    <a:pt x="4139" y="16"/>
                  </a:lnTo>
                  <a:lnTo>
                    <a:pt x="39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9"/>
            <p:cNvSpPr/>
            <p:nvPr/>
          </p:nvSpPr>
          <p:spPr>
            <a:xfrm>
              <a:off x="2043300" y="3800725"/>
              <a:ext cx="125425" cy="156850"/>
            </a:xfrm>
            <a:custGeom>
              <a:avLst/>
              <a:gdLst/>
              <a:ahLst/>
              <a:cxnLst/>
              <a:rect l="l" t="t" r="r" b="b"/>
              <a:pathLst>
                <a:path w="5017" h="6274" extrusionOk="0">
                  <a:moveTo>
                    <a:pt x="1437" y="0"/>
                  </a:moveTo>
                  <a:cubicBezTo>
                    <a:pt x="1330" y="0"/>
                    <a:pt x="1227" y="17"/>
                    <a:pt x="1129" y="54"/>
                  </a:cubicBezTo>
                  <a:cubicBezTo>
                    <a:pt x="79" y="430"/>
                    <a:pt x="0" y="2860"/>
                    <a:pt x="612" y="4537"/>
                  </a:cubicBezTo>
                  <a:cubicBezTo>
                    <a:pt x="1057" y="5791"/>
                    <a:pt x="1774" y="6274"/>
                    <a:pt x="2546" y="6274"/>
                  </a:cubicBezTo>
                  <a:cubicBezTo>
                    <a:pt x="2807" y="6274"/>
                    <a:pt x="3074" y="6219"/>
                    <a:pt x="3339" y="6120"/>
                  </a:cubicBezTo>
                  <a:cubicBezTo>
                    <a:pt x="4389" y="5744"/>
                    <a:pt x="5016" y="4835"/>
                    <a:pt x="4420" y="3157"/>
                  </a:cubicBezTo>
                  <a:cubicBezTo>
                    <a:pt x="3866" y="1637"/>
                    <a:pt x="2474" y="0"/>
                    <a:pt x="14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9"/>
            <p:cNvSpPr/>
            <p:nvPr/>
          </p:nvSpPr>
          <p:spPr>
            <a:xfrm>
              <a:off x="2084825" y="3801375"/>
              <a:ext cx="126200" cy="156500"/>
            </a:xfrm>
            <a:custGeom>
              <a:avLst/>
              <a:gdLst/>
              <a:ahLst/>
              <a:cxnLst/>
              <a:rect l="l" t="t" r="r" b="b"/>
              <a:pathLst>
                <a:path w="5048" h="6260" extrusionOk="0">
                  <a:moveTo>
                    <a:pt x="3629" y="1"/>
                  </a:moveTo>
                  <a:cubicBezTo>
                    <a:pt x="2590" y="1"/>
                    <a:pt x="1194" y="1616"/>
                    <a:pt x="628" y="3116"/>
                  </a:cubicBezTo>
                  <a:cubicBezTo>
                    <a:pt x="1" y="4793"/>
                    <a:pt x="628" y="5702"/>
                    <a:pt x="1678" y="6094"/>
                  </a:cubicBezTo>
                  <a:cubicBezTo>
                    <a:pt x="1952" y="6200"/>
                    <a:pt x="2227" y="6260"/>
                    <a:pt x="2494" y="6260"/>
                  </a:cubicBezTo>
                  <a:cubicBezTo>
                    <a:pt x="3254" y="6260"/>
                    <a:pt x="3957" y="5782"/>
                    <a:pt x="4421" y="4542"/>
                  </a:cubicBezTo>
                  <a:cubicBezTo>
                    <a:pt x="5048" y="2881"/>
                    <a:pt x="5001" y="451"/>
                    <a:pt x="3951" y="59"/>
                  </a:cubicBezTo>
                  <a:cubicBezTo>
                    <a:pt x="3849" y="20"/>
                    <a:pt x="3741" y="1"/>
                    <a:pt x="36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9"/>
            <p:cNvSpPr/>
            <p:nvPr/>
          </p:nvSpPr>
          <p:spPr>
            <a:xfrm>
              <a:off x="2076200" y="3800875"/>
              <a:ext cx="101925" cy="161875"/>
            </a:xfrm>
            <a:custGeom>
              <a:avLst/>
              <a:gdLst/>
              <a:ahLst/>
              <a:cxnLst/>
              <a:rect l="l" t="t" r="r" b="b"/>
              <a:pathLst>
                <a:path w="4077" h="6475" extrusionOk="0">
                  <a:moveTo>
                    <a:pt x="2054" y="1"/>
                  </a:moveTo>
                  <a:cubicBezTo>
                    <a:pt x="941" y="1"/>
                    <a:pt x="17" y="2258"/>
                    <a:pt x="1" y="4029"/>
                  </a:cubicBezTo>
                  <a:cubicBezTo>
                    <a:pt x="1" y="5816"/>
                    <a:pt x="894" y="6459"/>
                    <a:pt x="2023" y="6474"/>
                  </a:cubicBezTo>
                  <a:cubicBezTo>
                    <a:pt x="3136" y="6474"/>
                    <a:pt x="4045" y="5847"/>
                    <a:pt x="4061" y="4061"/>
                  </a:cubicBezTo>
                  <a:cubicBezTo>
                    <a:pt x="4076" y="2274"/>
                    <a:pt x="3183" y="17"/>
                    <a:pt x="20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9"/>
            <p:cNvSpPr/>
            <p:nvPr/>
          </p:nvSpPr>
          <p:spPr>
            <a:xfrm>
              <a:off x="2113450" y="3841250"/>
              <a:ext cx="171650" cy="338575"/>
            </a:xfrm>
            <a:custGeom>
              <a:avLst/>
              <a:gdLst/>
              <a:ahLst/>
              <a:cxnLst/>
              <a:rect l="l" t="t" r="r" b="b"/>
              <a:pathLst>
                <a:path w="6866" h="13543" extrusionOk="0">
                  <a:moveTo>
                    <a:pt x="6865" y="0"/>
                  </a:moveTo>
                  <a:cubicBezTo>
                    <a:pt x="721" y="4656"/>
                    <a:pt x="0" y="13543"/>
                    <a:pt x="0" y="13543"/>
                  </a:cubicBezTo>
                  <a:lnTo>
                    <a:pt x="68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9"/>
            <p:cNvSpPr/>
            <p:nvPr/>
          </p:nvSpPr>
          <p:spPr>
            <a:xfrm>
              <a:off x="1964525" y="3830675"/>
              <a:ext cx="148950" cy="349150"/>
            </a:xfrm>
            <a:custGeom>
              <a:avLst/>
              <a:gdLst/>
              <a:ahLst/>
              <a:cxnLst/>
              <a:rect l="l" t="t" r="r" b="b"/>
              <a:pathLst>
                <a:path w="5958" h="13966" extrusionOk="0">
                  <a:moveTo>
                    <a:pt x="1" y="0"/>
                  </a:moveTo>
                  <a:lnTo>
                    <a:pt x="5957" y="13966"/>
                  </a:lnTo>
                  <a:cubicBezTo>
                    <a:pt x="5957" y="13966"/>
                    <a:pt x="5816" y="5047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9"/>
            <p:cNvSpPr/>
            <p:nvPr/>
          </p:nvSpPr>
          <p:spPr>
            <a:xfrm>
              <a:off x="2640475" y="5156725"/>
              <a:ext cx="40800" cy="319375"/>
            </a:xfrm>
            <a:custGeom>
              <a:avLst/>
              <a:gdLst/>
              <a:ahLst/>
              <a:cxnLst/>
              <a:rect l="l" t="t" r="r" b="b"/>
              <a:pathLst>
                <a:path w="1632" h="12775" extrusionOk="0">
                  <a:moveTo>
                    <a:pt x="1" y="0"/>
                  </a:moveTo>
                  <a:lnTo>
                    <a:pt x="1" y="12775"/>
                  </a:lnTo>
                  <a:lnTo>
                    <a:pt x="1631" y="1277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9"/>
            <p:cNvSpPr/>
            <p:nvPr/>
          </p:nvSpPr>
          <p:spPr>
            <a:xfrm>
              <a:off x="2546825" y="5002725"/>
              <a:ext cx="49800" cy="473375"/>
            </a:xfrm>
            <a:custGeom>
              <a:avLst/>
              <a:gdLst/>
              <a:ahLst/>
              <a:cxnLst/>
              <a:rect l="l" t="t" r="r" b="b"/>
              <a:pathLst>
                <a:path w="1992" h="18935" extrusionOk="0">
                  <a:moveTo>
                    <a:pt x="1991" y="0"/>
                  </a:moveTo>
                  <a:lnTo>
                    <a:pt x="1145" y="1991"/>
                  </a:lnTo>
                  <a:lnTo>
                    <a:pt x="1" y="7289"/>
                  </a:lnTo>
                  <a:lnTo>
                    <a:pt x="455" y="18935"/>
                  </a:lnTo>
                  <a:lnTo>
                    <a:pt x="1145" y="18935"/>
                  </a:lnTo>
                  <a:lnTo>
                    <a:pt x="19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9"/>
            <p:cNvSpPr/>
            <p:nvPr/>
          </p:nvSpPr>
          <p:spPr>
            <a:xfrm>
              <a:off x="2857975" y="4895350"/>
              <a:ext cx="53700" cy="580750"/>
            </a:xfrm>
            <a:custGeom>
              <a:avLst/>
              <a:gdLst/>
              <a:ahLst/>
              <a:cxnLst/>
              <a:rect l="l" t="t" r="r" b="b"/>
              <a:pathLst>
                <a:path w="2148" h="23230" extrusionOk="0">
                  <a:moveTo>
                    <a:pt x="0" y="0"/>
                  </a:moveTo>
                  <a:lnTo>
                    <a:pt x="1834" y="23230"/>
                  </a:lnTo>
                  <a:lnTo>
                    <a:pt x="2148" y="23230"/>
                  </a:lnTo>
                  <a:lnTo>
                    <a:pt x="1834" y="23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9"/>
            <p:cNvSpPr/>
            <p:nvPr/>
          </p:nvSpPr>
          <p:spPr>
            <a:xfrm>
              <a:off x="2911650" y="4871450"/>
              <a:ext cx="20800" cy="604650"/>
            </a:xfrm>
            <a:custGeom>
              <a:avLst/>
              <a:gdLst/>
              <a:ahLst/>
              <a:cxnLst/>
              <a:rect l="l" t="t" r="r" b="b"/>
              <a:pathLst>
                <a:path w="832" h="24186" extrusionOk="0">
                  <a:moveTo>
                    <a:pt x="831" y="0"/>
                  </a:moveTo>
                  <a:lnTo>
                    <a:pt x="455" y="329"/>
                  </a:lnTo>
                  <a:lnTo>
                    <a:pt x="1" y="24186"/>
                  </a:lnTo>
                  <a:lnTo>
                    <a:pt x="455" y="24186"/>
                  </a:lnTo>
                  <a:lnTo>
                    <a:pt x="8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9"/>
            <p:cNvSpPr/>
            <p:nvPr/>
          </p:nvSpPr>
          <p:spPr>
            <a:xfrm>
              <a:off x="2923025" y="5334625"/>
              <a:ext cx="30575" cy="141475"/>
            </a:xfrm>
            <a:custGeom>
              <a:avLst/>
              <a:gdLst/>
              <a:ahLst/>
              <a:cxnLst/>
              <a:rect l="l" t="t" r="r" b="b"/>
              <a:pathLst>
                <a:path w="1223" h="5659" extrusionOk="0">
                  <a:moveTo>
                    <a:pt x="909" y="0"/>
                  </a:moveTo>
                  <a:lnTo>
                    <a:pt x="0" y="5659"/>
                  </a:lnTo>
                  <a:lnTo>
                    <a:pt x="1223" y="5659"/>
                  </a:lnTo>
                  <a:lnTo>
                    <a:pt x="90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4" name="Google Shape;324;p9"/>
          <p:cNvGrpSpPr/>
          <p:nvPr/>
        </p:nvGrpSpPr>
        <p:grpSpPr>
          <a:xfrm>
            <a:off x="5644250" y="3658233"/>
            <a:ext cx="2419653" cy="749430"/>
            <a:chOff x="3962175" y="2631750"/>
            <a:chExt cx="3075700" cy="952625"/>
          </a:xfrm>
        </p:grpSpPr>
        <p:sp>
          <p:nvSpPr>
            <p:cNvPr id="325" name="Google Shape;325;p9"/>
            <p:cNvSpPr/>
            <p:nvPr/>
          </p:nvSpPr>
          <p:spPr>
            <a:xfrm>
              <a:off x="3962175" y="3227750"/>
              <a:ext cx="3075700" cy="356625"/>
            </a:xfrm>
            <a:custGeom>
              <a:avLst/>
              <a:gdLst/>
              <a:ahLst/>
              <a:cxnLst/>
              <a:rect l="l" t="t" r="r" b="b"/>
              <a:pathLst>
                <a:path w="123028" h="14265" extrusionOk="0">
                  <a:moveTo>
                    <a:pt x="114046" y="1"/>
                  </a:moveTo>
                  <a:lnTo>
                    <a:pt x="114046" y="1239"/>
                  </a:lnTo>
                  <a:lnTo>
                    <a:pt x="114579" y="1239"/>
                  </a:lnTo>
                  <a:lnTo>
                    <a:pt x="114579" y="3167"/>
                  </a:lnTo>
                  <a:lnTo>
                    <a:pt x="109877" y="3167"/>
                  </a:lnTo>
                  <a:lnTo>
                    <a:pt x="109877" y="2728"/>
                  </a:lnTo>
                  <a:lnTo>
                    <a:pt x="108984" y="2728"/>
                  </a:lnTo>
                  <a:lnTo>
                    <a:pt x="108984" y="1913"/>
                  </a:lnTo>
                  <a:cubicBezTo>
                    <a:pt x="108984" y="1411"/>
                    <a:pt x="108513" y="1004"/>
                    <a:pt x="107980" y="1098"/>
                  </a:cubicBezTo>
                  <a:lnTo>
                    <a:pt x="107980" y="1098"/>
                  </a:lnTo>
                  <a:cubicBezTo>
                    <a:pt x="107573" y="1161"/>
                    <a:pt x="107291" y="1553"/>
                    <a:pt x="107291" y="1960"/>
                  </a:cubicBezTo>
                  <a:lnTo>
                    <a:pt x="107291" y="1960"/>
                  </a:lnTo>
                  <a:lnTo>
                    <a:pt x="107291" y="2728"/>
                  </a:lnTo>
                  <a:lnTo>
                    <a:pt x="106397" y="2728"/>
                  </a:lnTo>
                  <a:lnTo>
                    <a:pt x="106397" y="3167"/>
                  </a:lnTo>
                  <a:lnTo>
                    <a:pt x="105237" y="3167"/>
                  </a:lnTo>
                  <a:lnTo>
                    <a:pt x="105237" y="1615"/>
                  </a:lnTo>
                  <a:lnTo>
                    <a:pt x="103921" y="1615"/>
                  </a:lnTo>
                  <a:lnTo>
                    <a:pt x="103921" y="3167"/>
                  </a:lnTo>
                  <a:lnTo>
                    <a:pt x="100112" y="3167"/>
                  </a:lnTo>
                  <a:lnTo>
                    <a:pt x="100112" y="1521"/>
                  </a:lnTo>
                  <a:cubicBezTo>
                    <a:pt x="100112" y="675"/>
                    <a:pt x="99438" y="1"/>
                    <a:pt x="98591" y="1"/>
                  </a:cubicBezTo>
                  <a:lnTo>
                    <a:pt x="98591" y="1"/>
                  </a:lnTo>
                  <a:lnTo>
                    <a:pt x="88403" y="1"/>
                  </a:lnTo>
                  <a:cubicBezTo>
                    <a:pt x="87870" y="1"/>
                    <a:pt x="87431" y="440"/>
                    <a:pt x="87463" y="988"/>
                  </a:cubicBezTo>
                  <a:lnTo>
                    <a:pt x="87463" y="988"/>
                  </a:lnTo>
                  <a:cubicBezTo>
                    <a:pt x="87494" y="1490"/>
                    <a:pt x="87949" y="1882"/>
                    <a:pt x="88466" y="1882"/>
                  </a:cubicBezTo>
                  <a:lnTo>
                    <a:pt x="88466" y="1882"/>
                  </a:lnTo>
                  <a:lnTo>
                    <a:pt x="92149" y="1882"/>
                  </a:lnTo>
                  <a:cubicBezTo>
                    <a:pt x="92964" y="1882"/>
                    <a:pt x="93638" y="2540"/>
                    <a:pt x="93638" y="3355"/>
                  </a:cubicBezTo>
                  <a:lnTo>
                    <a:pt x="93638" y="3355"/>
                  </a:lnTo>
                  <a:lnTo>
                    <a:pt x="93638" y="5785"/>
                  </a:lnTo>
                  <a:cubicBezTo>
                    <a:pt x="93638" y="5988"/>
                    <a:pt x="93466" y="6161"/>
                    <a:pt x="93247" y="6161"/>
                  </a:cubicBezTo>
                  <a:lnTo>
                    <a:pt x="93247" y="6161"/>
                  </a:lnTo>
                  <a:lnTo>
                    <a:pt x="88293" y="6161"/>
                  </a:lnTo>
                  <a:cubicBezTo>
                    <a:pt x="87839" y="6161"/>
                    <a:pt x="87463" y="6537"/>
                    <a:pt x="87463" y="6992"/>
                  </a:cubicBezTo>
                  <a:lnTo>
                    <a:pt x="87463" y="6992"/>
                  </a:lnTo>
                  <a:lnTo>
                    <a:pt x="87463" y="9468"/>
                  </a:lnTo>
                  <a:cubicBezTo>
                    <a:pt x="87463" y="10299"/>
                    <a:pt x="87823" y="11036"/>
                    <a:pt x="88403" y="11537"/>
                  </a:cubicBezTo>
                  <a:lnTo>
                    <a:pt x="88403" y="11537"/>
                  </a:lnTo>
                  <a:cubicBezTo>
                    <a:pt x="88388" y="11615"/>
                    <a:pt x="88388" y="11678"/>
                    <a:pt x="88372" y="11741"/>
                  </a:cubicBezTo>
                  <a:lnTo>
                    <a:pt x="88372" y="11741"/>
                  </a:lnTo>
                  <a:lnTo>
                    <a:pt x="85221" y="11741"/>
                  </a:lnTo>
                  <a:lnTo>
                    <a:pt x="85221" y="3512"/>
                  </a:lnTo>
                  <a:cubicBezTo>
                    <a:pt x="85221" y="2430"/>
                    <a:pt x="84359" y="1553"/>
                    <a:pt x="83278" y="1553"/>
                  </a:cubicBezTo>
                  <a:lnTo>
                    <a:pt x="83278" y="1553"/>
                  </a:lnTo>
                  <a:lnTo>
                    <a:pt x="46083" y="1553"/>
                  </a:lnTo>
                  <a:cubicBezTo>
                    <a:pt x="45017" y="1553"/>
                    <a:pt x="44139" y="2430"/>
                    <a:pt x="44139" y="3512"/>
                  </a:cubicBezTo>
                  <a:lnTo>
                    <a:pt x="44139" y="3512"/>
                  </a:lnTo>
                  <a:lnTo>
                    <a:pt x="44139" y="10330"/>
                  </a:lnTo>
                  <a:lnTo>
                    <a:pt x="42211" y="10330"/>
                  </a:lnTo>
                  <a:lnTo>
                    <a:pt x="42211" y="3512"/>
                  </a:lnTo>
                  <a:cubicBezTo>
                    <a:pt x="42211" y="2430"/>
                    <a:pt x="41333" y="1553"/>
                    <a:pt x="40267" y="1553"/>
                  </a:cubicBezTo>
                  <a:lnTo>
                    <a:pt x="40267" y="1553"/>
                  </a:lnTo>
                  <a:lnTo>
                    <a:pt x="3072" y="1553"/>
                  </a:lnTo>
                  <a:cubicBezTo>
                    <a:pt x="2006" y="1553"/>
                    <a:pt x="1129" y="2430"/>
                    <a:pt x="1129" y="3512"/>
                  </a:cubicBezTo>
                  <a:lnTo>
                    <a:pt x="1129" y="3512"/>
                  </a:lnTo>
                  <a:lnTo>
                    <a:pt x="1129" y="10330"/>
                  </a:lnTo>
                  <a:lnTo>
                    <a:pt x="0" y="10330"/>
                  </a:lnTo>
                  <a:lnTo>
                    <a:pt x="0" y="11130"/>
                  </a:lnTo>
                  <a:lnTo>
                    <a:pt x="1129" y="11130"/>
                  </a:lnTo>
                  <a:lnTo>
                    <a:pt x="1129" y="12650"/>
                  </a:lnTo>
                  <a:lnTo>
                    <a:pt x="1865" y="12650"/>
                  </a:lnTo>
                  <a:cubicBezTo>
                    <a:pt x="1865" y="13481"/>
                    <a:pt x="2555" y="14170"/>
                    <a:pt x="3386" y="14170"/>
                  </a:cubicBezTo>
                  <a:lnTo>
                    <a:pt x="3386" y="14170"/>
                  </a:lnTo>
                  <a:cubicBezTo>
                    <a:pt x="4232" y="14170"/>
                    <a:pt x="4906" y="13481"/>
                    <a:pt x="4906" y="12650"/>
                  </a:cubicBezTo>
                  <a:lnTo>
                    <a:pt x="4906" y="12650"/>
                  </a:lnTo>
                  <a:lnTo>
                    <a:pt x="6113" y="12650"/>
                  </a:lnTo>
                  <a:cubicBezTo>
                    <a:pt x="6113" y="13481"/>
                    <a:pt x="6803" y="14170"/>
                    <a:pt x="7633" y="14170"/>
                  </a:cubicBezTo>
                  <a:lnTo>
                    <a:pt x="7633" y="14170"/>
                  </a:lnTo>
                  <a:cubicBezTo>
                    <a:pt x="8480" y="14170"/>
                    <a:pt x="9154" y="13481"/>
                    <a:pt x="9154" y="12650"/>
                  </a:cubicBezTo>
                  <a:lnTo>
                    <a:pt x="9154" y="12650"/>
                  </a:lnTo>
                  <a:lnTo>
                    <a:pt x="33966" y="12650"/>
                  </a:lnTo>
                  <a:cubicBezTo>
                    <a:pt x="33966" y="13481"/>
                    <a:pt x="34640" y="14170"/>
                    <a:pt x="35487" y="14170"/>
                  </a:cubicBezTo>
                  <a:lnTo>
                    <a:pt x="35487" y="14170"/>
                  </a:lnTo>
                  <a:cubicBezTo>
                    <a:pt x="36317" y="14170"/>
                    <a:pt x="37007" y="13481"/>
                    <a:pt x="37007" y="12650"/>
                  </a:cubicBezTo>
                  <a:lnTo>
                    <a:pt x="37007" y="12650"/>
                  </a:lnTo>
                  <a:lnTo>
                    <a:pt x="38198" y="12650"/>
                  </a:lnTo>
                  <a:cubicBezTo>
                    <a:pt x="38198" y="13481"/>
                    <a:pt x="38888" y="14170"/>
                    <a:pt x="39734" y="14170"/>
                  </a:cubicBezTo>
                  <a:lnTo>
                    <a:pt x="39734" y="14170"/>
                  </a:lnTo>
                  <a:cubicBezTo>
                    <a:pt x="40565" y="14170"/>
                    <a:pt x="41255" y="13481"/>
                    <a:pt x="41255" y="12650"/>
                  </a:cubicBezTo>
                  <a:lnTo>
                    <a:pt x="41255" y="12650"/>
                  </a:lnTo>
                  <a:lnTo>
                    <a:pt x="42211" y="12650"/>
                  </a:lnTo>
                  <a:lnTo>
                    <a:pt x="42211" y="11130"/>
                  </a:lnTo>
                  <a:lnTo>
                    <a:pt x="44139" y="11130"/>
                  </a:lnTo>
                  <a:lnTo>
                    <a:pt x="44139" y="12650"/>
                  </a:lnTo>
                  <a:lnTo>
                    <a:pt x="44876" y="12650"/>
                  </a:lnTo>
                  <a:cubicBezTo>
                    <a:pt x="44876" y="13481"/>
                    <a:pt x="45565" y="14170"/>
                    <a:pt x="46412" y="14170"/>
                  </a:cubicBezTo>
                  <a:lnTo>
                    <a:pt x="46412" y="14170"/>
                  </a:lnTo>
                  <a:cubicBezTo>
                    <a:pt x="47242" y="14170"/>
                    <a:pt x="47932" y="13481"/>
                    <a:pt x="47932" y="12650"/>
                  </a:cubicBezTo>
                  <a:lnTo>
                    <a:pt x="47932" y="12650"/>
                  </a:lnTo>
                  <a:lnTo>
                    <a:pt x="49123" y="12650"/>
                  </a:lnTo>
                  <a:cubicBezTo>
                    <a:pt x="49123" y="13481"/>
                    <a:pt x="49813" y="14170"/>
                    <a:pt x="50644" y="14170"/>
                  </a:cubicBezTo>
                  <a:lnTo>
                    <a:pt x="50644" y="14170"/>
                  </a:lnTo>
                  <a:cubicBezTo>
                    <a:pt x="51490" y="14170"/>
                    <a:pt x="52164" y="13481"/>
                    <a:pt x="52164" y="12650"/>
                  </a:cubicBezTo>
                  <a:lnTo>
                    <a:pt x="52164" y="12650"/>
                  </a:lnTo>
                  <a:lnTo>
                    <a:pt x="76977" y="12650"/>
                  </a:lnTo>
                  <a:cubicBezTo>
                    <a:pt x="76977" y="13481"/>
                    <a:pt x="77651" y="14170"/>
                    <a:pt x="78497" y="14170"/>
                  </a:cubicBezTo>
                  <a:lnTo>
                    <a:pt x="78497" y="14170"/>
                  </a:lnTo>
                  <a:cubicBezTo>
                    <a:pt x="79343" y="14170"/>
                    <a:pt x="80017" y="13481"/>
                    <a:pt x="80017" y="12650"/>
                  </a:cubicBezTo>
                  <a:lnTo>
                    <a:pt x="80017" y="12650"/>
                  </a:lnTo>
                  <a:lnTo>
                    <a:pt x="81224" y="12650"/>
                  </a:lnTo>
                  <a:cubicBezTo>
                    <a:pt x="81224" y="13481"/>
                    <a:pt x="81898" y="14170"/>
                    <a:pt x="82745" y="14170"/>
                  </a:cubicBezTo>
                  <a:lnTo>
                    <a:pt x="82745" y="14170"/>
                  </a:lnTo>
                  <a:cubicBezTo>
                    <a:pt x="83575" y="14170"/>
                    <a:pt x="84265" y="13481"/>
                    <a:pt x="84265" y="12650"/>
                  </a:cubicBezTo>
                  <a:lnTo>
                    <a:pt x="84265" y="12650"/>
                  </a:lnTo>
                  <a:lnTo>
                    <a:pt x="88497" y="12650"/>
                  </a:lnTo>
                  <a:cubicBezTo>
                    <a:pt x="88811" y="13528"/>
                    <a:pt x="89657" y="14170"/>
                    <a:pt x="90645" y="14170"/>
                  </a:cubicBezTo>
                  <a:lnTo>
                    <a:pt x="90645" y="14170"/>
                  </a:lnTo>
                  <a:cubicBezTo>
                    <a:pt x="91789" y="14170"/>
                    <a:pt x="92729" y="13340"/>
                    <a:pt x="92902" y="12258"/>
                  </a:cubicBezTo>
                  <a:lnTo>
                    <a:pt x="92902" y="12258"/>
                  </a:lnTo>
                  <a:lnTo>
                    <a:pt x="94939" y="12258"/>
                  </a:lnTo>
                  <a:cubicBezTo>
                    <a:pt x="95174" y="13340"/>
                    <a:pt x="96146" y="14170"/>
                    <a:pt x="97322" y="14170"/>
                  </a:cubicBezTo>
                  <a:lnTo>
                    <a:pt x="97322" y="14170"/>
                  </a:lnTo>
                  <a:cubicBezTo>
                    <a:pt x="98482" y="14170"/>
                    <a:pt x="99454" y="13340"/>
                    <a:pt x="99704" y="12258"/>
                  </a:cubicBezTo>
                  <a:lnTo>
                    <a:pt x="99704" y="12258"/>
                  </a:lnTo>
                  <a:lnTo>
                    <a:pt x="100535" y="12258"/>
                  </a:lnTo>
                  <a:cubicBezTo>
                    <a:pt x="100770" y="13340"/>
                    <a:pt x="101758" y="14170"/>
                    <a:pt x="102918" y="14170"/>
                  </a:cubicBezTo>
                  <a:lnTo>
                    <a:pt x="102918" y="14170"/>
                  </a:lnTo>
                  <a:cubicBezTo>
                    <a:pt x="104093" y="14170"/>
                    <a:pt x="105065" y="13340"/>
                    <a:pt x="105300" y="12258"/>
                  </a:cubicBezTo>
                  <a:lnTo>
                    <a:pt x="105300" y="12258"/>
                  </a:lnTo>
                  <a:lnTo>
                    <a:pt x="106601" y="12258"/>
                  </a:lnTo>
                  <a:cubicBezTo>
                    <a:pt x="106836" y="13340"/>
                    <a:pt x="107808" y="14170"/>
                    <a:pt x="108984" y="14170"/>
                  </a:cubicBezTo>
                  <a:lnTo>
                    <a:pt x="108984" y="14170"/>
                  </a:lnTo>
                  <a:cubicBezTo>
                    <a:pt x="110143" y="14170"/>
                    <a:pt x="111115" y="13340"/>
                    <a:pt x="111366" y="12258"/>
                  </a:cubicBezTo>
                  <a:lnTo>
                    <a:pt x="111366" y="12258"/>
                  </a:lnTo>
                  <a:lnTo>
                    <a:pt x="112197" y="12258"/>
                  </a:lnTo>
                  <a:cubicBezTo>
                    <a:pt x="112448" y="13340"/>
                    <a:pt x="113419" y="14170"/>
                    <a:pt x="114579" y="14170"/>
                  </a:cubicBezTo>
                  <a:lnTo>
                    <a:pt x="114579" y="14170"/>
                  </a:lnTo>
                  <a:cubicBezTo>
                    <a:pt x="115755" y="14170"/>
                    <a:pt x="116727" y="13340"/>
                    <a:pt x="116962" y="12258"/>
                  </a:cubicBezTo>
                  <a:lnTo>
                    <a:pt x="116962" y="12258"/>
                  </a:lnTo>
                  <a:lnTo>
                    <a:pt x="117244" y="12258"/>
                  </a:lnTo>
                  <a:cubicBezTo>
                    <a:pt x="117056" y="12525"/>
                    <a:pt x="116977" y="12854"/>
                    <a:pt x="117056" y="13230"/>
                  </a:cubicBezTo>
                  <a:lnTo>
                    <a:pt x="117056" y="13230"/>
                  </a:lnTo>
                  <a:cubicBezTo>
                    <a:pt x="117166" y="13684"/>
                    <a:pt x="117542" y="14061"/>
                    <a:pt x="118012" y="14139"/>
                  </a:cubicBezTo>
                  <a:lnTo>
                    <a:pt x="118012" y="14139"/>
                  </a:lnTo>
                  <a:cubicBezTo>
                    <a:pt x="118655" y="14264"/>
                    <a:pt x="119219" y="13888"/>
                    <a:pt x="119391" y="13324"/>
                  </a:cubicBezTo>
                  <a:lnTo>
                    <a:pt x="119391" y="13324"/>
                  </a:lnTo>
                  <a:cubicBezTo>
                    <a:pt x="122369" y="13308"/>
                    <a:pt x="123028" y="12556"/>
                    <a:pt x="123028" y="12556"/>
                  </a:cubicBezTo>
                  <a:lnTo>
                    <a:pt x="123028" y="12556"/>
                  </a:lnTo>
                  <a:lnTo>
                    <a:pt x="119783" y="9108"/>
                  </a:lnTo>
                  <a:lnTo>
                    <a:pt x="118749" y="9108"/>
                  </a:lnTo>
                  <a:cubicBezTo>
                    <a:pt x="120128" y="8841"/>
                    <a:pt x="121178" y="7619"/>
                    <a:pt x="121178" y="6161"/>
                  </a:cubicBezTo>
                  <a:lnTo>
                    <a:pt x="121178" y="6161"/>
                  </a:lnTo>
                  <a:cubicBezTo>
                    <a:pt x="121178" y="5330"/>
                    <a:pt x="120849" y="4578"/>
                    <a:pt x="120300" y="4045"/>
                  </a:cubicBezTo>
                  <a:lnTo>
                    <a:pt x="120300" y="4045"/>
                  </a:lnTo>
                  <a:cubicBezTo>
                    <a:pt x="119752" y="3496"/>
                    <a:pt x="118999" y="3167"/>
                    <a:pt x="118184" y="3167"/>
                  </a:cubicBezTo>
                  <a:lnTo>
                    <a:pt x="118184" y="3167"/>
                  </a:lnTo>
                  <a:lnTo>
                    <a:pt x="116068" y="3167"/>
                  </a:lnTo>
                  <a:lnTo>
                    <a:pt x="116068" y="1239"/>
                  </a:lnTo>
                  <a:lnTo>
                    <a:pt x="116601" y="1239"/>
                  </a:lnTo>
                  <a:lnTo>
                    <a:pt x="116601" y="1"/>
                  </a:lnTo>
                  <a:close/>
                  <a:moveTo>
                    <a:pt x="58214" y="11130"/>
                  </a:moveTo>
                  <a:lnTo>
                    <a:pt x="71146" y="11130"/>
                  </a:lnTo>
                  <a:lnTo>
                    <a:pt x="71146" y="11741"/>
                  </a:lnTo>
                  <a:lnTo>
                    <a:pt x="58214" y="11741"/>
                  </a:lnTo>
                  <a:close/>
                  <a:moveTo>
                    <a:pt x="15204" y="11130"/>
                  </a:moveTo>
                  <a:lnTo>
                    <a:pt x="28135" y="11130"/>
                  </a:lnTo>
                  <a:lnTo>
                    <a:pt x="28135" y="11741"/>
                  </a:lnTo>
                  <a:lnTo>
                    <a:pt x="15204" y="1174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9"/>
            <p:cNvSpPr/>
            <p:nvPr/>
          </p:nvSpPr>
          <p:spPr>
            <a:xfrm>
              <a:off x="6345450" y="3293600"/>
              <a:ext cx="84275" cy="84275"/>
            </a:xfrm>
            <a:custGeom>
              <a:avLst/>
              <a:gdLst/>
              <a:ahLst/>
              <a:cxnLst/>
              <a:rect l="l" t="t" r="r" b="b"/>
              <a:pathLst>
                <a:path w="3371" h="3371" extrusionOk="0">
                  <a:moveTo>
                    <a:pt x="1050" y="0"/>
                  </a:moveTo>
                  <a:cubicBezTo>
                    <a:pt x="470" y="0"/>
                    <a:pt x="0" y="470"/>
                    <a:pt x="0" y="1050"/>
                  </a:cubicBezTo>
                  <a:lnTo>
                    <a:pt x="0" y="2320"/>
                  </a:lnTo>
                  <a:cubicBezTo>
                    <a:pt x="0" y="2900"/>
                    <a:pt x="470" y="3370"/>
                    <a:pt x="1050" y="3370"/>
                  </a:cubicBezTo>
                  <a:lnTo>
                    <a:pt x="2320" y="3370"/>
                  </a:lnTo>
                  <a:cubicBezTo>
                    <a:pt x="2900" y="3370"/>
                    <a:pt x="3370" y="2900"/>
                    <a:pt x="3370" y="2320"/>
                  </a:cubicBezTo>
                  <a:lnTo>
                    <a:pt x="3370" y="1050"/>
                  </a:lnTo>
                  <a:cubicBezTo>
                    <a:pt x="3370" y="470"/>
                    <a:pt x="2900" y="0"/>
                    <a:pt x="23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9"/>
            <p:cNvSpPr/>
            <p:nvPr/>
          </p:nvSpPr>
          <p:spPr>
            <a:xfrm>
              <a:off x="5924600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50" y="1"/>
                  </a:moveTo>
                  <a:cubicBezTo>
                    <a:pt x="470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0" y="2822"/>
                    <a:pt x="1050" y="2822"/>
                  </a:cubicBezTo>
                  <a:lnTo>
                    <a:pt x="1944" y="2822"/>
                  </a:lnTo>
                  <a:cubicBezTo>
                    <a:pt x="2508" y="2822"/>
                    <a:pt x="2978" y="2368"/>
                    <a:pt x="2978" y="1788"/>
                  </a:cubicBezTo>
                  <a:lnTo>
                    <a:pt x="2978" y="1051"/>
                  </a:lnTo>
                  <a:cubicBezTo>
                    <a:pt x="2978" y="471"/>
                    <a:pt x="2508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9"/>
            <p:cNvSpPr/>
            <p:nvPr/>
          </p:nvSpPr>
          <p:spPr>
            <a:xfrm>
              <a:off x="58121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55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55" y="2822"/>
                    <a:pt x="1035" y="2822"/>
                  </a:cubicBezTo>
                  <a:lnTo>
                    <a:pt x="1928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9"/>
            <p:cNvSpPr/>
            <p:nvPr/>
          </p:nvSpPr>
          <p:spPr>
            <a:xfrm>
              <a:off x="570357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9"/>
            <p:cNvSpPr/>
            <p:nvPr/>
          </p:nvSpPr>
          <p:spPr>
            <a:xfrm>
              <a:off x="55954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55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55" y="2822"/>
                    <a:pt x="1035" y="2822"/>
                  </a:cubicBezTo>
                  <a:lnTo>
                    <a:pt x="1929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9"/>
            <p:cNvSpPr/>
            <p:nvPr/>
          </p:nvSpPr>
          <p:spPr>
            <a:xfrm>
              <a:off x="548687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09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9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9"/>
            <p:cNvSpPr/>
            <p:nvPr/>
          </p:nvSpPr>
          <p:spPr>
            <a:xfrm>
              <a:off x="5378350" y="3351575"/>
              <a:ext cx="74850" cy="70575"/>
            </a:xfrm>
            <a:custGeom>
              <a:avLst/>
              <a:gdLst/>
              <a:ahLst/>
              <a:cxnLst/>
              <a:rect l="l" t="t" r="r" b="b"/>
              <a:pathLst>
                <a:path w="2994" h="2823" extrusionOk="0">
                  <a:moveTo>
                    <a:pt x="1050" y="1"/>
                  </a:moveTo>
                  <a:cubicBezTo>
                    <a:pt x="470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0" y="2822"/>
                    <a:pt x="1050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9"/>
            <p:cNvSpPr/>
            <p:nvPr/>
          </p:nvSpPr>
          <p:spPr>
            <a:xfrm>
              <a:off x="5270175" y="3351575"/>
              <a:ext cx="74500" cy="70575"/>
            </a:xfrm>
            <a:custGeom>
              <a:avLst/>
              <a:gdLst/>
              <a:ahLst/>
              <a:cxnLst/>
              <a:rect l="l" t="t" r="r" b="b"/>
              <a:pathLst>
                <a:path w="2980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5" y="2822"/>
                  </a:lnTo>
                  <a:cubicBezTo>
                    <a:pt x="2509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9" y="1"/>
                    <a:pt x="19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9"/>
            <p:cNvSpPr/>
            <p:nvPr/>
          </p:nvSpPr>
          <p:spPr>
            <a:xfrm>
              <a:off x="5161650" y="3351575"/>
              <a:ext cx="74850" cy="70575"/>
            </a:xfrm>
            <a:custGeom>
              <a:avLst/>
              <a:gdLst/>
              <a:ahLst/>
              <a:cxnLst/>
              <a:rect l="l" t="t" r="r" b="b"/>
              <a:pathLst>
                <a:path w="2994" h="2823" extrusionOk="0">
                  <a:moveTo>
                    <a:pt x="1050" y="1"/>
                  </a:moveTo>
                  <a:cubicBezTo>
                    <a:pt x="470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0" y="2822"/>
                    <a:pt x="1050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9"/>
            <p:cNvSpPr/>
            <p:nvPr/>
          </p:nvSpPr>
          <p:spPr>
            <a:xfrm>
              <a:off x="48493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35" y="2822"/>
                  </a:cubicBezTo>
                  <a:lnTo>
                    <a:pt x="1929" y="2822"/>
                  </a:lnTo>
                  <a:cubicBezTo>
                    <a:pt x="2509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9" y="1"/>
                    <a:pt x="19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9"/>
            <p:cNvSpPr/>
            <p:nvPr/>
          </p:nvSpPr>
          <p:spPr>
            <a:xfrm>
              <a:off x="47364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extrusionOk="0">
                  <a:moveTo>
                    <a:pt x="1051" y="1"/>
                  </a:moveTo>
                  <a:cubicBezTo>
                    <a:pt x="471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9"/>
            <p:cNvSpPr/>
            <p:nvPr/>
          </p:nvSpPr>
          <p:spPr>
            <a:xfrm>
              <a:off x="46283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51" y="1"/>
                  </a:moveTo>
                  <a:cubicBezTo>
                    <a:pt x="471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08" y="2822"/>
                    <a:pt x="2978" y="2368"/>
                    <a:pt x="2978" y="1788"/>
                  </a:cubicBezTo>
                  <a:lnTo>
                    <a:pt x="2978" y="1051"/>
                  </a:lnTo>
                  <a:cubicBezTo>
                    <a:pt x="2978" y="471"/>
                    <a:pt x="2508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9"/>
            <p:cNvSpPr/>
            <p:nvPr/>
          </p:nvSpPr>
          <p:spPr>
            <a:xfrm>
              <a:off x="45197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9"/>
            <p:cNvSpPr/>
            <p:nvPr/>
          </p:nvSpPr>
          <p:spPr>
            <a:xfrm>
              <a:off x="44116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71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1" y="2822"/>
                    <a:pt x="1035" y="2822"/>
                  </a:cubicBezTo>
                  <a:lnTo>
                    <a:pt x="1928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9"/>
            <p:cNvSpPr/>
            <p:nvPr/>
          </p:nvSpPr>
          <p:spPr>
            <a:xfrm>
              <a:off x="43030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9"/>
            <p:cNvSpPr/>
            <p:nvPr/>
          </p:nvSpPr>
          <p:spPr>
            <a:xfrm>
              <a:off x="41949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35" y="2822"/>
                  </a:cubicBezTo>
                  <a:lnTo>
                    <a:pt x="1928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9"/>
            <p:cNvSpPr/>
            <p:nvPr/>
          </p:nvSpPr>
          <p:spPr>
            <a:xfrm>
              <a:off x="40863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5" y="2368"/>
                    <a:pt x="2995" y="1788"/>
                  </a:cubicBezTo>
                  <a:lnTo>
                    <a:pt x="2995" y="1051"/>
                  </a:lnTo>
                  <a:cubicBezTo>
                    <a:pt x="2995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9"/>
            <p:cNvSpPr/>
            <p:nvPr/>
          </p:nvSpPr>
          <p:spPr>
            <a:xfrm>
              <a:off x="4570325" y="2631750"/>
              <a:ext cx="2293575" cy="582700"/>
            </a:xfrm>
            <a:custGeom>
              <a:avLst/>
              <a:gdLst/>
              <a:ahLst/>
              <a:cxnLst/>
              <a:rect l="l" t="t" r="r" b="b"/>
              <a:pathLst>
                <a:path w="91743" h="23308" extrusionOk="0">
                  <a:moveTo>
                    <a:pt x="23857" y="188"/>
                  </a:moveTo>
                  <a:cubicBezTo>
                    <a:pt x="21694" y="658"/>
                    <a:pt x="19813" y="1944"/>
                    <a:pt x="17854" y="2947"/>
                  </a:cubicBezTo>
                  <a:lnTo>
                    <a:pt x="17854" y="2947"/>
                  </a:lnTo>
                  <a:cubicBezTo>
                    <a:pt x="15001" y="4420"/>
                    <a:pt x="11835" y="5376"/>
                    <a:pt x="8637" y="5282"/>
                  </a:cubicBezTo>
                  <a:lnTo>
                    <a:pt x="8637" y="5282"/>
                  </a:lnTo>
                  <a:cubicBezTo>
                    <a:pt x="5440" y="5204"/>
                    <a:pt x="2211" y="4013"/>
                    <a:pt x="1" y="1709"/>
                  </a:cubicBezTo>
                  <a:lnTo>
                    <a:pt x="1" y="1709"/>
                  </a:lnTo>
                  <a:cubicBezTo>
                    <a:pt x="251" y="3339"/>
                    <a:pt x="1458" y="4467"/>
                    <a:pt x="2963" y="5173"/>
                  </a:cubicBezTo>
                  <a:lnTo>
                    <a:pt x="2963" y="5173"/>
                  </a:lnTo>
                  <a:cubicBezTo>
                    <a:pt x="6082" y="6615"/>
                    <a:pt x="9672" y="7022"/>
                    <a:pt x="13026" y="6286"/>
                  </a:cubicBezTo>
                  <a:lnTo>
                    <a:pt x="13026" y="6286"/>
                  </a:lnTo>
                  <a:cubicBezTo>
                    <a:pt x="15910" y="5643"/>
                    <a:pt x="18559" y="4232"/>
                    <a:pt x="21365" y="3323"/>
                  </a:cubicBezTo>
                  <a:lnTo>
                    <a:pt x="21365" y="3323"/>
                  </a:lnTo>
                  <a:cubicBezTo>
                    <a:pt x="24170" y="2414"/>
                    <a:pt x="27384" y="2069"/>
                    <a:pt x="29954" y="3511"/>
                  </a:cubicBezTo>
                  <a:lnTo>
                    <a:pt x="29954" y="3511"/>
                  </a:lnTo>
                  <a:cubicBezTo>
                    <a:pt x="31804" y="4546"/>
                    <a:pt x="33058" y="6364"/>
                    <a:pt x="34735" y="7649"/>
                  </a:cubicBezTo>
                  <a:lnTo>
                    <a:pt x="34735" y="7649"/>
                  </a:lnTo>
                  <a:cubicBezTo>
                    <a:pt x="39108" y="11051"/>
                    <a:pt x="45440" y="10330"/>
                    <a:pt x="50629" y="8386"/>
                  </a:cubicBezTo>
                  <a:lnTo>
                    <a:pt x="50629" y="8386"/>
                  </a:lnTo>
                  <a:cubicBezTo>
                    <a:pt x="52274" y="7775"/>
                    <a:pt x="53905" y="7038"/>
                    <a:pt x="55644" y="6803"/>
                  </a:cubicBezTo>
                  <a:lnTo>
                    <a:pt x="55644" y="6803"/>
                  </a:lnTo>
                  <a:cubicBezTo>
                    <a:pt x="57384" y="6552"/>
                    <a:pt x="59312" y="6897"/>
                    <a:pt x="60550" y="8135"/>
                  </a:cubicBezTo>
                  <a:lnTo>
                    <a:pt x="60550" y="8135"/>
                  </a:lnTo>
                  <a:cubicBezTo>
                    <a:pt x="61851" y="9452"/>
                    <a:pt x="62149" y="11489"/>
                    <a:pt x="63340" y="12916"/>
                  </a:cubicBezTo>
                  <a:lnTo>
                    <a:pt x="63340" y="12916"/>
                  </a:lnTo>
                  <a:cubicBezTo>
                    <a:pt x="64516" y="14326"/>
                    <a:pt x="66413" y="14922"/>
                    <a:pt x="68231" y="15126"/>
                  </a:cubicBezTo>
                  <a:lnTo>
                    <a:pt x="68231" y="15126"/>
                  </a:lnTo>
                  <a:cubicBezTo>
                    <a:pt x="73215" y="15690"/>
                    <a:pt x="76648" y="12571"/>
                    <a:pt x="81397" y="12383"/>
                  </a:cubicBezTo>
                  <a:lnTo>
                    <a:pt x="81397" y="12383"/>
                  </a:lnTo>
                  <a:cubicBezTo>
                    <a:pt x="83200" y="12305"/>
                    <a:pt x="85081" y="12712"/>
                    <a:pt x="86476" y="13841"/>
                  </a:cubicBezTo>
                  <a:lnTo>
                    <a:pt x="86476" y="13841"/>
                  </a:lnTo>
                  <a:cubicBezTo>
                    <a:pt x="87479" y="14656"/>
                    <a:pt x="88169" y="15800"/>
                    <a:pt x="88796" y="16944"/>
                  </a:cubicBezTo>
                  <a:lnTo>
                    <a:pt x="88796" y="16944"/>
                  </a:lnTo>
                  <a:cubicBezTo>
                    <a:pt x="89877" y="18935"/>
                    <a:pt x="90833" y="21051"/>
                    <a:pt x="91225" y="23292"/>
                  </a:cubicBezTo>
                  <a:lnTo>
                    <a:pt x="91225" y="23292"/>
                  </a:lnTo>
                  <a:lnTo>
                    <a:pt x="91398" y="23308"/>
                  </a:lnTo>
                  <a:cubicBezTo>
                    <a:pt x="91742" y="20048"/>
                    <a:pt x="91492" y="16631"/>
                    <a:pt x="89940" y="13747"/>
                  </a:cubicBezTo>
                  <a:lnTo>
                    <a:pt x="89940" y="13747"/>
                  </a:lnTo>
                  <a:cubicBezTo>
                    <a:pt x="88388" y="10862"/>
                    <a:pt x="85332" y="8637"/>
                    <a:pt x="82056" y="8746"/>
                  </a:cubicBezTo>
                  <a:lnTo>
                    <a:pt x="82056" y="8746"/>
                  </a:lnTo>
                  <a:cubicBezTo>
                    <a:pt x="79846" y="8809"/>
                    <a:pt x="77808" y="9891"/>
                    <a:pt x="75723" y="10643"/>
                  </a:cubicBezTo>
                  <a:lnTo>
                    <a:pt x="75723" y="10643"/>
                  </a:lnTo>
                  <a:cubicBezTo>
                    <a:pt x="73544" y="11411"/>
                    <a:pt x="71240" y="11819"/>
                    <a:pt x="68936" y="11850"/>
                  </a:cubicBezTo>
                  <a:lnTo>
                    <a:pt x="68936" y="11850"/>
                  </a:lnTo>
                  <a:cubicBezTo>
                    <a:pt x="67745" y="11881"/>
                    <a:pt x="66491" y="11787"/>
                    <a:pt x="65425" y="11223"/>
                  </a:cubicBezTo>
                  <a:lnTo>
                    <a:pt x="65425" y="11223"/>
                  </a:lnTo>
                  <a:cubicBezTo>
                    <a:pt x="63654" y="10314"/>
                    <a:pt x="62714" y="8370"/>
                    <a:pt x="61334" y="6944"/>
                  </a:cubicBezTo>
                  <a:lnTo>
                    <a:pt x="61334" y="6944"/>
                  </a:lnTo>
                  <a:cubicBezTo>
                    <a:pt x="57839" y="3370"/>
                    <a:pt x="51977" y="3574"/>
                    <a:pt x="47243" y="5188"/>
                  </a:cubicBezTo>
                  <a:lnTo>
                    <a:pt x="47243" y="5188"/>
                  </a:lnTo>
                  <a:cubicBezTo>
                    <a:pt x="45064" y="5925"/>
                    <a:pt x="42838" y="6913"/>
                    <a:pt x="40581" y="6521"/>
                  </a:cubicBezTo>
                  <a:lnTo>
                    <a:pt x="40581" y="6521"/>
                  </a:lnTo>
                  <a:cubicBezTo>
                    <a:pt x="39030" y="6239"/>
                    <a:pt x="37682" y="5345"/>
                    <a:pt x="36381" y="4452"/>
                  </a:cubicBezTo>
                  <a:lnTo>
                    <a:pt x="36381" y="4452"/>
                  </a:lnTo>
                  <a:cubicBezTo>
                    <a:pt x="33152" y="2273"/>
                    <a:pt x="29515" y="0"/>
                    <a:pt x="25738" y="0"/>
                  </a:cubicBezTo>
                  <a:lnTo>
                    <a:pt x="25738" y="0"/>
                  </a:lnTo>
                  <a:cubicBezTo>
                    <a:pt x="25111" y="0"/>
                    <a:pt x="24484" y="63"/>
                    <a:pt x="23857" y="188"/>
                  </a:cubicBezTo>
                </a:path>
              </a:pathLst>
            </a:custGeom>
            <a:solidFill>
              <a:srgbClr val="FFFFFF">
                <a:alpha val="41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4" name="Google Shape;344;p9"/>
          <p:cNvSpPr/>
          <p:nvPr/>
        </p:nvSpPr>
        <p:spPr>
          <a:xfrm>
            <a:off x="1582075" y="175050"/>
            <a:ext cx="3403700" cy="364450"/>
          </a:xfrm>
          <a:custGeom>
            <a:avLst/>
            <a:gdLst/>
            <a:ahLst/>
            <a:cxnLst/>
            <a:rect l="l" t="t" r="r" b="b"/>
            <a:pathLst>
              <a:path w="136148" h="14578" extrusionOk="0">
                <a:moveTo>
                  <a:pt x="102228" y="0"/>
                </a:moveTo>
                <a:cubicBezTo>
                  <a:pt x="82573" y="0"/>
                  <a:pt x="77181" y="2414"/>
                  <a:pt x="85034" y="3088"/>
                </a:cubicBezTo>
                <a:cubicBezTo>
                  <a:pt x="92886" y="3762"/>
                  <a:pt x="106946" y="7900"/>
                  <a:pt x="64140" y="7900"/>
                </a:cubicBezTo>
                <a:cubicBezTo>
                  <a:pt x="46663" y="7900"/>
                  <a:pt x="0" y="14577"/>
                  <a:pt x="71460" y="14577"/>
                </a:cubicBezTo>
                <a:lnTo>
                  <a:pt x="116790" y="14577"/>
                </a:lnTo>
                <a:cubicBezTo>
                  <a:pt x="136147" y="14577"/>
                  <a:pt x="125849" y="8997"/>
                  <a:pt x="112542" y="8997"/>
                </a:cubicBezTo>
                <a:cubicBezTo>
                  <a:pt x="106225" y="8997"/>
                  <a:pt x="134110" y="0"/>
                  <a:pt x="102228" y="0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9"/>
          <p:cNvSpPr/>
          <p:nvPr/>
        </p:nvSpPr>
        <p:spPr>
          <a:xfrm rot="-2231248" flipH="1">
            <a:off x="947293" y="342035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9"/>
          <p:cNvSpPr/>
          <p:nvPr/>
        </p:nvSpPr>
        <p:spPr>
          <a:xfrm rot="-2231248" flipH="1">
            <a:off x="7897843" y="342035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26_1"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3"/>
          <p:cNvSpPr txBox="1">
            <a:spLocks noGrp="1"/>
          </p:cNvSpPr>
          <p:nvPr>
            <p:ph type="title" hasCustomPrompt="1"/>
          </p:nvPr>
        </p:nvSpPr>
        <p:spPr>
          <a:xfrm flipH="1">
            <a:off x="713224" y="1417925"/>
            <a:ext cx="648600" cy="451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 i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84" name="Google Shape;384;p13"/>
          <p:cNvSpPr txBox="1">
            <a:spLocks noGrp="1"/>
          </p:cNvSpPr>
          <p:nvPr>
            <p:ph type="subTitle" idx="1"/>
          </p:nvPr>
        </p:nvSpPr>
        <p:spPr>
          <a:xfrm flipH="1">
            <a:off x="1451399" y="1427425"/>
            <a:ext cx="1938300" cy="37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endParaRPr/>
          </a:p>
        </p:txBody>
      </p:sp>
      <p:sp>
        <p:nvSpPr>
          <p:cNvPr id="385" name="Google Shape;385;p13"/>
          <p:cNvSpPr txBox="1">
            <a:spLocks noGrp="1"/>
          </p:cNvSpPr>
          <p:nvPr>
            <p:ph type="subTitle" idx="2"/>
          </p:nvPr>
        </p:nvSpPr>
        <p:spPr>
          <a:xfrm flipH="1">
            <a:off x="1451400" y="1751023"/>
            <a:ext cx="1938300" cy="52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386" name="Google Shape;386;p13"/>
          <p:cNvSpPr txBox="1">
            <a:spLocks noGrp="1"/>
          </p:cNvSpPr>
          <p:nvPr>
            <p:ph type="title" idx="3" hasCustomPrompt="1"/>
          </p:nvPr>
        </p:nvSpPr>
        <p:spPr>
          <a:xfrm flipH="1">
            <a:off x="713224" y="2714350"/>
            <a:ext cx="648600" cy="451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 i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87" name="Google Shape;387;p13"/>
          <p:cNvSpPr txBox="1">
            <a:spLocks noGrp="1"/>
          </p:cNvSpPr>
          <p:nvPr>
            <p:ph type="subTitle" idx="4"/>
          </p:nvPr>
        </p:nvSpPr>
        <p:spPr>
          <a:xfrm flipH="1">
            <a:off x="1451399" y="2725628"/>
            <a:ext cx="1938300" cy="37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endParaRPr/>
          </a:p>
        </p:txBody>
      </p:sp>
      <p:sp>
        <p:nvSpPr>
          <p:cNvPr id="388" name="Google Shape;388;p13"/>
          <p:cNvSpPr txBox="1">
            <a:spLocks noGrp="1"/>
          </p:cNvSpPr>
          <p:nvPr>
            <p:ph type="subTitle" idx="5"/>
          </p:nvPr>
        </p:nvSpPr>
        <p:spPr>
          <a:xfrm flipH="1">
            <a:off x="1451400" y="3031578"/>
            <a:ext cx="1938300" cy="52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389" name="Google Shape;389;p13"/>
          <p:cNvSpPr txBox="1">
            <a:spLocks noGrp="1"/>
          </p:cNvSpPr>
          <p:nvPr>
            <p:ph type="title" idx="6" hasCustomPrompt="1"/>
          </p:nvPr>
        </p:nvSpPr>
        <p:spPr>
          <a:xfrm>
            <a:off x="3782650" y="1417925"/>
            <a:ext cx="648600" cy="451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 i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90" name="Google Shape;390;p13"/>
          <p:cNvSpPr txBox="1">
            <a:spLocks noGrp="1"/>
          </p:cNvSpPr>
          <p:nvPr>
            <p:ph type="subTitle" idx="7"/>
          </p:nvPr>
        </p:nvSpPr>
        <p:spPr>
          <a:xfrm>
            <a:off x="4493875" y="1427425"/>
            <a:ext cx="1938300" cy="37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endParaRPr/>
          </a:p>
        </p:txBody>
      </p:sp>
      <p:sp>
        <p:nvSpPr>
          <p:cNvPr id="391" name="Google Shape;391;p13"/>
          <p:cNvSpPr txBox="1">
            <a:spLocks noGrp="1"/>
          </p:cNvSpPr>
          <p:nvPr>
            <p:ph type="subTitle" idx="8"/>
          </p:nvPr>
        </p:nvSpPr>
        <p:spPr>
          <a:xfrm>
            <a:off x="4493876" y="1751033"/>
            <a:ext cx="1938300" cy="52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392" name="Google Shape;392;p13"/>
          <p:cNvSpPr txBox="1">
            <a:spLocks noGrp="1"/>
          </p:cNvSpPr>
          <p:nvPr>
            <p:ph type="title" idx="9" hasCustomPrompt="1"/>
          </p:nvPr>
        </p:nvSpPr>
        <p:spPr>
          <a:xfrm>
            <a:off x="3782650" y="2714350"/>
            <a:ext cx="648600" cy="451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 i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93" name="Google Shape;393;p13"/>
          <p:cNvSpPr txBox="1">
            <a:spLocks noGrp="1"/>
          </p:cNvSpPr>
          <p:nvPr>
            <p:ph type="subTitle" idx="13"/>
          </p:nvPr>
        </p:nvSpPr>
        <p:spPr>
          <a:xfrm>
            <a:off x="4493875" y="2725627"/>
            <a:ext cx="1938300" cy="37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endParaRPr/>
          </a:p>
        </p:txBody>
      </p:sp>
      <p:sp>
        <p:nvSpPr>
          <p:cNvPr id="394" name="Google Shape;394;p13"/>
          <p:cNvSpPr txBox="1">
            <a:spLocks noGrp="1"/>
          </p:cNvSpPr>
          <p:nvPr>
            <p:ph type="subTitle" idx="14"/>
          </p:nvPr>
        </p:nvSpPr>
        <p:spPr>
          <a:xfrm>
            <a:off x="4493876" y="3031576"/>
            <a:ext cx="1938300" cy="52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395" name="Google Shape;395;p13"/>
          <p:cNvSpPr txBox="1">
            <a:spLocks noGrp="1"/>
          </p:cNvSpPr>
          <p:nvPr>
            <p:ph type="title" idx="15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haya Libr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haya Libre"/>
              <a:buNone/>
              <a:defRPr sz="3500">
                <a:solidFill>
                  <a:schemeClr val="dk1"/>
                </a:solidFill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haya Libre"/>
              <a:buNone/>
              <a:defRPr sz="3500">
                <a:solidFill>
                  <a:schemeClr val="dk1"/>
                </a:solidFill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haya Libre"/>
              <a:buNone/>
              <a:defRPr sz="3500">
                <a:solidFill>
                  <a:schemeClr val="dk1"/>
                </a:solidFill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haya Libre"/>
              <a:buNone/>
              <a:defRPr sz="3500">
                <a:solidFill>
                  <a:schemeClr val="dk1"/>
                </a:solidFill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haya Libre"/>
              <a:buNone/>
              <a:defRPr sz="3500">
                <a:solidFill>
                  <a:schemeClr val="dk1"/>
                </a:solidFill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haya Libre"/>
              <a:buNone/>
              <a:defRPr sz="3500">
                <a:solidFill>
                  <a:schemeClr val="dk1"/>
                </a:solidFill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haya Libre"/>
              <a:buNone/>
              <a:defRPr sz="3500">
                <a:solidFill>
                  <a:schemeClr val="dk1"/>
                </a:solidFill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haya Libre"/>
              <a:buNone/>
              <a:defRPr sz="3500">
                <a:solidFill>
                  <a:schemeClr val="dk1"/>
                </a:solidFill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>
            <a:endParaRPr/>
          </a:p>
        </p:txBody>
      </p:sp>
      <p:sp>
        <p:nvSpPr>
          <p:cNvPr id="396" name="Google Shape;396;p13"/>
          <p:cNvSpPr/>
          <p:nvPr/>
        </p:nvSpPr>
        <p:spPr>
          <a:xfrm>
            <a:off x="-83800" y="3912100"/>
            <a:ext cx="5820894" cy="988500"/>
          </a:xfrm>
          <a:custGeom>
            <a:avLst/>
            <a:gdLst/>
            <a:ahLst/>
            <a:cxnLst/>
            <a:rect l="l" t="t" r="r" b="b"/>
            <a:pathLst>
              <a:path w="154739" h="39540" extrusionOk="0">
                <a:moveTo>
                  <a:pt x="0" y="4425"/>
                </a:moveTo>
                <a:lnTo>
                  <a:pt x="4107" y="39539"/>
                </a:lnTo>
                <a:lnTo>
                  <a:pt x="154739" y="39539"/>
                </a:lnTo>
                <a:cubicBezTo>
                  <a:pt x="154739" y="39539"/>
                  <a:pt x="149325" y="38270"/>
                  <a:pt x="145535" y="37019"/>
                </a:cubicBezTo>
                <a:lnTo>
                  <a:pt x="145535" y="37019"/>
                </a:lnTo>
                <a:cubicBezTo>
                  <a:pt x="141727" y="35750"/>
                  <a:pt x="124963" y="31643"/>
                  <a:pt x="114939" y="31643"/>
                </a:cubicBezTo>
                <a:lnTo>
                  <a:pt x="114939" y="31643"/>
                </a:lnTo>
                <a:cubicBezTo>
                  <a:pt x="104914" y="31643"/>
                  <a:pt x="100602" y="27835"/>
                  <a:pt x="94404" y="23093"/>
                </a:cubicBezTo>
                <a:lnTo>
                  <a:pt x="94404" y="23093"/>
                </a:lnTo>
                <a:cubicBezTo>
                  <a:pt x="88206" y="18351"/>
                  <a:pt x="81318" y="13610"/>
                  <a:pt x="73496" y="13292"/>
                </a:cubicBezTo>
                <a:lnTo>
                  <a:pt x="73496" y="13292"/>
                </a:lnTo>
                <a:cubicBezTo>
                  <a:pt x="65693" y="12975"/>
                  <a:pt x="68343" y="12023"/>
                  <a:pt x="62650" y="8849"/>
                </a:cubicBezTo>
                <a:lnTo>
                  <a:pt x="62650" y="8849"/>
                </a:lnTo>
                <a:cubicBezTo>
                  <a:pt x="56956" y="5694"/>
                  <a:pt x="49993" y="6647"/>
                  <a:pt x="45867" y="6329"/>
                </a:cubicBezTo>
                <a:lnTo>
                  <a:pt x="45867" y="6329"/>
                </a:lnTo>
                <a:cubicBezTo>
                  <a:pt x="41760" y="6012"/>
                  <a:pt x="33546" y="1"/>
                  <a:pt x="21898" y="1"/>
                </a:cubicBezTo>
                <a:lnTo>
                  <a:pt x="21898" y="1"/>
                </a:lnTo>
                <a:cubicBezTo>
                  <a:pt x="10267" y="1"/>
                  <a:pt x="0" y="4425"/>
                  <a:pt x="0" y="4425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13"/>
          <p:cNvSpPr/>
          <p:nvPr/>
        </p:nvSpPr>
        <p:spPr>
          <a:xfrm>
            <a:off x="-83800" y="4182800"/>
            <a:ext cx="4226815" cy="717800"/>
          </a:xfrm>
          <a:custGeom>
            <a:avLst/>
            <a:gdLst/>
            <a:ahLst/>
            <a:cxnLst/>
            <a:rect l="l" t="t" r="r" b="b"/>
            <a:pathLst>
              <a:path w="112363" h="28712" extrusionOk="0">
                <a:moveTo>
                  <a:pt x="0" y="3211"/>
                </a:moveTo>
                <a:cubicBezTo>
                  <a:pt x="0" y="3211"/>
                  <a:pt x="7467" y="0"/>
                  <a:pt x="15905" y="0"/>
                </a:cubicBezTo>
                <a:cubicBezTo>
                  <a:pt x="24362" y="0"/>
                  <a:pt x="30336" y="4368"/>
                  <a:pt x="33322" y="4592"/>
                </a:cubicBezTo>
                <a:cubicBezTo>
                  <a:pt x="36309" y="4816"/>
                  <a:pt x="41350" y="4144"/>
                  <a:pt x="45494" y="6441"/>
                </a:cubicBezTo>
                <a:cubicBezTo>
                  <a:pt x="49619" y="8737"/>
                  <a:pt x="47697" y="9427"/>
                  <a:pt x="53372" y="9651"/>
                </a:cubicBezTo>
                <a:cubicBezTo>
                  <a:pt x="59047" y="9875"/>
                  <a:pt x="64050" y="13329"/>
                  <a:pt x="68549" y="16764"/>
                </a:cubicBezTo>
                <a:cubicBezTo>
                  <a:pt x="73048" y="20217"/>
                  <a:pt x="76184" y="22980"/>
                  <a:pt x="83464" y="22980"/>
                </a:cubicBezTo>
                <a:cubicBezTo>
                  <a:pt x="90745" y="22980"/>
                  <a:pt x="102916" y="25967"/>
                  <a:pt x="105679" y="26882"/>
                </a:cubicBezTo>
                <a:cubicBezTo>
                  <a:pt x="108442" y="27797"/>
                  <a:pt x="112362" y="28711"/>
                  <a:pt x="112362" y="28711"/>
                </a:cubicBezTo>
                <a:lnTo>
                  <a:pt x="2987" y="2871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13"/>
          <p:cNvSpPr/>
          <p:nvPr/>
        </p:nvSpPr>
        <p:spPr>
          <a:xfrm>
            <a:off x="-277150" y="4902900"/>
            <a:ext cx="8483374" cy="709400"/>
          </a:xfrm>
          <a:custGeom>
            <a:avLst/>
            <a:gdLst/>
            <a:ahLst/>
            <a:cxnLst/>
            <a:rect l="l" t="t" r="r" b="b"/>
            <a:pathLst>
              <a:path w="220376" h="28376" extrusionOk="0">
                <a:moveTo>
                  <a:pt x="0" y="25202"/>
                </a:moveTo>
                <a:cubicBezTo>
                  <a:pt x="0" y="25202"/>
                  <a:pt x="14617" y="28376"/>
                  <a:pt x="31194" y="28376"/>
                </a:cubicBezTo>
                <a:cubicBezTo>
                  <a:pt x="47771" y="28376"/>
                  <a:pt x="59476" y="24064"/>
                  <a:pt x="65338" y="23840"/>
                </a:cubicBezTo>
                <a:cubicBezTo>
                  <a:pt x="71200" y="23616"/>
                  <a:pt x="81112" y="24288"/>
                  <a:pt x="89214" y="22010"/>
                </a:cubicBezTo>
                <a:cubicBezTo>
                  <a:pt x="97316" y="19751"/>
                  <a:pt x="93564" y="19061"/>
                  <a:pt x="104671" y="18837"/>
                </a:cubicBezTo>
                <a:cubicBezTo>
                  <a:pt x="115797" y="18613"/>
                  <a:pt x="125635" y="15215"/>
                  <a:pt x="134447" y="11799"/>
                </a:cubicBezTo>
                <a:cubicBezTo>
                  <a:pt x="143277" y="8401"/>
                  <a:pt x="149400" y="5676"/>
                  <a:pt x="163699" y="5676"/>
                </a:cubicBezTo>
                <a:cubicBezTo>
                  <a:pt x="177980" y="5676"/>
                  <a:pt x="201856" y="2726"/>
                  <a:pt x="207251" y="1811"/>
                </a:cubicBezTo>
                <a:cubicBezTo>
                  <a:pt x="212665" y="897"/>
                  <a:pt x="220375" y="1"/>
                  <a:pt x="220375" y="1"/>
                </a:cubicBezTo>
                <a:lnTo>
                  <a:pt x="5862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13"/>
          <p:cNvSpPr/>
          <p:nvPr/>
        </p:nvSpPr>
        <p:spPr>
          <a:xfrm>
            <a:off x="5541063" y="4853100"/>
            <a:ext cx="610000" cy="361725"/>
          </a:xfrm>
          <a:custGeom>
            <a:avLst/>
            <a:gdLst/>
            <a:ahLst/>
            <a:cxnLst/>
            <a:rect l="l" t="t" r="r" b="b"/>
            <a:pathLst>
              <a:path w="24400" h="14469" extrusionOk="0">
                <a:moveTo>
                  <a:pt x="3025" y="10287"/>
                </a:moveTo>
                <a:cubicBezTo>
                  <a:pt x="355" y="7841"/>
                  <a:pt x="0" y="14468"/>
                  <a:pt x="0" y="14468"/>
                </a:cubicBezTo>
                <a:lnTo>
                  <a:pt x="0" y="14468"/>
                </a:lnTo>
                <a:lnTo>
                  <a:pt x="23634" y="14095"/>
                </a:lnTo>
                <a:cubicBezTo>
                  <a:pt x="23634" y="14095"/>
                  <a:pt x="24399" y="8439"/>
                  <a:pt x="22962" y="9988"/>
                </a:cubicBezTo>
                <a:lnTo>
                  <a:pt x="22962" y="9988"/>
                </a:lnTo>
                <a:cubicBezTo>
                  <a:pt x="21525" y="11519"/>
                  <a:pt x="20759" y="11724"/>
                  <a:pt x="20759" y="8215"/>
                </a:cubicBezTo>
                <a:lnTo>
                  <a:pt x="20759" y="8215"/>
                </a:lnTo>
                <a:cubicBezTo>
                  <a:pt x="20759" y="4686"/>
                  <a:pt x="18314" y="5153"/>
                  <a:pt x="16970" y="7599"/>
                </a:cubicBezTo>
                <a:lnTo>
                  <a:pt x="16970" y="7599"/>
                </a:lnTo>
                <a:cubicBezTo>
                  <a:pt x="15607" y="10044"/>
                  <a:pt x="17623" y="4070"/>
                  <a:pt x="14449" y="3118"/>
                </a:cubicBezTo>
                <a:lnTo>
                  <a:pt x="14449" y="3118"/>
                </a:lnTo>
                <a:cubicBezTo>
                  <a:pt x="12620" y="2577"/>
                  <a:pt x="11967" y="4089"/>
                  <a:pt x="11556" y="5601"/>
                </a:cubicBezTo>
                <a:lnTo>
                  <a:pt x="11556" y="5601"/>
                </a:lnTo>
                <a:cubicBezTo>
                  <a:pt x="11201" y="6908"/>
                  <a:pt x="11052" y="8215"/>
                  <a:pt x="10548" y="8215"/>
                </a:cubicBezTo>
                <a:lnTo>
                  <a:pt x="10548" y="8215"/>
                </a:lnTo>
                <a:cubicBezTo>
                  <a:pt x="7748" y="8121"/>
                  <a:pt x="12172" y="1"/>
                  <a:pt x="7598" y="1"/>
                </a:cubicBezTo>
                <a:lnTo>
                  <a:pt x="7598" y="1"/>
                </a:lnTo>
                <a:cubicBezTo>
                  <a:pt x="1008" y="1"/>
                  <a:pt x="5694" y="12751"/>
                  <a:pt x="3025" y="10287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0" name="Google Shape;400;p13"/>
          <p:cNvGrpSpPr/>
          <p:nvPr/>
        </p:nvGrpSpPr>
        <p:grpSpPr>
          <a:xfrm>
            <a:off x="-139125" y="3868275"/>
            <a:ext cx="9194843" cy="559600"/>
            <a:chOff x="-139125" y="3868275"/>
            <a:chExt cx="9194843" cy="559600"/>
          </a:xfrm>
        </p:grpSpPr>
        <p:sp>
          <p:nvSpPr>
            <p:cNvPr id="401" name="Google Shape;401;p13"/>
            <p:cNvSpPr/>
            <p:nvPr/>
          </p:nvSpPr>
          <p:spPr>
            <a:xfrm>
              <a:off x="-139125" y="3868275"/>
              <a:ext cx="9194843" cy="351450"/>
            </a:xfrm>
            <a:custGeom>
              <a:avLst/>
              <a:gdLst/>
              <a:ahLst/>
              <a:cxnLst/>
              <a:rect l="l" t="t" r="r" b="b"/>
              <a:pathLst>
                <a:path w="219946" h="14058" extrusionOk="0">
                  <a:moveTo>
                    <a:pt x="0" y="12956"/>
                  </a:moveTo>
                  <a:lnTo>
                    <a:pt x="0" y="14058"/>
                  </a:lnTo>
                  <a:lnTo>
                    <a:pt x="219946" y="1102"/>
                  </a:lnTo>
                  <a:lnTo>
                    <a:pt x="2199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3"/>
            <p:cNvSpPr/>
            <p:nvPr/>
          </p:nvSpPr>
          <p:spPr>
            <a:xfrm>
              <a:off x="125427" y="4182825"/>
              <a:ext cx="34406" cy="245050"/>
            </a:xfrm>
            <a:custGeom>
              <a:avLst/>
              <a:gdLst/>
              <a:ahLst/>
              <a:cxnLst/>
              <a:rect l="l" t="t" r="r" b="b"/>
              <a:pathLst>
                <a:path w="823" h="9802" extrusionOk="0">
                  <a:moveTo>
                    <a:pt x="1" y="9802"/>
                  </a:moveTo>
                  <a:lnTo>
                    <a:pt x="822" y="9802"/>
                  </a:lnTo>
                  <a:lnTo>
                    <a:pt x="82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3"/>
            <p:cNvSpPr/>
            <p:nvPr/>
          </p:nvSpPr>
          <p:spPr>
            <a:xfrm>
              <a:off x="336927" y="4176300"/>
              <a:ext cx="34406" cy="244575"/>
            </a:xfrm>
            <a:custGeom>
              <a:avLst/>
              <a:gdLst/>
              <a:ahLst/>
              <a:cxnLst/>
              <a:rect l="l" t="t" r="r" b="b"/>
              <a:pathLst>
                <a:path w="823" h="9783" extrusionOk="0">
                  <a:moveTo>
                    <a:pt x="1" y="9783"/>
                  </a:moveTo>
                  <a:lnTo>
                    <a:pt x="822" y="9783"/>
                  </a:lnTo>
                  <a:lnTo>
                    <a:pt x="82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3"/>
            <p:cNvSpPr/>
            <p:nvPr/>
          </p:nvSpPr>
          <p:spPr>
            <a:xfrm>
              <a:off x="548427" y="4169300"/>
              <a:ext cx="33611" cy="245050"/>
            </a:xfrm>
            <a:custGeom>
              <a:avLst/>
              <a:gdLst/>
              <a:ahLst/>
              <a:cxnLst/>
              <a:rect l="l" t="t" r="r" b="b"/>
              <a:pathLst>
                <a:path w="804" h="9802" extrusionOk="0">
                  <a:moveTo>
                    <a:pt x="1" y="9801"/>
                  </a:moveTo>
                  <a:lnTo>
                    <a:pt x="803" y="9801"/>
                  </a:lnTo>
                  <a:lnTo>
                    <a:pt x="803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3"/>
            <p:cNvSpPr/>
            <p:nvPr/>
          </p:nvSpPr>
          <p:spPr>
            <a:xfrm>
              <a:off x="759174" y="4162300"/>
              <a:ext cx="34364" cy="245050"/>
            </a:xfrm>
            <a:custGeom>
              <a:avLst/>
              <a:gdLst/>
              <a:ahLst/>
              <a:cxnLst/>
              <a:rect l="l" t="t" r="r" b="b"/>
              <a:pathLst>
                <a:path w="822" h="9802" extrusionOk="0">
                  <a:moveTo>
                    <a:pt x="0" y="9801"/>
                  </a:moveTo>
                  <a:lnTo>
                    <a:pt x="821" y="9801"/>
                  </a:lnTo>
                  <a:lnTo>
                    <a:pt x="821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3"/>
            <p:cNvSpPr/>
            <p:nvPr/>
          </p:nvSpPr>
          <p:spPr>
            <a:xfrm>
              <a:off x="970673" y="4155300"/>
              <a:ext cx="34364" cy="245050"/>
            </a:xfrm>
            <a:custGeom>
              <a:avLst/>
              <a:gdLst/>
              <a:ahLst/>
              <a:cxnLst/>
              <a:rect l="l" t="t" r="r" b="b"/>
              <a:pathLst>
                <a:path w="822" h="9802" extrusionOk="0">
                  <a:moveTo>
                    <a:pt x="0" y="9801"/>
                  </a:moveTo>
                  <a:lnTo>
                    <a:pt x="821" y="9801"/>
                  </a:lnTo>
                  <a:lnTo>
                    <a:pt x="821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3"/>
            <p:cNvSpPr/>
            <p:nvPr/>
          </p:nvSpPr>
          <p:spPr>
            <a:xfrm>
              <a:off x="1182173" y="4148775"/>
              <a:ext cx="34364" cy="244575"/>
            </a:xfrm>
            <a:custGeom>
              <a:avLst/>
              <a:gdLst/>
              <a:ahLst/>
              <a:cxnLst/>
              <a:rect l="l" t="t" r="r" b="b"/>
              <a:pathLst>
                <a:path w="822" h="9783" extrusionOk="0">
                  <a:moveTo>
                    <a:pt x="0" y="9782"/>
                  </a:moveTo>
                  <a:lnTo>
                    <a:pt x="821" y="9782"/>
                  </a:lnTo>
                  <a:lnTo>
                    <a:pt x="82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3"/>
            <p:cNvSpPr/>
            <p:nvPr/>
          </p:nvSpPr>
          <p:spPr>
            <a:xfrm>
              <a:off x="1393673" y="4141775"/>
              <a:ext cx="34364" cy="245025"/>
            </a:xfrm>
            <a:custGeom>
              <a:avLst/>
              <a:gdLst/>
              <a:ahLst/>
              <a:cxnLst/>
              <a:rect l="l" t="t" r="r" b="b"/>
              <a:pathLst>
                <a:path w="822" h="9801" extrusionOk="0">
                  <a:moveTo>
                    <a:pt x="0" y="9801"/>
                  </a:moveTo>
                  <a:lnTo>
                    <a:pt x="821" y="9801"/>
                  </a:lnTo>
                  <a:lnTo>
                    <a:pt x="82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3"/>
            <p:cNvSpPr/>
            <p:nvPr/>
          </p:nvSpPr>
          <p:spPr>
            <a:xfrm>
              <a:off x="1605172" y="4134775"/>
              <a:ext cx="34364" cy="245025"/>
            </a:xfrm>
            <a:custGeom>
              <a:avLst/>
              <a:gdLst/>
              <a:ahLst/>
              <a:cxnLst/>
              <a:rect l="l" t="t" r="r" b="b"/>
              <a:pathLst>
                <a:path w="822" h="9801" extrusionOk="0">
                  <a:moveTo>
                    <a:pt x="0" y="9801"/>
                  </a:moveTo>
                  <a:lnTo>
                    <a:pt x="821" y="9801"/>
                  </a:lnTo>
                  <a:lnTo>
                    <a:pt x="82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3"/>
            <p:cNvSpPr/>
            <p:nvPr/>
          </p:nvSpPr>
          <p:spPr>
            <a:xfrm>
              <a:off x="1816672" y="4127775"/>
              <a:ext cx="33569" cy="245025"/>
            </a:xfrm>
            <a:custGeom>
              <a:avLst/>
              <a:gdLst/>
              <a:ahLst/>
              <a:cxnLst/>
              <a:rect l="l" t="t" r="r" b="b"/>
              <a:pathLst>
                <a:path w="803" h="9801" extrusionOk="0">
                  <a:moveTo>
                    <a:pt x="0" y="9801"/>
                  </a:moveTo>
                  <a:lnTo>
                    <a:pt x="803" y="9801"/>
                  </a:lnTo>
                  <a:lnTo>
                    <a:pt x="8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13"/>
            <p:cNvSpPr/>
            <p:nvPr/>
          </p:nvSpPr>
          <p:spPr>
            <a:xfrm>
              <a:off x="2027377" y="4121225"/>
              <a:ext cx="34364" cy="244575"/>
            </a:xfrm>
            <a:custGeom>
              <a:avLst/>
              <a:gdLst/>
              <a:ahLst/>
              <a:cxnLst/>
              <a:rect l="l" t="t" r="r" b="b"/>
              <a:pathLst>
                <a:path w="822" h="9783" extrusionOk="0">
                  <a:moveTo>
                    <a:pt x="0" y="9783"/>
                  </a:moveTo>
                  <a:lnTo>
                    <a:pt x="822" y="9783"/>
                  </a:lnTo>
                  <a:lnTo>
                    <a:pt x="822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13"/>
            <p:cNvSpPr/>
            <p:nvPr/>
          </p:nvSpPr>
          <p:spPr>
            <a:xfrm>
              <a:off x="2238877" y="4114225"/>
              <a:ext cx="34364" cy="245050"/>
            </a:xfrm>
            <a:custGeom>
              <a:avLst/>
              <a:gdLst/>
              <a:ahLst/>
              <a:cxnLst/>
              <a:rect l="l" t="t" r="r" b="b"/>
              <a:pathLst>
                <a:path w="822" h="9802" extrusionOk="0">
                  <a:moveTo>
                    <a:pt x="0" y="9801"/>
                  </a:moveTo>
                  <a:lnTo>
                    <a:pt x="822" y="9801"/>
                  </a:lnTo>
                  <a:lnTo>
                    <a:pt x="822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13"/>
            <p:cNvSpPr/>
            <p:nvPr/>
          </p:nvSpPr>
          <p:spPr>
            <a:xfrm>
              <a:off x="2450377" y="4107225"/>
              <a:ext cx="34364" cy="245050"/>
            </a:xfrm>
            <a:custGeom>
              <a:avLst/>
              <a:gdLst/>
              <a:ahLst/>
              <a:cxnLst/>
              <a:rect l="l" t="t" r="r" b="b"/>
              <a:pathLst>
                <a:path w="822" h="9802" extrusionOk="0">
                  <a:moveTo>
                    <a:pt x="0" y="9801"/>
                  </a:moveTo>
                  <a:lnTo>
                    <a:pt x="822" y="9801"/>
                  </a:lnTo>
                  <a:lnTo>
                    <a:pt x="822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13"/>
            <p:cNvSpPr/>
            <p:nvPr/>
          </p:nvSpPr>
          <p:spPr>
            <a:xfrm>
              <a:off x="2661876" y="4100225"/>
              <a:ext cx="34364" cy="245050"/>
            </a:xfrm>
            <a:custGeom>
              <a:avLst/>
              <a:gdLst/>
              <a:ahLst/>
              <a:cxnLst/>
              <a:rect l="l" t="t" r="r" b="b"/>
              <a:pathLst>
                <a:path w="822" h="9802" extrusionOk="0">
                  <a:moveTo>
                    <a:pt x="0" y="9801"/>
                  </a:moveTo>
                  <a:lnTo>
                    <a:pt x="822" y="9801"/>
                  </a:lnTo>
                  <a:lnTo>
                    <a:pt x="822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13"/>
            <p:cNvSpPr/>
            <p:nvPr/>
          </p:nvSpPr>
          <p:spPr>
            <a:xfrm>
              <a:off x="2873376" y="4093700"/>
              <a:ext cx="34364" cy="244575"/>
            </a:xfrm>
            <a:custGeom>
              <a:avLst/>
              <a:gdLst/>
              <a:ahLst/>
              <a:cxnLst/>
              <a:rect l="l" t="t" r="r" b="b"/>
              <a:pathLst>
                <a:path w="822" h="9783" extrusionOk="0">
                  <a:moveTo>
                    <a:pt x="0" y="9782"/>
                  </a:moveTo>
                  <a:lnTo>
                    <a:pt x="822" y="9782"/>
                  </a:lnTo>
                  <a:lnTo>
                    <a:pt x="82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3"/>
            <p:cNvSpPr/>
            <p:nvPr/>
          </p:nvSpPr>
          <p:spPr>
            <a:xfrm>
              <a:off x="3084876" y="4086700"/>
              <a:ext cx="33611" cy="245050"/>
            </a:xfrm>
            <a:custGeom>
              <a:avLst/>
              <a:gdLst/>
              <a:ahLst/>
              <a:cxnLst/>
              <a:rect l="l" t="t" r="r" b="b"/>
              <a:pathLst>
                <a:path w="804" h="9802" extrusionOk="0">
                  <a:moveTo>
                    <a:pt x="0" y="9801"/>
                  </a:moveTo>
                  <a:lnTo>
                    <a:pt x="803" y="9801"/>
                  </a:lnTo>
                  <a:lnTo>
                    <a:pt x="8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13"/>
            <p:cNvSpPr/>
            <p:nvPr/>
          </p:nvSpPr>
          <p:spPr>
            <a:xfrm>
              <a:off x="3296375" y="4079700"/>
              <a:ext cx="33611" cy="245050"/>
            </a:xfrm>
            <a:custGeom>
              <a:avLst/>
              <a:gdLst/>
              <a:ahLst/>
              <a:cxnLst/>
              <a:rect l="l" t="t" r="r" b="b"/>
              <a:pathLst>
                <a:path w="804" h="9802" extrusionOk="0">
                  <a:moveTo>
                    <a:pt x="0" y="9801"/>
                  </a:moveTo>
                  <a:lnTo>
                    <a:pt x="803" y="9801"/>
                  </a:lnTo>
                  <a:lnTo>
                    <a:pt x="8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13"/>
            <p:cNvSpPr/>
            <p:nvPr/>
          </p:nvSpPr>
          <p:spPr>
            <a:xfrm>
              <a:off x="3507081" y="4072700"/>
              <a:ext cx="34406" cy="245025"/>
            </a:xfrm>
            <a:custGeom>
              <a:avLst/>
              <a:gdLst/>
              <a:ahLst/>
              <a:cxnLst/>
              <a:rect l="l" t="t" r="r" b="b"/>
              <a:pathLst>
                <a:path w="823" h="9801" extrusionOk="0">
                  <a:moveTo>
                    <a:pt x="1" y="9801"/>
                  </a:moveTo>
                  <a:lnTo>
                    <a:pt x="822" y="9801"/>
                  </a:lnTo>
                  <a:lnTo>
                    <a:pt x="822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13"/>
            <p:cNvSpPr/>
            <p:nvPr/>
          </p:nvSpPr>
          <p:spPr>
            <a:xfrm>
              <a:off x="3718580" y="4066175"/>
              <a:ext cx="34406" cy="244550"/>
            </a:xfrm>
            <a:custGeom>
              <a:avLst/>
              <a:gdLst/>
              <a:ahLst/>
              <a:cxnLst/>
              <a:rect l="l" t="t" r="r" b="b"/>
              <a:pathLst>
                <a:path w="823" h="9782" extrusionOk="0">
                  <a:moveTo>
                    <a:pt x="1" y="9782"/>
                  </a:moveTo>
                  <a:lnTo>
                    <a:pt x="822" y="9782"/>
                  </a:lnTo>
                  <a:lnTo>
                    <a:pt x="822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13"/>
            <p:cNvSpPr/>
            <p:nvPr/>
          </p:nvSpPr>
          <p:spPr>
            <a:xfrm>
              <a:off x="3930080" y="4059150"/>
              <a:ext cx="34406" cy="245050"/>
            </a:xfrm>
            <a:custGeom>
              <a:avLst/>
              <a:gdLst/>
              <a:ahLst/>
              <a:cxnLst/>
              <a:rect l="l" t="t" r="r" b="b"/>
              <a:pathLst>
                <a:path w="823" h="9802" extrusionOk="0">
                  <a:moveTo>
                    <a:pt x="1" y="9802"/>
                  </a:moveTo>
                  <a:lnTo>
                    <a:pt x="822" y="9802"/>
                  </a:lnTo>
                  <a:lnTo>
                    <a:pt x="82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13"/>
            <p:cNvSpPr/>
            <p:nvPr/>
          </p:nvSpPr>
          <p:spPr>
            <a:xfrm>
              <a:off x="4141580" y="4052150"/>
              <a:ext cx="34406" cy="245050"/>
            </a:xfrm>
            <a:custGeom>
              <a:avLst/>
              <a:gdLst/>
              <a:ahLst/>
              <a:cxnLst/>
              <a:rect l="l" t="t" r="r" b="b"/>
              <a:pathLst>
                <a:path w="823" h="9802" extrusionOk="0">
                  <a:moveTo>
                    <a:pt x="1" y="9802"/>
                  </a:moveTo>
                  <a:lnTo>
                    <a:pt x="822" y="9802"/>
                  </a:lnTo>
                  <a:lnTo>
                    <a:pt x="82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13"/>
            <p:cNvSpPr/>
            <p:nvPr/>
          </p:nvSpPr>
          <p:spPr>
            <a:xfrm>
              <a:off x="4353079" y="4045625"/>
              <a:ext cx="33611" cy="244575"/>
            </a:xfrm>
            <a:custGeom>
              <a:avLst/>
              <a:gdLst/>
              <a:ahLst/>
              <a:cxnLst/>
              <a:rect l="l" t="t" r="r" b="b"/>
              <a:pathLst>
                <a:path w="804" h="9783" extrusionOk="0">
                  <a:moveTo>
                    <a:pt x="1" y="9783"/>
                  </a:moveTo>
                  <a:lnTo>
                    <a:pt x="804" y="9783"/>
                  </a:lnTo>
                  <a:lnTo>
                    <a:pt x="804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13"/>
            <p:cNvSpPr/>
            <p:nvPr/>
          </p:nvSpPr>
          <p:spPr>
            <a:xfrm>
              <a:off x="4564579" y="4038625"/>
              <a:ext cx="33611" cy="244575"/>
            </a:xfrm>
            <a:custGeom>
              <a:avLst/>
              <a:gdLst/>
              <a:ahLst/>
              <a:cxnLst/>
              <a:rect l="l" t="t" r="r" b="b"/>
              <a:pathLst>
                <a:path w="804" h="9783" extrusionOk="0">
                  <a:moveTo>
                    <a:pt x="1" y="9783"/>
                  </a:moveTo>
                  <a:lnTo>
                    <a:pt x="804" y="9783"/>
                  </a:lnTo>
                  <a:lnTo>
                    <a:pt x="804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13"/>
            <p:cNvSpPr/>
            <p:nvPr/>
          </p:nvSpPr>
          <p:spPr>
            <a:xfrm>
              <a:off x="4775326" y="4031625"/>
              <a:ext cx="34364" cy="245050"/>
            </a:xfrm>
            <a:custGeom>
              <a:avLst/>
              <a:gdLst/>
              <a:ahLst/>
              <a:cxnLst/>
              <a:rect l="l" t="t" r="r" b="b"/>
              <a:pathLst>
                <a:path w="822" h="9802" extrusionOk="0">
                  <a:moveTo>
                    <a:pt x="0" y="9801"/>
                  </a:moveTo>
                  <a:lnTo>
                    <a:pt x="822" y="9801"/>
                  </a:lnTo>
                  <a:lnTo>
                    <a:pt x="822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13"/>
            <p:cNvSpPr/>
            <p:nvPr/>
          </p:nvSpPr>
          <p:spPr>
            <a:xfrm>
              <a:off x="4986826" y="4024625"/>
              <a:ext cx="34364" cy="245050"/>
            </a:xfrm>
            <a:custGeom>
              <a:avLst/>
              <a:gdLst/>
              <a:ahLst/>
              <a:cxnLst/>
              <a:rect l="l" t="t" r="r" b="b"/>
              <a:pathLst>
                <a:path w="822" h="9802" extrusionOk="0">
                  <a:moveTo>
                    <a:pt x="0" y="9801"/>
                  </a:moveTo>
                  <a:lnTo>
                    <a:pt x="822" y="9801"/>
                  </a:lnTo>
                  <a:lnTo>
                    <a:pt x="822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13"/>
            <p:cNvSpPr/>
            <p:nvPr/>
          </p:nvSpPr>
          <p:spPr>
            <a:xfrm>
              <a:off x="5198325" y="4018100"/>
              <a:ext cx="34364" cy="244575"/>
            </a:xfrm>
            <a:custGeom>
              <a:avLst/>
              <a:gdLst/>
              <a:ahLst/>
              <a:cxnLst/>
              <a:rect l="l" t="t" r="r" b="b"/>
              <a:pathLst>
                <a:path w="822" h="9783" extrusionOk="0">
                  <a:moveTo>
                    <a:pt x="0" y="9782"/>
                  </a:moveTo>
                  <a:lnTo>
                    <a:pt x="822" y="9782"/>
                  </a:lnTo>
                  <a:lnTo>
                    <a:pt x="82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13"/>
            <p:cNvSpPr/>
            <p:nvPr/>
          </p:nvSpPr>
          <p:spPr>
            <a:xfrm>
              <a:off x="5409825" y="4011100"/>
              <a:ext cx="34364" cy="245025"/>
            </a:xfrm>
            <a:custGeom>
              <a:avLst/>
              <a:gdLst/>
              <a:ahLst/>
              <a:cxnLst/>
              <a:rect l="l" t="t" r="r" b="b"/>
              <a:pathLst>
                <a:path w="822" h="9801" extrusionOk="0">
                  <a:moveTo>
                    <a:pt x="0" y="9801"/>
                  </a:moveTo>
                  <a:lnTo>
                    <a:pt x="822" y="9801"/>
                  </a:lnTo>
                  <a:lnTo>
                    <a:pt x="82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13"/>
            <p:cNvSpPr/>
            <p:nvPr/>
          </p:nvSpPr>
          <p:spPr>
            <a:xfrm>
              <a:off x="5621325" y="4004100"/>
              <a:ext cx="34364" cy="245025"/>
            </a:xfrm>
            <a:custGeom>
              <a:avLst/>
              <a:gdLst/>
              <a:ahLst/>
              <a:cxnLst/>
              <a:rect l="l" t="t" r="r" b="b"/>
              <a:pathLst>
                <a:path w="822" h="9801" extrusionOk="0">
                  <a:moveTo>
                    <a:pt x="0" y="9801"/>
                  </a:moveTo>
                  <a:lnTo>
                    <a:pt x="822" y="9801"/>
                  </a:lnTo>
                  <a:lnTo>
                    <a:pt x="82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13"/>
            <p:cNvSpPr/>
            <p:nvPr/>
          </p:nvSpPr>
          <p:spPr>
            <a:xfrm>
              <a:off x="5832824" y="3997100"/>
              <a:ext cx="33569" cy="245025"/>
            </a:xfrm>
            <a:custGeom>
              <a:avLst/>
              <a:gdLst/>
              <a:ahLst/>
              <a:cxnLst/>
              <a:rect l="l" t="t" r="r" b="b"/>
              <a:pathLst>
                <a:path w="803" h="9801" extrusionOk="0">
                  <a:moveTo>
                    <a:pt x="0" y="9801"/>
                  </a:moveTo>
                  <a:lnTo>
                    <a:pt x="803" y="9801"/>
                  </a:lnTo>
                  <a:lnTo>
                    <a:pt x="8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13"/>
            <p:cNvSpPr/>
            <p:nvPr/>
          </p:nvSpPr>
          <p:spPr>
            <a:xfrm>
              <a:off x="6043530" y="3990550"/>
              <a:ext cx="34364" cy="244575"/>
            </a:xfrm>
            <a:custGeom>
              <a:avLst/>
              <a:gdLst/>
              <a:ahLst/>
              <a:cxnLst/>
              <a:rect l="l" t="t" r="r" b="b"/>
              <a:pathLst>
                <a:path w="822" h="9783" extrusionOk="0">
                  <a:moveTo>
                    <a:pt x="1" y="9783"/>
                  </a:moveTo>
                  <a:lnTo>
                    <a:pt x="822" y="9783"/>
                  </a:lnTo>
                  <a:lnTo>
                    <a:pt x="82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13"/>
            <p:cNvSpPr/>
            <p:nvPr/>
          </p:nvSpPr>
          <p:spPr>
            <a:xfrm>
              <a:off x="6255029" y="3983550"/>
              <a:ext cx="34364" cy="245050"/>
            </a:xfrm>
            <a:custGeom>
              <a:avLst/>
              <a:gdLst/>
              <a:ahLst/>
              <a:cxnLst/>
              <a:rect l="l" t="t" r="r" b="b"/>
              <a:pathLst>
                <a:path w="822" h="9802" extrusionOk="0">
                  <a:moveTo>
                    <a:pt x="1" y="9801"/>
                  </a:moveTo>
                  <a:lnTo>
                    <a:pt x="822" y="9801"/>
                  </a:lnTo>
                  <a:lnTo>
                    <a:pt x="82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13"/>
            <p:cNvSpPr/>
            <p:nvPr/>
          </p:nvSpPr>
          <p:spPr>
            <a:xfrm>
              <a:off x="6466529" y="3976550"/>
              <a:ext cx="34364" cy="245050"/>
            </a:xfrm>
            <a:custGeom>
              <a:avLst/>
              <a:gdLst/>
              <a:ahLst/>
              <a:cxnLst/>
              <a:rect l="l" t="t" r="r" b="b"/>
              <a:pathLst>
                <a:path w="822" h="9802" extrusionOk="0">
                  <a:moveTo>
                    <a:pt x="1" y="9801"/>
                  </a:moveTo>
                  <a:lnTo>
                    <a:pt x="822" y="9801"/>
                  </a:lnTo>
                  <a:lnTo>
                    <a:pt x="82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13"/>
            <p:cNvSpPr/>
            <p:nvPr/>
          </p:nvSpPr>
          <p:spPr>
            <a:xfrm>
              <a:off x="6678029" y="3969550"/>
              <a:ext cx="34364" cy="245050"/>
            </a:xfrm>
            <a:custGeom>
              <a:avLst/>
              <a:gdLst/>
              <a:ahLst/>
              <a:cxnLst/>
              <a:rect l="l" t="t" r="r" b="b"/>
              <a:pathLst>
                <a:path w="822" h="9802" extrusionOk="0">
                  <a:moveTo>
                    <a:pt x="1" y="9801"/>
                  </a:moveTo>
                  <a:lnTo>
                    <a:pt x="822" y="9801"/>
                  </a:lnTo>
                  <a:lnTo>
                    <a:pt x="82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13"/>
            <p:cNvSpPr/>
            <p:nvPr/>
          </p:nvSpPr>
          <p:spPr>
            <a:xfrm>
              <a:off x="6889528" y="3963025"/>
              <a:ext cx="34364" cy="244575"/>
            </a:xfrm>
            <a:custGeom>
              <a:avLst/>
              <a:gdLst/>
              <a:ahLst/>
              <a:cxnLst/>
              <a:rect l="l" t="t" r="r" b="b"/>
              <a:pathLst>
                <a:path w="822" h="9783" extrusionOk="0">
                  <a:moveTo>
                    <a:pt x="1" y="9782"/>
                  </a:moveTo>
                  <a:lnTo>
                    <a:pt x="822" y="9782"/>
                  </a:lnTo>
                  <a:lnTo>
                    <a:pt x="822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13"/>
            <p:cNvSpPr/>
            <p:nvPr/>
          </p:nvSpPr>
          <p:spPr>
            <a:xfrm>
              <a:off x="7101028" y="3956025"/>
              <a:ext cx="33611" cy="245050"/>
            </a:xfrm>
            <a:custGeom>
              <a:avLst/>
              <a:gdLst/>
              <a:ahLst/>
              <a:cxnLst/>
              <a:rect l="l" t="t" r="r" b="b"/>
              <a:pathLst>
                <a:path w="804" h="9802" extrusionOk="0">
                  <a:moveTo>
                    <a:pt x="1" y="9801"/>
                  </a:moveTo>
                  <a:lnTo>
                    <a:pt x="803" y="9801"/>
                  </a:lnTo>
                  <a:lnTo>
                    <a:pt x="803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13"/>
            <p:cNvSpPr/>
            <p:nvPr/>
          </p:nvSpPr>
          <p:spPr>
            <a:xfrm>
              <a:off x="7311733" y="3949025"/>
              <a:ext cx="34406" cy="245050"/>
            </a:xfrm>
            <a:custGeom>
              <a:avLst/>
              <a:gdLst/>
              <a:ahLst/>
              <a:cxnLst/>
              <a:rect l="l" t="t" r="r" b="b"/>
              <a:pathLst>
                <a:path w="823" h="9802" extrusionOk="0">
                  <a:moveTo>
                    <a:pt x="1" y="9801"/>
                  </a:moveTo>
                  <a:lnTo>
                    <a:pt x="822" y="9801"/>
                  </a:lnTo>
                  <a:lnTo>
                    <a:pt x="822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13"/>
            <p:cNvSpPr/>
            <p:nvPr/>
          </p:nvSpPr>
          <p:spPr>
            <a:xfrm>
              <a:off x="7523233" y="3942025"/>
              <a:ext cx="34406" cy="245025"/>
            </a:xfrm>
            <a:custGeom>
              <a:avLst/>
              <a:gdLst/>
              <a:ahLst/>
              <a:cxnLst/>
              <a:rect l="l" t="t" r="r" b="b"/>
              <a:pathLst>
                <a:path w="823" h="9801" extrusionOk="0">
                  <a:moveTo>
                    <a:pt x="1" y="9801"/>
                  </a:moveTo>
                  <a:lnTo>
                    <a:pt x="822" y="9801"/>
                  </a:lnTo>
                  <a:lnTo>
                    <a:pt x="822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13"/>
            <p:cNvSpPr/>
            <p:nvPr/>
          </p:nvSpPr>
          <p:spPr>
            <a:xfrm>
              <a:off x="7734733" y="3935475"/>
              <a:ext cx="34406" cy="244575"/>
            </a:xfrm>
            <a:custGeom>
              <a:avLst/>
              <a:gdLst/>
              <a:ahLst/>
              <a:cxnLst/>
              <a:rect l="l" t="t" r="r" b="b"/>
              <a:pathLst>
                <a:path w="823" h="9783" extrusionOk="0">
                  <a:moveTo>
                    <a:pt x="1" y="9783"/>
                  </a:moveTo>
                  <a:lnTo>
                    <a:pt x="822" y="9783"/>
                  </a:lnTo>
                  <a:lnTo>
                    <a:pt x="82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13"/>
            <p:cNvSpPr/>
            <p:nvPr/>
          </p:nvSpPr>
          <p:spPr>
            <a:xfrm>
              <a:off x="7946232" y="3928475"/>
              <a:ext cx="34406" cy="245050"/>
            </a:xfrm>
            <a:custGeom>
              <a:avLst/>
              <a:gdLst/>
              <a:ahLst/>
              <a:cxnLst/>
              <a:rect l="l" t="t" r="r" b="b"/>
              <a:pathLst>
                <a:path w="823" h="9802" extrusionOk="0">
                  <a:moveTo>
                    <a:pt x="1" y="9802"/>
                  </a:moveTo>
                  <a:lnTo>
                    <a:pt x="822" y="9802"/>
                  </a:lnTo>
                  <a:lnTo>
                    <a:pt x="82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13"/>
            <p:cNvSpPr/>
            <p:nvPr/>
          </p:nvSpPr>
          <p:spPr>
            <a:xfrm>
              <a:off x="8157732" y="3921475"/>
              <a:ext cx="34406" cy="245050"/>
            </a:xfrm>
            <a:custGeom>
              <a:avLst/>
              <a:gdLst/>
              <a:ahLst/>
              <a:cxnLst/>
              <a:rect l="l" t="t" r="r" b="b"/>
              <a:pathLst>
                <a:path w="823" h="9802" extrusionOk="0">
                  <a:moveTo>
                    <a:pt x="1" y="9802"/>
                  </a:moveTo>
                  <a:lnTo>
                    <a:pt x="822" y="9802"/>
                  </a:lnTo>
                  <a:lnTo>
                    <a:pt x="82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13"/>
            <p:cNvSpPr/>
            <p:nvPr/>
          </p:nvSpPr>
          <p:spPr>
            <a:xfrm>
              <a:off x="8369232" y="3914475"/>
              <a:ext cx="33611" cy="245050"/>
            </a:xfrm>
            <a:custGeom>
              <a:avLst/>
              <a:gdLst/>
              <a:ahLst/>
              <a:cxnLst/>
              <a:rect l="l" t="t" r="r" b="b"/>
              <a:pathLst>
                <a:path w="804" h="9802" extrusionOk="0">
                  <a:moveTo>
                    <a:pt x="1" y="9802"/>
                  </a:moveTo>
                  <a:lnTo>
                    <a:pt x="804" y="9802"/>
                  </a:lnTo>
                  <a:lnTo>
                    <a:pt x="804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13"/>
            <p:cNvSpPr/>
            <p:nvPr/>
          </p:nvSpPr>
          <p:spPr>
            <a:xfrm>
              <a:off x="8580773" y="3907950"/>
              <a:ext cx="33569" cy="244575"/>
            </a:xfrm>
            <a:custGeom>
              <a:avLst/>
              <a:gdLst/>
              <a:ahLst/>
              <a:cxnLst/>
              <a:rect l="l" t="t" r="r" b="b"/>
              <a:pathLst>
                <a:path w="803" h="9783" extrusionOk="0">
                  <a:moveTo>
                    <a:pt x="0" y="9783"/>
                  </a:moveTo>
                  <a:lnTo>
                    <a:pt x="803" y="9783"/>
                  </a:lnTo>
                  <a:lnTo>
                    <a:pt x="803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3"/>
            <p:cNvSpPr/>
            <p:nvPr/>
          </p:nvSpPr>
          <p:spPr>
            <a:xfrm>
              <a:off x="8791478" y="3900950"/>
              <a:ext cx="34364" cy="245050"/>
            </a:xfrm>
            <a:custGeom>
              <a:avLst/>
              <a:gdLst/>
              <a:ahLst/>
              <a:cxnLst/>
              <a:rect l="l" t="t" r="r" b="b"/>
              <a:pathLst>
                <a:path w="822" h="9802" extrusionOk="0">
                  <a:moveTo>
                    <a:pt x="0" y="9801"/>
                  </a:moveTo>
                  <a:lnTo>
                    <a:pt x="822" y="9801"/>
                  </a:lnTo>
                  <a:lnTo>
                    <a:pt x="822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4" name="Google Shape;444;p13"/>
          <p:cNvSpPr/>
          <p:nvPr/>
        </p:nvSpPr>
        <p:spPr>
          <a:xfrm>
            <a:off x="5304438" y="4971650"/>
            <a:ext cx="382725" cy="250175"/>
          </a:xfrm>
          <a:custGeom>
            <a:avLst/>
            <a:gdLst/>
            <a:ahLst/>
            <a:cxnLst/>
            <a:rect l="l" t="t" r="r" b="b"/>
            <a:pathLst>
              <a:path w="15309" h="10007" extrusionOk="0">
                <a:moveTo>
                  <a:pt x="1905" y="7374"/>
                </a:moveTo>
                <a:cubicBezTo>
                  <a:pt x="225" y="5843"/>
                  <a:pt x="1" y="10006"/>
                  <a:pt x="1" y="10006"/>
                </a:cubicBezTo>
                <a:lnTo>
                  <a:pt x="1" y="10006"/>
                </a:lnTo>
                <a:lnTo>
                  <a:pt x="14823" y="9764"/>
                </a:lnTo>
                <a:cubicBezTo>
                  <a:pt x="14823" y="9764"/>
                  <a:pt x="15308" y="6217"/>
                  <a:pt x="14394" y="7188"/>
                </a:cubicBezTo>
                <a:lnTo>
                  <a:pt x="14394" y="7188"/>
                </a:lnTo>
                <a:cubicBezTo>
                  <a:pt x="13498" y="8158"/>
                  <a:pt x="13031" y="8289"/>
                  <a:pt x="13031" y="6067"/>
                </a:cubicBezTo>
                <a:lnTo>
                  <a:pt x="13031" y="6067"/>
                </a:lnTo>
                <a:cubicBezTo>
                  <a:pt x="13031" y="3865"/>
                  <a:pt x="11482" y="4163"/>
                  <a:pt x="10641" y="5694"/>
                </a:cubicBezTo>
                <a:lnTo>
                  <a:pt x="10641" y="5694"/>
                </a:lnTo>
                <a:cubicBezTo>
                  <a:pt x="9783" y="7225"/>
                  <a:pt x="11071" y="3286"/>
                  <a:pt x="9129" y="2558"/>
                </a:cubicBezTo>
                <a:lnTo>
                  <a:pt x="9129" y="2558"/>
                </a:lnTo>
                <a:cubicBezTo>
                  <a:pt x="7076" y="1792"/>
                  <a:pt x="7300" y="5955"/>
                  <a:pt x="6609" y="6067"/>
                </a:cubicBezTo>
                <a:lnTo>
                  <a:pt x="6609" y="6067"/>
                </a:lnTo>
                <a:cubicBezTo>
                  <a:pt x="4836" y="6385"/>
                  <a:pt x="8681" y="0"/>
                  <a:pt x="4574" y="0"/>
                </a:cubicBezTo>
                <a:lnTo>
                  <a:pt x="4574" y="0"/>
                </a:lnTo>
                <a:cubicBezTo>
                  <a:pt x="1588" y="0"/>
                  <a:pt x="3566" y="8924"/>
                  <a:pt x="1905" y="737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5" name="Google Shape;445;p13"/>
          <p:cNvGrpSpPr/>
          <p:nvPr/>
        </p:nvGrpSpPr>
        <p:grpSpPr>
          <a:xfrm>
            <a:off x="-83800" y="4015425"/>
            <a:ext cx="9221236" cy="1251522"/>
            <a:chOff x="-83800" y="4015425"/>
            <a:chExt cx="9221236" cy="1251522"/>
          </a:xfrm>
        </p:grpSpPr>
        <p:sp>
          <p:nvSpPr>
            <p:cNvPr id="446" name="Google Shape;446;p13"/>
            <p:cNvSpPr/>
            <p:nvPr/>
          </p:nvSpPr>
          <p:spPr>
            <a:xfrm>
              <a:off x="-83800" y="4015425"/>
              <a:ext cx="9221236" cy="548850"/>
            </a:xfrm>
            <a:custGeom>
              <a:avLst/>
              <a:gdLst/>
              <a:ahLst/>
              <a:cxnLst/>
              <a:rect l="l" t="t" r="r" b="b"/>
              <a:pathLst>
                <a:path w="219946" h="21954" extrusionOk="0">
                  <a:moveTo>
                    <a:pt x="0" y="12956"/>
                  </a:moveTo>
                  <a:lnTo>
                    <a:pt x="0" y="21954"/>
                  </a:lnTo>
                  <a:lnTo>
                    <a:pt x="219946" y="8998"/>
                  </a:lnTo>
                  <a:lnTo>
                    <a:pt x="2199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47" name="Google Shape;447;p13"/>
            <p:cNvGrpSpPr/>
            <p:nvPr/>
          </p:nvGrpSpPr>
          <p:grpSpPr>
            <a:xfrm>
              <a:off x="3379075" y="4293100"/>
              <a:ext cx="3484400" cy="973847"/>
              <a:chOff x="3379075" y="4293100"/>
              <a:chExt cx="3484400" cy="973847"/>
            </a:xfrm>
          </p:grpSpPr>
          <p:sp>
            <p:nvSpPr>
              <p:cNvPr id="448" name="Google Shape;448;p13"/>
              <p:cNvSpPr/>
              <p:nvPr/>
            </p:nvSpPr>
            <p:spPr>
              <a:xfrm>
                <a:off x="6638025" y="4293100"/>
                <a:ext cx="225450" cy="266525"/>
              </a:xfrm>
              <a:custGeom>
                <a:avLst/>
                <a:gdLst/>
                <a:ahLst/>
                <a:cxnLst/>
                <a:rect l="l" t="t" r="r" b="b"/>
                <a:pathLst>
                  <a:path w="9018" h="10661" extrusionOk="0">
                    <a:moveTo>
                      <a:pt x="1" y="10660"/>
                    </a:moveTo>
                    <a:lnTo>
                      <a:pt x="9017" y="10660"/>
                    </a:lnTo>
                    <a:lnTo>
                      <a:pt x="901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13"/>
              <p:cNvSpPr/>
              <p:nvPr/>
            </p:nvSpPr>
            <p:spPr>
              <a:xfrm>
                <a:off x="5628575" y="4293100"/>
                <a:ext cx="225425" cy="266525"/>
              </a:xfrm>
              <a:custGeom>
                <a:avLst/>
                <a:gdLst/>
                <a:ahLst/>
                <a:cxnLst/>
                <a:rect l="l" t="t" r="r" b="b"/>
                <a:pathLst>
                  <a:path w="9017" h="10661" extrusionOk="0">
                    <a:moveTo>
                      <a:pt x="0" y="10660"/>
                    </a:moveTo>
                    <a:lnTo>
                      <a:pt x="9017" y="10660"/>
                    </a:lnTo>
                    <a:lnTo>
                      <a:pt x="9017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450;p13"/>
              <p:cNvSpPr/>
              <p:nvPr/>
            </p:nvSpPr>
            <p:spPr>
              <a:xfrm>
                <a:off x="5700425" y="4473175"/>
                <a:ext cx="72850" cy="792553"/>
              </a:xfrm>
              <a:custGeom>
                <a:avLst/>
                <a:gdLst/>
                <a:ahLst/>
                <a:cxnLst/>
                <a:rect l="l" t="t" r="r" b="b"/>
                <a:pathLst>
                  <a:path w="2914" h="48780" extrusionOk="0">
                    <a:moveTo>
                      <a:pt x="1" y="48780"/>
                    </a:moveTo>
                    <a:lnTo>
                      <a:pt x="2913" y="48780"/>
                    </a:lnTo>
                    <a:lnTo>
                      <a:pt x="291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13"/>
              <p:cNvSpPr/>
              <p:nvPr/>
            </p:nvSpPr>
            <p:spPr>
              <a:xfrm>
                <a:off x="4520150" y="4293100"/>
                <a:ext cx="225450" cy="266525"/>
              </a:xfrm>
              <a:custGeom>
                <a:avLst/>
                <a:gdLst/>
                <a:ahLst/>
                <a:cxnLst/>
                <a:rect l="l" t="t" r="r" b="b"/>
                <a:pathLst>
                  <a:path w="9018" h="10661" extrusionOk="0">
                    <a:moveTo>
                      <a:pt x="1" y="10660"/>
                    </a:moveTo>
                    <a:lnTo>
                      <a:pt x="9017" y="10660"/>
                    </a:lnTo>
                    <a:lnTo>
                      <a:pt x="901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452;p13"/>
              <p:cNvSpPr/>
              <p:nvPr/>
            </p:nvSpPr>
            <p:spPr>
              <a:xfrm>
                <a:off x="4592025" y="4473175"/>
                <a:ext cx="72825" cy="792553"/>
              </a:xfrm>
              <a:custGeom>
                <a:avLst/>
                <a:gdLst/>
                <a:ahLst/>
                <a:cxnLst/>
                <a:rect l="l" t="t" r="r" b="b"/>
                <a:pathLst>
                  <a:path w="2913" h="48780" extrusionOk="0">
                    <a:moveTo>
                      <a:pt x="1" y="48780"/>
                    </a:moveTo>
                    <a:lnTo>
                      <a:pt x="2913" y="48780"/>
                    </a:lnTo>
                    <a:lnTo>
                      <a:pt x="291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13"/>
              <p:cNvSpPr/>
              <p:nvPr/>
            </p:nvSpPr>
            <p:spPr>
              <a:xfrm>
                <a:off x="3379075" y="4327650"/>
                <a:ext cx="225450" cy="262300"/>
              </a:xfrm>
              <a:custGeom>
                <a:avLst/>
                <a:gdLst/>
                <a:ahLst/>
                <a:cxnLst/>
                <a:rect l="l" t="t" r="r" b="b"/>
                <a:pathLst>
                  <a:path w="9018" h="10492" extrusionOk="0">
                    <a:moveTo>
                      <a:pt x="1" y="10492"/>
                    </a:moveTo>
                    <a:lnTo>
                      <a:pt x="9017" y="10492"/>
                    </a:lnTo>
                    <a:lnTo>
                      <a:pt x="9017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13"/>
              <p:cNvSpPr/>
              <p:nvPr/>
            </p:nvSpPr>
            <p:spPr>
              <a:xfrm>
                <a:off x="3450950" y="4494102"/>
                <a:ext cx="72825" cy="772845"/>
              </a:xfrm>
              <a:custGeom>
                <a:avLst/>
                <a:gdLst/>
                <a:ahLst/>
                <a:cxnLst/>
                <a:rect l="l" t="t" r="r" b="b"/>
                <a:pathLst>
                  <a:path w="2913" h="47567" extrusionOk="0">
                    <a:moveTo>
                      <a:pt x="1" y="47567"/>
                    </a:moveTo>
                    <a:lnTo>
                      <a:pt x="2913" y="47567"/>
                    </a:lnTo>
                    <a:lnTo>
                      <a:pt x="291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6"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6"/>
          <p:cNvSpPr txBox="1">
            <a:spLocks noGrp="1"/>
          </p:cNvSpPr>
          <p:nvPr>
            <p:ph type="title"/>
          </p:nvPr>
        </p:nvSpPr>
        <p:spPr>
          <a:xfrm>
            <a:off x="71327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7" name="Google Shape;497;p16"/>
          <p:cNvSpPr/>
          <p:nvPr/>
        </p:nvSpPr>
        <p:spPr>
          <a:xfrm>
            <a:off x="5978300" y="3576775"/>
            <a:ext cx="6828950" cy="1443150"/>
          </a:xfrm>
          <a:custGeom>
            <a:avLst/>
            <a:gdLst/>
            <a:ahLst/>
            <a:cxnLst/>
            <a:rect l="l" t="t" r="r" b="b"/>
            <a:pathLst>
              <a:path w="273158" h="57726" extrusionOk="0">
                <a:moveTo>
                  <a:pt x="119043" y="0"/>
                </a:moveTo>
                <a:cubicBezTo>
                  <a:pt x="118808" y="0"/>
                  <a:pt x="118606" y="15"/>
                  <a:pt x="118436" y="44"/>
                </a:cubicBezTo>
                <a:cubicBezTo>
                  <a:pt x="114815" y="687"/>
                  <a:pt x="1" y="57726"/>
                  <a:pt x="1" y="57726"/>
                </a:cubicBezTo>
                <a:lnTo>
                  <a:pt x="273157" y="57726"/>
                </a:lnTo>
                <a:cubicBezTo>
                  <a:pt x="273157" y="57726"/>
                  <a:pt x="133756" y="0"/>
                  <a:pt x="11904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16"/>
          <p:cNvSpPr/>
          <p:nvPr/>
        </p:nvSpPr>
        <p:spPr>
          <a:xfrm>
            <a:off x="3757675" y="4199100"/>
            <a:ext cx="4251675" cy="820825"/>
          </a:xfrm>
          <a:custGeom>
            <a:avLst/>
            <a:gdLst/>
            <a:ahLst/>
            <a:cxnLst/>
            <a:rect l="l" t="t" r="r" b="b"/>
            <a:pathLst>
              <a:path w="170067" h="32833" extrusionOk="0">
                <a:moveTo>
                  <a:pt x="74126" y="0"/>
                </a:moveTo>
                <a:cubicBezTo>
                  <a:pt x="73980" y="0"/>
                  <a:pt x="73854" y="9"/>
                  <a:pt x="73748" y="26"/>
                </a:cubicBezTo>
                <a:cubicBezTo>
                  <a:pt x="71475" y="386"/>
                  <a:pt x="0" y="32832"/>
                  <a:pt x="0" y="32832"/>
                </a:cubicBezTo>
                <a:lnTo>
                  <a:pt x="170067" y="32832"/>
                </a:lnTo>
                <a:cubicBezTo>
                  <a:pt x="170067" y="32832"/>
                  <a:pt x="83280" y="0"/>
                  <a:pt x="7412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16"/>
          <p:cNvSpPr/>
          <p:nvPr/>
        </p:nvSpPr>
        <p:spPr>
          <a:xfrm>
            <a:off x="-1555800" y="3963025"/>
            <a:ext cx="5473875" cy="1056900"/>
          </a:xfrm>
          <a:custGeom>
            <a:avLst/>
            <a:gdLst/>
            <a:ahLst/>
            <a:cxnLst/>
            <a:rect l="l" t="t" r="r" b="b"/>
            <a:pathLst>
              <a:path w="218955" h="42276" extrusionOk="0">
                <a:moveTo>
                  <a:pt x="95422" y="1"/>
                </a:moveTo>
                <a:cubicBezTo>
                  <a:pt x="95236" y="1"/>
                  <a:pt x="95075" y="11"/>
                  <a:pt x="94940" y="33"/>
                </a:cubicBezTo>
                <a:cubicBezTo>
                  <a:pt x="92024" y="503"/>
                  <a:pt x="0" y="42275"/>
                  <a:pt x="0" y="42275"/>
                </a:cubicBezTo>
                <a:lnTo>
                  <a:pt x="218955" y="42275"/>
                </a:lnTo>
                <a:cubicBezTo>
                  <a:pt x="218955" y="42275"/>
                  <a:pt x="107185" y="1"/>
                  <a:pt x="95422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0" name="Google Shape;500;p16"/>
          <p:cNvGrpSpPr/>
          <p:nvPr/>
        </p:nvGrpSpPr>
        <p:grpSpPr>
          <a:xfrm>
            <a:off x="-2311315" y="4713377"/>
            <a:ext cx="11543197" cy="859072"/>
            <a:chOff x="238675" y="2497700"/>
            <a:chExt cx="7138650" cy="531275"/>
          </a:xfrm>
        </p:grpSpPr>
        <p:sp>
          <p:nvSpPr>
            <p:cNvPr id="501" name="Google Shape;501;p16"/>
            <p:cNvSpPr/>
            <p:nvPr/>
          </p:nvSpPr>
          <p:spPr>
            <a:xfrm>
              <a:off x="238675" y="2497700"/>
              <a:ext cx="7138650" cy="41125"/>
            </a:xfrm>
            <a:custGeom>
              <a:avLst/>
              <a:gdLst/>
              <a:ahLst/>
              <a:cxnLst/>
              <a:rect l="l" t="t" r="r" b="b"/>
              <a:pathLst>
                <a:path w="285546" h="1645" extrusionOk="0">
                  <a:moveTo>
                    <a:pt x="1" y="1"/>
                  </a:moveTo>
                  <a:lnTo>
                    <a:pt x="1" y="1644"/>
                  </a:lnTo>
                  <a:lnTo>
                    <a:pt x="285545" y="1644"/>
                  </a:lnTo>
                  <a:lnTo>
                    <a:pt x="28554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16"/>
            <p:cNvSpPr/>
            <p:nvPr/>
          </p:nvSpPr>
          <p:spPr>
            <a:xfrm>
              <a:off x="238675" y="2565600"/>
              <a:ext cx="7138650" cy="463375"/>
            </a:xfrm>
            <a:custGeom>
              <a:avLst/>
              <a:gdLst/>
              <a:ahLst/>
              <a:cxnLst/>
              <a:rect l="l" t="t" r="r" b="b"/>
              <a:pathLst>
                <a:path w="285546" h="18535" extrusionOk="0">
                  <a:moveTo>
                    <a:pt x="1" y="1"/>
                  </a:moveTo>
                  <a:lnTo>
                    <a:pt x="1" y="18535"/>
                  </a:lnTo>
                  <a:lnTo>
                    <a:pt x="29057" y="18535"/>
                  </a:lnTo>
                  <a:cubicBezTo>
                    <a:pt x="29057" y="18444"/>
                    <a:pt x="29035" y="18352"/>
                    <a:pt x="29035" y="18238"/>
                  </a:cubicBezTo>
                  <a:lnTo>
                    <a:pt x="29035" y="6780"/>
                  </a:lnTo>
                  <a:cubicBezTo>
                    <a:pt x="29035" y="4178"/>
                    <a:pt x="31157" y="2055"/>
                    <a:pt x="33759" y="2055"/>
                  </a:cubicBezTo>
                  <a:cubicBezTo>
                    <a:pt x="36384" y="2055"/>
                    <a:pt x="38484" y="4178"/>
                    <a:pt x="38484" y="6780"/>
                  </a:cubicBezTo>
                  <a:lnTo>
                    <a:pt x="38484" y="18238"/>
                  </a:lnTo>
                  <a:cubicBezTo>
                    <a:pt x="38484" y="18352"/>
                    <a:pt x="38484" y="18444"/>
                    <a:pt x="38484" y="18535"/>
                  </a:cubicBezTo>
                  <a:lnTo>
                    <a:pt x="43666" y="18535"/>
                  </a:lnTo>
                  <a:cubicBezTo>
                    <a:pt x="43666" y="18444"/>
                    <a:pt x="43643" y="18352"/>
                    <a:pt x="43643" y="18238"/>
                  </a:cubicBezTo>
                  <a:lnTo>
                    <a:pt x="43643" y="6780"/>
                  </a:lnTo>
                  <a:cubicBezTo>
                    <a:pt x="43643" y="4178"/>
                    <a:pt x="45766" y="2055"/>
                    <a:pt x="48368" y="2055"/>
                  </a:cubicBezTo>
                  <a:cubicBezTo>
                    <a:pt x="50993" y="2055"/>
                    <a:pt x="53092" y="4178"/>
                    <a:pt x="53092" y="6780"/>
                  </a:cubicBezTo>
                  <a:lnTo>
                    <a:pt x="53092" y="18238"/>
                  </a:lnTo>
                  <a:cubicBezTo>
                    <a:pt x="53092" y="18352"/>
                    <a:pt x="53092" y="18444"/>
                    <a:pt x="53092" y="18535"/>
                  </a:cubicBezTo>
                  <a:lnTo>
                    <a:pt x="58274" y="18535"/>
                  </a:lnTo>
                  <a:cubicBezTo>
                    <a:pt x="58274" y="18444"/>
                    <a:pt x="58251" y="18352"/>
                    <a:pt x="58251" y="18238"/>
                  </a:cubicBezTo>
                  <a:lnTo>
                    <a:pt x="58251" y="6780"/>
                  </a:lnTo>
                  <a:cubicBezTo>
                    <a:pt x="58251" y="4178"/>
                    <a:pt x="60374" y="2055"/>
                    <a:pt x="62976" y="2055"/>
                  </a:cubicBezTo>
                  <a:cubicBezTo>
                    <a:pt x="65601" y="2055"/>
                    <a:pt x="67701" y="4178"/>
                    <a:pt x="67701" y="6780"/>
                  </a:cubicBezTo>
                  <a:lnTo>
                    <a:pt x="67701" y="18238"/>
                  </a:lnTo>
                  <a:cubicBezTo>
                    <a:pt x="67701" y="18352"/>
                    <a:pt x="67701" y="18444"/>
                    <a:pt x="67701" y="18535"/>
                  </a:cubicBezTo>
                  <a:lnTo>
                    <a:pt x="72882" y="18535"/>
                  </a:lnTo>
                  <a:cubicBezTo>
                    <a:pt x="72882" y="18444"/>
                    <a:pt x="72859" y="18352"/>
                    <a:pt x="72859" y="18238"/>
                  </a:cubicBezTo>
                  <a:lnTo>
                    <a:pt x="72859" y="6780"/>
                  </a:lnTo>
                  <a:cubicBezTo>
                    <a:pt x="72859" y="4178"/>
                    <a:pt x="74982" y="2055"/>
                    <a:pt x="77584" y="2055"/>
                  </a:cubicBezTo>
                  <a:cubicBezTo>
                    <a:pt x="80209" y="2055"/>
                    <a:pt x="82309" y="4178"/>
                    <a:pt x="82309" y="6780"/>
                  </a:cubicBezTo>
                  <a:lnTo>
                    <a:pt x="82309" y="18238"/>
                  </a:lnTo>
                  <a:cubicBezTo>
                    <a:pt x="82309" y="18352"/>
                    <a:pt x="82309" y="18444"/>
                    <a:pt x="82309" y="18535"/>
                  </a:cubicBezTo>
                  <a:lnTo>
                    <a:pt x="87490" y="18535"/>
                  </a:lnTo>
                  <a:cubicBezTo>
                    <a:pt x="87490" y="18444"/>
                    <a:pt x="87467" y="18352"/>
                    <a:pt x="87467" y="18238"/>
                  </a:cubicBezTo>
                  <a:lnTo>
                    <a:pt x="87467" y="6780"/>
                  </a:lnTo>
                  <a:cubicBezTo>
                    <a:pt x="87467" y="4178"/>
                    <a:pt x="89590" y="2055"/>
                    <a:pt x="92192" y="2055"/>
                  </a:cubicBezTo>
                  <a:cubicBezTo>
                    <a:pt x="94817" y="2055"/>
                    <a:pt x="96917" y="4178"/>
                    <a:pt x="96917" y="6780"/>
                  </a:cubicBezTo>
                  <a:lnTo>
                    <a:pt x="96917" y="18238"/>
                  </a:lnTo>
                  <a:cubicBezTo>
                    <a:pt x="96917" y="18352"/>
                    <a:pt x="96917" y="18444"/>
                    <a:pt x="96917" y="18535"/>
                  </a:cubicBezTo>
                  <a:lnTo>
                    <a:pt x="102098" y="18535"/>
                  </a:lnTo>
                  <a:cubicBezTo>
                    <a:pt x="102098" y="18444"/>
                    <a:pt x="102076" y="18352"/>
                    <a:pt x="102076" y="18238"/>
                  </a:cubicBezTo>
                  <a:lnTo>
                    <a:pt x="102076" y="6780"/>
                  </a:lnTo>
                  <a:cubicBezTo>
                    <a:pt x="102076" y="4178"/>
                    <a:pt x="104198" y="2055"/>
                    <a:pt x="106800" y="2055"/>
                  </a:cubicBezTo>
                  <a:cubicBezTo>
                    <a:pt x="109425" y="2055"/>
                    <a:pt x="111525" y="4178"/>
                    <a:pt x="111525" y="6780"/>
                  </a:cubicBezTo>
                  <a:lnTo>
                    <a:pt x="111525" y="18238"/>
                  </a:lnTo>
                  <a:cubicBezTo>
                    <a:pt x="111525" y="18352"/>
                    <a:pt x="111525" y="18444"/>
                    <a:pt x="111525" y="18535"/>
                  </a:cubicBezTo>
                  <a:lnTo>
                    <a:pt x="116707" y="18535"/>
                  </a:lnTo>
                  <a:cubicBezTo>
                    <a:pt x="116707" y="18444"/>
                    <a:pt x="116684" y="18352"/>
                    <a:pt x="116684" y="18238"/>
                  </a:cubicBezTo>
                  <a:lnTo>
                    <a:pt x="116684" y="6780"/>
                  </a:lnTo>
                  <a:cubicBezTo>
                    <a:pt x="116684" y="4178"/>
                    <a:pt x="118807" y="2055"/>
                    <a:pt x="121409" y="2055"/>
                  </a:cubicBezTo>
                  <a:cubicBezTo>
                    <a:pt x="124034" y="2055"/>
                    <a:pt x="126133" y="4178"/>
                    <a:pt x="126133" y="6780"/>
                  </a:cubicBezTo>
                  <a:lnTo>
                    <a:pt x="126133" y="18238"/>
                  </a:lnTo>
                  <a:cubicBezTo>
                    <a:pt x="126133" y="18352"/>
                    <a:pt x="126133" y="18444"/>
                    <a:pt x="126133" y="18535"/>
                  </a:cubicBezTo>
                  <a:lnTo>
                    <a:pt x="131315" y="18535"/>
                  </a:lnTo>
                  <a:cubicBezTo>
                    <a:pt x="131315" y="18444"/>
                    <a:pt x="131292" y="18352"/>
                    <a:pt x="131292" y="18238"/>
                  </a:cubicBezTo>
                  <a:lnTo>
                    <a:pt x="131292" y="6780"/>
                  </a:lnTo>
                  <a:cubicBezTo>
                    <a:pt x="131292" y="4178"/>
                    <a:pt x="133415" y="2055"/>
                    <a:pt x="136017" y="2055"/>
                  </a:cubicBezTo>
                  <a:cubicBezTo>
                    <a:pt x="138642" y="2055"/>
                    <a:pt x="140742" y="4178"/>
                    <a:pt x="140742" y="6780"/>
                  </a:cubicBezTo>
                  <a:lnTo>
                    <a:pt x="140742" y="18238"/>
                  </a:lnTo>
                  <a:cubicBezTo>
                    <a:pt x="140742" y="18352"/>
                    <a:pt x="140742" y="18444"/>
                    <a:pt x="140742" y="18535"/>
                  </a:cubicBezTo>
                  <a:lnTo>
                    <a:pt x="145923" y="18535"/>
                  </a:lnTo>
                  <a:cubicBezTo>
                    <a:pt x="145923" y="18444"/>
                    <a:pt x="145900" y="18352"/>
                    <a:pt x="145900" y="18238"/>
                  </a:cubicBezTo>
                  <a:lnTo>
                    <a:pt x="145900" y="6780"/>
                  </a:lnTo>
                  <a:cubicBezTo>
                    <a:pt x="145900" y="4178"/>
                    <a:pt x="148023" y="2055"/>
                    <a:pt x="150625" y="2055"/>
                  </a:cubicBezTo>
                  <a:cubicBezTo>
                    <a:pt x="153250" y="2055"/>
                    <a:pt x="155350" y="4178"/>
                    <a:pt x="155350" y="6780"/>
                  </a:cubicBezTo>
                  <a:lnTo>
                    <a:pt x="155350" y="18238"/>
                  </a:lnTo>
                  <a:cubicBezTo>
                    <a:pt x="155350" y="18352"/>
                    <a:pt x="155350" y="18444"/>
                    <a:pt x="155350" y="18535"/>
                  </a:cubicBezTo>
                  <a:lnTo>
                    <a:pt x="160531" y="18535"/>
                  </a:lnTo>
                  <a:cubicBezTo>
                    <a:pt x="160531" y="18444"/>
                    <a:pt x="160508" y="18352"/>
                    <a:pt x="160508" y="18238"/>
                  </a:cubicBezTo>
                  <a:lnTo>
                    <a:pt x="160508" y="6780"/>
                  </a:lnTo>
                  <a:cubicBezTo>
                    <a:pt x="160508" y="4178"/>
                    <a:pt x="162631" y="2055"/>
                    <a:pt x="165233" y="2055"/>
                  </a:cubicBezTo>
                  <a:cubicBezTo>
                    <a:pt x="167858" y="2055"/>
                    <a:pt x="169958" y="4178"/>
                    <a:pt x="169958" y="6780"/>
                  </a:cubicBezTo>
                  <a:lnTo>
                    <a:pt x="169958" y="18238"/>
                  </a:lnTo>
                  <a:cubicBezTo>
                    <a:pt x="169958" y="18352"/>
                    <a:pt x="169958" y="18444"/>
                    <a:pt x="169958" y="18535"/>
                  </a:cubicBezTo>
                  <a:lnTo>
                    <a:pt x="175139" y="18535"/>
                  </a:lnTo>
                  <a:cubicBezTo>
                    <a:pt x="175139" y="18444"/>
                    <a:pt x="175117" y="18352"/>
                    <a:pt x="175117" y="18238"/>
                  </a:cubicBezTo>
                  <a:lnTo>
                    <a:pt x="175117" y="6780"/>
                  </a:lnTo>
                  <a:cubicBezTo>
                    <a:pt x="175117" y="4178"/>
                    <a:pt x="177239" y="2055"/>
                    <a:pt x="179841" y="2055"/>
                  </a:cubicBezTo>
                  <a:cubicBezTo>
                    <a:pt x="182466" y="2055"/>
                    <a:pt x="184566" y="4178"/>
                    <a:pt x="184566" y="6780"/>
                  </a:cubicBezTo>
                  <a:lnTo>
                    <a:pt x="184566" y="18238"/>
                  </a:lnTo>
                  <a:cubicBezTo>
                    <a:pt x="184566" y="18352"/>
                    <a:pt x="184566" y="18444"/>
                    <a:pt x="184566" y="18535"/>
                  </a:cubicBezTo>
                  <a:lnTo>
                    <a:pt x="189748" y="18535"/>
                  </a:lnTo>
                  <a:cubicBezTo>
                    <a:pt x="189748" y="18444"/>
                    <a:pt x="189725" y="18352"/>
                    <a:pt x="189725" y="18238"/>
                  </a:cubicBezTo>
                  <a:lnTo>
                    <a:pt x="189725" y="6780"/>
                  </a:lnTo>
                  <a:cubicBezTo>
                    <a:pt x="189725" y="4178"/>
                    <a:pt x="191848" y="2055"/>
                    <a:pt x="194450" y="2055"/>
                  </a:cubicBezTo>
                  <a:cubicBezTo>
                    <a:pt x="197075" y="2055"/>
                    <a:pt x="199174" y="4178"/>
                    <a:pt x="199174" y="6780"/>
                  </a:cubicBezTo>
                  <a:lnTo>
                    <a:pt x="199174" y="18238"/>
                  </a:lnTo>
                  <a:cubicBezTo>
                    <a:pt x="199174" y="18352"/>
                    <a:pt x="199174" y="18444"/>
                    <a:pt x="199174" y="18535"/>
                  </a:cubicBezTo>
                  <a:lnTo>
                    <a:pt x="204356" y="18535"/>
                  </a:lnTo>
                  <a:cubicBezTo>
                    <a:pt x="204356" y="18444"/>
                    <a:pt x="204333" y="18352"/>
                    <a:pt x="204333" y="18238"/>
                  </a:cubicBezTo>
                  <a:lnTo>
                    <a:pt x="204333" y="6780"/>
                  </a:lnTo>
                  <a:cubicBezTo>
                    <a:pt x="204333" y="4178"/>
                    <a:pt x="206456" y="2055"/>
                    <a:pt x="209058" y="2055"/>
                  </a:cubicBezTo>
                  <a:cubicBezTo>
                    <a:pt x="211683" y="2055"/>
                    <a:pt x="213783" y="4178"/>
                    <a:pt x="213783" y="6780"/>
                  </a:cubicBezTo>
                  <a:lnTo>
                    <a:pt x="213783" y="18238"/>
                  </a:lnTo>
                  <a:cubicBezTo>
                    <a:pt x="213783" y="18352"/>
                    <a:pt x="213783" y="18444"/>
                    <a:pt x="213783" y="18535"/>
                  </a:cubicBezTo>
                  <a:lnTo>
                    <a:pt x="218964" y="18535"/>
                  </a:lnTo>
                  <a:cubicBezTo>
                    <a:pt x="218964" y="18444"/>
                    <a:pt x="218941" y="18352"/>
                    <a:pt x="218941" y="18238"/>
                  </a:cubicBezTo>
                  <a:lnTo>
                    <a:pt x="218941" y="6780"/>
                  </a:lnTo>
                  <a:cubicBezTo>
                    <a:pt x="218941" y="4178"/>
                    <a:pt x="221064" y="2055"/>
                    <a:pt x="223666" y="2055"/>
                  </a:cubicBezTo>
                  <a:cubicBezTo>
                    <a:pt x="226291" y="2055"/>
                    <a:pt x="228391" y="4178"/>
                    <a:pt x="228391" y="6780"/>
                  </a:cubicBezTo>
                  <a:lnTo>
                    <a:pt x="228391" y="18238"/>
                  </a:lnTo>
                  <a:cubicBezTo>
                    <a:pt x="228391" y="18352"/>
                    <a:pt x="228391" y="18444"/>
                    <a:pt x="228391" y="18535"/>
                  </a:cubicBezTo>
                  <a:lnTo>
                    <a:pt x="233572" y="18535"/>
                  </a:lnTo>
                  <a:cubicBezTo>
                    <a:pt x="233572" y="18444"/>
                    <a:pt x="233549" y="18352"/>
                    <a:pt x="233549" y="18238"/>
                  </a:cubicBezTo>
                  <a:lnTo>
                    <a:pt x="233549" y="6780"/>
                  </a:lnTo>
                  <a:cubicBezTo>
                    <a:pt x="233549" y="4178"/>
                    <a:pt x="235672" y="2055"/>
                    <a:pt x="238274" y="2055"/>
                  </a:cubicBezTo>
                  <a:cubicBezTo>
                    <a:pt x="240899" y="2055"/>
                    <a:pt x="242999" y="4178"/>
                    <a:pt x="242999" y="6780"/>
                  </a:cubicBezTo>
                  <a:lnTo>
                    <a:pt x="242999" y="18238"/>
                  </a:lnTo>
                  <a:cubicBezTo>
                    <a:pt x="242999" y="18352"/>
                    <a:pt x="242999" y="18444"/>
                    <a:pt x="242999" y="18535"/>
                  </a:cubicBezTo>
                  <a:lnTo>
                    <a:pt x="248180" y="18535"/>
                  </a:lnTo>
                  <a:cubicBezTo>
                    <a:pt x="248180" y="18444"/>
                    <a:pt x="248158" y="18352"/>
                    <a:pt x="248158" y="18238"/>
                  </a:cubicBezTo>
                  <a:lnTo>
                    <a:pt x="248158" y="6780"/>
                  </a:lnTo>
                  <a:cubicBezTo>
                    <a:pt x="248158" y="4178"/>
                    <a:pt x="250280" y="2055"/>
                    <a:pt x="252882" y="2055"/>
                  </a:cubicBezTo>
                  <a:cubicBezTo>
                    <a:pt x="255507" y="2055"/>
                    <a:pt x="257607" y="4178"/>
                    <a:pt x="257607" y="6780"/>
                  </a:cubicBezTo>
                  <a:lnTo>
                    <a:pt x="257607" y="18238"/>
                  </a:lnTo>
                  <a:cubicBezTo>
                    <a:pt x="257607" y="18352"/>
                    <a:pt x="257607" y="18444"/>
                    <a:pt x="257607" y="18535"/>
                  </a:cubicBezTo>
                  <a:lnTo>
                    <a:pt x="262789" y="18535"/>
                  </a:lnTo>
                  <a:cubicBezTo>
                    <a:pt x="262789" y="18444"/>
                    <a:pt x="262766" y="18352"/>
                    <a:pt x="262766" y="18238"/>
                  </a:cubicBezTo>
                  <a:lnTo>
                    <a:pt x="262766" y="6780"/>
                  </a:lnTo>
                  <a:cubicBezTo>
                    <a:pt x="262766" y="4178"/>
                    <a:pt x="264889" y="2055"/>
                    <a:pt x="267491" y="2055"/>
                  </a:cubicBezTo>
                  <a:cubicBezTo>
                    <a:pt x="270116" y="2055"/>
                    <a:pt x="272215" y="4178"/>
                    <a:pt x="272215" y="6780"/>
                  </a:cubicBezTo>
                  <a:lnTo>
                    <a:pt x="272215" y="18238"/>
                  </a:lnTo>
                  <a:cubicBezTo>
                    <a:pt x="272215" y="18352"/>
                    <a:pt x="272215" y="18444"/>
                    <a:pt x="272215" y="18535"/>
                  </a:cubicBezTo>
                  <a:lnTo>
                    <a:pt x="277397" y="18535"/>
                  </a:lnTo>
                  <a:cubicBezTo>
                    <a:pt x="277397" y="18444"/>
                    <a:pt x="277374" y="18352"/>
                    <a:pt x="277374" y="18238"/>
                  </a:cubicBezTo>
                  <a:lnTo>
                    <a:pt x="277374" y="6780"/>
                  </a:lnTo>
                  <a:cubicBezTo>
                    <a:pt x="277374" y="4178"/>
                    <a:pt x="279497" y="2055"/>
                    <a:pt x="282099" y="2055"/>
                  </a:cubicBezTo>
                  <a:cubicBezTo>
                    <a:pt x="283468" y="2055"/>
                    <a:pt x="284701" y="2649"/>
                    <a:pt x="285545" y="3562"/>
                  </a:cubicBezTo>
                  <a:lnTo>
                    <a:pt x="28554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3" name="Google Shape;503;p16"/>
          <p:cNvSpPr/>
          <p:nvPr/>
        </p:nvSpPr>
        <p:spPr>
          <a:xfrm rot="-2231248" flipH="1">
            <a:off x="8145968" y="253535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4" name="Google Shape;504;p16"/>
          <p:cNvGrpSpPr/>
          <p:nvPr/>
        </p:nvGrpSpPr>
        <p:grpSpPr>
          <a:xfrm>
            <a:off x="1058800" y="4136600"/>
            <a:ext cx="2419653" cy="571601"/>
            <a:chOff x="3962175" y="2857795"/>
            <a:chExt cx="3075700" cy="726580"/>
          </a:xfrm>
        </p:grpSpPr>
        <p:sp>
          <p:nvSpPr>
            <p:cNvPr id="505" name="Google Shape;505;p16"/>
            <p:cNvSpPr/>
            <p:nvPr/>
          </p:nvSpPr>
          <p:spPr>
            <a:xfrm>
              <a:off x="3962175" y="3227750"/>
              <a:ext cx="3075700" cy="356625"/>
            </a:xfrm>
            <a:custGeom>
              <a:avLst/>
              <a:gdLst/>
              <a:ahLst/>
              <a:cxnLst/>
              <a:rect l="l" t="t" r="r" b="b"/>
              <a:pathLst>
                <a:path w="123028" h="14265" extrusionOk="0">
                  <a:moveTo>
                    <a:pt x="114046" y="1"/>
                  </a:moveTo>
                  <a:lnTo>
                    <a:pt x="114046" y="1239"/>
                  </a:lnTo>
                  <a:lnTo>
                    <a:pt x="114579" y="1239"/>
                  </a:lnTo>
                  <a:lnTo>
                    <a:pt x="114579" y="3167"/>
                  </a:lnTo>
                  <a:lnTo>
                    <a:pt x="109877" y="3167"/>
                  </a:lnTo>
                  <a:lnTo>
                    <a:pt x="109877" y="2728"/>
                  </a:lnTo>
                  <a:lnTo>
                    <a:pt x="108984" y="2728"/>
                  </a:lnTo>
                  <a:lnTo>
                    <a:pt x="108984" y="1913"/>
                  </a:lnTo>
                  <a:cubicBezTo>
                    <a:pt x="108984" y="1411"/>
                    <a:pt x="108513" y="1004"/>
                    <a:pt x="107980" y="1098"/>
                  </a:cubicBezTo>
                  <a:lnTo>
                    <a:pt x="107980" y="1098"/>
                  </a:lnTo>
                  <a:cubicBezTo>
                    <a:pt x="107573" y="1161"/>
                    <a:pt x="107291" y="1553"/>
                    <a:pt x="107291" y="1960"/>
                  </a:cubicBezTo>
                  <a:lnTo>
                    <a:pt x="107291" y="1960"/>
                  </a:lnTo>
                  <a:lnTo>
                    <a:pt x="107291" y="2728"/>
                  </a:lnTo>
                  <a:lnTo>
                    <a:pt x="106397" y="2728"/>
                  </a:lnTo>
                  <a:lnTo>
                    <a:pt x="106397" y="3167"/>
                  </a:lnTo>
                  <a:lnTo>
                    <a:pt x="105237" y="3167"/>
                  </a:lnTo>
                  <a:lnTo>
                    <a:pt x="105237" y="1615"/>
                  </a:lnTo>
                  <a:lnTo>
                    <a:pt x="103921" y="1615"/>
                  </a:lnTo>
                  <a:lnTo>
                    <a:pt x="103921" y="3167"/>
                  </a:lnTo>
                  <a:lnTo>
                    <a:pt x="100112" y="3167"/>
                  </a:lnTo>
                  <a:lnTo>
                    <a:pt x="100112" y="1521"/>
                  </a:lnTo>
                  <a:cubicBezTo>
                    <a:pt x="100112" y="675"/>
                    <a:pt x="99438" y="1"/>
                    <a:pt x="98591" y="1"/>
                  </a:cubicBezTo>
                  <a:lnTo>
                    <a:pt x="98591" y="1"/>
                  </a:lnTo>
                  <a:lnTo>
                    <a:pt x="88403" y="1"/>
                  </a:lnTo>
                  <a:cubicBezTo>
                    <a:pt x="87870" y="1"/>
                    <a:pt x="87431" y="440"/>
                    <a:pt x="87463" y="988"/>
                  </a:cubicBezTo>
                  <a:lnTo>
                    <a:pt x="87463" y="988"/>
                  </a:lnTo>
                  <a:cubicBezTo>
                    <a:pt x="87494" y="1490"/>
                    <a:pt x="87949" y="1882"/>
                    <a:pt x="88466" y="1882"/>
                  </a:cubicBezTo>
                  <a:lnTo>
                    <a:pt x="88466" y="1882"/>
                  </a:lnTo>
                  <a:lnTo>
                    <a:pt x="92149" y="1882"/>
                  </a:lnTo>
                  <a:cubicBezTo>
                    <a:pt x="92964" y="1882"/>
                    <a:pt x="93638" y="2540"/>
                    <a:pt x="93638" y="3355"/>
                  </a:cubicBezTo>
                  <a:lnTo>
                    <a:pt x="93638" y="3355"/>
                  </a:lnTo>
                  <a:lnTo>
                    <a:pt x="93638" y="5785"/>
                  </a:lnTo>
                  <a:cubicBezTo>
                    <a:pt x="93638" y="5988"/>
                    <a:pt x="93466" y="6161"/>
                    <a:pt x="93247" y="6161"/>
                  </a:cubicBezTo>
                  <a:lnTo>
                    <a:pt x="93247" y="6161"/>
                  </a:lnTo>
                  <a:lnTo>
                    <a:pt x="88293" y="6161"/>
                  </a:lnTo>
                  <a:cubicBezTo>
                    <a:pt x="87839" y="6161"/>
                    <a:pt x="87463" y="6537"/>
                    <a:pt x="87463" y="6992"/>
                  </a:cubicBezTo>
                  <a:lnTo>
                    <a:pt x="87463" y="6992"/>
                  </a:lnTo>
                  <a:lnTo>
                    <a:pt x="87463" y="9468"/>
                  </a:lnTo>
                  <a:cubicBezTo>
                    <a:pt x="87463" y="10299"/>
                    <a:pt x="87823" y="11036"/>
                    <a:pt x="88403" y="11537"/>
                  </a:cubicBezTo>
                  <a:lnTo>
                    <a:pt x="88403" y="11537"/>
                  </a:lnTo>
                  <a:cubicBezTo>
                    <a:pt x="88388" y="11615"/>
                    <a:pt x="88388" y="11678"/>
                    <a:pt x="88372" y="11741"/>
                  </a:cubicBezTo>
                  <a:lnTo>
                    <a:pt x="88372" y="11741"/>
                  </a:lnTo>
                  <a:lnTo>
                    <a:pt x="85221" y="11741"/>
                  </a:lnTo>
                  <a:lnTo>
                    <a:pt x="85221" y="3512"/>
                  </a:lnTo>
                  <a:cubicBezTo>
                    <a:pt x="85221" y="2430"/>
                    <a:pt x="84359" y="1553"/>
                    <a:pt x="83278" y="1553"/>
                  </a:cubicBezTo>
                  <a:lnTo>
                    <a:pt x="83278" y="1553"/>
                  </a:lnTo>
                  <a:lnTo>
                    <a:pt x="46083" y="1553"/>
                  </a:lnTo>
                  <a:cubicBezTo>
                    <a:pt x="45017" y="1553"/>
                    <a:pt x="44139" y="2430"/>
                    <a:pt x="44139" y="3512"/>
                  </a:cubicBezTo>
                  <a:lnTo>
                    <a:pt x="44139" y="3512"/>
                  </a:lnTo>
                  <a:lnTo>
                    <a:pt x="44139" y="10330"/>
                  </a:lnTo>
                  <a:lnTo>
                    <a:pt x="42211" y="10330"/>
                  </a:lnTo>
                  <a:lnTo>
                    <a:pt x="42211" y="3512"/>
                  </a:lnTo>
                  <a:cubicBezTo>
                    <a:pt x="42211" y="2430"/>
                    <a:pt x="41333" y="1553"/>
                    <a:pt x="40267" y="1553"/>
                  </a:cubicBezTo>
                  <a:lnTo>
                    <a:pt x="40267" y="1553"/>
                  </a:lnTo>
                  <a:lnTo>
                    <a:pt x="3072" y="1553"/>
                  </a:lnTo>
                  <a:cubicBezTo>
                    <a:pt x="2006" y="1553"/>
                    <a:pt x="1129" y="2430"/>
                    <a:pt x="1129" y="3512"/>
                  </a:cubicBezTo>
                  <a:lnTo>
                    <a:pt x="1129" y="3512"/>
                  </a:lnTo>
                  <a:lnTo>
                    <a:pt x="1129" y="10330"/>
                  </a:lnTo>
                  <a:lnTo>
                    <a:pt x="0" y="10330"/>
                  </a:lnTo>
                  <a:lnTo>
                    <a:pt x="0" y="11130"/>
                  </a:lnTo>
                  <a:lnTo>
                    <a:pt x="1129" y="11130"/>
                  </a:lnTo>
                  <a:lnTo>
                    <a:pt x="1129" y="12650"/>
                  </a:lnTo>
                  <a:lnTo>
                    <a:pt x="1865" y="12650"/>
                  </a:lnTo>
                  <a:cubicBezTo>
                    <a:pt x="1865" y="13481"/>
                    <a:pt x="2555" y="14170"/>
                    <a:pt x="3386" y="14170"/>
                  </a:cubicBezTo>
                  <a:lnTo>
                    <a:pt x="3386" y="14170"/>
                  </a:lnTo>
                  <a:cubicBezTo>
                    <a:pt x="4232" y="14170"/>
                    <a:pt x="4906" y="13481"/>
                    <a:pt x="4906" y="12650"/>
                  </a:cubicBezTo>
                  <a:lnTo>
                    <a:pt x="4906" y="12650"/>
                  </a:lnTo>
                  <a:lnTo>
                    <a:pt x="6113" y="12650"/>
                  </a:lnTo>
                  <a:cubicBezTo>
                    <a:pt x="6113" y="13481"/>
                    <a:pt x="6803" y="14170"/>
                    <a:pt x="7633" y="14170"/>
                  </a:cubicBezTo>
                  <a:lnTo>
                    <a:pt x="7633" y="14170"/>
                  </a:lnTo>
                  <a:cubicBezTo>
                    <a:pt x="8480" y="14170"/>
                    <a:pt x="9154" y="13481"/>
                    <a:pt x="9154" y="12650"/>
                  </a:cubicBezTo>
                  <a:lnTo>
                    <a:pt x="9154" y="12650"/>
                  </a:lnTo>
                  <a:lnTo>
                    <a:pt x="33966" y="12650"/>
                  </a:lnTo>
                  <a:cubicBezTo>
                    <a:pt x="33966" y="13481"/>
                    <a:pt x="34640" y="14170"/>
                    <a:pt x="35487" y="14170"/>
                  </a:cubicBezTo>
                  <a:lnTo>
                    <a:pt x="35487" y="14170"/>
                  </a:lnTo>
                  <a:cubicBezTo>
                    <a:pt x="36317" y="14170"/>
                    <a:pt x="37007" y="13481"/>
                    <a:pt x="37007" y="12650"/>
                  </a:cubicBezTo>
                  <a:lnTo>
                    <a:pt x="37007" y="12650"/>
                  </a:lnTo>
                  <a:lnTo>
                    <a:pt x="38198" y="12650"/>
                  </a:lnTo>
                  <a:cubicBezTo>
                    <a:pt x="38198" y="13481"/>
                    <a:pt x="38888" y="14170"/>
                    <a:pt x="39734" y="14170"/>
                  </a:cubicBezTo>
                  <a:lnTo>
                    <a:pt x="39734" y="14170"/>
                  </a:lnTo>
                  <a:cubicBezTo>
                    <a:pt x="40565" y="14170"/>
                    <a:pt x="41255" y="13481"/>
                    <a:pt x="41255" y="12650"/>
                  </a:cubicBezTo>
                  <a:lnTo>
                    <a:pt x="41255" y="12650"/>
                  </a:lnTo>
                  <a:lnTo>
                    <a:pt x="42211" y="12650"/>
                  </a:lnTo>
                  <a:lnTo>
                    <a:pt x="42211" y="11130"/>
                  </a:lnTo>
                  <a:lnTo>
                    <a:pt x="44139" y="11130"/>
                  </a:lnTo>
                  <a:lnTo>
                    <a:pt x="44139" y="12650"/>
                  </a:lnTo>
                  <a:lnTo>
                    <a:pt x="44876" y="12650"/>
                  </a:lnTo>
                  <a:cubicBezTo>
                    <a:pt x="44876" y="13481"/>
                    <a:pt x="45565" y="14170"/>
                    <a:pt x="46412" y="14170"/>
                  </a:cubicBezTo>
                  <a:lnTo>
                    <a:pt x="46412" y="14170"/>
                  </a:lnTo>
                  <a:cubicBezTo>
                    <a:pt x="47242" y="14170"/>
                    <a:pt x="47932" y="13481"/>
                    <a:pt x="47932" y="12650"/>
                  </a:cubicBezTo>
                  <a:lnTo>
                    <a:pt x="47932" y="12650"/>
                  </a:lnTo>
                  <a:lnTo>
                    <a:pt x="49123" y="12650"/>
                  </a:lnTo>
                  <a:cubicBezTo>
                    <a:pt x="49123" y="13481"/>
                    <a:pt x="49813" y="14170"/>
                    <a:pt x="50644" y="14170"/>
                  </a:cubicBezTo>
                  <a:lnTo>
                    <a:pt x="50644" y="14170"/>
                  </a:lnTo>
                  <a:cubicBezTo>
                    <a:pt x="51490" y="14170"/>
                    <a:pt x="52164" y="13481"/>
                    <a:pt x="52164" y="12650"/>
                  </a:cubicBezTo>
                  <a:lnTo>
                    <a:pt x="52164" y="12650"/>
                  </a:lnTo>
                  <a:lnTo>
                    <a:pt x="76977" y="12650"/>
                  </a:lnTo>
                  <a:cubicBezTo>
                    <a:pt x="76977" y="13481"/>
                    <a:pt x="77651" y="14170"/>
                    <a:pt x="78497" y="14170"/>
                  </a:cubicBezTo>
                  <a:lnTo>
                    <a:pt x="78497" y="14170"/>
                  </a:lnTo>
                  <a:cubicBezTo>
                    <a:pt x="79343" y="14170"/>
                    <a:pt x="80017" y="13481"/>
                    <a:pt x="80017" y="12650"/>
                  </a:cubicBezTo>
                  <a:lnTo>
                    <a:pt x="80017" y="12650"/>
                  </a:lnTo>
                  <a:lnTo>
                    <a:pt x="81224" y="12650"/>
                  </a:lnTo>
                  <a:cubicBezTo>
                    <a:pt x="81224" y="13481"/>
                    <a:pt x="81898" y="14170"/>
                    <a:pt x="82745" y="14170"/>
                  </a:cubicBezTo>
                  <a:lnTo>
                    <a:pt x="82745" y="14170"/>
                  </a:lnTo>
                  <a:cubicBezTo>
                    <a:pt x="83575" y="14170"/>
                    <a:pt x="84265" y="13481"/>
                    <a:pt x="84265" y="12650"/>
                  </a:cubicBezTo>
                  <a:lnTo>
                    <a:pt x="84265" y="12650"/>
                  </a:lnTo>
                  <a:lnTo>
                    <a:pt x="88497" y="12650"/>
                  </a:lnTo>
                  <a:cubicBezTo>
                    <a:pt x="88811" y="13528"/>
                    <a:pt x="89657" y="14170"/>
                    <a:pt x="90645" y="14170"/>
                  </a:cubicBezTo>
                  <a:lnTo>
                    <a:pt x="90645" y="14170"/>
                  </a:lnTo>
                  <a:cubicBezTo>
                    <a:pt x="91789" y="14170"/>
                    <a:pt x="92729" y="13340"/>
                    <a:pt x="92902" y="12258"/>
                  </a:cubicBezTo>
                  <a:lnTo>
                    <a:pt x="92902" y="12258"/>
                  </a:lnTo>
                  <a:lnTo>
                    <a:pt x="94939" y="12258"/>
                  </a:lnTo>
                  <a:cubicBezTo>
                    <a:pt x="95174" y="13340"/>
                    <a:pt x="96146" y="14170"/>
                    <a:pt x="97322" y="14170"/>
                  </a:cubicBezTo>
                  <a:lnTo>
                    <a:pt x="97322" y="14170"/>
                  </a:lnTo>
                  <a:cubicBezTo>
                    <a:pt x="98482" y="14170"/>
                    <a:pt x="99454" y="13340"/>
                    <a:pt x="99704" y="12258"/>
                  </a:cubicBezTo>
                  <a:lnTo>
                    <a:pt x="99704" y="12258"/>
                  </a:lnTo>
                  <a:lnTo>
                    <a:pt x="100535" y="12258"/>
                  </a:lnTo>
                  <a:cubicBezTo>
                    <a:pt x="100770" y="13340"/>
                    <a:pt x="101758" y="14170"/>
                    <a:pt x="102918" y="14170"/>
                  </a:cubicBezTo>
                  <a:lnTo>
                    <a:pt x="102918" y="14170"/>
                  </a:lnTo>
                  <a:cubicBezTo>
                    <a:pt x="104093" y="14170"/>
                    <a:pt x="105065" y="13340"/>
                    <a:pt x="105300" y="12258"/>
                  </a:cubicBezTo>
                  <a:lnTo>
                    <a:pt x="105300" y="12258"/>
                  </a:lnTo>
                  <a:lnTo>
                    <a:pt x="106601" y="12258"/>
                  </a:lnTo>
                  <a:cubicBezTo>
                    <a:pt x="106836" y="13340"/>
                    <a:pt x="107808" y="14170"/>
                    <a:pt x="108984" y="14170"/>
                  </a:cubicBezTo>
                  <a:lnTo>
                    <a:pt x="108984" y="14170"/>
                  </a:lnTo>
                  <a:cubicBezTo>
                    <a:pt x="110143" y="14170"/>
                    <a:pt x="111115" y="13340"/>
                    <a:pt x="111366" y="12258"/>
                  </a:cubicBezTo>
                  <a:lnTo>
                    <a:pt x="111366" y="12258"/>
                  </a:lnTo>
                  <a:lnTo>
                    <a:pt x="112197" y="12258"/>
                  </a:lnTo>
                  <a:cubicBezTo>
                    <a:pt x="112448" y="13340"/>
                    <a:pt x="113419" y="14170"/>
                    <a:pt x="114579" y="14170"/>
                  </a:cubicBezTo>
                  <a:lnTo>
                    <a:pt x="114579" y="14170"/>
                  </a:lnTo>
                  <a:cubicBezTo>
                    <a:pt x="115755" y="14170"/>
                    <a:pt x="116727" y="13340"/>
                    <a:pt x="116962" y="12258"/>
                  </a:cubicBezTo>
                  <a:lnTo>
                    <a:pt x="116962" y="12258"/>
                  </a:lnTo>
                  <a:lnTo>
                    <a:pt x="117244" y="12258"/>
                  </a:lnTo>
                  <a:cubicBezTo>
                    <a:pt x="117056" y="12525"/>
                    <a:pt x="116977" y="12854"/>
                    <a:pt x="117056" y="13230"/>
                  </a:cubicBezTo>
                  <a:lnTo>
                    <a:pt x="117056" y="13230"/>
                  </a:lnTo>
                  <a:cubicBezTo>
                    <a:pt x="117166" y="13684"/>
                    <a:pt x="117542" y="14061"/>
                    <a:pt x="118012" y="14139"/>
                  </a:cubicBezTo>
                  <a:lnTo>
                    <a:pt x="118012" y="14139"/>
                  </a:lnTo>
                  <a:cubicBezTo>
                    <a:pt x="118655" y="14264"/>
                    <a:pt x="119219" y="13888"/>
                    <a:pt x="119391" y="13324"/>
                  </a:cubicBezTo>
                  <a:lnTo>
                    <a:pt x="119391" y="13324"/>
                  </a:lnTo>
                  <a:cubicBezTo>
                    <a:pt x="122369" y="13308"/>
                    <a:pt x="123028" y="12556"/>
                    <a:pt x="123028" y="12556"/>
                  </a:cubicBezTo>
                  <a:lnTo>
                    <a:pt x="123028" y="12556"/>
                  </a:lnTo>
                  <a:lnTo>
                    <a:pt x="119783" y="9108"/>
                  </a:lnTo>
                  <a:lnTo>
                    <a:pt x="118749" y="9108"/>
                  </a:lnTo>
                  <a:cubicBezTo>
                    <a:pt x="120128" y="8841"/>
                    <a:pt x="121178" y="7619"/>
                    <a:pt x="121178" y="6161"/>
                  </a:cubicBezTo>
                  <a:lnTo>
                    <a:pt x="121178" y="6161"/>
                  </a:lnTo>
                  <a:cubicBezTo>
                    <a:pt x="121178" y="5330"/>
                    <a:pt x="120849" y="4578"/>
                    <a:pt x="120300" y="4045"/>
                  </a:cubicBezTo>
                  <a:lnTo>
                    <a:pt x="120300" y="4045"/>
                  </a:lnTo>
                  <a:cubicBezTo>
                    <a:pt x="119752" y="3496"/>
                    <a:pt x="118999" y="3167"/>
                    <a:pt x="118184" y="3167"/>
                  </a:cubicBezTo>
                  <a:lnTo>
                    <a:pt x="118184" y="3167"/>
                  </a:lnTo>
                  <a:lnTo>
                    <a:pt x="116068" y="3167"/>
                  </a:lnTo>
                  <a:lnTo>
                    <a:pt x="116068" y="1239"/>
                  </a:lnTo>
                  <a:lnTo>
                    <a:pt x="116601" y="1239"/>
                  </a:lnTo>
                  <a:lnTo>
                    <a:pt x="116601" y="1"/>
                  </a:lnTo>
                  <a:close/>
                  <a:moveTo>
                    <a:pt x="58214" y="11130"/>
                  </a:moveTo>
                  <a:lnTo>
                    <a:pt x="71146" y="11130"/>
                  </a:lnTo>
                  <a:lnTo>
                    <a:pt x="71146" y="11741"/>
                  </a:lnTo>
                  <a:lnTo>
                    <a:pt x="58214" y="11741"/>
                  </a:lnTo>
                  <a:close/>
                  <a:moveTo>
                    <a:pt x="15204" y="11130"/>
                  </a:moveTo>
                  <a:lnTo>
                    <a:pt x="28135" y="11130"/>
                  </a:lnTo>
                  <a:lnTo>
                    <a:pt x="28135" y="11741"/>
                  </a:lnTo>
                  <a:lnTo>
                    <a:pt x="15204" y="1174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16"/>
            <p:cNvSpPr/>
            <p:nvPr/>
          </p:nvSpPr>
          <p:spPr>
            <a:xfrm>
              <a:off x="6345450" y="3293600"/>
              <a:ext cx="84275" cy="84275"/>
            </a:xfrm>
            <a:custGeom>
              <a:avLst/>
              <a:gdLst/>
              <a:ahLst/>
              <a:cxnLst/>
              <a:rect l="l" t="t" r="r" b="b"/>
              <a:pathLst>
                <a:path w="3371" h="3371" extrusionOk="0">
                  <a:moveTo>
                    <a:pt x="1050" y="0"/>
                  </a:moveTo>
                  <a:cubicBezTo>
                    <a:pt x="470" y="0"/>
                    <a:pt x="0" y="470"/>
                    <a:pt x="0" y="1050"/>
                  </a:cubicBezTo>
                  <a:lnTo>
                    <a:pt x="0" y="2320"/>
                  </a:lnTo>
                  <a:cubicBezTo>
                    <a:pt x="0" y="2900"/>
                    <a:pt x="470" y="3370"/>
                    <a:pt x="1050" y="3370"/>
                  </a:cubicBezTo>
                  <a:lnTo>
                    <a:pt x="2320" y="3370"/>
                  </a:lnTo>
                  <a:cubicBezTo>
                    <a:pt x="2900" y="3370"/>
                    <a:pt x="3370" y="2900"/>
                    <a:pt x="3370" y="2320"/>
                  </a:cubicBezTo>
                  <a:lnTo>
                    <a:pt x="3370" y="1050"/>
                  </a:lnTo>
                  <a:cubicBezTo>
                    <a:pt x="3370" y="470"/>
                    <a:pt x="2900" y="0"/>
                    <a:pt x="23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16"/>
            <p:cNvSpPr/>
            <p:nvPr/>
          </p:nvSpPr>
          <p:spPr>
            <a:xfrm>
              <a:off x="5924600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50" y="1"/>
                  </a:moveTo>
                  <a:cubicBezTo>
                    <a:pt x="470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0" y="2822"/>
                    <a:pt x="1050" y="2822"/>
                  </a:cubicBezTo>
                  <a:lnTo>
                    <a:pt x="1944" y="2822"/>
                  </a:lnTo>
                  <a:cubicBezTo>
                    <a:pt x="2508" y="2822"/>
                    <a:pt x="2978" y="2368"/>
                    <a:pt x="2978" y="1788"/>
                  </a:cubicBezTo>
                  <a:lnTo>
                    <a:pt x="2978" y="1051"/>
                  </a:lnTo>
                  <a:cubicBezTo>
                    <a:pt x="2978" y="471"/>
                    <a:pt x="2508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16"/>
            <p:cNvSpPr/>
            <p:nvPr/>
          </p:nvSpPr>
          <p:spPr>
            <a:xfrm>
              <a:off x="58121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55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55" y="2822"/>
                    <a:pt x="1035" y="2822"/>
                  </a:cubicBezTo>
                  <a:lnTo>
                    <a:pt x="1928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16"/>
            <p:cNvSpPr/>
            <p:nvPr/>
          </p:nvSpPr>
          <p:spPr>
            <a:xfrm>
              <a:off x="570357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16"/>
            <p:cNvSpPr/>
            <p:nvPr/>
          </p:nvSpPr>
          <p:spPr>
            <a:xfrm>
              <a:off x="55954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55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55" y="2822"/>
                    <a:pt x="1035" y="2822"/>
                  </a:cubicBezTo>
                  <a:lnTo>
                    <a:pt x="1929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16"/>
            <p:cNvSpPr/>
            <p:nvPr/>
          </p:nvSpPr>
          <p:spPr>
            <a:xfrm>
              <a:off x="548687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09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9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16"/>
            <p:cNvSpPr/>
            <p:nvPr/>
          </p:nvSpPr>
          <p:spPr>
            <a:xfrm>
              <a:off x="5378350" y="3351575"/>
              <a:ext cx="74850" cy="70575"/>
            </a:xfrm>
            <a:custGeom>
              <a:avLst/>
              <a:gdLst/>
              <a:ahLst/>
              <a:cxnLst/>
              <a:rect l="l" t="t" r="r" b="b"/>
              <a:pathLst>
                <a:path w="2994" h="2823" extrusionOk="0">
                  <a:moveTo>
                    <a:pt x="1050" y="1"/>
                  </a:moveTo>
                  <a:cubicBezTo>
                    <a:pt x="470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0" y="2822"/>
                    <a:pt x="1050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6"/>
            <p:cNvSpPr/>
            <p:nvPr/>
          </p:nvSpPr>
          <p:spPr>
            <a:xfrm>
              <a:off x="5270175" y="3351575"/>
              <a:ext cx="74500" cy="70575"/>
            </a:xfrm>
            <a:custGeom>
              <a:avLst/>
              <a:gdLst/>
              <a:ahLst/>
              <a:cxnLst/>
              <a:rect l="l" t="t" r="r" b="b"/>
              <a:pathLst>
                <a:path w="2980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5" y="2822"/>
                  </a:lnTo>
                  <a:cubicBezTo>
                    <a:pt x="2509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9" y="1"/>
                    <a:pt x="19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16"/>
            <p:cNvSpPr/>
            <p:nvPr/>
          </p:nvSpPr>
          <p:spPr>
            <a:xfrm>
              <a:off x="5161650" y="3351575"/>
              <a:ext cx="74850" cy="70575"/>
            </a:xfrm>
            <a:custGeom>
              <a:avLst/>
              <a:gdLst/>
              <a:ahLst/>
              <a:cxnLst/>
              <a:rect l="l" t="t" r="r" b="b"/>
              <a:pathLst>
                <a:path w="2994" h="2823" extrusionOk="0">
                  <a:moveTo>
                    <a:pt x="1050" y="1"/>
                  </a:moveTo>
                  <a:cubicBezTo>
                    <a:pt x="470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0" y="2822"/>
                    <a:pt x="1050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16"/>
            <p:cNvSpPr/>
            <p:nvPr/>
          </p:nvSpPr>
          <p:spPr>
            <a:xfrm>
              <a:off x="48493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35" y="2822"/>
                  </a:cubicBezTo>
                  <a:lnTo>
                    <a:pt x="1929" y="2822"/>
                  </a:lnTo>
                  <a:cubicBezTo>
                    <a:pt x="2509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9" y="1"/>
                    <a:pt x="19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16"/>
            <p:cNvSpPr/>
            <p:nvPr/>
          </p:nvSpPr>
          <p:spPr>
            <a:xfrm>
              <a:off x="47364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extrusionOk="0">
                  <a:moveTo>
                    <a:pt x="1051" y="1"/>
                  </a:moveTo>
                  <a:cubicBezTo>
                    <a:pt x="471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16"/>
            <p:cNvSpPr/>
            <p:nvPr/>
          </p:nvSpPr>
          <p:spPr>
            <a:xfrm>
              <a:off x="46283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51" y="1"/>
                  </a:moveTo>
                  <a:cubicBezTo>
                    <a:pt x="471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08" y="2822"/>
                    <a:pt x="2978" y="2368"/>
                    <a:pt x="2978" y="1788"/>
                  </a:cubicBezTo>
                  <a:lnTo>
                    <a:pt x="2978" y="1051"/>
                  </a:lnTo>
                  <a:cubicBezTo>
                    <a:pt x="2978" y="471"/>
                    <a:pt x="2508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16"/>
            <p:cNvSpPr/>
            <p:nvPr/>
          </p:nvSpPr>
          <p:spPr>
            <a:xfrm>
              <a:off x="45197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16"/>
            <p:cNvSpPr/>
            <p:nvPr/>
          </p:nvSpPr>
          <p:spPr>
            <a:xfrm>
              <a:off x="44116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71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1" y="2822"/>
                    <a:pt x="1035" y="2822"/>
                  </a:cubicBezTo>
                  <a:lnTo>
                    <a:pt x="1928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16"/>
            <p:cNvSpPr/>
            <p:nvPr/>
          </p:nvSpPr>
          <p:spPr>
            <a:xfrm>
              <a:off x="43030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16"/>
            <p:cNvSpPr/>
            <p:nvPr/>
          </p:nvSpPr>
          <p:spPr>
            <a:xfrm>
              <a:off x="41949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35" y="2822"/>
                  </a:cubicBezTo>
                  <a:lnTo>
                    <a:pt x="1928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16"/>
            <p:cNvSpPr/>
            <p:nvPr/>
          </p:nvSpPr>
          <p:spPr>
            <a:xfrm>
              <a:off x="40863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5" y="2368"/>
                    <a:pt x="2995" y="1788"/>
                  </a:cubicBezTo>
                  <a:lnTo>
                    <a:pt x="2995" y="1051"/>
                  </a:lnTo>
                  <a:cubicBezTo>
                    <a:pt x="2995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16"/>
            <p:cNvSpPr/>
            <p:nvPr/>
          </p:nvSpPr>
          <p:spPr>
            <a:xfrm>
              <a:off x="4046545" y="2857795"/>
              <a:ext cx="2817428" cy="356671"/>
            </a:xfrm>
            <a:custGeom>
              <a:avLst/>
              <a:gdLst/>
              <a:ahLst/>
              <a:cxnLst/>
              <a:rect l="l" t="t" r="r" b="b"/>
              <a:pathLst>
                <a:path w="91743" h="23308" extrusionOk="0">
                  <a:moveTo>
                    <a:pt x="23857" y="188"/>
                  </a:moveTo>
                  <a:cubicBezTo>
                    <a:pt x="21694" y="658"/>
                    <a:pt x="19813" y="1944"/>
                    <a:pt x="17854" y="2947"/>
                  </a:cubicBezTo>
                  <a:lnTo>
                    <a:pt x="17854" y="2947"/>
                  </a:lnTo>
                  <a:cubicBezTo>
                    <a:pt x="15001" y="4420"/>
                    <a:pt x="11835" y="5376"/>
                    <a:pt x="8637" y="5282"/>
                  </a:cubicBezTo>
                  <a:lnTo>
                    <a:pt x="8637" y="5282"/>
                  </a:lnTo>
                  <a:cubicBezTo>
                    <a:pt x="5440" y="5204"/>
                    <a:pt x="2211" y="4013"/>
                    <a:pt x="1" y="1709"/>
                  </a:cubicBezTo>
                  <a:lnTo>
                    <a:pt x="1" y="1709"/>
                  </a:lnTo>
                  <a:cubicBezTo>
                    <a:pt x="251" y="3339"/>
                    <a:pt x="1458" y="4467"/>
                    <a:pt x="2963" y="5173"/>
                  </a:cubicBezTo>
                  <a:lnTo>
                    <a:pt x="2963" y="5173"/>
                  </a:lnTo>
                  <a:cubicBezTo>
                    <a:pt x="6082" y="6615"/>
                    <a:pt x="9672" y="7022"/>
                    <a:pt x="13026" y="6286"/>
                  </a:cubicBezTo>
                  <a:lnTo>
                    <a:pt x="13026" y="6286"/>
                  </a:lnTo>
                  <a:cubicBezTo>
                    <a:pt x="15910" y="5643"/>
                    <a:pt x="18559" y="4232"/>
                    <a:pt x="21365" y="3323"/>
                  </a:cubicBezTo>
                  <a:lnTo>
                    <a:pt x="21365" y="3323"/>
                  </a:lnTo>
                  <a:cubicBezTo>
                    <a:pt x="24170" y="2414"/>
                    <a:pt x="27384" y="2069"/>
                    <a:pt x="29954" y="3511"/>
                  </a:cubicBezTo>
                  <a:lnTo>
                    <a:pt x="29954" y="3511"/>
                  </a:lnTo>
                  <a:cubicBezTo>
                    <a:pt x="31804" y="4546"/>
                    <a:pt x="33058" y="6364"/>
                    <a:pt x="34735" y="7649"/>
                  </a:cubicBezTo>
                  <a:lnTo>
                    <a:pt x="34735" y="7649"/>
                  </a:lnTo>
                  <a:cubicBezTo>
                    <a:pt x="39108" y="11051"/>
                    <a:pt x="45440" y="10330"/>
                    <a:pt x="50629" y="8386"/>
                  </a:cubicBezTo>
                  <a:lnTo>
                    <a:pt x="50629" y="8386"/>
                  </a:lnTo>
                  <a:cubicBezTo>
                    <a:pt x="52274" y="7775"/>
                    <a:pt x="53905" y="7038"/>
                    <a:pt x="55644" y="6803"/>
                  </a:cubicBezTo>
                  <a:lnTo>
                    <a:pt x="55644" y="6803"/>
                  </a:lnTo>
                  <a:cubicBezTo>
                    <a:pt x="57384" y="6552"/>
                    <a:pt x="59312" y="6897"/>
                    <a:pt x="60550" y="8135"/>
                  </a:cubicBezTo>
                  <a:lnTo>
                    <a:pt x="60550" y="8135"/>
                  </a:lnTo>
                  <a:cubicBezTo>
                    <a:pt x="61851" y="9452"/>
                    <a:pt x="62149" y="11489"/>
                    <a:pt x="63340" y="12916"/>
                  </a:cubicBezTo>
                  <a:lnTo>
                    <a:pt x="63340" y="12916"/>
                  </a:lnTo>
                  <a:cubicBezTo>
                    <a:pt x="64516" y="14326"/>
                    <a:pt x="66413" y="14922"/>
                    <a:pt x="68231" y="15126"/>
                  </a:cubicBezTo>
                  <a:lnTo>
                    <a:pt x="68231" y="15126"/>
                  </a:lnTo>
                  <a:cubicBezTo>
                    <a:pt x="73215" y="15690"/>
                    <a:pt x="76648" y="12571"/>
                    <a:pt x="81397" y="12383"/>
                  </a:cubicBezTo>
                  <a:lnTo>
                    <a:pt x="81397" y="12383"/>
                  </a:lnTo>
                  <a:cubicBezTo>
                    <a:pt x="83200" y="12305"/>
                    <a:pt x="85081" y="12712"/>
                    <a:pt x="86476" y="13841"/>
                  </a:cubicBezTo>
                  <a:lnTo>
                    <a:pt x="86476" y="13841"/>
                  </a:lnTo>
                  <a:cubicBezTo>
                    <a:pt x="87479" y="14656"/>
                    <a:pt x="88169" y="15800"/>
                    <a:pt x="88796" y="16944"/>
                  </a:cubicBezTo>
                  <a:lnTo>
                    <a:pt x="88796" y="16944"/>
                  </a:lnTo>
                  <a:cubicBezTo>
                    <a:pt x="89877" y="18935"/>
                    <a:pt x="90833" y="21051"/>
                    <a:pt x="91225" y="23292"/>
                  </a:cubicBezTo>
                  <a:lnTo>
                    <a:pt x="91225" y="23292"/>
                  </a:lnTo>
                  <a:lnTo>
                    <a:pt x="91398" y="23308"/>
                  </a:lnTo>
                  <a:cubicBezTo>
                    <a:pt x="91742" y="20048"/>
                    <a:pt x="91492" y="16631"/>
                    <a:pt x="89940" y="13747"/>
                  </a:cubicBezTo>
                  <a:lnTo>
                    <a:pt x="89940" y="13747"/>
                  </a:lnTo>
                  <a:cubicBezTo>
                    <a:pt x="88388" y="10862"/>
                    <a:pt x="85332" y="8637"/>
                    <a:pt x="82056" y="8746"/>
                  </a:cubicBezTo>
                  <a:lnTo>
                    <a:pt x="82056" y="8746"/>
                  </a:lnTo>
                  <a:cubicBezTo>
                    <a:pt x="79846" y="8809"/>
                    <a:pt x="77808" y="9891"/>
                    <a:pt x="75723" y="10643"/>
                  </a:cubicBezTo>
                  <a:lnTo>
                    <a:pt x="75723" y="10643"/>
                  </a:lnTo>
                  <a:cubicBezTo>
                    <a:pt x="73544" y="11411"/>
                    <a:pt x="71240" y="11819"/>
                    <a:pt x="68936" y="11850"/>
                  </a:cubicBezTo>
                  <a:lnTo>
                    <a:pt x="68936" y="11850"/>
                  </a:lnTo>
                  <a:cubicBezTo>
                    <a:pt x="67745" y="11881"/>
                    <a:pt x="66491" y="11787"/>
                    <a:pt x="65425" y="11223"/>
                  </a:cubicBezTo>
                  <a:lnTo>
                    <a:pt x="65425" y="11223"/>
                  </a:lnTo>
                  <a:cubicBezTo>
                    <a:pt x="63654" y="10314"/>
                    <a:pt x="62714" y="8370"/>
                    <a:pt x="61334" y="6944"/>
                  </a:cubicBezTo>
                  <a:lnTo>
                    <a:pt x="61334" y="6944"/>
                  </a:lnTo>
                  <a:cubicBezTo>
                    <a:pt x="57839" y="3370"/>
                    <a:pt x="51977" y="3574"/>
                    <a:pt x="47243" y="5188"/>
                  </a:cubicBezTo>
                  <a:lnTo>
                    <a:pt x="47243" y="5188"/>
                  </a:lnTo>
                  <a:cubicBezTo>
                    <a:pt x="45064" y="5925"/>
                    <a:pt x="42838" y="6913"/>
                    <a:pt x="40581" y="6521"/>
                  </a:cubicBezTo>
                  <a:lnTo>
                    <a:pt x="40581" y="6521"/>
                  </a:lnTo>
                  <a:cubicBezTo>
                    <a:pt x="39030" y="6239"/>
                    <a:pt x="37682" y="5345"/>
                    <a:pt x="36381" y="4452"/>
                  </a:cubicBezTo>
                  <a:lnTo>
                    <a:pt x="36381" y="4452"/>
                  </a:lnTo>
                  <a:cubicBezTo>
                    <a:pt x="33152" y="2273"/>
                    <a:pt x="29515" y="0"/>
                    <a:pt x="25738" y="0"/>
                  </a:cubicBezTo>
                  <a:lnTo>
                    <a:pt x="25738" y="0"/>
                  </a:lnTo>
                  <a:cubicBezTo>
                    <a:pt x="25111" y="0"/>
                    <a:pt x="24484" y="63"/>
                    <a:pt x="23857" y="188"/>
                  </a:cubicBezTo>
                </a:path>
              </a:pathLst>
            </a:custGeom>
            <a:solidFill>
              <a:srgbClr val="FFFFFF">
                <a:alpha val="41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3_1_4_2"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22"/>
          <p:cNvSpPr/>
          <p:nvPr/>
        </p:nvSpPr>
        <p:spPr>
          <a:xfrm flipH="1">
            <a:off x="3654925" y="4092000"/>
            <a:ext cx="5829700" cy="1231825"/>
          </a:xfrm>
          <a:custGeom>
            <a:avLst/>
            <a:gdLst/>
            <a:ahLst/>
            <a:cxnLst/>
            <a:rect l="l" t="t" r="r" b="b"/>
            <a:pathLst>
              <a:path w="233188" h="49273" extrusionOk="0">
                <a:moveTo>
                  <a:pt x="101637" y="1"/>
                </a:moveTo>
                <a:cubicBezTo>
                  <a:pt x="101435" y="1"/>
                  <a:pt x="101261" y="13"/>
                  <a:pt x="101115" y="39"/>
                </a:cubicBezTo>
                <a:cubicBezTo>
                  <a:pt x="98012" y="572"/>
                  <a:pt x="0" y="49272"/>
                  <a:pt x="0" y="49272"/>
                </a:cubicBezTo>
                <a:lnTo>
                  <a:pt x="233187" y="49272"/>
                </a:lnTo>
                <a:cubicBezTo>
                  <a:pt x="233187" y="49272"/>
                  <a:pt x="114207" y="1"/>
                  <a:pt x="10163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7" name="Google Shape;837;p22"/>
          <p:cNvSpPr/>
          <p:nvPr/>
        </p:nvSpPr>
        <p:spPr>
          <a:xfrm flipH="1">
            <a:off x="5165025" y="4408613"/>
            <a:ext cx="5473875" cy="1056900"/>
          </a:xfrm>
          <a:custGeom>
            <a:avLst/>
            <a:gdLst/>
            <a:ahLst/>
            <a:cxnLst/>
            <a:rect l="l" t="t" r="r" b="b"/>
            <a:pathLst>
              <a:path w="218955" h="42276" extrusionOk="0">
                <a:moveTo>
                  <a:pt x="95422" y="1"/>
                </a:moveTo>
                <a:cubicBezTo>
                  <a:pt x="95236" y="1"/>
                  <a:pt x="95075" y="11"/>
                  <a:pt x="94940" y="33"/>
                </a:cubicBezTo>
                <a:cubicBezTo>
                  <a:pt x="92024" y="503"/>
                  <a:pt x="0" y="42275"/>
                  <a:pt x="0" y="42275"/>
                </a:cubicBezTo>
                <a:lnTo>
                  <a:pt x="218955" y="42275"/>
                </a:lnTo>
                <a:cubicBezTo>
                  <a:pt x="218955" y="42275"/>
                  <a:pt x="107185" y="1"/>
                  <a:pt x="95422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22"/>
          <p:cNvSpPr txBox="1">
            <a:spLocks noGrp="1"/>
          </p:cNvSpPr>
          <p:nvPr>
            <p:ph type="subTitle" idx="1"/>
          </p:nvPr>
        </p:nvSpPr>
        <p:spPr>
          <a:xfrm>
            <a:off x="2899325" y="1427428"/>
            <a:ext cx="2560200" cy="38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endParaRPr/>
          </a:p>
        </p:txBody>
      </p:sp>
      <p:sp>
        <p:nvSpPr>
          <p:cNvPr id="839" name="Google Shape;839;p22"/>
          <p:cNvSpPr txBox="1">
            <a:spLocks noGrp="1"/>
          </p:cNvSpPr>
          <p:nvPr>
            <p:ph type="subTitle" idx="2"/>
          </p:nvPr>
        </p:nvSpPr>
        <p:spPr>
          <a:xfrm>
            <a:off x="2899586" y="1774200"/>
            <a:ext cx="2560200" cy="52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840" name="Google Shape;840;p22"/>
          <p:cNvSpPr txBox="1">
            <a:spLocks noGrp="1"/>
          </p:cNvSpPr>
          <p:nvPr>
            <p:ph type="subTitle" idx="3"/>
          </p:nvPr>
        </p:nvSpPr>
        <p:spPr>
          <a:xfrm>
            <a:off x="2899325" y="2684051"/>
            <a:ext cx="2560200" cy="38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endParaRPr/>
          </a:p>
        </p:txBody>
      </p:sp>
      <p:sp>
        <p:nvSpPr>
          <p:cNvPr id="841" name="Google Shape;841;p22"/>
          <p:cNvSpPr txBox="1">
            <a:spLocks noGrp="1"/>
          </p:cNvSpPr>
          <p:nvPr>
            <p:ph type="subTitle" idx="4"/>
          </p:nvPr>
        </p:nvSpPr>
        <p:spPr>
          <a:xfrm>
            <a:off x="2899586" y="3030650"/>
            <a:ext cx="2560200" cy="52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842" name="Google Shape;842;p22"/>
          <p:cNvSpPr txBox="1">
            <a:spLocks noGrp="1"/>
          </p:cNvSpPr>
          <p:nvPr>
            <p:ph type="subTitle" idx="5"/>
          </p:nvPr>
        </p:nvSpPr>
        <p:spPr>
          <a:xfrm>
            <a:off x="5894324" y="1427453"/>
            <a:ext cx="2559900" cy="38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endParaRPr/>
          </a:p>
        </p:txBody>
      </p:sp>
      <p:sp>
        <p:nvSpPr>
          <p:cNvPr id="843" name="Google Shape;843;p22"/>
          <p:cNvSpPr txBox="1">
            <a:spLocks noGrp="1"/>
          </p:cNvSpPr>
          <p:nvPr>
            <p:ph type="subTitle" idx="6"/>
          </p:nvPr>
        </p:nvSpPr>
        <p:spPr>
          <a:xfrm>
            <a:off x="5894311" y="1774200"/>
            <a:ext cx="2559900" cy="52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844" name="Google Shape;844;p22"/>
          <p:cNvSpPr txBox="1">
            <a:spLocks noGrp="1"/>
          </p:cNvSpPr>
          <p:nvPr>
            <p:ph type="subTitle" idx="7"/>
          </p:nvPr>
        </p:nvSpPr>
        <p:spPr>
          <a:xfrm>
            <a:off x="5894050" y="2684992"/>
            <a:ext cx="2559900" cy="38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endParaRPr/>
          </a:p>
        </p:txBody>
      </p:sp>
      <p:sp>
        <p:nvSpPr>
          <p:cNvPr id="845" name="Google Shape;845;p22"/>
          <p:cNvSpPr txBox="1">
            <a:spLocks noGrp="1"/>
          </p:cNvSpPr>
          <p:nvPr>
            <p:ph type="subTitle" idx="8"/>
          </p:nvPr>
        </p:nvSpPr>
        <p:spPr>
          <a:xfrm>
            <a:off x="5894311" y="3030650"/>
            <a:ext cx="2559900" cy="52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846" name="Google Shape;846;p22"/>
          <p:cNvSpPr txBox="1">
            <a:spLocks noGrp="1"/>
          </p:cNvSpPr>
          <p:nvPr>
            <p:ph type="title"/>
          </p:nvPr>
        </p:nvSpPr>
        <p:spPr>
          <a:xfrm>
            <a:off x="71327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 sz="35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>
            <a:endParaRPr/>
          </a:p>
        </p:txBody>
      </p:sp>
      <p:sp>
        <p:nvSpPr>
          <p:cNvPr id="847" name="Google Shape;847;p22"/>
          <p:cNvSpPr/>
          <p:nvPr/>
        </p:nvSpPr>
        <p:spPr>
          <a:xfrm flipH="1">
            <a:off x="1971125" y="3893325"/>
            <a:ext cx="5829700" cy="1231825"/>
          </a:xfrm>
          <a:custGeom>
            <a:avLst/>
            <a:gdLst/>
            <a:ahLst/>
            <a:cxnLst/>
            <a:rect l="l" t="t" r="r" b="b"/>
            <a:pathLst>
              <a:path w="233188" h="49273" extrusionOk="0">
                <a:moveTo>
                  <a:pt x="101637" y="1"/>
                </a:moveTo>
                <a:cubicBezTo>
                  <a:pt x="101436" y="1"/>
                  <a:pt x="101262" y="14"/>
                  <a:pt x="101116" y="39"/>
                </a:cubicBezTo>
                <a:cubicBezTo>
                  <a:pt x="98013" y="572"/>
                  <a:pt x="1" y="49272"/>
                  <a:pt x="1" y="49272"/>
                </a:cubicBezTo>
                <a:lnTo>
                  <a:pt x="233188" y="49272"/>
                </a:lnTo>
                <a:cubicBezTo>
                  <a:pt x="233188" y="49272"/>
                  <a:pt x="114208" y="1"/>
                  <a:pt x="10163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8" name="Google Shape;848;p22"/>
          <p:cNvSpPr/>
          <p:nvPr/>
        </p:nvSpPr>
        <p:spPr>
          <a:xfrm flipH="1">
            <a:off x="809725" y="4526663"/>
            <a:ext cx="4251675" cy="820825"/>
          </a:xfrm>
          <a:custGeom>
            <a:avLst/>
            <a:gdLst/>
            <a:ahLst/>
            <a:cxnLst/>
            <a:rect l="l" t="t" r="r" b="b"/>
            <a:pathLst>
              <a:path w="170067" h="32833" extrusionOk="0">
                <a:moveTo>
                  <a:pt x="74126" y="0"/>
                </a:moveTo>
                <a:cubicBezTo>
                  <a:pt x="73980" y="0"/>
                  <a:pt x="73854" y="9"/>
                  <a:pt x="73748" y="26"/>
                </a:cubicBezTo>
                <a:cubicBezTo>
                  <a:pt x="71475" y="386"/>
                  <a:pt x="0" y="32832"/>
                  <a:pt x="0" y="32832"/>
                </a:cubicBezTo>
                <a:lnTo>
                  <a:pt x="170067" y="32832"/>
                </a:lnTo>
                <a:cubicBezTo>
                  <a:pt x="170067" y="32832"/>
                  <a:pt x="83280" y="0"/>
                  <a:pt x="7412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9" name="Google Shape;849;p22"/>
          <p:cNvGrpSpPr/>
          <p:nvPr/>
        </p:nvGrpSpPr>
        <p:grpSpPr>
          <a:xfrm flipH="1">
            <a:off x="-117555" y="1774194"/>
            <a:ext cx="3687611" cy="3499848"/>
            <a:chOff x="4527625" y="682250"/>
            <a:chExt cx="4656075" cy="4419000"/>
          </a:xfrm>
        </p:grpSpPr>
        <p:sp>
          <p:nvSpPr>
            <p:cNvPr id="850" name="Google Shape;850;p22"/>
            <p:cNvSpPr/>
            <p:nvPr/>
          </p:nvSpPr>
          <p:spPr>
            <a:xfrm>
              <a:off x="4527625" y="682250"/>
              <a:ext cx="4656075" cy="4419000"/>
            </a:xfrm>
            <a:custGeom>
              <a:avLst/>
              <a:gdLst/>
              <a:ahLst/>
              <a:cxnLst/>
              <a:rect l="l" t="t" r="r" b="b"/>
              <a:pathLst>
                <a:path w="186243" h="176760" extrusionOk="0">
                  <a:moveTo>
                    <a:pt x="135238" y="1442"/>
                  </a:moveTo>
                  <a:lnTo>
                    <a:pt x="0" y="176760"/>
                  </a:lnTo>
                  <a:lnTo>
                    <a:pt x="186242" y="176760"/>
                  </a:lnTo>
                  <a:lnTo>
                    <a:pt x="186242" y="59359"/>
                  </a:lnTo>
                  <a:lnTo>
                    <a:pt x="141100" y="1427"/>
                  </a:lnTo>
                  <a:cubicBezTo>
                    <a:pt x="140348" y="471"/>
                    <a:pt x="139266" y="0"/>
                    <a:pt x="138169" y="0"/>
                  </a:cubicBezTo>
                  <a:lnTo>
                    <a:pt x="138169" y="0"/>
                  </a:lnTo>
                  <a:cubicBezTo>
                    <a:pt x="137072" y="0"/>
                    <a:pt x="135975" y="486"/>
                    <a:pt x="135238" y="1442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2"/>
            <p:cNvSpPr/>
            <p:nvPr/>
          </p:nvSpPr>
          <p:spPr>
            <a:xfrm>
              <a:off x="7564125" y="695575"/>
              <a:ext cx="1619575" cy="4405675"/>
            </a:xfrm>
            <a:custGeom>
              <a:avLst/>
              <a:gdLst/>
              <a:ahLst/>
              <a:cxnLst/>
              <a:rect l="l" t="t" r="r" b="b"/>
              <a:pathLst>
                <a:path w="64783" h="176227" extrusionOk="0">
                  <a:moveTo>
                    <a:pt x="21600" y="3417"/>
                  </a:moveTo>
                  <a:cubicBezTo>
                    <a:pt x="18935" y="0"/>
                    <a:pt x="13465" y="3198"/>
                    <a:pt x="15267" y="7148"/>
                  </a:cubicBezTo>
                  <a:cubicBezTo>
                    <a:pt x="15299" y="7226"/>
                    <a:pt x="15346" y="7289"/>
                    <a:pt x="15377" y="7367"/>
                  </a:cubicBezTo>
                  <a:cubicBezTo>
                    <a:pt x="17258" y="10894"/>
                    <a:pt x="21176" y="11286"/>
                    <a:pt x="21176" y="14029"/>
                  </a:cubicBezTo>
                  <a:cubicBezTo>
                    <a:pt x="21176" y="23042"/>
                    <a:pt x="1975" y="29437"/>
                    <a:pt x="1975" y="46678"/>
                  </a:cubicBezTo>
                  <a:cubicBezTo>
                    <a:pt x="1975" y="63920"/>
                    <a:pt x="41553" y="65488"/>
                    <a:pt x="41553" y="83513"/>
                  </a:cubicBezTo>
                  <a:cubicBezTo>
                    <a:pt x="41553" y="101539"/>
                    <a:pt x="0" y="98796"/>
                    <a:pt x="0" y="125442"/>
                  </a:cubicBezTo>
                  <a:cubicBezTo>
                    <a:pt x="0" y="152088"/>
                    <a:pt x="64782" y="176227"/>
                    <a:pt x="64782" y="176227"/>
                  </a:cubicBezTo>
                  <a:lnTo>
                    <a:pt x="64782" y="58826"/>
                  </a:lnTo>
                  <a:close/>
                </a:path>
              </a:pathLst>
            </a:custGeom>
            <a:solidFill>
              <a:srgbClr val="FFFFFF">
                <a:alpha val="41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2" name="Google Shape;852;p22"/>
          <p:cNvGrpSpPr/>
          <p:nvPr/>
        </p:nvGrpSpPr>
        <p:grpSpPr>
          <a:xfrm flipH="1">
            <a:off x="-555175" y="4108275"/>
            <a:ext cx="9800100" cy="1657575"/>
            <a:chOff x="-613275" y="3559275"/>
            <a:chExt cx="9800100" cy="1657575"/>
          </a:xfrm>
        </p:grpSpPr>
        <p:sp>
          <p:nvSpPr>
            <p:cNvPr id="853" name="Google Shape;853;p22"/>
            <p:cNvSpPr/>
            <p:nvPr/>
          </p:nvSpPr>
          <p:spPr>
            <a:xfrm>
              <a:off x="8699600" y="3962263"/>
              <a:ext cx="444400" cy="1230850"/>
            </a:xfrm>
            <a:custGeom>
              <a:avLst/>
              <a:gdLst/>
              <a:ahLst/>
              <a:cxnLst/>
              <a:rect l="l" t="t" r="r" b="b"/>
              <a:pathLst>
                <a:path w="17776" h="49234" extrusionOk="0">
                  <a:moveTo>
                    <a:pt x="1" y="15017"/>
                  </a:moveTo>
                  <a:lnTo>
                    <a:pt x="1" y="49234"/>
                  </a:lnTo>
                  <a:lnTo>
                    <a:pt x="5487" y="49234"/>
                  </a:lnTo>
                  <a:lnTo>
                    <a:pt x="5487" y="15017"/>
                  </a:lnTo>
                  <a:cubicBezTo>
                    <a:pt x="5487" y="7665"/>
                    <a:pt x="10785" y="1537"/>
                    <a:pt x="17776" y="251"/>
                  </a:cubicBezTo>
                  <a:lnTo>
                    <a:pt x="17776" y="251"/>
                  </a:lnTo>
                  <a:cubicBezTo>
                    <a:pt x="16882" y="79"/>
                    <a:pt x="15957" y="1"/>
                    <a:pt x="15033" y="1"/>
                  </a:cubicBezTo>
                  <a:lnTo>
                    <a:pt x="15033" y="1"/>
                  </a:lnTo>
                  <a:cubicBezTo>
                    <a:pt x="6725" y="1"/>
                    <a:pt x="1" y="6725"/>
                    <a:pt x="1" y="150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2"/>
            <p:cNvSpPr/>
            <p:nvPr/>
          </p:nvSpPr>
          <p:spPr>
            <a:xfrm>
              <a:off x="7566750" y="3962263"/>
              <a:ext cx="444000" cy="1230850"/>
            </a:xfrm>
            <a:custGeom>
              <a:avLst/>
              <a:gdLst/>
              <a:ahLst/>
              <a:cxnLst/>
              <a:rect l="l" t="t" r="r" b="b"/>
              <a:pathLst>
                <a:path w="17760" h="49234" extrusionOk="0">
                  <a:moveTo>
                    <a:pt x="0" y="15017"/>
                  </a:moveTo>
                  <a:lnTo>
                    <a:pt x="0" y="49234"/>
                  </a:lnTo>
                  <a:lnTo>
                    <a:pt x="5486" y="49234"/>
                  </a:lnTo>
                  <a:lnTo>
                    <a:pt x="5486" y="15017"/>
                  </a:lnTo>
                  <a:cubicBezTo>
                    <a:pt x="5486" y="7665"/>
                    <a:pt x="10769" y="1537"/>
                    <a:pt x="17759" y="251"/>
                  </a:cubicBezTo>
                  <a:lnTo>
                    <a:pt x="17759" y="251"/>
                  </a:lnTo>
                  <a:cubicBezTo>
                    <a:pt x="16866" y="79"/>
                    <a:pt x="15957" y="1"/>
                    <a:pt x="15016" y="1"/>
                  </a:cubicBezTo>
                  <a:lnTo>
                    <a:pt x="15016" y="1"/>
                  </a:lnTo>
                  <a:cubicBezTo>
                    <a:pt x="6725" y="1"/>
                    <a:pt x="0" y="6725"/>
                    <a:pt x="0" y="150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2"/>
            <p:cNvSpPr/>
            <p:nvPr/>
          </p:nvSpPr>
          <p:spPr>
            <a:xfrm>
              <a:off x="6433500" y="3962263"/>
              <a:ext cx="444000" cy="1230850"/>
            </a:xfrm>
            <a:custGeom>
              <a:avLst/>
              <a:gdLst/>
              <a:ahLst/>
              <a:cxnLst/>
              <a:rect l="l" t="t" r="r" b="b"/>
              <a:pathLst>
                <a:path w="17760" h="49234" extrusionOk="0">
                  <a:moveTo>
                    <a:pt x="0" y="15017"/>
                  </a:moveTo>
                  <a:lnTo>
                    <a:pt x="0" y="49234"/>
                  </a:lnTo>
                  <a:lnTo>
                    <a:pt x="5486" y="49234"/>
                  </a:lnTo>
                  <a:lnTo>
                    <a:pt x="5486" y="15017"/>
                  </a:lnTo>
                  <a:cubicBezTo>
                    <a:pt x="5486" y="7665"/>
                    <a:pt x="10784" y="1537"/>
                    <a:pt x="17759" y="251"/>
                  </a:cubicBezTo>
                  <a:lnTo>
                    <a:pt x="17759" y="251"/>
                  </a:lnTo>
                  <a:cubicBezTo>
                    <a:pt x="16881" y="79"/>
                    <a:pt x="15957" y="1"/>
                    <a:pt x="15016" y="1"/>
                  </a:cubicBezTo>
                  <a:lnTo>
                    <a:pt x="15016" y="1"/>
                  </a:lnTo>
                  <a:cubicBezTo>
                    <a:pt x="6725" y="1"/>
                    <a:pt x="0" y="6725"/>
                    <a:pt x="0" y="150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2"/>
            <p:cNvSpPr/>
            <p:nvPr/>
          </p:nvSpPr>
          <p:spPr>
            <a:xfrm>
              <a:off x="5300250" y="3962263"/>
              <a:ext cx="444375" cy="1230850"/>
            </a:xfrm>
            <a:custGeom>
              <a:avLst/>
              <a:gdLst/>
              <a:ahLst/>
              <a:cxnLst/>
              <a:rect l="l" t="t" r="r" b="b"/>
              <a:pathLst>
                <a:path w="17775" h="49234" extrusionOk="0">
                  <a:moveTo>
                    <a:pt x="0" y="15017"/>
                  </a:moveTo>
                  <a:lnTo>
                    <a:pt x="0" y="49234"/>
                  </a:lnTo>
                  <a:lnTo>
                    <a:pt x="5486" y="49234"/>
                  </a:lnTo>
                  <a:lnTo>
                    <a:pt x="5486" y="15017"/>
                  </a:lnTo>
                  <a:cubicBezTo>
                    <a:pt x="5486" y="7665"/>
                    <a:pt x="10784" y="1537"/>
                    <a:pt x="17775" y="251"/>
                  </a:cubicBezTo>
                  <a:lnTo>
                    <a:pt x="17775" y="251"/>
                  </a:lnTo>
                  <a:cubicBezTo>
                    <a:pt x="16881" y="79"/>
                    <a:pt x="15957" y="1"/>
                    <a:pt x="15032" y="1"/>
                  </a:cubicBezTo>
                  <a:lnTo>
                    <a:pt x="15032" y="1"/>
                  </a:lnTo>
                  <a:cubicBezTo>
                    <a:pt x="6724" y="1"/>
                    <a:pt x="0" y="6725"/>
                    <a:pt x="0" y="150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57" name="Google Shape;857;p22"/>
            <p:cNvGrpSpPr/>
            <p:nvPr/>
          </p:nvGrpSpPr>
          <p:grpSpPr>
            <a:xfrm>
              <a:off x="-613275" y="3559275"/>
              <a:ext cx="9800100" cy="1657575"/>
              <a:chOff x="-613275" y="3443675"/>
              <a:chExt cx="9800100" cy="1657575"/>
            </a:xfrm>
          </p:grpSpPr>
          <p:sp>
            <p:nvSpPr>
              <p:cNvPr id="858" name="Google Shape;858;p22"/>
              <p:cNvSpPr/>
              <p:nvPr/>
            </p:nvSpPr>
            <p:spPr>
              <a:xfrm>
                <a:off x="3962175" y="3443675"/>
                <a:ext cx="5224650" cy="1657575"/>
              </a:xfrm>
              <a:custGeom>
                <a:avLst/>
                <a:gdLst/>
                <a:ahLst/>
                <a:cxnLst/>
                <a:rect l="l" t="t" r="r" b="b"/>
                <a:pathLst>
                  <a:path w="208986" h="66303" extrusionOk="0">
                    <a:moveTo>
                      <a:pt x="0" y="0"/>
                    </a:moveTo>
                    <a:lnTo>
                      <a:pt x="0" y="1207"/>
                    </a:lnTo>
                    <a:lnTo>
                      <a:pt x="5486" y="1207"/>
                    </a:lnTo>
                    <a:lnTo>
                      <a:pt x="5486" y="5439"/>
                    </a:lnTo>
                    <a:lnTo>
                      <a:pt x="0" y="5439"/>
                    </a:lnTo>
                    <a:lnTo>
                      <a:pt x="0" y="66303"/>
                    </a:lnTo>
                    <a:lnTo>
                      <a:pt x="8104" y="66303"/>
                    </a:lnTo>
                    <a:lnTo>
                      <a:pt x="8104" y="32086"/>
                    </a:lnTo>
                    <a:cubicBezTo>
                      <a:pt x="8104" y="23794"/>
                      <a:pt x="14828" y="17070"/>
                      <a:pt x="23120" y="17070"/>
                    </a:cubicBezTo>
                    <a:lnTo>
                      <a:pt x="23120" y="17070"/>
                    </a:lnTo>
                    <a:cubicBezTo>
                      <a:pt x="31411" y="17070"/>
                      <a:pt x="38136" y="23794"/>
                      <a:pt x="38136" y="32086"/>
                    </a:cubicBezTo>
                    <a:lnTo>
                      <a:pt x="38136" y="32086"/>
                    </a:lnTo>
                    <a:lnTo>
                      <a:pt x="38136" y="66303"/>
                    </a:lnTo>
                    <a:lnTo>
                      <a:pt x="53434" y="66303"/>
                    </a:lnTo>
                    <a:lnTo>
                      <a:pt x="53434" y="32086"/>
                    </a:lnTo>
                    <a:cubicBezTo>
                      <a:pt x="53434" y="23794"/>
                      <a:pt x="60158" y="17070"/>
                      <a:pt x="68450" y="17070"/>
                    </a:cubicBezTo>
                    <a:lnTo>
                      <a:pt x="68450" y="17070"/>
                    </a:lnTo>
                    <a:cubicBezTo>
                      <a:pt x="76741" y="17070"/>
                      <a:pt x="83466" y="23794"/>
                      <a:pt x="83466" y="32086"/>
                    </a:cubicBezTo>
                    <a:lnTo>
                      <a:pt x="83466" y="32086"/>
                    </a:lnTo>
                    <a:lnTo>
                      <a:pt x="83466" y="66303"/>
                    </a:lnTo>
                    <a:lnTo>
                      <a:pt x="98764" y="66303"/>
                    </a:lnTo>
                    <a:lnTo>
                      <a:pt x="98764" y="32086"/>
                    </a:lnTo>
                    <a:cubicBezTo>
                      <a:pt x="98764" y="23794"/>
                      <a:pt x="105488" y="17070"/>
                      <a:pt x="113780" y="17070"/>
                    </a:cubicBezTo>
                    <a:lnTo>
                      <a:pt x="113780" y="17070"/>
                    </a:lnTo>
                    <a:cubicBezTo>
                      <a:pt x="122072" y="17070"/>
                      <a:pt x="128796" y="23794"/>
                      <a:pt x="128796" y="32086"/>
                    </a:cubicBezTo>
                    <a:lnTo>
                      <a:pt x="128796" y="32086"/>
                    </a:lnTo>
                    <a:lnTo>
                      <a:pt x="128796" y="66303"/>
                    </a:lnTo>
                    <a:lnTo>
                      <a:pt x="144094" y="66303"/>
                    </a:lnTo>
                    <a:lnTo>
                      <a:pt x="144094" y="32086"/>
                    </a:lnTo>
                    <a:cubicBezTo>
                      <a:pt x="144094" y="23794"/>
                      <a:pt x="150818" y="17070"/>
                      <a:pt x="159110" y="17070"/>
                    </a:cubicBezTo>
                    <a:lnTo>
                      <a:pt x="159110" y="17070"/>
                    </a:lnTo>
                    <a:cubicBezTo>
                      <a:pt x="167402" y="17070"/>
                      <a:pt x="174126" y="23794"/>
                      <a:pt x="174126" y="32086"/>
                    </a:cubicBezTo>
                    <a:lnTo>
                      <a:pt x="174126" y="32086"/>
                    </a:lnTo>
                    <a:lnTo>
                      <a:pt x="174126" y="66303"/>
                    </a:lnTo>
                    <a:lnTo>
                      <a:pt x="189424" y="66303"/>
                    </a:lnTo>
                    <a:lnTo>
                      <a:pt x="189424" y="32086"/>
                    </a:lnTo>
                    <a:cubicBezTo>
                      <a:pt x="189424" y="23794"/>
                      <a:pt x="196148" y="17070"/>
                      <a:pt x="204440" y="17070"/>
                    </a:cubicBezTo>
                    <a:lnTo>
                      <a:pt x="204440" y="17070"/>
                    </a:lnTo>
                    <a:cubicBezTo>
                      <a:pt x="205976" y="17070"/>
                      <a:pt x="207591" y="17305"/>
                      <a:pt x="208986" y="17728"/>
                    </a:cubicBezTo>
                    <a:lnTo>
                      <a:pt x="208986" y="17728"/>
                    </a:lnTo>
                    <a:lnTo>
                      <a:pt x="208986" y="5439"/>
                    </a:lnTo>
                    <a:lnTo>
                      <a:pt x="205083" y="5439"/>
                    </a:lnTo>
                    <a:lnTo>
                      <a:pt x="205083" y="1207"/>
                    </a:lnTo>
                    <a:lnTo>
                      <a:pt x="208986" y="1207"/>
                    </a:lnTo>
                    <a:lnTo>
                      <a:pt x="208986" y="0"/>
                    </a:lnTo>
                    <a:close/>
                    <a:moveTo>
                      <a:pt x="189832" y="1207"/>
                    </a:moveTo>
                    <a:lnTo>
                      <a:pt x="203766" y="1207"/>
                    </a:lnTo>
                    <a:lnTo>
                      <a:pt x="203766" y="5439"/>
                    </a:lnTo>
                    <a:lnTo>
                      <a:pt x="189832" y="5439"/>
                    </a:lnTo>
                    <a:close/>
                    <a:moveTo>
                      <a:pt x="174581" y="1207"/>
                    </a:moveTo>
                    <a:lnTo>
                      <a:pt x="188515" y="1207"/>
                    </a:lnTo>
                    <a:lnTo>
                      <a:pt x="188515" y="5439"/>
                    </a:lnTo>
                    <a:lnTo>
                      <a:pt x="174581" y="5439"/>
                    </a:lnTo>
                    <a:close/>
                    <a:moveTo>
                      <a:pt x="159314" y="1207"/>
                    </a:moveTo>
                    <a:lnTo>
                      <a:pt x="173264" y="1207"/>
                    </a:lnTo>
                    <a:lnTo>
                      <a:pt x="173264" y="5439"/>
                    </a:lnTo>
                    <a:lnTo>
                      <a:pt x="159314" y="5439"/>
                    </a:lnTo>
                    <a:close/>
                    <a:moveTo>
                      <a:pt x="144063" y="1207"/>
                    </a:moveTo>
                    <a:lnTo>
                      <a:pt x="158013" y="1207"/>
                    </a:lnTo>
                    <a:lnTo>
                      <a:pt x="158013" y="5439"/>
                    </a:lnTo>
                    <a:lnTo>
                      <a:pt x="144063" y="5439"/>
                    </a:lnTo>
                    <a:close/>
                    <a:moveTo>
                      <a:pt x="128812" y="1207"/>
                    </a:moveTo>
                    <a:lnTo>
                      <a:pt x="142762" y="1207"/>
                    </a:lnTo>
                    <a:lnTo>
                      <a:pt x="142762" y="5439"/>
                    </a:lnTo>
                    <a:lnTo>
                      <a:pt x="128812" y="5439"/>
                    </a:lnTo>
                    <a:close/>
                    <a:moveTo>
                      <a:pt x="113560" y="1207"/>
                    </a:moveTo>
                    <a:lnTo>
                      <a:pt x="127511" y="1207"/>
                    </a:lnTo>
                    <a:lnTo>
                      <a:pt x="127511" y="5439"/>
                    </a:lnTo>
                    <a:lnTo>
                      <a:pt x="113560" y="5439"/>
                    </a:lnTo>
                    <a:close/>
                    <a:moveTo>
                      <a:pt x="98309" y="1207"/>
                    </a:moveTo>
                    <a:lnTo>
                      <a:pt x="112259" y="1207"/>
                    </a:lnTo>
                    <a:lnTo>
                      <a:pt x="112259" y="5439"/>
                    </a:lnTo>
                    <a:lnTo>
                      <a:pt x="98309" y="5439"/>
                    </a:lnTo>
                    <a:close/>
                    <a:moveTo>
                      <a:pt x="83058" y="1207"/>
                    </a:moveTo>
                    <a:lnTo>
                      <a:pt x="97008" y="1207"/>
                    </a:lnTo>
                    <a:lnTo>
                      <a:pt x="97008" y="5439"/>
                    </a:lnTo>
                    <a:lnTo>
                      <a:pt x="83058" y="5439"/>
                    </a:lnTo>
                    <a:close/>
                    <a:moveTo>
                      <a:pt x="67807" y="1207"/>
                    </a:moveTo>
                    <a:lnTo>
                      <a:pt x="81757" y="1207"/>
                    </a:lnTo>
                    <a:lnTo>
                      <a:pt x="81757" y="5439"/>
                    </a:lnTo>
                    <a:lnTo>
                      <a:pt x="67807" y="5439"/>
                    </a:lnTo>
                    <a:close/>
                    <a:moveTo>
                      <a:pt x="52556" y="1207"/>
                    </a:moveTo>
                    <a:lnTo>
                      <a:pt x="66490" y="1207"/>
                    </a:lnTo>
                    <a:lnTo>
                      <a:pt x="66490" y="5439"/>
                    </a:lnTo>
                    <a:lnTo>
                      <a:pt x="52556" y="5439"/>
                    </a:lnTo>
                    <a:close/>
                    <a:moveTo>
                      <a:pt x="37305" y="1207"/>
                    </a:moveTo>
                    <a:lnTo>
                      <a:pt x="51239" y="1207"/>
                    </a:lnTo>
                    <a:lnTo>
                      <a:pt x="51239" y="5439"/>
                    </a:lnTo>
                    <a:lnTo>
                      <a:pt x="37305" y="5439"/>
                    </a:lnTo>
                    <a:close/>
                    <a:moveTo>
                      <a:pt x="22038" y="1207"/>
                    </a:moveTo>
                    <a:lnTo>
                      <a:pt x="35988" y="1207"/>
                    </a:lnTo>
                    <a:lnTo>
                      <a:pt x="35988" y="5439"/>
                    </a:lnTo>
                    <a:lnTo>
                      <a:pt x="22038" y="5439"/>
                    </a:lnTo>
                    <a:close/>
                    <a:moveTo>
                      <a:pt x="6787" y="1207"/>
                    </a:moveTo>
                    <a:lnTo>
                      <a:pt x="20737" y="1207"/>
                    </a:lnTo>
                    <a:lnTo>
                      <a:pt x="20737" y="5439"/>
                    </a:lnTo>
                    <a:lnTo>
                      <a:pt x="6787" y="543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59" name="Google Shape;859;p22"/>
              <p:cNvGrpSpPr/>
              <p:nvPr/>
            </p:nvGrpSpPr>
            <p:grpSpPr>
              <a:xfrm>
                <a:off x="-613275" y="3443675"/>
                <a:ext cx="5224650" cy="1657575"/>
                <a:chOff x="1161525" y="3805200"/>
                <a:chExt cx="5224650" cy="1657575"/>
              </a:xfrm>
            </p:grpSpPr>
            <p:sp>
              <p:nvSpPr>
                <p:cNvPr id="860" name="Google Shape;860;p22"/>
                <p:cNvSpPr/>
                <p:nvPr/>
              </p:nvSpPr>
              <p:spPr>
                <a:xfrm>
                  <a:off x="5896325" y="4231925"/>
                  <a:ext cx="444400" cy="123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76" h="49234" extrusionOk="0">
                      <a:moveTo>
                        <a:pt x="1" y="15017"/>
                      </a:moveTo>
                      <a:lnTo>
                        <a:pt x="1" y="49234"/>
                      </a:lnTo>
                      <a:lnTo>
                        <a:pt x="5487" y="49234"/>
                      </a:lnTo>
                      <a:lnTo>
                        <a:pt x="5487" y="15017"/>
                      </a:lnTo>
                      <a:cubicBezTo>
                        <a:pt x="5487" y="7665"/>
                        <a:pt x="10785" y="1537"/>
                        <a:pt x="17776" y="251"/>
                      </a:cubicBezTo>
                      <a:lnTo>
                        <a:pt x="17776" y="251"/>
                      </a:lnTo>
                      <a:cubicBezTo>
                        <a:pt x="16882" y="79"/>
                        <a:pt x="15957" y="1"/>
                        <a:pt x="15033" y="1"/>
                      </a:cubicBezTo>
                      <a:lnTo>
                        <a:pt x="15033" y="1"/>
                      </a:lnTo>
                      <a:cubicBezTo>
                        <a:pt x="6725" y="1"/>
                        <a:pt x="1" y="6725"/>
                        <a:pt x="1" y="150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1" name="Google Shape;861;p22"/>
                <p:cNvSpPr/>
                <p:nvPr/>
              </p:nvSpPr>
              <p:spPr>
                <a:xfrm>
                  <a:off x="4763475" y="4231925"/>
                  <a:ext cx="444000" cy="123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60" h="49234" extrusionOk="0">
                      <a:moveTo>
                        <a:pt x="0" y="15017"/>
                      </a:moveTo>
                      <a:lnTo>
                        <a:pt x="0" y="49234"/>
                      </a:lnTo>
                      <a:lnTo>
                        <a:pt x="5486" y="49234"/>
                      </a:lnTo>
                      <a:lnTo>
                        <a:pt x="5486" y="15017"/>
                      </a:lnTo>
                      <a:cubicBezTo>
                        <a:pt x="5486" y="7665"/>
                        <a:pt x="10769" y="1537"/>
                        <a:pt x="17759" y="251"/>
                      </a:cubicBezTo>
                      <a:lnTo>
                        <a:pt x="17759" y="251"/>
                      </a:lnTo>
                      <a:cubicBezTo>
                        <a:pt x="16866" y="79"/>
                        <a:pt x="15957" y="1"/>
                        <a:pt x="15016" y="1"/>
                      </a:cubicBezTo>
                      <a:lnTo>
                        <a:pt x="15016" y="1"/>
                      </a:lnTo>
                      <a:cubicBezTo>
                        <a:pt x="6725" y="1"/>
                        <a:pt x="0" y="6725"/>
                        <a:pt x="0" y="150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2" name="Google Shape;862;p22"/>
                <p:cNvSpPr/>
                <p:nvPr/>
              </p:nvSpPr>
              <p:spPr>
                <a:xfrm>
                  <a:off x="3630225" y="4231925"/>
                  <a:ext cx="444000" cy="123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60" h="49234" extrusionOk="0">
                      <a:moveTo>
                        <a:pt x="0" y="15017"/>
                      </a:moveTo>
                      <a:lnTo>
                        <a:pt x="0" y="49234"/>
                      </a:lnTo>
                      <a:lnTo>
                        <a:pt x="5486" y="49234"/>
                      </a:lnTo>
                      <a:lnTo>
                        <a:pt x="5486" y="15017"/>
                      </a:lnTo>
                      <a:cubicBezTo>
                        <a:pt x="5486" y="7665"/>
                        <a:pt x="10784" y="1537"/>
                        <a:pt x="17759" y="251"/>
                      </a:cubicBezTo>
                      <a:lnTo>
                        <a:pt x="17759" y="251"/>
                      </a:lnTo>
                      <a:cubicBezTo>
                        <a:pt x="16881" y="79"/>
                        <a:pt x="15957" y="1"/>
                        <a:pt x="15016" y="1"/>
                      </a:cubicBezTo>
                      <a:lnTo>
                        <a:pt x="15016" y="1"/>
                      </a:lnTo>
                      <a:cubicBezTo>
                        <a:pt x="6725" y="1"/>
                        <a:pt x="0" y="6725"/>
                        <a:pt x="0" y="150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3" name="Google Shape;863;p22"/>
                <p:cNvSpPr/>
                <p:nvPr/>
              </p:nvSpPr>
              <p:spPr>
                <a:xfrm>
                  <a:off x="2496975" y="4231925"/>
                  <a:ext cx="444375" cy="123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75" h="49234" extrusionOk="0">
                      <a:moveTo>
                        <a:pt x="0" y="15017"/>
                      </a:moveTo>
                      <a:lnTo>
                        <a:pt x="0" y="49234"/>
                      </a:lnTo>
                      <a:lnTo>
                        <a:pt x="5486" y="49234"/>
                      </a:lnTo>
                      <a:lnTo>
                        <a:pt x="5486" y="15017"/>
                      </a:lnTo>
                      <a:cubicBezTo>
                        <a:pt x="5486" y="7665"/>
                        <a:pt x="10784" y="1537"/>
                        <a:pt x="17775" y="251"/>
                      </a:cubicBezTo>
                      <a:lnTo>
                        <a:pt x="17775" y="251"/>
                      </a:lnTo>
                      <a:cubicBezTo>
                        <a:pt x="16881" y="79"/>
                        <a:pt x="15957" y="1"/>
                        <a:pt x="15032" y="1"/>
                      </a:cubicBezTo>
                      <a:lnTo>
                        <a:pt x="15032" y="1"/>
                      </a:lnTo>
                      <a:cubicBezTo>
                        <a:pt x="6724" y="1"/>
                        <a:pt x="0" y="6725"/>
                        <a:pt x="0" y="150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4" name="Google Shape;864;p22"/>
                <p:cNvSpPr/>
                <p:nvPr/>
              </p:nvSpPr>
              <p:spPr>
                <a:xfrm>
                  <a:off x="1364100" y="4231925"/>
                  <a:ext cx="444000" cy="123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60" h="49234" extrusionOk="0">
                      <a:moveTo>
                        <a:pt x="1" y="15017"/>
                      </a:moveTo>
                      <a:lnTo>
                        <a:pt x="1" y="49234"/>
                      </a:lnTo>
                      <a:lnTo>
                        <a:pt x="5487" y="49234"/>
                      </a:lnTo>
                      <a:lnTo>
                        <a:pt x="5487" y="15017"/>
                      </a:lnTo>
                      <a:cubicBezTo>
                        <a:pt x="5487" y="7665"/>
                        <a:pt x="10769" y="1537"/>
                        <a:pt x="17760" y="251"/>
                      </a:cubicBezTo>
                      <a:lnTo>
                        <a:pt x="17760" y="251"/>
                      </a:lnTo>
                      <a:cubicBezTo>
                        <a:pt x="16866" y="79"/>
                        <a:pt x="15957" y="1"/>
                        <a:pt x="15017" y="1"/>
                      </a:cubicBezTo>
                      <a:lnTo>
                        <a:pt x="15017" y="1"/>
                      </a:lnTo>
                      <a:cubicBezTo>
                        <a:pt x="6725" y="1"/>
                        <a:pt x="1" y="6725"/>
                        <a:pt x="1" y="150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5" name="Google Shape;865;p22"/>
                <p:cNvSpPr/>
                <p:nvPr/>
              </p:nvSpPr>
              <p:spPr>
                <a:xfrm>
                  <a:off x="1161525" y="3805200"/>
                  <a:ext cx="5224650" cy="1657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986" h="66303" extrusionOk="0">
                      <a:moveTo>
                        <a:pt x="0" y="0"/>
                      </a:moveTo>
                      <a:lnTo>
                        <a:pt x="0" y="1207"/>
                      </a:lnTo>
                      <a:lnTo>
                        <a:pt x="5486" y="1207"/>
                      </a:lnTo>
                      <a:lnTo>
                        <a:pt x="5486" y="5439"/>
                      </a:lnTo>
                      <a:lnTo>
                        <a:pt x="0" y="5439"/>
                      </a:lnTo>
                      <a:lnTo>
                        <a:pt x="0" y="66303"/>
                      </a:lnTo>
                      <a:lnTo>
                        <a:pt x="8104" y="66303"/>
                      </a:lnTo>
                      <a:lnTo>
                        <a:pt x="8104" y="32086"/>
                      </a:lnTo>
                      <a:cubicBezTo>
                        <a:pt x="8104" y="23794"/>
                        <a:pt x="14828" y="17070"/>
                        <a:pt x="23120" y="17070"/>
                      </a:cubicBezTo>
                      <a:lnTo>
                        <a:pt x="23120" y="17070"/>
                      </a:lnTo>
                      <a:cubicBezTo>
                        <a:pt x="31411" y="17070"/>
                        <a:pt x="38136" y="23794"/>
                        <a:pt x="38136" y="32086"/>
                      </a:cubicBezTo>
                      <a:lnTo>
                        <a:pt x="38136" y="32086"/>
                      </a:lnTo>
                      <a:lnTo>
                        <a:pt x="38136" y="66303"/>
                      </a:lnTo>
                      <a:lnTo>
                        <a:pt x="53434" y="66303"/>
                      </a:lnTo>
                      <a:lnTo>
                        <a:pt x="53434" y="32086"/>
                      </a:lnTo>
                      <a:cubicBezTo>
                        <a:pt x="53434" y="23794"/>
                        <a:pt x="60158" y="17070"/>
                        <a:pt x="68450" y="17070"/>
                      </a:cubicBezTo>
                      <a:lnTo>
                        <a:pt x="68450" y="17070"/>
                      </a:lnTo>
                      <a:cubicBezTo>
                        <a:pt x="76741" y="17070"/>
                        <a:pt x="83466" y="23794"/>
                        <a:pt x="83466" y="32086"/>
                      </a:cubicBezTo>
                      <a:lnTo>
                        <a:pt x="83466" y="32086"/>
                      </a:lnTo>
                      <a:lnTo>
                        <a:pt x="83466" y="66303"/>
                      </a:lnTo>
                      <a:lnTo>
                        <a:pt x="98764" y="66303"/>
                      </a:lnTo>
                      <a:lnTo>
                        <a:pt x="98764" y="32086"/>
                      </a:lnTo>
                      <a:cubicBezTo>
                        <a:pt x="98764" y="23794"/>
                        <a:pt x="105488" y="17070"/>
                        <a:pt x="113780" y="17070"/>
                      </a:cubicBezTo>
                      <a:lnTo>
                        <a:pt x="113780" y="17070"/>
                      </a:lnTo>
                      <a:cubicBezTo>
                        <a:pt x="122072" y="17070"/>
                        <a:pt x="128796" y="23794"/>
                        <a:pt x="128796" y="32086"/>
                      </a:cubicBezTo>
                      <a:lnTo>
                        <a:pt x="128796" y="32086"/>
                      </a:lnTo>
                      <a:lnTo>
                        <a:pt x="128796" y="66303"/>
                      </a:lnTo>
                      <a:lnTo>
                        <a:pt x="144094" y="66303"/>
                      </a:lnTo>
                      <a:lnTo>
                        <a:pt x="144094" y="32086"/>
                      </a:lnTo>
                      <a:cubicBezTo>
                        <a:pt x="144094" y="23794"/>
                        <a:pt x="150818" y="17070"/>
                        <a:pt x="159110" y="17070"/>
                      </a:cubicBezTo>
                      <a:lnTo>
                        <a:pt x="159110" y="17070"/>
                      </a:lnTo>
                      <a:cubicBezTo>
                        <a:pt x="167402" y="17070"/>
                        <a:pt x="174126" y="23794"/>
                        <a:pt x="174126" y="32086"/>
                      </a:cubicBezTo>
                      <a:lnTo>
                        <a:pt x="174126" y="32086"/>
                      </a:lnTo>
                      <a:lnTo>
                        <a:pt x="174126" y="66303"/>
                      </a:lnTo>
                      <a:lnTo>
                        <a:pt x="189424" y="66303"/>
                      </a:lnTo>
                      <a:lnTo>
                        <a:pt x="189424" y="32086"/>
                      </a:lnTo>
                      <a:cubicBezTo>
                        <a:pt x="189424" y="23794"/>
                        <a:pt x="196148" y="17070"/>
                        <a:pt x="204440" y="17070"/>
                      </a:cubicBezTo>
                      <a:lnTo>
                        <a:pt x="204440" y="17070"/>
                      </a:lnTo>
                      <a:cubicBezTo>
                        <a:pt x="205976" y="17070"/>
                        <a:pt x="207591" y="17305"/>
                        <a:pt x="208986" y="17728"/>
                      </a:cubicBezTo>
                      <a:lnTo>
                        <a:pt x="208986" y="17728"/>
                      </a:lnTo>
                      <a:lnTo>
                        <a:pt x="208986" y="5439"/>
                      </a:lnTo>
                      <a:lnTo>
                        <a:pt x="205083" y="5439"/>
                      </a:lnTo>
                      <a:lnTo>
                        <a:pt x="205083" y="1207"/>
                      </a:lnTo>
                      <a:lnTo>
                        <a:pt x="208986" y="1207"/>
                      </a:lnTo>
                      <a:lnTo>
                        <a:pt x="208986" y="0"/>
                      </a:lnTo>
                      <a:close/>
                      <a:moveTo>
                        <a:pt x="189832" y="1207"/>
                      </a:moveTo>
                      <a:lnTo>
                        <a:pt x="203766" y="1207"/>
                      </a:lnTo>
                      <a:lnTo>
                        <a:pt x="203766" y="5439"/>
                      </a:lnTo>
                      <a:lnTo>
                        <a:pt x="189832" y="5439"/>
                      </a:lnTo>
                      <a:close/>
                      <a:moveTo>
                        <a:pt x="174581" y="1207"/>
                      </a:moveTo>
                      <a:lnTo>
                        <a:pt x="188515" y="1207"/>
                      </a:lnTo>
                      <a:lnTo>
                        <a:pt x="188515" y="5439"/>
                      </a:lnTo>
                      <a:lnTo>
                        <a:pt x="174581" y="5439"/>
                      </a:lnTo>
                      <a:close/>
                      <a:moveTo>
                        <a:pt x="159314" y="1207"/>
                      </a:moveTo>
                      <a:lnTo>
                        <a:pt x="173264" y="1207"/>
                      </a:lnTo>
                      <a:lnTo>
                        <a:pt x="173264" y="5439"/>
                      </a:lnTo>
                      <a:lnTo>
                        <a:pt x="159314" y="5439"/>
                      </a:lnTo>
                      <a:close/>
                      <a:moveTo>
                        <a:pt x="144063" y="1207"/>
                      </a:moveTo>
                      <a:lnTo>
                        <a:pt x="158013" y="1207"/>
                      </a:lnTo>
                      <a:lnTo>
                        <a:pt x="158013" y="5439"/>
                      </a:lnTo>
                      <a:lnTo>
                        <a:pt x="144063" y="5439"/>
                      </a:lnTo>
                      <a:close/>
                      <a:moveTo>
                        <a:pt x="128812" y="1207"/>
                      </a:moveTo>
                      <a:lnTo>
                        <a:pt x="142762" y="1207"/>
                      </a:lnTo>
                      <a:lnTo>
                        <a:pt x="142762" y="5439"/>
                      </a:lnTo>
                      <a:lnTo>
                        <a:pt x="128812" y="5439"/>
                      </a:lnTo>
                      <a:close/>
                      <a:moveTo>
                        <a:pt x="113560" y="1207"/>
                      </a:moveTo>
                      <a:lnTo>
                        <a:pt x="127511" y="1207"/>
                      </a:lnTo>
                      <a:lnTo>
                        <a:pt x="127511" y="5439"/>
                      </a:lnTo>
                      <a:lnTo>
                        <a:pt x="113560" y="5439"/>
                      </a:lnTo>
                      <a:close/>
                      <a:moveTo>
                        <a:pt x="98309" y="1207"/>
                      </a:moveTo>
                      <a:lnTo>
                        <a:pt x="112259" y="1207"/>
                      </a:lnTo>
                      <a:lnTo>
                        <a:pt x="112259" y="5439"/>
                      </a:lnTo>
                      <a:lnTo>
                        <a:pt x="98309" y="5439"/>
                      </a:lnTo>
                      <a:close/>
                      <a:moveTo>
                        <a:pt x="83058" y="1207"/>
                      </a:moveTo>
                      <a:lnTo>
                        <a:pt x="97008" y="1207"/>
                      </a:lnTo>
                      <a:lnTo>
                        <a:pt x="97008" y="5439"/>
                      </a:lnTo>
                      <a:lnTo>
                        <a:pt x="83058" y="5439"/>
                      </a:lnTo>
                      <a:close/>
                      <a:moveTo>
                        <a:pt x="67807" y="1207"/>
                      </a:moveTo>
                      <a:lnTo>
                        <a:pt x="81757" y="1207"/>
                      </a:lnTo>
                      <a:lnTo>
                        <a:pt x="81757" y="5439"/>
                      </a:lnTo>
                      <a:lnTo>
                        <a:pt x="67807" y="5439"/>
                      </a:lnTo>
                      <a:close/>
                      <a:moveTo>
                        <a:pt x="52556" y="1207"/>
                      </a:moveTo>
                      <a:lnTo>
                        <a:pt x="66490" y="1207"/>
                      </a:lnTo>
                      <a:lnTo>
                        <a:pt x="66490" y="5439"/>
                      </a:lnTo>
                      <a:lnTo>
                        <a:pt x="52556" y="5439"/>
                      </a:lnTo>
                      <a:close/>
                      <a:moveTo>
                        <a:pt x="37305" y="1207"/>
                      </a:moveTo>
                      <a:lnTo>
                        <a:pt x="51239" y="1207"/>
                      </a:lnTo>
                      <a:lnTo>
                        <a:pt x="51239" y="5439"/>
                      </a:lnTo>
                      <a:lnTo>
                        <a:pt x="37305" y="5439"/>
                      </a:lnTo>
                      <a:close/>
                      <a:moveTo>
                        <a:pt x="22038" y="1207"/>
                      </a:moveTo>
                      <a:lnTo>
                        <a:pt x="35988" y="1207"/>
                      </a:lnTo>
                      <a:lnTo>
                        <a:pt x="35988" y="5439"/>
                      </a:lnTo>
                      <a:lnTo>
                        <a:pt x="22038" y="5439"/>
                      </a:lnTo>
                      <a:close/>
                      <a:moveTo>
                        <a:pt x="6787" y="1207"/>
                      </a:moveTo>
                      <a:lnTo>
                        <a:pt x="20737" y="1207"/>
                      </a:lnTo>
                      <a:lnTo>
                        <a:pt x="20737" y="5439"/>
                      </a:lnTo>
                      <a:lnTo>
                        <a:pt x="6787" y="5439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866" name="Google Shape;866;p22"/>
          <p:cNvGrpSpPr/>
          <p:nvPr/>
        </p:nvGrpSpPr>
        <p:grpSpPr>
          <a:xfrm flipH="1">
            <a:off x="380457" y="3419314"/>
            <a:ext cx="2255718" cy="698655"/>
            <a:chOff x="3962175" y="2631750"/>
            <a:chExt cx="3075700" cy="952625"/>
          </a:xfrm>
        </p:grpSpPr>
        <p:sp>
          <p:nvSpPr>
            <p:cNvPr id="867" name="Google Shape;867;p22"/>
            <p:cNvSpPr/>
            <p:nvPr/>
          </p:nvSpPr>
          <p:spPr>
            <a:xfrm>
              <a:off x="3962175" y="3227750"/>
              <a:ext cx="3075700" cy="356625"/>
            </a:xfrm>
            <a:custGeom>
              <a:avLst/>
              <a:gdLst/>
              <a:ahLst/>
              <a:cxnLst/>
              <a:rect l="l" t="t" r="r" b="b"/>
              <a:pathLst>
                <a:path w="123028" h="14265" extrusionOk="0">
                  <a:moveTo>
                    <a:pt x="114046" y="1"/>
                  </a:moveTo>
                  <a:lnTo>
                    <a:pt x="114046" y="1239"/>
                  </a:lnTo>
                  <a:lnTo>
                    <a:pt x="114579" y="1239"/>
                  </a:lnTo>
                  <a:lnTo>
                    <a:pt x="114579" y="3167"/>
                  </a:lnTo>
                  <a:lnTo>
                    <a:pt x="109877" y="3167"/>
                  </a:lnTo>
                  <a:lnTo>
                    <a:pt x="109877" y="2728"/>
                  </a:lnTo>
                  <a:lnTo>
                    <a:pt x="108984" y="2728"/>
                  </a:lnTo>
                  <a:lnTo>
                    <a:pt x="108984" y="1913"/>
                  </a:lnTo>
                  <a:cubicBezTo>
                    <a:pt x="108984" y="1411"/>
                    <a:pt x="108513" y="1004"/>
                    <a:pt x="107980" y="1098"/>
                  </a:cubicBezTo>
                  <a:lnTo>
                    <a:pt x="107980" y="1098"/>
                  </a:lnTo>
                  <a:cubicBezTo>
                    <a:pt x="107573" y="1161"/>
                    <a:pt x="107291" y="1553"/>
                    <a:pt x="107291" y="1960"/>
                  </a:cubicBezTo>
                  <a:lnTo>
                    <a:pt x="107291" y="1960"/>
                  </a:lnTo>
                  <a:lnTo>
                    <a:pt x="107291" y="2728"/>
                  </a:lnTo>
                  <a:lnTo>
                    <a:pt x="106397" y="2728"/>
                  </a:lnTo>
                  <a:lnTo>
                    <a:pt x="106397" y="3167"/>
                  </a:lnTo>
                  <a:lnTo>
                    <a:pt x="105237" y="3167"/>
                  </a:lnTo>
                  <a:lnTo>
                    <a:pt x="105237" y="1615"/>
                  </a:lnTo>
                  <a:lnTo>
                    <a:pt x="103921" y="1615"/>
                  </a:lnTo>
                  <a:lnTo>
                    <a:pt x="103921" y="3167"/>
                  </a:lnTo>
                  <a:lnTo>
                    <a:pt x="100112" y="3167"/>
                  </a:lnTo>
                  <a:lnTo>
                    <a:pt x="100112" y="1521"/>
                  </a:lnTo>
                  <a:cubicBezTo>
                    <a:pt x="100112" y="675"/>
                    <a:pt x="99438" y="1"/>
                    <a:pt x="98591" y="1"/>
                  </a:cubicBezTo>
                  <a:lnTo>
                    <a:pt x="98591" y="1"/>
                  </a:lnTo>
                  <a:lnTo>
                    <a:pt x="88403" y="1"/>
                  </a:lnTo>
                  <a:cubicBezTo>
                    <a:pt x="87870" y="1"/>
                    <a:pt x="87431" y="440"/>
                    <a:pt x="87463" y="988"/>
                  </a:cubicBezTo>
                  <a:lnTo>
                    <a:pt x="87463" y="988"/>
                  </a:lnTo>
                  <a:cubicBezTo>
                    <a:pt x="87494" y="1490"/>
                    <a:pt x="87949" y="1882"/>
                    <a:pt x="88466" y="1882"/>
                  </a:cubicBezTo>
                  <a:lnTo>
                    <a:pt x="88466" y="1882"/>
                  </a:lnTo>
                  <a:lnTo>
                    <a:pt x="92149" y="1882"/>
                  </a:lnTo>
                  <a:cubicBezTo>
                    <a:pt x="92964" y="1882"/>
                    <a:pt x="93638" y="2540"/>
                    <a:pt x="93638" y="3355"/>
                  </a:cubicBezTo>
                  <a:lnTo>
                    <a:pt x="93638" y="3355"/>
                  </a:lnTo>
                  <a:lnTo>
                    <a:pt x="93638" y="5785"/>
                  </a:lnTo>
                  <a:cubicBezTo>
                    <a:pt x="93638" y="5988"/>
                    <a:pt x="93466" y="6161"/>
                    <a:pt x="93247" y="6161"/>
                  </a:cubicBezTo>
                  <a:lnTo>
                    <a:pt x="93247" y="6161"/>
                  </a:lnTo>
                  <a:lnTo>
                    <a:pt x="88293" y="6161"/>
                  </a:lnTo>
                  <a:cubicBezTo>
                    <a:pt x="87839" y="6161"/>
                    <a:pt x="87463" y="6537"/>
                    <a:pt x="87463" y="6992"/>
                  </a:cubicBezTo>
                  <a:lnTo>
                    <a:pt x="87463" y="6992"/>
                  </a:lnTo>
                  <a:lnTo>
                    <a:pt x="87463" y="9468"/>
                  </a:lnTo>
                  <a:cubicBezTo>
                    <a:pt x="87463" y="10299"/>
                    <a:pt x="87823" y="11036"/>
                    <a:pt x="88403" y="11537"/>
                  </a:cubicBezTo>
                  <a:lnTo>
                    <a:pt x="88403" y="11537"/>
                  </a:lnTo>
                  <a:cubicBezTo>
                    <a:pt x="88388" y="11615"/>
                    <a:pt x="88388" y="11678"/>
                    <a:pt x="88372" y="11741"/>
                  </a:cubicBezTo>
                  <a:lnTo>
                    <a:pt x="88372" y="11741"/>
                  </a:lnTo>
                  <a:lnTo>
                    <a:pt x="85221" y="11741"/>
                  </a:lnTo>
                  <a:lnTo>
                    <a:pt x="85221" y="3512"/>
                  </a:lnTo>
                  <a:cubicBezTo>
                    <a:pt x="85221" y="2430"/>
                    <a:pt x="84359" y="1553"/>
                    <a:pt x="83278" y="1553"/>
                  </a:cubicBezTo>
                  <a:lnTo>
                    <a:pt x="83278" y="1553"/>
                  </a:lnTo>
                  <a:lnTo>
                    <a:pt x="46083" y="1553"/>
                  </a:lnTo>
                  <a:cubicBezTo>
                    <a:pt x="45017" y="1553"/>
                    <a:pt x="44139" y="2430"/>
                    <a:pt x="44139" y="3512"/>
                  </a:cubicBezTo>
                  <a:lnTo>
                    <a:pt x="44139" y="3512"/>
                  </a:lnTo>
                  <a:lnTo>
                    <a:pt x="44139" y="10330"/>
                  </a:lnTo>
                  <a:lnTo>
                    <a:pt x="42211" y="10330"/>
                  </a:lnTo>
                  <a:lnTo>
                    <a:pt x="42211" y="3512"/>
                  </a:lnTo>
                  <a:cubicBezTo>
                    <a:pt x="42211" y="2430"/>
                    <a:pt x="41333" y="1553"/>
                    <a:pt x="40267" y="1553"/>
                  </a:cubicBezTo>
                  <a:lnTo>
                    <a:pt x="40267" y="1553"/>
                  </a:lnTo>
                  <a:lnTo>
                    <a:pt x="3072" y="1553"/>
                  </a:lnTo>
                  <a:cubicBezTo>
                    <a:pt x="2006" y="1553"/>
                    <a:pt x="1129" y="2430"/>
                    <a:pt x="1129" y="3512"/>
                  </a:cubicBezTo>
                  <a:lnTo>
                    <a:pt x="1129" y="3512"/>
                  </a:lnTo>
                  <a:lnTo>
                    <a:pt x="1129" y="10330"/>
                  </a:lnTo>
                  <a:lnTo>
                    <a:pt x="0" y="10330"/>
                  </a:lnTo>
                  <a:lnTo>
                    <a:pt x="0" y="11130"/>
                  </a:lnTo>
                  <a:lnTo>
                    <a:pt x="1129" y="11130"/>
                  </a:lnTo>
                  <a:lnTo>
                    <a:pt x="1129" y="12650"/>
                  </a:lnTo>
                  <a:lnTo>
                    <a:pt x="1865" y="12650"/>
                  </a:lnTo>
                  <a:cubicBezTo>
                    <a:pt x="1865" y="13481"/>
                    <a:pt x="2555" y="14170"/>
                    <a:pt x="3386" y="14170"/>
                  </a:cubicBezTo>
                  <a:lnTo>
                    <a:pt x="3386" y="14170"/>
                  </a:lnTo>
                  <a:cubicBezTo>
                    <a:pt x="4232" y="14170"/>
                    <a:pt x="4906" y="13481"/>
                    <a:pt x="4906" y="12650"/>
                  </a:cubicBezTo>
                  <a:lnTo>
                    <a:pt x="4906" y="12650"/>
                  </a:lnTo>
                  <a:lnTo>
                    <a:pt x="6113" y="12650"/>
                  </a:lnTo>
                  <a:cubicBezTo>
                    <a:pt x="6113" y="13481"/>
                    <a:pt x="6803" y="14170"/>
                    <a:pt x="7633" y="14170"/>
                  </a:cubicBezTo>
                  <a:lnTo>
                    <a:pt x="7633" y="14170"/>
                  </a:lnTo>
                  <a:cubicBezTo>
                    <a:pt x="8480" y="14170"/>
                    <a:pt x="9154" y="13481"/>
                    <a:pt x="9154" y="12650"/>
                  </a:cubicBezTo>
                  <a:lnTo>
                    <a:pt x="9154" y="12650"/>
                  </a:lnTo>
                  <a:lnTo>
                    <a:pt x="33966" y="12650"/>
                  </a:lnTo>
                  <a:cubicBezTo>
                    <a:pt x="33966" y="13481"/>
                    <a:pt x="34640" y="14170"/>
                    <a:pt x="35487" y="14170"/>
                  </a:cubicBezTo>
                  <a:lnTo>
                    <a:pt x="35487" y="14170"/>
                  </a:lnTo>
                  <a:cubicBezTo>
                    <a:pt x="36317" y="14170"/>
                    <a:pt x="37007" y="13481"/>
                    <a:pt x="37007" y="12650"/>
                  </a:cubicBezTo>
                  <a:lnTo>
                    <a:pt x="37007" y="12650"/>
                  </a:lnTo>
                  <a:lnTo>
                    <a:pt x="38198" y="12650"/>
                  </a:lnTo>
                  <a:cubicBezTo>
                    <a:pt x="38198" y="13481"/>
                    <a:pt x="38888" y="14170"/>
                    <a:pt x="39734" y="14170"/>
                  </a:cubicBezTo>
                  <a:lnTo>
                    <a:pt x="39734" y="14170"/>
                  </a:lnTo>
                  <a:cubicBezTo>
                    <a:pt x="40565" y="14170"/>
                    <a:pt x="41255" y="13481"/>
                    <a:pt x="41255" y="12650"/>
                  </a:cubicBezTo>
                  <a:lnTo>
                    <a:pt x="41255" y="12650"/>
                  </a:lnTo>
                  <a:lnTo>
                    <a:pt x="42211" y="12650"/>
                  </a:lnTo>
                  <a:lnTo>
                    <a:pt x="42211" y="11130"/>
                  </a:lnTo>
                  <a:lnTo>
                    <a:pt x="44139" y="11130"/>
                  </a:lnTo>
                  <a:lnTo>
                    <a:pt x="44139" y="12650"/>
                  </a:lnTo>
                  <a:lnTo>
                    <a:pt x="44876" y="12650"/>
                  </a:lnTo>
                  <a:cubicBezTo>
                    <a:pt x="44876" y="13481"/>
                    <a:pt x="45565" y="14170"/>
                    <a:pt x="46412" y="14170"/>
                  </a:cubicBezTo>
                  <a:lnTo>
                    <a:pt x="46412" y="14170"/>
                  </a:lnTo>
                  <a:cubicBezTo>
                    <a:pt x="47242" y="14170"/>
                    <a:pt x="47932" y="13481"/>
                    <a:pt x="47932" y="12650"/>
                  </a:cubicBezTo>
                  <a:lnTo>
                    <a:pt x="47932" y="12650"/>
                  </a:lnTo>
                  <a:lnTo>
                    <a:pt x="49123" y="12650"/>
                  </a:lnTo>
                  <a:cubicBezTo>
                    <a:pt x="49123" y="13481"/>
                    <a:pt x="49813" y="14170"/>
                    <a:pt x="50644" y="14170"/>
                  </a:cubicBezTo>
                  <a:lnTo>
                    <a:pt x="50644" y="14170"/>
                  </a:lnTo>
                  <a:cubicBezTo>
                    <a:pt x="51490" y="14170"/>
                    <a:pt x="52164" y="13481"/>
                    <a:pt x="52164" y="12650"/>
                  </a:cubicBezTo>
                  <a:lnTo>
                    <a:pt x="52164" y="12650"/>
                  </a:lnTo>
                  <a:lnTo>
                    <a:pt x="76977" y="12650"/>
                  </a:lnTo>
                  <a:cubicBezTo>
                    <a:pt x="76977" y="13481"/>
                    <a:pt x="77651" y="14170"/>
                    <a:pt x="78497" y="14170"/>
                  </a:cubicBezTo>
                  <a:lnTo>
                    <a:pt x="78497" y="14170"/>
                  </a:lnTo>
                  <a:cubicBezTo>
                    <a:pt x="79343" y="14170"/>
                    <a:pt x="80017" y="13481"/>
                    <a:pt x="80017" y="12650"/>
                  </a:cubicBezTo>
                  <a:lnTo>
                    <a:pt x="80017" y="12650"/>
                  </a:lnTo>
                  <a:lnTo>
                    <a:pt x="81224" y="12650"/>
                  </a:lnTo>
                  <a:cubicBezTo>
                    <a:pt x="81224" y="13481"/>
                    <a:pt x="81898" y="14170"/>
                    <a:pt x="82745" y="14170"/>
                  </a:cubicBezTo>
                  <a:lnTo>
                    <a:pt x="82745" y="14170"/>
                  </a:lnTo>
                  <a:cubicBezTo>
                    <a:pt x="83575" y="14170"/>
                    <a:pt x="84265" y="13481"/>
                    <a:pt x="84265" y="12650"/>
                  </a:cubicBezTo>
                  <a:lnTo>
                    <a:pt x="84265" y="12650"/>
                  </a:lnTo>
                  <a:lnTo>
                    <a:pt x="88497" y="12650"/>
                  </a:lnTo>
                  <a:cubicBezTo>
                    <a:pt x="88811" y="13528"/>
                    <a:pt x="89657" y="14170"/>
                    <a:pt x="90645" y="14170"/>
                  </a:cubicBezTo>
                  <a:lnTo>
                    <a:pt x="90645" y="14170"/>
                  </a:lnTo>
                  <a:cubicBezTo>
                    <a:pt x="91789" y="14170"/>
                    <a:pt x="92729" y="13340"/>
                    <a:pt x="92902" y="12258"/>
                  </a:cubicBezTo>
                  <a:lnTo>
                    <a:pt x="92902" y="12258"/>
                  </a:lnTo>
                  <a:lnTo>
                    <a:pt x="94939" y="12258"/>
                  </a:lnTo>
                  <a:cubicBezTo>
                    <a:pt x="95174" y="13340"/>
                    <a:pt x="96146" y="14170"/>
                    <a:pt x="97322" y="14170"/>
                  </a:cubicBezTo>
                  <a:lnTo>
                    <a:pt x="97322" y="14170"/>
                  </a:lnTo>
                  <a:cubicBezTo>
                    <a:pt x="98482" y="14170"/>
                    <a:pt x="99454" y="13340"/>
                    <a:pt x="99704" y="12258"/>
                  </a:cubicBezTo>
                  <a:lnTo>
                    <a:pt x="99704" y="12258"/>
                  </a:lnTo>
                  <a:lnTo>
                    <a:pt x="100535" y="12258"/>
                  </a:lnTo>
                  <a:cubicBezTo>
                    <a:pt x="100770" y="13340"/>
                    <a:pt x="101758" y="14170"/>
                    <a:pt x="102918" y="14170"/>
                  </a:cubicBezTo>
                  <a:lnTo>
                    <a:pt x="102918" y="14170"/>
                  </a:lnTo>
                  <a:cubicBezTo>
                    <a:pt x="104093" y="14170"/>
                    <a:pt x="105065" y="13340"/>
                    <a:pt x="105300" y="12258"/>
                  </a:cubicBezTo>
                  <a:lnTo>
                    <a:pt x="105300" y="12258"/>
                  </a:lnTo>
                  <a:lnTo>
                    <a:pt x="106601" y="12258"/>
                  </a:lnTo>
                  <a:cubicBezTo>
                    <a:pt x="106836" y="13340"/>
                    <a:pt x="107808" y="14170"/>
                    <a:pt x="108984" y="14170"/>
                  </a:cubicBezTo>
                  <a:lnTo>
                    <a:pt x="108984" y="14170"/>
                  </a:lnTo>
                  <a:cubicBezTo>
                    <a:pt x="110143" y="14170"/>
                    <a:pt x="111115" y="13340"/>
                    <a:pt x="111366" y="12258"/>
                  </a:cubicBezTo>
                  <a:lnTo>
                    <a:pt x="111366" y="12258"/>
                  </a:lnTo>
                  <a:lnTo>
                    <a:pt x="112197" y="12258"/>
                  </a:lnTo>
                  <a:cubicBezTo>
                    <a:pt x="112448" y="13340"/>
                    <a:pt x="113419" y="14170"/>
                    <a:pt x="114579" y="14170"/>
                  </a:cubicBezTo>
                  <a:lnTo>
                    <a:pt x="114579" y="14170"/>
                  </a:lnTo>
                  <a:cubicBezTo>
                    <a:pt x="115755" y="14170"/>
                    <a:pt x="116727" y="13340"/>
                    <a:pt x="116962" y="12258"/>
                  </a:cubicBezTo>
                  <a:lnTo>
                    <a:pt x="116962" y="12258"/>
                  </a:lnTo>
                  <a:lnTo>
                    <a:pt x="117244" y="12258"/>
                  </a:lnTo>
                  <a:cubicBezTo>
                    <a:pt x="117056" y="12525"/>
                    <a:pt x="116977" y="12854"/>
                    <a:pt x="117056" y="13230"/>
                  </a:cubicBezTo>
                  <a:lnTo>
                    <a:pt x="117056" y="13230"/>
                  </a:lnTo>
                  <a:cubicBezTo>
                    <a:pt x="117166" y="13684"/>
                    <a:pt x="117542" y="14061"/>
                    <a:pt x="118012" y="14139"/>
                  </a:cubicBezTo>
                  <a:lnTo>
                    <a:pt x="118012" y="14139"/>
                  </a:lnTo>
                  <a:cubicBezTo>
                    <a:pt x="118655" y="14264"/>
                    <a:pt x="119219" y="13888"/>
                    <a:pt x="119391" y="13324"/>
                  </a:cubicBezTo>
                  <a:lnTo>
                    <a:pt x="119391" y="13324"/>
                  </a:lnTo>
                  <a:cubicBezTo>
                    <a:pt x="122369" y="13308"/>
                    <a:pt x="123028" y="12556"/>
                    <a:pt x="123028" y="12556"/>
                  </a:cubicBezTo>
                  <a:lnTo>
                    <a:pt x="123028" y="12556"/>
                  </a:lnTo>
                  <a:lnTo>
                    <a:pt x="119783" y="9108"/>
                  </a:lnTo>
                  <a:lnTo>
                    <a:pt x="118749" y="9108"/>
                  </a:lnTo>
                  <a:cubicBezTo>
                    <a:pt x="120128" y="8841"/>
                    <a:pt x="121178" y="7619"/>
                    <a:pt x="121178" y="6161"/>
                  </a:cubicBezTo>
                  <a:lnTo>
                    <a:pt x="121178" y="6161"/>
                  </a:lnTo>
                  <a:cubicBezTo>
                    <a:pt x="121178" y="5330"/>
                    <a:pt x="120849" y="4578"/>
                    <a:pt x="120300" y="4045"/>
                  </a:cubicBezTo>
                  <a:lnTo>
                    <a:pt x="120300" y="4045"/>
                  </a:lnTo>
                  <a:cubicBezTo>
                    <a:pt x="119752" y="3496"/>
                    <a:pt x="118999" y="3167"/>
                    <a:pt x="118184" y="3167"/>
                  </a:cubicBezTo>
                  <a:lnTo>
                    <a:pt x="118184" y="3167"/>
                  </a:lnTo>
                  <a:lnTo>
                    <a:pt x="116068" y="3167"/>
                  </a:lnTo>
                  <a:lnTo>
                    <a:pt x="116068" y="1239"/>
                  </a:lnTo>
                  <a:lnTo>
                    <a:pt x="116601" y="1239"/>
                  </a:lnTo>
                  <a:lnTo>
                    <a:pt x="116601" y="1"/>
                  </a:lnTo>
                  <a:close/>
                  <a:moveTo>
                    <a:pt x="58214" y="11130"/>
                  </a:moveTo>
                  <a:lnTo>
                    <a:pt x="71146" y="11130"/>
                  </a:lnTo>
                  <a:lnTo>
                    <a:pt x="71146" y="11741"/>
                  </a:lnTo>
                  <a:lnTo>
                    <a:pt x="58214" y="11741"/>
                  </a:lnTo>
                  <a:close/>
                  <a:moveTo>
                    <a:pt x="15204" y="11130"/>
                  </a:moveTo>
                  <a:lnTo>
                    <a:pt x="28135" y="11130"/>
                  </a:lnTo>
                  <a:lnTo>
                    <a:pt x="28135" y="11741"/>
                  </a:lnTo>
                  <a:lnTo>
                    <a:pt x="15204" y="1174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22"/>
            <p:cNvSpPr/>
            <p:nvPr/>
          </p:nvSpPr>
          <p:spPr>
            <a:xfrm>
              <a:off x="6345450" y="3293600"/>
              <a:ext cx="84275" cy="84275"/>
            </a:xfrm>
            <a:custGeom>
              <a:avLst/>
              <a:gdLst/>
              <a:ahLst/>
              <a:cxnLst/>
              <a:rect l="l" t="t" r="r" b="b"/>
              <a:pathLst>
                <a:path w="3371" h="3371" extrusionOk="0">
                  <a:moveTo>
                    <a:pt x="1050" y="0"/>
                  </a:moveTo>
                  <a:cubicBezTo>
                    <a:pt x="470" y="0"/>
                    <a:pt x="0" y="470"/>
                    <a:pt x="0" y="1050"/>
                  </a:cubicBezTo>
                  <a:lnTo>
                    <a:pt x="0" y="2320"/>
                  </a:lnTo>
                  <a:cubicBezTo>
                    <a:pt x="0" y="2900"/>
                    <a:pt x="470" y="3370"/>
                    <a:pt x="1050" y="3370"/>
                  </a:cubicBezTo>
                  <a:lnTo>
                    <a:pt x="2320" y="3370"/>
                  </a:lnTo>
                  <a:cubicBezTo>
                    <a:pt x="2900" y="3370"/>
                    <a:pt x="3370" y="2900"/>
                    <a:pt x="3370" y="2320"/>
                  </a:cubicBezTo>
                  <a:lnTo>
                    <a:pt x="3370" y="1050"/>
                  </a:lnTo>
                  <a:cubicBezTo>
                    <a:pt x="3370" y="470"/>
                    <a:pt x="2900" y="0"/>
                    <a:pt x="23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22"/>
            <p:cNvSpPr/>
            <p:nvPr/>
          </p:nvSpPr>
          <p:spPr>
            <a:xfrm>
              <a:off x="5924600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50" y="1"/>
                  </a:moveTo>
                  <a:cubicBezTo>
                    <a:pt x="470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0" y="2822"/>
                    <a:pt x="1050" y="2822"/>
                  </a:cubicBezTo>
                  <a:lnTo>
                    <a:pt x="1944" y="2822"/>
                  </a:lnTo>
                  <a:cubicBezTo>
                    <a:pt x="2508" y="2822"/>
                    <a:pt x="2978" y="2368"/>
                    <a:pt x="2978" y="1788"/>
                  </a:cubicBezTo>
                  <a:lnTo>
                    <a:pt x="2978" y="1051"/>
                  </a:lnTo>
                  <a:cubicBezTo>
                    <a:pt x="2978" y="471"/>
                    <a:pt x="2508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22"/>
            <p:cNvSpPr/>
            <p:nvPr/>
          </p:nvSpPr>
          <p:spPr>
            <a:xfrm>
              <a:off x="58121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55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55" y="2822"/>
                    <a:pt x="1035" y="2822"/>
                  </a:cubicBezTo>
                  <a:lnTo>
                    <a:pt x="1928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22"/>
            <p:cNvSpPr/>
            <p:nvPr/>
          </p:nvSpPr>
          <p:spPr>
            <a:xfrm>
              <a:off x="570357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22"/>
            <p:cNvSpPr/>
            <p:nvPr/>
          </p:nvSpPr>
          <p:spPr>
            <a:xfrm>
              <a:off x="55954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55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55" y="2822"/>
                    <a:pt x="1035" y="2822"/>
                  </a:cubicBezTo>
                  <a:lnTo>
                    <a:pt x="1929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22"/>
            <p:cNvSpPr/>
            <p:nvPr/>
          </p:nvSpPr>
          <p:spPr>
            <a:xfrm>
              <a:off x="548687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09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9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22"/>
            <p:cNvSpPr/>
            <p:nvPr/>
          </p:nvSpPr>
          <p:spPr>
            <a:xfrm>
              <a:off x="5378350" y="3351575"/>
              <a:ext cx="74850" cy="70575"/>
            </a:xfrm>
            <a:custGeom>
              <a:avLst/>
              <a:gdLst/>
              <a:ahLst/>
              <a:cxnLst/>
              <a:rect l="l" t="t" r="r" b="b"/>
              <a:pathLst>
                <a:path w="2994" h="2823" extrusionOk="0">
                  <a:moveTo>
                    <a:pt x="1050" y="1"/>
                  </a:moveTo>
                  <a:cubicBezTo>
                    <a:pt x="470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0" y="2822"/>
                    <a:pt x="1050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22"/>
            <p:cNvSpPr/>
            <p:nvPr/>
          </p:nvSpPr>
          <p:spPr>
            <a:xfrm>
              <a:off x="5270175" y="3351575"/>
              <a:ext cx="74500" cy="70575"/>
            </a:xfrm>
            <a:custGeom>
              <a:avLst/>
              <a:gdLst/>
              <a:ahLst/>
              <a:cxnLst/>
              <a:rect l="l" t="t" r="r" b="b"/>
              <a:pathLst>
                <a:path w="2980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5" y="2822"/>
                  </a:lnTo>
                  <a:cubicBezTo>
                    <a:pt x="2509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9" y="1"/>
                    <a:pt x="19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22"/>
            <p:cNvSpPr/>
            <p:nvPr/>
          </p:nvSpPr>
          <p:spPr>
            <a:xfrm>
              <a:off x="5161650" y="3351575"/>
              <a:ext cx="74850" cy="70575"/>
            </a:xfrm>
            <a:custGeom>
              <a:avLst/>
              <a:gdLst/>
              <a:ahLst/>
              <a:cxnLst/>
              <a:rect l="l" t="t" r="r" b="b"/>
              <a:pathLst>
                <a:path w="2994" h="2823" extrusionOk="0">
                  <a:moveTo>
                    <a:pt x="1050" y="1"/>
                  </a:moveTo>
                  <a:cubicBezTo>
                    <a:pt x="470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0" y="2822"/>
                    <a:pt x="1050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22"/>
            <p:cNvSpPr/>
            <p:nvPr/>
          </p:nvSpPr>
          <p:spPr>
            <a:xfrm>
              <a:off x="48493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35" y="2822"/>
                  </a:cubicBezTo>
                  <a:lnTo>
                    <a:pt x="1929" y="2822"/>
                  </a:lnTo>
                  <a:cubicBezTo>
                    <a:pt x="2509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9" y="1"/>
                    <a:pt x="19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22"/>
            <p:cNvSpPr/>
            <p:nvPr/>
          </p:nvSpPr>
          <p:spPr>
            <a:xfrm>
              <a:off x="47364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extrusionOk="0">
                  <a:moveTo>
                    <a:pt x="1051" y="1"/>
                  </a:moveTo>
                  <a:cubicBezTo>
                    <a:pt x="471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22"/>
            <p:cNvSpPr/>
            <p:nvPr/>
          </p:nvSpPr>
          <p:spPr>
            <a:xfrm>
              <a:off x="46283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51" y="1"/>
                  </a:moveTo>
                  <a:cubicBezTo>
                    <a:pt x="471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08" y="2822"/>
                    <a:pt x="2978" y="2368"/>
                    <a:pt x="2978" y="1788"/>
                  </a:cubicBezTo>
                  <a:lnTo>
                    <a:pt x="2978" y="1051"/>
                  </a:lnTo>
                  <a:cubicBezTo>
                    <a:pt x="2978" y="471"/>
                    <a:pt x="2508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22"/>
            <p:cNvSpPr/>
            <p:nvPr/>
          </p:nvSpPr>
          <p:spPr>
            <a:xfrm>
              <a:off x="45197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22"/>
            <p:cNvSpPr/>
            <p:nvPr/>
          </p:nvSpPr>
          <p:spPr>
            <a:xfrm>
              <a:off x="44116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71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1" y="2822"/>
                    <a:pt x="1035" y="2822"/>
                  </a:cubicBezTo>
                  <a:lnTo>
                    <a:pt x="1928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22"/>
            <p:cNvSpPr/>
            <p:nvPr/>
          </p:nvSpPr>
          <p:spPr>
            <a:xfrm>
              <a:off x="43030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22"/>
            <p:cNvSpPr/>
            <p:nvPr/>
          </p:nvSpPr>
          <p:spPr>
            <a:xfrm>
              <a:off x="41949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35" y="2822"/>
                  </a:cubicBezTo>
                  <a:lnTo>
                    <a:pt x="1928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22"/>
            <p:cNvSpPr/>
            <p:nvPr/>
          </p:nvSpPr>
          <p:spPr>
            <a:xfrm>
              <a:off x="40863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5" y="2368"/>
                    <a:pt x="2995" y="1788"/>
                  </a:cubicBezTo>
                  <a:lnTo>
                    <a:pt x="2995" y="1051"/>
                  </a:lnTo>
                  <a:cubicBezTo>
                    <a:pt x="2995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22"/>
            <p:cNvSpPr/>
            <p:nvPr/>
          </p:nvSpPr>
          <p:spPr>
            <a:xfrm>
              <a:off x="4570325" y="2631750"/>
              <a:ext cx="2293575" cy="582700"/>
            </a:xfrm>
            <a:custGeom>
              <a:avLst/>
              <a:gdLst/>
              <a:ahLst/>
              <a:cxnLst/>
              <a:rect l="l" t="t" r="r" b="b"/>
              <a:pathLst>
                <a:path w="91743" h="23308" extrusionOk="0">
                  <a:moveTo>
                    <a:pt x="23857" y="188"/>
                  </a:moveTo>
                  <a:cubicBezTo>
                    <a:pt x="21694" y="658"/>
                    <a:pt x="19813" y="1944"/>
                    <a:pt x="17854" y="2947"/>
                  </a:cubicBezTo>
                  <a:lnTo>
                    <a:pt x="17854" y="2947"/>
                  </a:lnTo>
                  <a:cubicBezTo>
                    <a:pt x="15001" y="4420"/>
                    <a:pt x="11835" y="5376"/>
                    <a:pt x="8637" y="5282"/>
                  </a:cubicBezTo>
                  <a:lnTo>
                    <a:pt x="8637" y="5282"/>
                  </a:lnTo>
                  <a:cubicBezTo>
                    <a:pt x="5440" y="5204"/>
                    <a:pt x="2211" y="4013"/>
                    <a:pt x="1" y="1709"/>
                  </a:cubicBezTo>
                  <a:lnTo>
                    <a:pt x="1" y="1709"/>
                  </a:lnTo>
                  <a:cubicBezTo>
                    <a:pt x="251" y="3339"/>
                    <a:pt x="1458" y="4467"/>
                    <a:pt x="2963" y="5173"/>
                  </a:cubicBezTo>
                  <a:lnTo>
                    <a:pt x="2963" y="5173"/>
                  </a:lnTo>
                  <a:cubicBezTo>
                    <a:pt x="6082" y="6615"/>
                    <a:pt x="9672" y="7022"/>
                    <a:pt x="13026" y="6286"/>
                  </a:cubicBezTo>
                  <a:lnTo>
                    <a:pt x="13026" y="6286"/>
                  </a:lnTo>
                  <a:cubicBezTo>
                    <a:pt x="15910" y="5643"/>
                    <a:pt x="18559" y="4232"/>
                    <a:pt x="21365" y="3323"/>
                  </a:cubicBezTo>
                  <a:lnTo>
                    <a:pt x="21365" y="3323"/>
                  </a:lnTo>
                  <a:cubicBezTo>
                    <a:pt x="24170" y="2414"/>
                    <a:pt x="27384" y="2069"/>
                    <a:pt x="29954" y="3511"/>
                  </a:cubicBezTo>
                  <a:lnTo>
                    <a:pt x="29954" y="3511"/>
                  </a:lnTo>
                  <a:cubicBezTo>
                    <a:pt x="31804" y="4546"/>
                    <a:pt x="33058" y="6364"/>
                    <a:pt x="34735" y="7649"/>
                  </a:cubicBezTo>
                  <a:lnTo>
                    <a:pt x="34735" y="7649"/>
                  </a:lnTo>
                  <a:cubicBezTo>
                    <a:pt x="39108" y="11051"/>
                    <a:pt x="45440" y="10330"/>
                    <a:pt x="50629" y="8386"/>
                  </a:cubicBezTo>
                  <a:lnTo>
                    <a:pt x="50629" y="8386"/>
                  </a:lnTo>
                  <a:cubicBezTo>
                    <a:pt x="52274" y="7775"/>
                    <a:pt x="53905" y="7038"/>
                    <a:pt x="55644" y="6803"/>
                  </a:cubicBezTo>
                  <a:lnTo>
                    <a:pt x="55644" y="6803"/>
                  </a:lnTo>
                  <a:cubicBezTo>
                    <a:pt x="57384" y="6552"/>
                    <a:pt x="59312" y="6897"/>
                    <a:pt x="60550" y="8135"/>
                  </a:cubicBezTo>
                  <a:lnTo>
                    <a:pt x="60550" y="8135"/>
                  </a:lnTo>
                  <a:cubicBezTo>
                    <a:pt x="61851" y="9452"/>
                    <a:pt x="62149" y="11489"/>
                    <a:pt x="63340" y="12916"/>
                  </a:cubicBezTo>
                  <a:lnTo>
                    <a:pt x="63340" y="12916"/>
                  </a:lnTo>
                  <a:cubicBezTo>
                    <a:pt x="64516" y="14326"/>
                    <a:pt x="66413" y="14922"/>
                    <a:pt x="68231" y="15126"/>
                  </a:cubicBezTo>
                  <a:lnTo>
                    <a:pt x="68231" y="15126"/>
                  </a:lnTo>
                  <a:cubicBezTo>
                    <a:pt x="73215" y="15690"/>
                    <a:pt x="76648" y="12571"/>
                    <a:pt x="81397" y="12383"/>
                  </a:cubicBezTo>
                  <a:lnTo>
                    <a:pt x="81397" y="12383"/>
                  </a:lnTo>
                  <a:cubicBezTo>
                    <a:pt x="83200" y="12305"/>
                    <a:pt x="85081" y="12712"/>
                    <a:pt x="86476" y="13841"/>
                  </a:cubicBezTo>
                  <a:lnTo>
                    <a:pt x="86476" y="13841"/>
                  </a:lnTo>
                  <a:cubicBezTo>
                    <a:pt x="87479" y="14656"/>
                    <a:pt x="88169" y="15800"/>
                    <a:pt x="88796" y="16944"/>
                  </a:cubicBezTo>
                  <a:lnTo>
                    <a:pt x="88796" y="16944"/>
                  </a:lnTo>
                  <a:cubicBezTo>
                    <a:pt x="89877" y="18935"/>
                    <a:pt x="90833" y="21051"/>
                    <a:pt x="91225" y="23292"/>
                  </a:cubicBezTo>
                  <a:lnTo>
                    <a:pt x="91225" y="23292"/>
                  </a:lnTo>
                  <a:lnTo>
                    <a:pt x="91398" y="23308"/>
                  </a:lnTo>
                  <a:cubicBezTo>
                    <a:pt x="91742" y="20048"/>
                    <a:pt x="91492" y="16631"/>
                    <a:pt x="89940" y="13747"/>
                  </a:cubicBezTo>
                  <a:lnTo>
                    <a:pt x="89940" y="13747"/>
                  </a:lnTo>
                  <a:cubicBezTo>
                    <a:pt x="88388" y="10862"/>
                    <a:pt x="85332" y="8637"/>
                    <a:pt x="82056" y="8746"/>
                  </a:cubicBezTo>
                  <a:lnTo>
                    <a:pt x="82056" y="8746"/>
                  </a:lnTo>
                  <a:cubicBezTo>
                    <a:pt x="79846" y="8809"/>
                    <a:pt x="77808" y="9891"/>
                    <a:pt x="75723" y="10643"/>
                  </a:cubicBezTo>
                  <a:lnTo>
                    <a:pt x="75723" y="10643"/>
                  </a:lnTo>
                  <a:cubicBezTo>
                    <a:pt x="73544" y="11411"/>
                    <a:pt x="71240" y="11819"/>
                    <a:pt x="68936" y="11850"/>
                  </a:cubicBezTo>
                  <a:lnTo>
                    <a:pt x="68936" y="11850"/>
                  </a:lnTo>
                  <a:cubicBezTo>
                    <a:pt x="67745" y="11881"/>
                    <a:pt x="66491" y="11787"/>
                    <a:pt x="65425" y="11223"/>
                  </a:cubicBezTo>
                  <a:lnTo>
                    <a:pt x="65425" y="11223"/>
                  </a:lnTo>
                  <a:cubicBezTo>
                    <a:pt x="63654" y="10314"/>
                    <a:pt x="62714" y="8370"/>
                    <a:pt x="61334" y="6944"/>
                  </a:cubicBezTo>
                  <a:lnTo>
                    <a:pt x="61334" y="6944"/>
                  </a:lnTo>
                  <a:cubicBezTo>
                    <a:pt x="57839" y="3370"/>
                    <a:pt x="51977" y="3574"/>
                    <a:pt x="47243" y="5188"/>
                  </a:cubicBezTo>
                  <a:lnTo>
                    <a:pt x="47243" y="5188"/>
                  </a:lnTo>
                  <a:cubicBezTo>
                    <a:pt x="45064" y="5925"/>
                    <a:pt x="42838" y="6913"/>
                    <a:pt x="40581" y="6521"/>
                  </a:cubicBezTo>
                  <a:lnTo>
                    <a:pt x="40581" y="6521"/>
                  </a:lnTo>
                  <a:cubicBezTo>
                    <a:pt x="39030" y="6239"/>
                    <a:pt x="37682" y="5345"/>
                    <a:pt x="36381" y="4452"/>
                  </a:cubicBezTo>
                  <a:lnTo>
                    <a:pt x="36381" y="4452"/>
                  </a:lnTo>
                  <a:cubicBezTo>
                    <a:pt x="33152" y="2273"/>
                    <a:pt x="29515" y="0"/>
                    <a:pt x="25738" y="0"/>
                  </a:cubicBezTo>
                  <a:lnTo>
                    <a:pt x="25738" y="0"/>
                  </a:lnTo>
                  <a:cubicBezTo>
                    <a:pt x="25111" y="0"/>
                    <a:pt x="24484" y="63"/>
                    <a:pt x="23857" y="188"/>
                  </a:cubicBezTo>
                </a:path>
              </a:pathLst>
            </a:custGeom>
            <a:solidFill>
              <a:srgbClr val="FFFFFF">
                <a:alpha val="41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6" name="Google Shape;886;p22"/>
          <p:cNvGrpSpPr/>
          <p:nvPr/>
        </p:nvGrpSpPr>
        <p:grpSpPr>
          <a:xfrm>
            <a:off x="7443500" y="4408613"/>
            <a:ext cx="853900" cy="770400"/>
            <a:chOff x="4219225" y="4330850"/>
            <a:chExt cx="853900" cy="770400"/>
          </a:xfrm>
        </p:grpSpPr>
        <p:grpSp>
          <p:nvGrpSpPr>
            <p:cNvPr id="887" name="Google Shape;887;p22"/>
            <p:cNvGrpSpPr/>
            <p:nvPr/>
          </p:nvGrpSpPr>
          <p:grpSpPr>
            <a:xfrm>
              <a:off x="4295625" y="4330850"/>
              <a:ext cx="777500" cy="770400"/>
              <a:chOff x="4295625" y="4330850"/>
              <a:chExt cx="777500" cy="770400"/>
            </a:xfrm>
          </p:grpSpPr>
          <p:sp>
            <p:nvSpPr>
              <p:cNvPr id="888" name="Google Shape;888;p22"/>
              <p:cNvSpPr/>
              <p:nvPr/>
            </p:nvSpPr>
            <p:spPr>
              <a:xfrm>
                <a:off x="4603250" y="4588300"/>
                <a:ext cx="408325" cy="293525"/>
              </a:xfrm>
              <a:custGeom>
                <a:avLst/>
                <a:gdLst/>
                <a:ahLst/>
                <a:cxnLst/>
                <a:rect l="l" t="t" r="r" b="b"/>
                <a:pathLst>
                  <a:path w="16333" h="11741" extrusionOk="0">
                    <a:moveTo>
                      <a:pt x="8167" y="0"/>
                    </a:moveTo>
                    <a:cubicBezTo>
                      <a:pt x="8167" y="0"/>
                      <a:pt x="5549" y="9185"/>
                      <a:pt x="0" y="9185"/>
                    </a:cubicBezTo>
                    <a:cubicBezTo>
                      <a:pt x="0" y="9185"/>
                      <a:pt x="3260" y="11740"/>
                      <a:pt x="8167" y="11740"/>
                    </a:cubicBezTo>
                    <a:cubicBezTo>
                      <a:pt x="13073" y="11740"/>
                      <a:pt x="16333" y="9185"/>
                      <a:pt x="16333" y="9185"/>
                    </a:cubicBezTo>
                    <a:cubicBezTo>
                      <a:pt x="10784" y="9185"/>
                      <a:pt x="8167" y="0"/>
                      <a:pt x="816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89" name="Google Shape;889;p22"/>
              <p:cNvGrpSpPr/>
              <p:nvPr/>
            </p:nvGrpSpPr>
            <p:grpSpPr>
              <a:xfrm>
                <a:off x="4295625" y="4330850"/>
                <a:ext cx="777500" cy="770400"/>
                <a:chOff x="4295625" y="4330850"/>
                <a:chExt cx="777500" cy="770400"/>
              </a:xfrm>
            </p:grpSpPr>
            <p:sp>
              <p:nvSpPr>
                <p:cNvPr id="890" name="Google Shape;890;p22"/>
                <p:cNvSpPr/>
                <p:nvPr/>
              </p:nvSpPr>
              <p:spPr>
                <a:xfrm>
                  <a:off x="4637325" y="4508750"/>
                  <a:ext cx="340550" cy="24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2" h="9797" extrusionOk="0">
                      <a:moveTo>
                        <a:pt x="6804" y="0"/>
                      </a:moveTo>
                      <a:cubicBezTo>
                        <a:pt x="6804" y="0"/>
                        <a:pt x="4625" y="7665"/>
                        <a:pt x="1" y="7665"/>
                      </a:cubicBezTo>
                      <a:cubicBezTo>
                        <a:pt x="1" y="7665"/>
                        <a:pt x="2713" y="9797"/>
                        <a:pt x="6804" y="9797"/>
                      </a:cubicBezTo>
                      <a:cubicBezTo>
                        <a:pt x="10895" y="9797"/>
                        <a:pt x="13622" y="7665"/>
                        <a:pt x="13622" y="7665"/>
                      </a:cubicBezTo>
                      <a:cubicBezTo>
                        <a:pt x="8998" y="7665"/>
                        <a:pt x="6804" y="0"/>
                        <a:pt x="680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1" name="Google Shape;891;p22"/>
                <p:cNvSpPr/>
                <p:nvPr/>
              </p:nvSpPr>
              <p:spPr>
                <a:xfrm>
                  <a:off x="4330900" y="4565175"/>
                  <a:ext cx="166175" cy="189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47" h="7587" extrusionOk="0">
                      <a:moveTo>
                        <a:pt x="3323" y="0"/>
                      </a:moveTo>
                      <a:cubicBezTo>
                        <a:pt x="3323" y="0"/>
                        <a:pt x="2461" y="6850"/>
                        <a:pt x="1" y="6850"/>
                      </a:cubicBezTo>
                      <a:cubicBezTo>
                        <a:pt x="1" y="6850"/>
                        <a:pt x="1286" y="7587"/>
                        <a:pt x="3323" y="7587"/>
                      </a:cubicBezTo>
                      <a:cubicBezTo>
                        <a:pt x="5361" y="7587"/>
                        <a:pt x="6646" y="6850"/>
                        <a:pt x="6646" y="6850"/>
                      </a:cubicBezTo>
                      <a:cubicBezTo>
                        <a:pt x="4186" y="6850"/>
                        <a:pt x="3323" y="0"/>
                        <a:pt x="332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892" name="Google Shape;892;p22"/>
                <p:cNvGrpSpPr/>
                <p:nvPr/>
              </p:nvGrpSpPr>
              <p:grpSpPr>
                <a:xfrm>
                  <a:off x="4295625" y="4330850"/>
                  <a:ext cx="777500" cy="770400"/>
                  <a:chOff x="4295625" y="4330850"/>
                  <a:chExt cx="777500" cy="770400"/>
                </a:xfrm>
              </p:grpSpPr>
              <p:sp>
                <p:nvSpPr>
                  <p:cNvPr id="893" name="Google Shape;893;p22"/>
                  <p:cNvSpPr/>
                  <p:nvPr/>
                </p:nvSpPr>
                <p:spPr>
                  <a:xfrm>
                    <a:off x="4688275" y="4330850"/>
                    <a:ext cx="238675" cy="2727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47" h="10910" extrusionOk="0">
                        <a:moveTo>
                          <a:pt x="4766" y="0"/>
                        </a:moveTo>
                        <a:cubicBezTo>
                          <a:pt x="4766" y="0"/>
                          <a:pt x="3543" y="9843"/>
                          <a:pt x="1" y="9843"/>
                        </a:cubicBezTo>
                        <a:cubicBezTo>
                          <a:pt x="1" y="9843"/>
                          <a:pt x="1850" y="10909"/>
                          <a:pt x="4766" y="10909"/>
                        </a:cubicBezTo>
                        <a:cubicBezTo>
                          <a:pt x="7697" y="10909"/>
                          <a:pt x="9546" y="9843"/>
                          <a:pt x="9546" y="9843"/>
                        </a:cubicBezTo>
                        <a:cubicBezTo>
                          <a:pt x="6004" y="9843"/>
                          <a:pt x="4766" y="0"/>
                          <a:pt x="4766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94" name="Google Shape;894;p22"/>
                  <p:cNvSpPr/>
                  <p:nvPr/>
                </p:nvSpPr>
                <p:spPr>
                  <a:xfrm>
                    <a:off x="4513550" y="4699175"/>
                    <a:ext cx="559575" cy="402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383" h="16083" extrusionOk="0">
                        <a:moveTo>
                          <a:pt x="11192" y="1"/>
                        </a:moveTo>
                        <a:cubicBezTo>
                          <a:pt x="11192" y="1"/>
                          <a:pt x="7618" y="12587"/>
                          <a:pt x="0" y="12587"/>
                        </a:cubicBezTo>
                        <a:cubicBezTo>
                          <a:pt x="0" y="12587"/>
                          <a:pt x="4483" y="16083"/>
                          <a:pt x="11192" y="16083"/>
                        </a:cubicBezTo>
                        <a:cubicBezTo>
                          <a:pt x="17916" y="16083"/>
                          <a:pt x="22383" y="12587"/>
                          <a:pt x="22383" y="12587"/>
                        </a:cubicBezTo>
                        <a:cubicBezTo>
                          <a:pt x="14781" y="12587"/>
                          <a:pt x="11192" y="1"/>
                          <a:pt x="1119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95" name="Google Shape;895;p22"/>
                  <p:cNvSpPr/>
                  <p:nvPr/>
                </p:nvSpPr>
                <p:spPr>
                  <a:xfrm>
                    <a:off x="4295625" y="4689000"/>
                    <a:ext cx="237100" cy="1704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484" h="6819" extrusionOk="0">
                        <a:moveTo>
                          <a:pt x="4734" y="0"/>
                        </a:moveTo>
                        <a:cubicBezTo>
                          <a:pt x="4734" y="0"/>
                          <a:pt x="3214" y="5330"/>
                          <a:pt x="1" y="5330"/>
                        </a:cubicBezTo>
                        <a:cubicBezTo>
                          <a:pt x="1" y="5330"/>
                          <a:pt x="1882" y="6819"/>
                          <a:pt x="4734" y="6819"/>
                        </a:cubicBezTo>
                        <a:cubicBezTo>
                          <a:pt x="7587" y="6819"/>
                          <a:pt x="9484" y="5330"/>
                          <a:pt x="9484" y="5330"/>
                        </a:cubicBezTo>
                        <a:cubicBezTo>
                          <a:pt x="6255" y="5330"/>
                          <a:pt x="4734" y="0"/>
                          <a:pt x="4734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896" name="Google Shape;896;p22"/>
            <p:cNvGrpSpPr/>
            <p:nvPr/>
          </p:nvGrpSpPr>
          <p:grpSpPr>
            <a:xfrm>
              <a:off x="4219225" y="4744250"/>
              <a:ext cx="389525" cy="357000"/>
              <a:chOff x="4219225" y="4744250"/>
              <a:chExt cx="389525" cy="357000"/>
            </a:xfrm>
          </p:grpSpPr>
          <p:sp>
            <p:nvSpPr>
              <p:cNvPr id="897" name="Google Shape;897;p22"/>
              <p:cNvSpPr/>
              <p:nvPr/>
            </p:nvSpPr>
            <p:spPr>
              <a:xfrm>
                <a:off x="4271725" y="4744250"/>
                <a:ext cx="284525" cy="204175"/>
              </a:xfrm>
              <a:custGeom>
                <a:avLst/>
                <a:gdLst/>
                <a:ahLst/>
                <a:cxnLst/>
                <a:rect l="l" t="t" r="r" b="b"/>
                <a:pathLst>
                  <a:path w="11381" h="8167" extrusionOk="0">
                    <a:moveTo>
                      <a:pt x="5690" y="0"/>
                    </a:moveTo>
                    <a:cubicBezTo>
                      <a:pt x="5690" y="0"/>
                      <a:pt x="3872" y="6396"/>
                      <a:pt x="1" y="6396"/>
                    </a:cubicBezTo>
                    <a:cubicBezTo>
                      <a:pt x="1" y="6396"/>
                      <a:pt x="2273" y="8167"/>
                      <a:pt x="5690" y="8167"/>
                    </a:cubicBezTo>
                    <a:cubicBezTo>
                      <a:pt x="9107" y="8167"/>
                      <a:pt x="11380" y="6396"/>
                      <a:pt x="11380" y="6396"/>
                    </a:cubicBezTo>
                    <a:cubicBezTo>
                      <a:pt x="7509" y="6396"/>
                      <a:pt x="5690" y="0"/>
                      <a:pt x="569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Google Shape;898;p22"/>
              <p:cNvSpPr/>
              <p:nvPr/>
            </p:nvSpPr>
            <p:spPr>
              <a:xfrm>
                <a:off x="4219225" y="4821450"/>
                <a:ext cx="389525" cy="279800"/>
              </a:xfrm>
              <a:custGeom>
                <a:avLst/>
                <a:gdLst/>
                <a:ahLst/>
                <a:cxnLst/>
                <a:rect l="l" t="t" r="r" b="b"/>
                <a:pathLst>
                  <a:path w="15581" h="11192" extrusionOk="0">
                    <a:moveTo>
                      <a:pt x="7790" y="0"/>
                    </a:moveTo>
                    <a:cubicBezTo>
                      <a:pt x="7790" y="0"/>
                      <a:pt x="5298" y="8762"/>
                      <a:pt x="0" y="8762"/>
                    </a:cubicBezTo>
                    <a:cubicBezTo>
                      <a:pt x="0" y="8762"/>
                      <a:pt x="3120" y="11192"/>
                      <a:pt x="7790" y="11192"/>
                    </a:cubicBezTo>
                    <a:cubicBezTo>
                      <a:pt x="12461" y="11192"/>
                      <a:pt x="15581" y="8762"/>
                      <a:pt x="15581" y="8762"/>
                    </a:cubicBezTo>
                    <a:cubicBezTo>
                      <a:pt x="10283" y="8762"/>
                      <a:pt x="7790" y="0"/>
                      <a:pt x="779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99" name="Google Shape;899;p22"/>
          <p:cNvGrpSpPr/>
          <p:nvPr/>
        </p:nvGrpSpPr>
        <p:grpSpPr>
          <a:xfrm>
            <a:off x="8454225" y="4669038"/>
            <a:ext cx="389150" cy="536075"/>
            <a:chOff x="5354825" y="4565175"/>
            <a:chExt cx="389150" cy="536075"/>
          </a:xfrm>
        </p:grpSpPr>
        <p:sp>
          <p:nvSpPr>
            <p:cNvPr id="900" name="Google Shape;900;p22"/>
            <p:cNvSpPr/>
            <p:nvPr/>
          </p:nvSpPr>
          <p:spPr>
            <a:xfrm>
              <a:off x="5466500" y="4565175"/>
              <a:ext cx="165775" cy="189675"/>
            </a:xfrm>
            <a:custGeom>
              <a:avLst/>
              <a:gdLst/>
              <a:ahLst/>
              <a:cxnLst/>
              <a:rect l="l" t="t" r="r" b="b"/>
              <a:pathLst>
                <a:path w="6631" h="7587" extrusionOk="0">
                  <a:moveTo>
                    <a:pt x="3324" y="0"/>
                  </a:moveTo>
                  <a:cubicBezTo>
                    <a:pt x="3324" y="0"/>
                    <a:pt x="2462" y="6850"/>
                    <a:pt x="1" y="6850"/>
                  </a:cubicBezTo>
                  <a:cubicBezTo>
                    <a:pt x="1" y="6850"/>
                    <a:pt x="1286" y="7587"/>
                    <a:pt x="3324" y="7587"/>
                  </a:cubicBezTo>
                  <a:cubicBezTo>
                    <a:pt x="5346" y="7587"/>
                    <a:pt x="6631" y="6850"/>
                    <a:pt x="6631" y="6850"/>
                  </a:cubicBezTo>
                  <a:cubicBezTo>
                    <a:pt x="4170" y="6850"/>
                    <a:pt x="3324" y="0"/>
                    <a:pt x="33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01" name="Google Shape;901;p22"/>
            <p:cNvGrpSpPr/>
            <p:nvPr/>
          </p:nvGrpSpPr>
          <p:grpSpPr>
            <a:xfrm>
              <a:off x="5354825" y="4689000"/>
              <a:ext cx="389150" cy="412250"/>
              <a:chOff x="5354825" y="4689000"/>
              <a:chExt cx="389150" cy="412250"/>
            </a:xfrm>
          </p:grpSpPr>
          <p:sp>
            <p:nvSpPr>
              <p:cNvPr id="902" name="Google Shape;902;p22"/>
              <p:cNvSpPr/>
              <p:nvPr/>
            </p:nvSpPr>
            <p:spPr>
              <a:xfrm>
                <a:off x="5430850" y="4689000"/>
                <a:ext cx="237100" cy="170475"/>
              </a:xfrm>
              <a:custGeom>
                <a:avLst/>
                <a:gdLst/>
                <a:ahLst/>
                <a:cxnLst/>
                <a:rect l="l" t="t" r="r" b="b"/>
                <a:pathLst>
                  <a:path w="9484" h="6819" extrusionOk="0">
                    <a:moveTo>
                      <a:pt x="4750" y="0"/>
                    </a:moveTo>
                    <a:cubicBezTo>
                      <a:pt x="4750" y="0"/>
                      <a:pt x="3229" y="5330"/>
                      <a:pt x="0" y="5330"/>
                    </a:cubicBezTo>
                    <a:cubicBezTo>
                      <a:pt x="0" y="5330"/>
                      <a:pt x="1897" y="6819"/>
                      <a:pt x="4750" y="6819"/>
                    </a:cubicBezTo>
                    <a:cubicBezTo>
                      <a:pt x="7587" y="6819"/>
                      <a:pt x="9483" y="5330"/>
                      <a:pt x="9483" y="5330"/>
                    </a:cubicBezTo>
                    <a:cubicBezTo>
                      <a:pt x="6270" y="5330"/>
                      <a:pt x="4750" y="0"/>
                      <a:pt x="475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Google Shape;903;p22"/>
              <p:cNvSpPr/>
              <p:nvPr/>
            </p:nvSpPr>
            <p:spPr>
              <a:xfrm>
                <a:off x="5407325" y="4744250"/>
                <a:ext cx="284125" cy="204175"/>
              </a:xfrm>
              <a:custGeom>
                <a:avLst/>
                <a:gdLst/>
                <a:ahLst/>
                <a:cxnLst/>
                <a:rect l="l" t="t" r="r" b="b"/>
                <a:pathLst>
                  <a:path w="11365" h="8167" extrusionOk="0">
                    <a:moveTo>
                      <a:pt x="5691" y="0"/>
                    </a:moveTo>
                    <a:cubicBezTo>
                      <a:pt x="5691" y="0"/>
                      <a:pt x="3857" y="6396"/>
                      <a:pt x="1" y="6396"/>
                    </a:cubicBezTo>
                    <a:cubicBezTo>
                      <a:pt x="1" y="6396"/>
                      <a:pt x="2274" y="8167"/>
                      <a:pt x="5691" y="8167"/>
                    </a:cubicBezTo>
                    <a:cubicBezTo>
                      <a:pt x="9092" y="8167"/>
                      <a:pt x="11365" y="6396"/>
                      <a:pt x="11365" y="6396"/>
                    </a:cubicBezTo>
                    <a:cubicBezTo>
                      <a:pt x="7509" y="6396"/>
                      <a:pt x="5691" y="0"/>
                      <a:pt x="56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Google Shape;904;p22"/>
              <p:cNvSpPr/>
              <p:nvPr/>
            </p:nvSpPr>
            <p:spPr>
              <a:xfrm>
                <a:off x="5354825" y="4821450"/>
                <a:ext cx="389150" cy="279800"/>
              </a:xfrm>
              <a:custGeom>
                <a:avLst/>
                <a:gdLst/>
                <a:ahLst/>
                <a:cxnLst/>
                <a:rect l="l" t="t" r="r" b="b"/>
                <a:pathLst>
                  <a:path w="15566" h="11192" extrusionOk="0">
                    <a:moveTo>
                      <a:pt x="7791" y="0"/>
                    </a:moveTo>
                    <a:cubicBezTo>
                      <a:pt x="7791" y="0"/>
                      <a:pt x="5283" y="8762"/>
                      <a:pt x="1" y="8762"/>
                    </a:cubicBezTo>
                    <a:cubicBezTo>
                      <a:pt x="1" y="8762"/>
                      <a:pt x="3104" y="11192"/>
                      <a:pt x="7791" y="11192"/>
                    </a:cubicBezTo>
                    <a:cubicBezTo>
                      <a:pt x="12462" y="11192"/>
                      <a:pt x="15565" y="8762"/>
                      <a:pt x="15565" y="8762"/>
                    </a:cubicBezTo>
                    <a:cubicBezTo>
                      <a:pt x="10283" y="8762"/>
                      <a:pt x="7791" y="0"/>
                      <a:pt x="77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12_3">
    <p:spTree>
      <p:nvGrpSpPr>
        <p:cNvPr id="1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24"/>
          <p:cNvSpPr txBox="1">
            <a:spLocks noGrp="1"/>
          </p:cNvSpPr>
          <p:nvPr>
            <p:ph type="subTitle" idx="1"/>
          </p:nvPr>
        </p:nvSpPr>
        <p:spPr>
          <a:xfrm>
            <a:off x="5161075" y="1675525"/>
            <a:ext cx="3269700" cy="101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945" name="Google Shape;945;p24"/>
          <p:cNvSpPr txBox="1">
            <a:spLocks noGrp="1"/>
          </p:cNvSpPr>
          <p:nvPr>
            <p:ph type="title"/>
          </p:nvPr>
        </p:nvSpPr>
        <p:spPr>
          <a:xfrm>
            <a:off x="5161075" y="539500"/>
            <a:ext cx="3269700" cy="109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46" name="Google Shape;946;p24"/>
          <p:cNvSpPr/>
          <p:nvPr/>
        </p:nvSpPr>
        <p:spPr>
          <a:xfrm rot="-2231248" flipH="1">
            <a:off x="8539843" y="253460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7" name="Google Shape;947;p24"/>
          <p:cNvSpPr txBox="1"/>
          <p:nvPr/>
        </p:nvSpPr>
        <p:spPr>
          <a:xfrm>
            <a:off x="5161075" y="3491000"/>
            <a:ext cx="3269700" cy="6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CREDITS: This presentation template was created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Abel"/>
                <a:ea typeface="Abel"/>
                <a:cs typeface="Abel"/>
                <a:sym typeface="Abe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, including icons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Abel"/>
                <a:ea typeface="Abel"/>
                <a:cs typeface="Abel"/>
                <a:sym typeface="Abe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, and infographics &amp; images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Abel"/>
                <a:ea typeface="Abel"/>
                <a:cs typeface="Abel"/>
                <a:sym typeface="Abe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>
              <a:solidFill>
                <a:schemeClr val="dk1"/>
              </a:solidFill>
              <a:latin typeface="Abel"/>
              <a:ea typeface="Abel"/>
              <a:cs typeface="Abel"/>
              <a:sym typeface="Abe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24">
    <p:spTree>
      <p:nvGrpSpPr>
        <p:cNvPr id="1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25"/>
          <p:cNvSpPr/>
          <p:nvPr/>
        </p:nvSpPr>
        <p:spPr>
          <a:xfrm>
            <a:off x="7789950" y="192988"/>
            <a:ext cx="883583" cy="883564"/>
          </a:xfrm>
          <a:custGeom>
            <a:avLst/>
            <a:gdLst/>
            <a:ahLst/>
            <a:cxnLst/>
            <a:rect l="l" t="t" r="r" b="b"/>
            <a:pathLst>
              <a:path w="45990" h="45989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0" name="Google Shape;950;p25"/>
          <p:cNvSpPr/>
          <p:nvPr/>
        </p:nvSpPr>
        <p:spPr>
          <a:xfrm>
            <a:off x="5978300" y="3700350"/>
            <a:ext cx="6828950" cy="1443150"/>
          </a:xfrm>
          <a:custGeom>
            <a:avLst/>
            <a:gdLst/>
            <a:ahLst/>
            <a:cxnLst/>
            <a:rect l="l" t="t" r="r" b="b"/>
            <a:pathLst>
              <a:path w="273158" h="57726" extrusionOk="0">
                <a:moveTo>
                  <a:pt x="119043" y="0"/>
                </a:moveTo>
                <a:cubicBezTo>
                  <a:pt x="118808" y="0"/>
                  <a:pt x="118606" y="15"/>
                  <a:pt x="118436" y="44"/>
                </a:cubicBezTo>
                <a:cubicBezTo>
                  <a:pt x="114815" y="687"/>
                  <a:pt x="1" y="57726"/>
                  <a:pt x="1" y="57726"/>
                </a:cubicBezTo>
                <a:lnTo>
                  <a:pt x="273157" y="57726"/>
                </a:lnTo>
                <a:cubicBezTo>
                  <a:pt x="273157" y="57726"/>
                  <a:pt x="133756" y="0"/>
                  <a:pt x="11904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1" name="Google Shape;951;p25"/>
          <p:cNvSpPr/>
          <p:nvPr/>
        </p:nvSpPr>
        <p:spPr>
          <a:xfrm>
            <a:off x="3757675" y="4322675"/>
            <a:ext cx="4251675" cy="820825"/>
          </a:xfrm>
          <a:custGeom>
            <a:avLst/>
            <a:gdLst/>
            <a:ahLst/>
            <a:cxnLst/>
            <a:rect l="l" t="t" r="r" b="b"/>
            <a:pathLst>
              <a:path w="170067" h="32833" extrusionOk="0">
                <a:moveTo>
                  <a:pt x="74126" y="0"/>
                </a:moveTo>
                <a:cubicBezTo>
                  <a:pt x="73980" y="0"/>
                  <a:pt x="73854" y="9"/>
                  <a:pt x="73748" y="26"/>
                </a:cubicBezTo>
                <a:cubicBezTo>
                  <a:pt x="71475" y="386"/>
                  <a:pt x="0" y="32832"/>
                  <a:pt x="0" y="32832"/>
                </a:cubicBezTo>
                <a:lnTo>
                  <a:pt x="170067" y="32832"/>
                </a:lnTo>
                <a:cubicBezTo>
                  <a:pt x="170067" y="32832"/>
                  <a:pt x="83280" y="0"/>
                  <a:pt x="7412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2" name="Google Shape;952;p25"/>
          <p:cNvSpPr/>
          <p:nvPr/>
        </p:nvSpPr>
        <p:spPr>
          <a:xfrm>
            <a:off x="-1555800" y="4086600"/>
            <a:ext cx="5473875" cy="1056900"/>
          </a:xfrm>
          <a:custGeom>
            <a:avLst/>
            <a:gdLst/>
            <a:ahLst/>
            <a:cxnLst/>
            <a:rect l="l" t="t" r="r" b="b"/>
            <a:pathLst>
              <a:path w="218955" h="42276" extrusionOk="0">
                <a:moveTo>
                  <a:pt x="95422" y="1"/>
                </a:moveTo>
                <a:cubicBezTo>
                  <a:pt x="95236" y="1"/>
                  <a:pt x="95075" y="11"/>
                  <a:pt x="94940" y="33"/>
                </a:cubicBezTo>
                <a:cubicBezTo>
                  <a:pt x="92024" y="503"/>
                  <a:pt x="0" y="42275"/>
                  <a:pt x="0" y="42275"/>
                </a:cubicBezTo>
                <a:lnTo>
                  <a:pt x="218955" y="42275"/>
                </a:lnTo>
                <a:cubicBezTo>
                  <a:pt x="218955" y="42275"/>
                  <a:pt x="107185" y="1"/>
                  <a:pt x="95422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53" name="Google Shape;953;p25"/>
          <p:cNvGrpSpPr/>
          <p:nvPr/>
        </p:nvGrpSpPr>
        <p:grpSpPr>
          <a:xfrm>
            <a:off x="-139347" y="3868275"/>
            <a:ext cx="9276783" cy="1398672"/>
            <a:chOff x="-139347" y="3868275"/>
            <a:chExt cx="9276783" cy="1398672"/>
          </a:xfrm>
        </p:grpSpPr>
        <p:sp>
          <p:nvSpPr>
            <p:cNvPr id="954" name="Google Shape;954;p25"/>
            <p:cNvSpPr/>
            <p:nvPr/>
          </p:nvSpPr>
          <p:spPr>
            <a:xfrm flipH="1">
              <a:off x="-139347" y="4015425"/>
              <a:ext cx="9276772" cy="548850"/>
            </a:xfrm>
            <a:custGeom>
              <a:avLst/>
              <a:gdLst/>
              <a:ahLst/>
              <a:cxnLst/>
              <a:rect l="l" t="t" r="r" b="b"/>
              <a:pathLst>
                <a:path w="219946" h="21954" extrusionOk="0">
                  <a:moveTo>
                    <a:pt x="0" y="12956"/>
                  </a:moveTo>
                  <a:lnTo>
                    <a:pt x="0" y="21954"/>
                  </a:lnTo>
                  <a:lnTo>
                    <a:pt x="219946" y="8998"/>
                  </a:lnTo>
                  <a:lnTo>
                    <a:pt x="2199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55" name="Google Shape;955;p25"/>
            <p:cNvGrpSpPr/>
            <p:nvPr/>
          </p:nvGrpSpPr>
          <p:grpSpPr>
            <a:xfrm flipH="1">
              <a:off x="2134836" y="4216900"/>
              <a:ext cx="3484400" cy="1050047"/>
              <a:chOff x="3379075" y="4216900"/>
              <a:chExt cx="3484400" cy="1050047"/>
            </a:xfrm>
          </p:grpSpPr>
          <p:sp>
            <p:nvSpPr>
              <p:cNvPr id="956" name="Google Shape;956;p25"/>
              <p:cNvSpPr/>
              <p:nvPr/>
            </p:nvSpPr>
            <p:spPr>
              <a:xfrm>
                <a:off x="6638025" y="4216900"/>
                <a:ext cx="225450" cy="266525"/>
              </a:xfrm>
              <a:custGeom>
                <a:avLst/>
                <a:gdLst/>
                <a:ahLst/>
                <a:cxnLst/>
                <a:rect l="l" t="t" r="r" b="b"/>
                <a:pathLst>
                  <a:path w="9018" h="10661" extrusionOk="0">
                    <a:moveTo>
                      <a:pt x="1" y="10660"/>
                    </a:moveTo>
                    <a:lnTo>
                      <a:pt x="9017" y="10660"/>
                    </a:lnTo>
                    <a:lnTo>
                      <a:pt x="901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Google Shape;957;p25"/>
              <p:cNvSpPr/>
              <p:nvPr/>
            </p:nvSpPr>
            <p:spPr>
              <a:xfrm>
                <a:off x="5628575" y="4216900"/>
                <a:ext cx="225425" cy="266525"/>
              </a:xfrm>
              <a:custGeom>
                <a:avLst/>
                <a:gdLst/>
                <a:ahLst/>
                <a:cxnLst/>
                <a:rect l="l" t="t" r="r" b="b"/>
                <a:pathLst>
                  <a:path w="9017" h="10661" extrusionOk="0">
                    <a:moveTo>
                      <a:pt x="0" y="10660"/>
                    </a:moveTo>
                    <a:lnTo>
                      <a:pt x="9017" y="10660"/>
                    </a:lnTo>
                    <a:lnTo>
                      <a:pt x="9017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25"/>
              <p:cNvSpPr/>
              <p:nvPr/>
            </p:nvSpPr>
            <p:spPr>
              <a:xfrm>
                <a:off x="5700425" y="4473175"/>
                <a:ext cx="72850" cy="792553"/>
              </a:xfrm>
              <a:custGeom>
                <a:avLst/>
                <a:gdLst/>
                <a:ahLst/>
                <a:cxnLst/>
                <a:rect l="l" t="t" r="r" b="b"/>
                <a:pathLst>
                  <a:path w="2914" h="48780" extrusionOk="0">
                    <a:moveTo>
                      <a:pt x="1" y="48780"/>
                    </a:moveTo>
                    <a:lnTo>
                      <a:pt x="2913" y="48780"/>
                    </a:lnTo>
                    <a:lnTo>
                      <a:pt x="291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25"/>
              <p:cNvSpPr/>
              <p:nvPr/>
            </p:nvSpPr>
            <p:spPr>
              <a:xfrm>
                <a:off x="4520150" y="4293100"/>
                <a:ext cx="225450" cy="266525"/>
              </a:xfrm>
              <a:custGeom>
                <a:avLst/>
                <a:gdLst/>
                <a:ahLst/>
                <a:cxnLst/>
                <a:rect l="l" t="t" r="r" b="b"/>
                <a:pathLst>
                  <a:path w="9018" h="10661" extrusionOk="0">
                    <a:moveTo>
                      <a:pt x="1" y="10660"/>
                    </a:moveTo>
                    <a:lnTo>
                      <a:pt x="9017" y="10660"/>
                    </a:lnTo>
                    <a:lnTo>
                      <a:pt x="901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Google Shape;960;p25"/>
              <p:cNvSpPr/>
              <p:nvPr/>
            </p:nvSpPr>
            <p:spPr>
              <a:xfrm>
                <a:off x="4592025" y="4473175"/>
                <a:ext cx="72825" cy="792553"/>
              </a:xfrm>
              <a:custGeom>
                <a:avLst/>
                <a:gdLst/>
                <a:ahLst/>
                <a:cxnLst/>
                <a:rect l="l" t="t" r="r" b="b"/>
                <a:pathLst>
                  <a:path w="2913" h="48780" extrusionOk="0">
                    <a:moveTo>
                      <a:pt x="1" y="48780"/>
                    </a:moveTo>
                    <a:lnTo>
                      <a:pt x="2913" y="48780"/>
                    </a:lnTo>
                    <a:lnTo>
                      <a:pt x="291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25"/>
              <p:cNvSpPr/>
              <p:nvPr/>
            </p:nvSpPr>
            <p:spPr>
              <a:xfrm>
                <a:off x="3379075" y="4327650"/>
                <a:ext cx="225450" cy="262300"/>
              </a:xfrm>
              <a:custGeom>
                <a:avLst/>
                <a:gdLst/>
                <a:ahLst/>
                <a:cxnLst/>
                <a:rect l="l" t="t" r="r" b="b"/>
                <a:pathLst>
                  <a:path w="9018" h="10492" extrusionOk="0">
                    <a:moveTo>
                      <a:pt x="1" y="10492"/>
                    </a:moveTo>
                    <a:lnTo>
                      <a:pt x="9017" y="10492"/>
                    </a:lnTo>
                    <a:lnTo>
                      <a:pt x="9017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25"/>
              <p:cNvSpPr/>
              <p:nvPr/>
            </p:nvSpPr>
            <p:spPr>
              <a:xfrm>
                <a:off x="3450950" y="4494102"/>
                <a:ext cx="72825" cy="772845"/>
              </a:xfrm>
              <a:custGeom>
                <a:avLst/>
                <a:gdLst/>
                <a:ahLst/>
                <a:cxnLst/>
                <a:rect l="l" t="t" r="r" b="b"/>
                <a:pathLst>
                  <a:path w="2913" h="47567" extrusionOk="0">
                    <a:moveTo>
                      <a:pt x="1" y="47567"/>
                    </a:moveTo>
                    <a:lnTo>
                      <a:pt x="2913" y="47567"/>
                    </a:lnTo>
                    <a:lnTo>
                      <a:pt x="291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63" name="Google Shape;963;p25"/>
            <p:cNvGrpSpPr/>
            <p:nvPr/>
          </p:nvGrpSpPr>
          <p:grpSpPr>
            <a:xfrm flipH="1">
              <a:off x="-57406" y="3868275"/>
              <a:ext cx="9194843" cy="559600"/>
              <a:chOff x="-139125" y="3868275"/>
              <a:chExt cx="9194843" cy="559600"/>
            </a:xfrm>
          </p:grpSpPr>
          <p:sp>
            <p:nvSpPr>
              <p:cNvPr id="964" name="Google Shape;964;p25"/>
              <p:cNvSpPr/>
              <p:nvPr/>
            </p:nvSpPr>
            <p:spPr>
              <a:xfrm>
                <a:off x="-139125" y="3868275"/>
                <a:ext cx="9194843" cy="351450"/>
              </a:xfrm>
              <a:custGeom>
                <a:avLst/>
                <a:gdLst/>
                <a:ahLst/>
                <a:cxnLst/>
                <a:rect l="l" t="t" r="r" b="b"/>
                <a:pathLst>
                  <a:path w="219946" h="14058" extrusionOk="0">
                    <a:moveTo>
                      <a:pt x="0" y="12956"/>
                    </a:moveTo>
                    <a:lnTo>
                      <a:pt x="0" y="14058"/>
                    </a:lnTo>
                    <a:lnTo>
                      <a:pt x="219946" y="1102"/>
                    </a:lnTo>
                    <a:lnTo>
                      <a:pt x="21994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25"/>
              <p:cNvSpPr/>
              <p:nvPr/>
            </p:nvSpPr>
            <p:spPr>
              <a:xfrm>
                <a:off x="125427" y="4182825"/>
                <a:ext cx="34406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23" h="9802" extrusionOk="0">
                    <a:moveTo>
                      <a:pt x="1" y="9802"/>
                    </a:moveTo>
                    <a:lnTo>
                      <a:pt x="822" y="9802"/>
                    </a:lnTo>
                    <a:lnTo>
                      <a:pt x="822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25"/>
              <p:cNvSpPr/>
              <p:nvPr/>
            </p:nvSpPr>
            <p:spPr>
              <a:xfrm>
                <a:off x="336927" y="4176300"/>
                <a:ext cx="34406" cy="244575"/>
              </a:xfrm>
              <a:custGeom>
                <a:avLst/>
                <a:gdLst/>
                <a:ahLst/>
                <a:cxnLst/>
                <a:rect l="l" t="t" r="r" b="b"/>
                <a:pathLst>
                  <a:path w="823" h="9783" extrusionOk="0">
                    <a:moveTo>
                      <a:pt x="1" y="9783"/>
                    </a:moveTo>
                    <a:lnTo>
                      <a:pt x="822" y="9783"/>
                    </a:lnTo>
                    <a:lnTo>
                      <a:pt x="822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25"/>
              <p:cNvSpPr/>
              <p:nvPr/>
            </p:nvSpPr>
            <p:spPr>
              <a:xfrm>
                <a:off x="548427" y="4169300"/>
                <a:ext cx="33611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04" h="9802" extrusionOk="0">
                    <a:moveTo>
                      <a:pt x="1" y="9801"/>
                    </a:moveTo>
                    <a:lnTo>
                      <a:pt x="803" y="9801"/>
                    </a:lnTo>
                    <a:lnTo>
                      <a:pt x="80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25"/>
              <p:cNvSpPr/>
              <p:nvPr/>
            </p:nvSpPr>
            <p:spPr>
              <a:xfrm>
                <a:off x="759174" y="4162300"/>
                <a:ext cx="34364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802" extrusionOk="0">
                    <a:moveTo>
                      <a:pt x="0" y="9801"/>
                    </a:moveTo>
                    <a:lnTo>
                      <a:pt x="821" y="9801"/>
                    </a:lnTo>
                    <a:lnTo>
                      <a:pt x="82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25"/>
              <p:cNvSpPr/>
              <p:nvPr/>
            </p:nvSpPr>
            <p:spPr>
              <a:xfrm>
                <a:off x="970673" y="4155300"/>
                <a:ext cx="34364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802" extrusionOk="0">
                    <a:moveTo>
                      <a:pt x="0" y="9801"/>
                    </a:moveTo>
                    <a:lnTo>
                      <a:pt x="821" y="9801"/>
                    </a:lnTo>
                    <a:lnTo>
                      <a:pt x="82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25"/>
              <p:cNvSpPr/>
              <p:nvPr/>
            </p:nvSpPr>
            <p:spPr>
              <a:xfrm>
                <a:off x="1182173" y="4148775"/>
                <a:ext cx="34364" cy="24457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783" extrusionOk="0">
                    <a:moveTo>
                      <a:pt x="0" y="9782"/>
                    </a:moveTo>
                    <a:lnTo>
                      <a:pt x="821" y="9782"/>
                    </a:lnTo>
                    <a:lnTo>
                      <a:pt x="82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25"/>
              <p:cNvSpPr/>
              <p:nvPr/>
            </p:nvSpPr>
            <p:spPr>
              <a:xfrm>
                <a:off x="1393673" y="4141775"/>
                <a:ext cx="34364" cy="24502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801" extrusionOk="0">
                    <a:moveTo>
                      <a:pt x="0" y="9801"/>
                    </a:moveTo>
                    <a:lnTo>
                      <a:pt x="821" y="9801"/>
                    </a:lnTo>
                    <a:lnTo>
                      <a:pt x="82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25"/>
              <p:cNvSpPr/>
              <p:nvPr/>
            </p:nvSpPr>
            <p:spPr>
              <a:xfrm>
                <a:off x="1605172" y="4134775"/>
                <a:ext cx="34364" cy="24502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801" extrusionOk="0">
                    <a:moveTo>
                      <a:pt x="0" y="9801"/>
                    </a:moveTo>
                    <a:lnTo>
                      <a:pt x="821" y="9801"/>
                    </a:lnTo>
                    <a:lnTo>
                      <a:pt x="82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25"/>
              <p:cNvSpPr/>
              <p:nvPr/>
            </p:nvSpPr>
            <p:spPr>
              <a:xfrm>
                <a:off x="1816672" y="4127775"/>
                <a:ext cx="33569" cy="245025"/>
              </a:xfrm>
              <a:custGeom>
                <a:avLst/>
                <a:gdLst/>
                <a:ahLst/>
                <a:cxnLst/>
                <a:rect l="l" t="t" r="r" b="b"/>
                <a:pathLst>
                  <a:path w="803" h="9801" extrusionOk="0">
                    <a:moveTo>
                      <a:pt x="0" y="9801"/>
                    </a:moveTo>
                    <a:lnTo>
                      <a:pt x="803" y="9801"/>
                    </a:lnTo>
                    <a:lnTo>
                      <a:pt x="80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25"/>
              <p:cNvSpPr/>
              <p:nvPr/>
            </p:nvSpPr>
            <p:spPr>
              <a:xfrm>
                <a:off x="2027377" y="4121225"/>
                <a:ext cx="34364" cy="24457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783" extrusionOk="0">
                    <a:moveTo>
                      <a:pt x="0" y="9783"/>
                    </a:moveTo>
                    <a:lnTo>
                      <a:pt x="822" y="9783"/>
                    </a:lnTo>
                    <a:lnTo>
                      <a:pt x="82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25"/>
              <p:cNvSpPr/>
              <p:nvPr/>
            </p:nvSpPr>
            <p:spPr>
              <a:xfrm>
                <a:off x="2238877" y="4114225"/>
                <a:ext cx="34364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802" extrusionOk="0">
                    <a:moveTo>
                      <a:pt x="0" y="9801"/>
                    </a:moveTo>
                    <a:lnTo>
                      <a:pt x="822" y="9801"/>
                    </a:lnTo>
                    <a:lnTo>
                      <a:pt x="82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976;p25"/>
              <p:cNvSpPr/>
              <p:nvPr/>
            </p:nvSpPr>
            <p:spPr>
              <a:xfrm>
                <a:off x="2450377" y="4107225"/>
                <a:ext cx="34364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802" extrusionOk="0">
                    <a:moveTo>
                      <a:pt x="0" y="9801"/>
                    </a:moveTo>
                    <a:lnTo>
                      <a:pt x="822" y="9801"/>
                    </a:lnTo>
                    <a:lnTo>
                      <a:pt x="82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25"/>
              <p:cNvSpPr/>
              <p:nvPr/>
            </p:nvSpPr>
            <p:spPr>
              <a:xfrm>
                <a:off x="2661876" y="4100225"/>
                <a:ext cx="34364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802" extrusionOk="0">
                    <a:moveTo>
                      <a:pt x="0" y="9801"/>
                    </a:moveTo>
                    <a:lnTo>
                      <a:pt x="822" y="9801"/>
                    </a:lnTo>
                    <a:lnTo>
                      <a:pt x="82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25"/>
              <p:cNvSpPr/>
              <p:nvPr/>
            </p:nvSpPr>
            <p:spPr>
              <a:xfrm>
                <a:off x="2873376" y="4093700"/>
                <a:ext cx="34364" cy="24457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783" extrusionOk="0">
                    <a:moveTo>
                      <a:pt x="0" y="9782"/>
                    </a:moveTo>
                    <a:lnTo>
                      <a:pt x="822" y="9782"/>
                    </a:lnTo>
                    <a:lnTo>
                      <a:pt x="82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25"/>
              <p:cNvSpPr/>
              <p:nvPr/>
            </p:nvSpPr>
            <p:spPr>
              <a:xfrm>
                <a:off x="3084876" y="4086700"/>
                <a:ext cx="33611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04" h="9802" extrusionOk="0">
                    <a:moveTo>
                      <a:pt x="0" y="9801"/>
                    </a:moveTo>
                    <a:lnTo>
                      <a:pt x="803" y="9801"/>
                    </a:lnTo>
                    <a:lnTo>
                      <a:pt x="80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25"/>
              <p:cNvSpPr/>
              <p:nvPr/>
            </p:nvSpPr>
            <p:spPr>
              <a:xfrm>
                <a:off x="3296375" y="4079700"/>
                <a:ext cx="33611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04" h="9802" extrusionOk="0">
                    <a:moveTo>
                      <a:pt x="0" y="9801"/>
                    </a:moveTo>
                    <a:lnTo>
                      <a:pt x="803" y="9801"/>
                    </a:lnTo>
                    <a:lnTo>
                      <a:pt x="80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981;p25"/>
              <p:cNvSpPr/>
              <p:nvPr/>
            </p:nvSpPr>
            <p:spPr>
              <a:xfrm>
                <a:off x="3507081" y="4072700"/>
                <a:ext cx="34406" cy="245025"/>
              </a:xfrm>
              <a:custGeom>
                <a:avLst/>
                <a:gdLst/>
                <a:ahLst/>
                <a:cxnLst/>
                <a:rect l="l" t="t" r="r" b="b"/>
                <a:pathLst>
                  <a:path w="823" h="9801" extrusionOk="0">
                    <a:moveTo>
                      <a:pt x="1" y="9801"/>
                    </a:moveTo>
                    <a:lnTo>
                      <a:pt x="822" y="9801"/>
                    </a:lnTo>
                    <a:lnTo>
                      <a:pt x="822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25"/>
              <p:cNvSpPr/>
              <p:nvPr/>
            </p:nvSpPr>
            <p:spPr>
              <a:xfrm>
                <a:off x="3718580" y="4066175"/>
                <a:ext cx="34406" cy="244550"/>
              </a:xfrm>
              <a:custGeom>
                <a:avLst/>
                <a:gdLst/>
                <a:ahLst/>
                <a:cxnLst/>
                <a:rect l="l" t="t" r="r" b="b"/>
                <a:pathLst>
                  <a:path w="823" h="9782" extrusionOk="0">
                    <a:moveTo>
                      <a:pt x="1" y="9782"/>
                    </a:moveTo>
                    <a:lnTo>
                      <a:pt x="822" y="9782"/>
                    </a:lnTo>
                    <a:lnTo>
                      <a:pt x="822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Google Shape;983;p25"/>
              <p:cNvSpPr/>
              <p:nvPr/>
            </p:nvSpPr>
            <p:spPr>
              <a:xfrm>
                <a:off x="3930080" y="4059150"/>
                <a:ext cx="34406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23" h="9802" extrusionOk="0">
                    <a:moveTo>
                      <a:pt x="1" y="9802"/>
                    </a:moveTo>
                    <a:lnTo>
                      <a:pt x="822" y="9802"/>
                    </a:lnTo>
                    <a:lnTo>
                      <a:pt x="822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Google Shape;984;p25"/>
              <p:cNvSpPr/>
              <p:nvPr/>
            </p:nvSpPr>
            <p:spPr>
              <a:xfrm>
                <a:off x="4141580" y="4052150"/>
                <a:ext cx="34406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23" h="9802" extrusionOk="0">
                    <a:moveTo>
                      <a:pt x="1" y="9802"/>
                    </a:moveTo>
                    <a:lnTo>
                      <a:pt x="822" y="9802"/>
                    </a:lnTo>
                    <a:lnTo>
                      <a:pt x="822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Google Shape;985;p25"/>
              <p:cNvSpPr/>
              <p:nvPr/>
            </p:nvSpPr>
            <p:spPr>
              <a:xfrm>
                <a:off x="4353079" y="4045625"/>
                <a:ext cx="33611" cy="244575"/>
              </a:xfrm>
              <a:custGeom>
                <a:avLst/>
                <a:gdLst/>
                <a:ahLst/>
                <a:cxnLst/>
                <a:rect l="l" t="t" r="r" b="b"/>
                <a:pathLst>
                  <a:path w="804" h="9783" extrusionOk="0">
                    <a:moveTo>
                      <a:pt x="1" y="9783"/>
                    </a:moveTo>
                    <a:lnTo>
                      <a:pt x="804" y="9783"/>
                    </a:lnTo>
                    <a:lnTo>
                      <a:pt x="804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Google Shape;986;p25"/>
              <p:cNvSpPr/>
              <p:nvPr/>
            </p:nvSpPr>
            <p:spPr>
              <a:xfrm>
                <a:off x="4564579" y="4038625"/>
                <a:ext cx="33611" cy="244575"/>
              </a:xfrm>
              <a:custGeom>
                <a:avLst/>
                <a:gdLst/>
                <a:ahLst/>
                <a:cxnLst/>
                <a:rect l="l" t="t" r="r" b="b"/>
                <a:pathLst>
                  <a:path w="804" h="9783" extrusionOk="0">
                    <a:moveTo>
                      <a:pt x="1" y="9783"/>
                    </a:moveTo>
                    <a:lnTo>
                      <a:pt x="804" y="9783"/>
                    </a:lnTo>
                    <a:lnTo>
                      <a:pt x="804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Google Shape;987;p25"/>
              <p:cNvSpPr/>
              <p:nvPr/>
            </p:nvSpPr>
            <p:spPr>
              <a:xfrm>
                <a:off x="4775326" y="4031625"/>
                <a:ext cx="34364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802" extrusionOk="0">
                    <a:moveTo>
                      <a:pt x="0" y="9801"/>
                    </a:moveTo>
                    <a:lnTo>
                      <a:pt x="822" y="9801"/>
                    </a:lnTo>
                    <a:lnTo>
                      <a:pt x="82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Google Shape;988;p25"/>
              <p:cNvSpPr/>
              <p:nvPr/>
            </p:nvSpPr>
            <p:spPr>
              <a:xfrm>
                <a:off x="4986826" y="4024625"/>
                <a:ext cx="34364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802" extrusionOk="0">
                    <a:moveTo>
                      <a:pt x="0" y="9801"/>
                    </a:moveTo>
                    <a:lnTo>
                      <a:pt x="822" y="9801"/>
                    </a:lnTo>
                    <a:lnTo>
                      <a:pt x="82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Google Shape;989;p25"/>
              <p:cNvSpPr/>
              <p:nvPr/>
            </p:nvSpPr>
            <p:spPr>
              <a:xfrm>
                <a:off x="5198325" y="4018100"/>
                <a:ext cx="34364" cy="24457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783" extrusionOk="0">
                    <a:moveTo>
                      <a:pt x="0" y="9782"/>
                    </a:moveTo>
                    <a:lnTo>
                      <a:pt x="822" y="9782"/>
                    </a:lnTo>
                    <a:lnTo>
                      <a:pt x="82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990;p25"/>
              <p:cNvSpPr/>
              <p:nvPr/>
            </p:nvSpPr>
            <p:spPr>
              <a:xfrm>
                <a:off x="5409825" y="4011100"/>
                <a:ext cx="34364" cy="24502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801" extrusionOk="0">
                    <a:moveTo>
                      <a:pt x="0" y="9801"/>
                    </a:moveTo>
                    <a:lnTo>
                      <a:pt x="822" y="9801"/>
                    </a:lnTo>
                    <a:lnTo>
                      <a:pt x="82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Google Shape;991;p25"/>
              <p:cNvSpPr/>
              <p:nvPr/>
            </p:nvSpPr>
            <p:spPr>
              <a:xfrm>
                <a:off x="5621325" y="4004100"/>
                <a:ext cx="34364" cy="24502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801" extrusionOk="0">
                    <a:moveTo>
                      <a:pt x="0" y="9801"/>
                    </a:moveTo>
                    <a:lnTo>
                      <a:pt x="822" y="9801"/>
                    </a:lnTo>
                    <a:lnTo>
                      <a:pt x="82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Google Shape;992;p25"/>
              <p:cNvSpPr/>
              <p:nvPr/>
            </p:nvSpPr>
            <p:spPr>
              <a:xfrm>
                <a:off x="5832824" y="3997100"/>
                <a:ext cx="33569" cy="245025"/>
              </a:xfrm>
              <a:custGeom>
                <a:avLst/>
                <a:gdLst/>
                <a:ahLst/>
                <a:cxnLst/>
                <a:rect l="l" t="t" r="r" b="b"/>
                <a:pathLst>
                  <a:path w="803" h="9801" extrusionOk="0">
                    <a:moveTo>
                      <a:pt x="0" y="9801"/>
                    </a:moveTo>
                    <a:lnTo>
                      <a:pt x="803" y="9801"/>
                    </a:lnTo>
                    <a:lnTo>
                      <a:pt x="80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25"/>
              <p:cNvSpPr/>
              <p:nvPr/>
            </p:nvSpPr>
            <p:spPr>
              <a:xfrm>
                <a:off x="6043530" y="3990550"/>
                <a:ext cx="34364" cy="24457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783" extrusionOk="0">
                    <a:moveTo>
                      <a:pt x="1" y="9783"/>
                    </a:moveTo>
                    <a:lnTo>
                      <a:pt x="822" y="9783"/>
                    </a:lnTo>
                    <a:lnTo>
                      <a:pt x="822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25"/>
              <p:cNvSpPr/>
              <p:nvPr/>
            </p:nvSpPr>
            <p:spPr>
              <a:xfrm>
                <a:off x="6255029" y="3983550"/>
                <a:ext cx="34364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802" extrusionOk="0">
                    <a:moveTo>
                      <a:pt x="1" y="9801"/>
                    </a:moveTo>
                    <a:lnTo>
                      <a:pt x="822" y="9801"/>
                    </a:lnTo>
                    <a:lnTo>
                      <a:pt x="822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25"/>
              <p:cNvSpPr/>
              <p:nvPr/>
            </p:nvSpPr>
            <p:spPr>
              <a:xfrm>
                <a:off x="6466529" y="3976550"/>
                <a:ext cx="34364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802" extrusionOk="0">
                    <a:moveTo>
                      <a:pt x="1" y="9801"/>
                    </a:moveTo>
                    <a:lnTo>
                      <a:pt x="822" y="9801"/>
                    </a:lnTo>
                    <a:lnTo>
                      <a:pt x="822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25"/>
              <p:cNvSpPr/>
              <p:nvPr/>
            </p:nvSpPr>
            <p:spPr>
              <a:xfrm>
                <a:off x="6678029" y="3969550"/>
                <a:ext cx="34364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802" extrusionOk="0">
                    <a:moveTo>
                      <a:pt x="1" y="9801"/>
                    </a:moveTo>
                    <a:lnTo>
                      <a:pt x="822" y="9801"/>
                    </a:lnTo>
                    <a:lnTo>
                      <a:pt x="822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Google Shape;997;p25"/>
              <p:cNvSpPr/>
              <p:nvPr/>
            </p:nvSpPr>
            <p:spPr>
              <a:xfrm>
                <a:off x="6889528" y="3963025"/>
                <a:ext cx="34364" cy="24457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783" extrusionOk="0">
                    <a:moveTo>
                      <a:pt x="1" y="9782"/>
                    </a:moveTo>
                    <a:lnTo>
                      <a:pt x="822" y="9782"/>
                    </a:lnTo>
                    <a:lnTo>
                      <a:pt x="822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998;p25"/>
              <p:cNvSpPr/>
              <p:nvPr/>
            </p:nvSpPr>
            <p:spPr>
              <a:xfrm>
                <a:off x="7101028" y="3956025"/>
                <a:ext cx="33611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04" h="9802" extrusionOk="0">
                    <a:moveTo>
                      <a:pt x="1" y="9801"/>
                    </a:moveTo>
                    <a:lnTo>
                      <a:pt x="803" y="9801"/>
                    </a:lnTo>
                    <a:lnTo>
                      <a:pt x="803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25"/>
              <p:cNvSpPr/>
              <p:nvPr/>
            </p:nvSpPr>
            <p:spPr>
              <a:xfrm>
                <a:off x="7311733" y="3949025"/>
                <a:ext cx="34406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23" h="9802" extrusionOk="0">
                    <a:moveTo>
                      <a:pt x="1" y="9801"/>
                    </a:moveTo>
                    <a:lnTo>
                      <a:pt x="822" y="9801"/>
                    </a:lnTo>
                    <a:lnTo>
                      <a:pt x="822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Google Shape;1000;p25"/>
              <p:cNvSpPr/>
              <p:nvPr/>
            </p:nvSpPr>
            <p:spPr>
              <a:xfrm>
                <a:off x="7523233" y="3942025"/>
                <a:ext cx="34406" cy="245025"/>
              </a:xfrm>
              <a:custGeom>
                <a:avLst/>
                <a:gdLst/>
                <a:ahLst/>
                <a:cxnLst/>
                <a:rect l="l" t="t" r="r" b="b"/>
                <a:pathLst>
                  <a:path w="823" h="9801" extrusionOk="0">
                    <a:moveTo>
                      <a:pt x="1" y="9801"/>
                    </a:moveTo>
                    <a:lnTo>
                      <a:pt x="822" y="9801"/>
                    </a:lnTo>
                    <a:lnTo>
                      <a:pt x="822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25"/>
              <p:cNvSpPr/>
              <p:nvPr/>
            </p:nvSpPr>
            <p:spPr>
              <a:xfrm>
                <a:off x="7734733" y="3935475"/>
                <a:ext cx="34406" cy="244575"/>
              </a:xfrm>
              <a:custGeom>
                <a:avLst/>
                <a:gdLst/>
                <a:ahLst/>
                <a:cxnLst/>
                <a:rect l="l" t="t" r="r" b="b"/>
                <a:pathLst>
                  <a:path w="823" h="9783" extrusionOk="0">
                    <a:moveTo>
                      <a:pt x="1" y="9783"/>
                    </a:moveTo>
                    <a:lnTo>
                      <a:pt x="822" y="9783"/>
                    </a:lnTo>
                    <a:lnTo>
                      <a:pt x="822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25"/>
              <p:cNvSpPr/>
              <p:nvPr/>
            </p:nvSpPr>
            <p:spPr>
              <a:xfrm>
                <a:off x="7946232" y="3928475"/>
                <a:ext cx="34406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23" h="9802" extrusionOk="0">
                    <a:moveTo>
                      <a:pt x="1" y="9802"/>
                    </a:moveTo>
                    <a:lnTo>
                      <a:pt x="822" y="9802"/>
                    </a:lnTo>
                    <a:lnTo>
                      <a:pt x="822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25"/>
              <p:cNvSpPr/>
              <p:nvPr/>
            </p:nvSpPr>
            <p:spPr>
              <a:xfrm>
                <a:off x="8157732" y="3921475"/>
                <a:ext cx="34406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23" h="9802" extrusionOk="0">
                    <a:moveTo>
                      <a:pt x="1" y="9802"/>
                    </a:moveTo>
                    <a:lnTo>
                      <a:pt x="822" y="9802"/>
                    </a:lnTo>
                    <a:lnTo>
                      <a:pt x="822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25"/>
              <p:cNvSpPr/>
              <p:nvPr/>
            </p:nvSpPr>
            <p:spPr>
              <a:xfrm>
                <a:off x="8369232" y="3914475"/>
                <a:ext cx="33611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04" h="9802" extrusionOk="0">
                    <a:moveTo>
                      <a:pt x="1" y="9802"/>
                    </a:moveTo>
                    <a:lnTo>
                      <a:pt x="804" y="9802"/>
                    </a:lnTo>
                    <a:lnTo>
                      <a:pt x="804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p25"/>
              <p:cNvSpPr/>
              <p:nvPr/>
            </p:nvSpPr>
            <p:spPr>
              <a:xfrm>
                <a:off x="8580773" y="3907950"/>
                <a:ext cx="33569" cy="244575"/>
              </a:xfrm>
              <a:custGeom>
                <a:avLst/>
                <a:gdLst/>
                <a:ahLst/>
                <a:cxnLst/>
                <a:rect l="l" t="t" r="r" b="b"/>
                <a:pathLst>
                  <a:path w="803" h="9783" extrusionOk="0">
                    <a:moveTo>
                      <a:pt x="0" y="9783"/>
                    </a:moveTo>
                    <a:lnTo>
                      <a:pt x="803" y="9783"/>
                    </a:lnTo>
                    <a:lnTo>
                      <a:pt x="803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25"/>
              <p:cNvSpPr/>
              <p:nvPr/>
            </p:nvSpPr>
            <p:spPr>
              <a:xfrm>
                <a:off x="8791478" y="3900950"/>
                <a:ext cx="34364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802" extrusionOk="0">
                    <a:moveTo>
                      <a:pt x="0" y="9801"/>
                    </a:moveTo>
                    <a:lnTo>
                      <a:pt x="822" y="9801"/>
                    </a:lnTo>
                    <a:lnTo>
                      <a:pt x="82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07" name="Google Shape;1007;p25"/>
            <p:cNvGrpSpPr/>
            <p:nvPr/>
          </p:nvGrpSpPr>
          <p:grpSpPr>
            <a:xfrm flipH="1">
              <a:off x="5406861" y="4293100"/>
              <a:ext cx="3484400" cy="973847"/>
              <a:chOff x="3379075" y="4293100"/>
              <a:chExt cx="3484400" cy="973847"/>
            </a:xfrm>
          </p:grpSpPr>
          <p:sp>
            <p:nvSpPr>
              <p:cNvPr id="1008" name="Google Shape;1008;p25"/>
              <p:cNvSpPr/>
              <p:nvPr/>
            </p:nvSpPr>
            <p:spPr>
              <a:xfrm>
                <a:off x="6638025" y="4293100"/>
                <a:ext cx="225450" cy="266525"/>
              </a:xfrm>
              <a:custGeom>
                <a:avLst/>
                <a:gdLst/>
                <a:ahLst/>
                <a:cxnLst/>
                <a:rect l="l" t="t" r="r" b="b"/>
                <a:pathLst>
                  <a:path w="9018" h="10661" extrusionOk="0">
                    <a:moveTo>
                      <a:pt x="1" y="10660"/>
                    </a:moveTo>
                    <a:lnTo>
                      <a:pt x="9017" y="10660"/>
                    </a:lnTo>
                    <a:lnTo>
                      <a:pt x="901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25"/>
              <p:cNvSpPr/>
              <p:nvPr/>
            </p:nvSpPr>
            <p:spPr>
              <a:xfrm>
                <a:off x="5628575" y="4369300"/>
                <a:ext cx="225425" cy="266525"/>
              </a:xfrm>
              <a:custGeom>
                <a:avLst/>
                <a:gdLst/>
                <a:ahLst/>
                <a:cxnLst/>
                <a:rect l="l" t="t" r="r" b="b"/>
                <a:pathLst>
                  <a:path w="9017" h="10661" extrusionOk="0">
                    <a:moveTo>
                      <a:pt x="0" y="10660"/>
                    </a:moveTo>
                    <a:lnTo>
                      <a:pt x="9017" y="10660"/>
                    </a:lnTo>
                    <a:lnTo>
                      <a:pt x="9017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25"/>
              <p:cNvSpPr/>
              <p:nvPr/>
            </p:nvSpPr>
            <p:spPr>
              <a:xfrm>
                <a:off x="5700425" y="4473175"/>
                <a:ext cx="72850" cy="792553"/>
              </a:xfrm>
              <a:custGeom>
                <a:avLst/>
                <a:gdLst/>
                <a:ahLst/>
                <a:cxnLst/>
                <a:rect l="l" t="t" r="r" b="b"/>
                <a:pathLst>
                  <a:path w="2914" h="48780" extrusionOk="0">
                    <a:moveTo>
                      <a:pt x="1" y="48780"/>
                    </a:moveTo>
                    <a:lnTo>
                      <a:pt x="2913" y="48780"/>
                    </a:lnTo>
                    <a:lnTo>
                      <a:pt x="291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25"/>
              <p:cNvSpPr/>
              <p:nvPr/>
            </p:nvSpPr>
            <p:spPr>
              <a:xfrm>
                <a:off x="4520150" y="4369300"/>
                <a:ext cx="225450" cy="266525"/>
              </a:xfrm>
              <a:custGeom>
                <a:avLst/>
                <a:gdLst/>
                <a:ahLst/>
                <a:cxnLst/>
                <a:rect l="l" t="t" r="r" b="b"/>
                <a:pathLst>
                  <a:path w="9018" h="10661" extrusionOk="0">
                    <a:moveTo>
                      <a:pt x="1" y="10660"/>
                    </a:moveTo>
                    <a:lnTo>
                      <a:pt x="9017" y="10660"/>
                    </a:lnTo>
                    <a:lnTo>
                      <a:pt x="901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25"/>
              <p:cNvSpPr/>
              <p:nvPr/>
            </p:nvSpPr>
            <p:spPr>
              <a:xfrm>
                <a:off x="4592025" y="4473175"/>
                <a:ext cx="72825" cy="792553"/>
              </a:xfrm>
              <a:custGeom>
                <a:avLst/>
                <a:gdLst/>
                <a:ahLst/>
                <a:cxnLst/>
                <a:rect l="l" t="t" r="r" b="b"/>
                <a:pathLst>
                  <a:path w="2913" h="48780" extrusionOk="0">
                    <a:moveTo>
                      <a:pt x="1" y="48780"/>
                    </a:moveTo>
                    <a:lnTo>
                      <a:pt x="2913" y="48780"/>
                    </a:lnTo>
                    <a:lnTo>
                      <a:pt x="291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25"/>
              <p:cNvSpPr/>
              <p:nvPr/>
            </p:nvSpPr>
            <p:spPr>
              <a:xfrm>
                <a:off x="3379075" y="4403850"/>
                <a:ext cx="225450" cy="262300"/>
              </a:xfrm>
              <a:custGeom>
                <a:avLst/>
                <a:gdLst/>
                <a:ahLst/>
                <a:cxnLst/>
                <a:rect l="l" t="t" r="r" b="b"/>
                <a:pathLst>
                  <a:path w="9018" h="10492" extrusionOk="0">
                    <a:moveTo>
                      <a:pt x="1" y="10492"/>
                    </a:moveTo>
                    <a:lnTo>
                      <a:pt x="9017" y="10492"/>
                    </a:lnTo>
                    <a:lnTo>
                      <a:pt x="9017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25"/>
              <p:cNvSpPr/>
              <p:nvPr/>
            </p:nvSpPr>
            <p:spPr>
              <a:xfrm>
                <a:off x="3450950" y="4494102"/>
                <a:ext cx="72825" cy="772845"/>
              </a:xfrm>
              <a:custGeom>
                <a:avLst/>
                <a:gdLst/>
                <a:ahLst/>
                <a:cxnLst/>
                <a:rect l="l" t="t" r="r" b="b"/>
                <a:pathLst>
                  <a:path w="2913" h="47567" extrusionOk="0">
                    <a:moveTo>
                      <a:pt x="1" y="47567"/>
                    </a:moveTo>
                    <a:lnTo>
                      <a:pt x="2913" y="47567"/>
                    </a:lnTo>
                    <a:lnTo>
                      <a:pt x="291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15" name="Google Shape;1015;p25"/>
            <p:cNvGrpSpPr/>
            <p:nvPr/>
          </p:nvGrpSpPr>
          <p:grpSpPr>
            <a:xfrm flipH="1">
              <a:off x="-109714" y="4175950"/>
              <a:ext cx="2474925" cy="1050047"/>
              <a:chOff x="3379075" y="4216900"/>
              <a:chExt cx="2474925" cy="1050047"/>
            </a:xfrm>
          </p:grpSpPr>
          <p:sp>
            <p:nvSpPr>
              <p:cNvPr id="1016" name="Google Shape;1016;p25"/>
              <p:cNvSpPr/>
              <p:nvPr/>
            </p:nvSpPr>
            <p:spPr>
              <a:xfrm>
                <a:off x="5628575" y="4216900"/>
                <a:ext cx="225425" cy="266525"/>
              </a:xfrm>
              <a:custGeom>
                <a:avLst/>
                <a:gdLst/>
                <a:ahLst/>
                <a:cxnLst/>
                <a:rect l="l" t="t" r="r" b="b"/>
                <a:pathLst>
                  <a:path w="9017" h="10661" extrusionOk="0">
                    <a:moveTo>
                      <a:pt x="0" y="10660"/>
                    </a:moveTo>
                    <a:lnTo>
                      <a:pt x="9017" y="10660"/>
                    </a:lnTo>
                    <a:lnTo>
                      <a:pt x="9017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25"/>
              <p:cNvSpPr/>
              <p:nvPr/>
            </p:nvSpPr>
            <p:spPr>
              <a:xfrm>
                <a:off x="5700425" y="4473175"/>
                <a:ext cx="72850" cy="792553"/>
              </a:xfrm>
              <a:custGeom>
                <a:avLst/>
                <a:gdLst/>
                <a:ahLst/>
                <a:cxnLst/>
                <a:rect l="l" t="t" r="r" b="b"/>
                <a:pathLst>
                  <a:path w="2914" h="48780" extrusionOk="0">
                    <a:moveTo>
                      <a:pt x="1" y="48780"/>
                    </a:moveTo>
                    <a:lnTo>
                      <a:pt x="2913" y="48780"/>
                    </a:lnTo>
                    <a:lnTo>
                      <a:pt x="291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25"/>
              <p:cNvSpPr/>
              <p:nvPr/>
            </p:nvSpPr>
            <p:spPr>
              <a:xfrm>
                <a:off x="4520150" y="4216900"/>
                <a:ext cx="225450" cy="266525"/>
              </a:xfrm>
              <a:custGeom>
                <a:avLst/>
                <a:gdLst/>
                <a:ahLst/>
                <a:cxnLst/>
                <a:rect l="l" t="t" r="r" b="b"/>
                <a:pathLst>
                  <a:path w="9018" h="10661" extrusionOk="0">
                    <a:moveTo>
                      <a:pt x="1" y="10660"/>
                    </a:moveTo>
                    <a:lnTo>
                      <a:pt x="9017" y="10660"/>
                    </a:lnTo>
                    <a:lnTo>
                      <a:pt x="901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25"/>
              <p:cNvSpPr/>
              <p:nvPr/>
            </p:nvSpPr>
            <p:spPr>
              <a:xfrm>
                <a:off x="4592025" y="4473175"/>
                <a:ext cx="72825" cy="792553"/>
              </a:xfrm>
              <a:custGeom>
                <a:avLst/>
                <a:gdLst/>
                <a:ahLst/>
                <a:cxnLst/>
                <a:rect l="l" t="t" r="r" b="b"/>
                <a:pathLst>
                  <a:path w="2913" h="48780" extrusionOk="0">
                    <a:moveTo>
                      <a:pt x="1" y="48780"/>
                    </a:moveTo>
                    <a:lnTo>
                      <a:pt x="2913" y="48780"/>
                    </a:lnTo>
                    <a:lnTo>
                      <a:pt x="291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25"/>
              <p:cNvSpPr/>
              <p:nvPr/>
            </p:nvSpPr>
            <p:spPr>
              <a:xfrm>
                <a:off x="3379075" y="4251450"/>
                <a:ext cx="225450" cy="262300"/>
              </a:xfrm>
              <a:custGeom>
                <a:avLst/>
                <a:gdLst/>
                <a:ahLst/>
                <a:cxnLst/>
                <a:rect l="l" t="t" r="r" b="b"/>
                <a:pathLst>
                  <a:path w="9018" h="10492" extrusionOk="0">
                    <a:moveTo>
                      <a:pt x="1" y="10492"/>
                    </a:moveTo>
                    <a:lnTo>
                      <a:pt x="9017" y="10492"/>
                    </a:lnTo>
                    <a:lnTo>
                      <a:pt x="9017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25"/>
              <p:cNvSpPr/>
              <p:nvPr/>
            </p:nvSpPr>
            <p:spPr>
              <a:xfrm>
                <a:off x="3450950" y="4494102"/>
                <a:ext cx="72825" cy="772845"/>
              </a:xfrm>
              <a:custGeom>
                <a:avLst/>
                <a:gdLst/>
                <a:ahLst/>
                <a:cxnLst/>
                <a:rect l="l" t="t" r="r" b="b"/>
                <a:pathLst>
                  <a:path w="2913" h="47567" extrusionOk="0">
                    <a:moveTo>
                      <a:pt x="1" y="47567"/>
                    </a:moveTo>
                    <a:lnTo>
                      <a:pt x="2913" y="47567"/>
                    </a:lnTo>
                    <a:lnTo>
                      <a:pt x="291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22" name="Google Shape;1022;p25"/>
          <p:cNvGrpSpPr/>
          <p:nvPr/>
        </p:nvGrpSpPr>
        <p:grpSpPr>
          <a:xfrm rot="127889">
            <a:off x="6158601" y="3415032"/>
            <a:ext cx="2323761" cy="719730"/>
            <a:chOff x="3962175" y="2631750"/>
            <a:chExt cx="3075700" cy="952625"/>
          </a:xfrm>
        </p:grpSpPr>
        <p:sp>
          <p:nvSpPr>
            <p:cNvPr id="1023" name="Google Shape;1023;p25"/>
            <p:cNvSpPr/>
            <p:nvPr/>
          </p:nvSpPr>
          <p:spPr>
            <a:xfrm>
              <a:off x="3962175" y="3227750"/>
              <a:ext cx="3075700" cy="356625"/>
            </a:xfrm>
            <a:custGeom>
              <a:avLst/>
              <a:gdLst/>
              <a:ahLst/>
              <a:cxnLst/>
              <a:rect l="l" t="t" r="r" b="b"/>
              <a:pathLst>
                <a:path w="123028" h="14265" extrusionOk="0">
                  <a:moveTo>
                    <a:pt x="114046" y="1"/>
                  </a:moveTo>
                  <a:lnTo>
                    <a:pt x="114046" y="1239"/>
                  </a:lnTo>
                  <a:lnTo>
                    <a:pt x="114579" y="1239"/>
                  </a:lnTo>
                  <a:lnTo>
                    <a:pt x="114579" y="3167"/>
                  </a:lnTo>
                  <a:lnTo>
                    <a:pt x="109877" y="3167"/>
                  </a:lnTo>
                  <a:lnTo>
                    <a:pt x="109877" y="2728"/>
                  </a:lnTo>
                  <a:lnTo>
                    <a:pt x="108984" y="2728"/>
                  </a:lnTo>
                  <a:lnTo>
                    <a:pt x="108984" y="1913"/>
                  </a:lnTo>
                  <a:cubicBezTo>
                    <a:pt x="108984" y="1411"/>
                    <a:pt x="108513" y="1004"/>
                    <a:pt x="107980" y="1098"/>
                  </a:cubicBezTo>
                  <a:lnTo>
                    <a:pt x="107980" y="1098"/>
                  </a:lnTo>
                  <a:cubicBezTo>
                    <a:pt x="107573" y="1161"/>
                    <a:pt x="107291" y="1553"/>
                    <a:pt x="107291" y="1960"/>
                  </a:cubicBezTo>
                  <a:lnTo>
                    <a:pt x="107291" y="1960"/>
                  </a:lnTo>
                  <a:lnTo>
                    <a:pt x="107291" y="2728"/>
                  </a:lnTo>
                  <a:lnTo>
                    <a:pt x="106397" y="2728"/>
                  </a:lnTo>
                  <a:lnTo>
                    <a:pt x="106397" y="3167"/>
                  </a:lnTo>
                  <a:lnTo>
                    <a:pt x="105237" y="3167"/>
                  </a:lnTo>
                  <a:lnTo>
                    <a:pt x="105237" y="1615"/>
                  </a:lnTo>
                  <a:lnTo>
                    <a:pt x="103921" y="1615"/>
                  </a:lnTo>
                  <a:lnTo>
                    <a:pt x="103921" y="3167"/>
                  </a:lnTo>
                  <a:lnTo>
                    <a:pt x="100112" y="3167"/>
                  </a:lnTo>
                  <a:lnTo>
                    <a:pt x="100112" y="1521"/>
                  </a:lnTo>
                  <a:cubicBezTo>
                    <a:pt x="100112" y="675"/>
                    <a:pt x="99438" y="1"/>
                    <a:pt x="98591" y="1"/>
                  </a:cubicBezTo>
                  <a:lnTo>
                    <a:pt x="98591" y="1"/>
                  </a:lnTo>
                  <a:lnTo>
                    <a:pt x="88403" y="1"/>
                  </a:lnTo>
                  <a:cubicBezTo>
                    <a:pt x="87870" y="1"/>
                    <a:pt x="87431" y="440"/>
                    <a:pt x="87463" y="988"/>
                  </a:cubicBezTo>
                  <a:lnTo>
                    <a:pt x="87463" y="988"/>
                  </a:lnTo>
                  <a:cubicBezTo>
                    <a:pt x="87494" y="1490"/>
                    <a:pt x="87949" y="1882"/>
                    <a:pt x="88466" y="1882"/>
                  </a:cubicBezTo>
                  <a:lnTo>
                    <a:pt x="88466" y="1882"/>
                  </a:lnTo>
                  <a:lnTo>
                    <a:pt x="92149" y="1882"/>
                  </a:lnTo>
                  <a:cubicBezTo>
                    <a:pt x="92964" y="1882"/>
                    <a:pt x="93638" y="2540"/>
                    <a:pt x="93638" y="3355"/>
                  </a:cubicBezTo>
                  <a:lnTo>
                    <a:pt x="93638" y="3355"/>
                  </a:lnTo>
                  <a:lnTo>
                    <a:pt x="93638" y="5785"/>
                  </a:lnTo>
                  <a:cubicBezTo>
                    <a:pt x="93638" y="5988"/>
                    <a:pt x="93466" y="6161"/>
                    <a:pt x="93247" y="6161"/>
                  </a:cubicBezTo>
                  <a:lnTo>
                    <a:pt x="93247" y="6161"/>
                  </a:lnTo>
                  <a:lnTo>
                    <a:pt x="88293" y="6161"/>
                  </a:lnTo>
                  <a:cubicBezTo>
                    <a:pt x="87839" y="6161"/>
                    <a:pt x="87463" y="6537"/>
                    <a:pt x="87463" y="6992"/>
                  </a:cubicBezTo>
                  <a:lnTo>
                    <a:pt x="87463" y="6992"/>
                  </a:lnTo>
                  <a:lnTo>
                    <a:pt x="87463" y="9468"/>
                  </a:lnTo>
                  <a:cubicBezTo>
                    <a:pt x="87463" y="10299"/>
                    <a:pt x="87823" y="11036"/>
                    <a:pt x="88403" y="11537"/>
                  </a:cubicBezTo>
                  <a:lnTo>
                    <a:pt x="88403" y="11537"/>
                  </a:lnTo>
                  <a:cubicBezTo>
                    <a:pt x="88388" y="11615"/>
                    <a:pt x="88388" y="11678"/>
                    <a:pt x="88372" y="11741"/>
                  </a:cubicBezTo>
                  <a:lnTo>
                    <a:pt x="88372" y="11741"/>
                  </a:lnTo>
                  <a:lnTo>
                    <a:pt x="85221" y="11741"/>
                  </a:lnTo>
                  <a:lnTo>
                    <a:pt x="85221" y="3512"/>
                  </a:lnTo>
                  <a:cubicBezTo>
                    <a:pt x="85221" y="2430"/>
                    <a:pt x="84359" y="1553"/>
                    <a:pt x="83278" y="1553"/>
                  </a:cubicBezTo>
                  <a:lnTo>
                    <a:pt x="83278" y="1553"/>
                  </a:lnTo>
                  <a:lnTo>
                    <a:pt x="46083" y="1553"/>
                  </a:lnTo>
                  <a:cubicBezTo>
                    <a:pt x="45017" y="1553"/>
                    <a:pt x="44139" y="2430"/>
                    <a:pt x="44139" y="3512"/>
                  </a:cubicBezTo>
                  <a:lnTo>
                    <a:pt x="44139" y="3512"/>
                  </a:lnTo>
                  <a:lnTo>
                    <a:pt x="44139" y="10330"/>
                  </a:lnTo>
                  <a:lnTo>
                    <a:pt x="42211" y="10330"/>
                  </a:lnTo>
                  <a:lnTo>
                    <a:pt x="42211" y="3512"/>
                  </a:lnTo>
                  <a:cubicBezTo>
                    <a:pt x="42211" y="2430"/>
                    <a:pt x="41333" y="1553"/>
                    <a:pt x="40267" y="1553"/>
                  </a:cubicBezTo>
                  <a:lnTo>
                    <a:pt x="40267" y="1553"/>
                  </a:lnTo>
                  <a:lnTo>
                    <a:pt x="3072" y="1553"/>
                  </a:lnTo>
                  <a:cubicBezTo>
                    <a:pt x="2006" y="1553"/>
                    <a:pt x="1129" y="2430"/>
                    <a:pt x="1129" y="3512"/>
                  </a:cubicBezTo>
                  <a:lnTo>
                    <a:pt x="1129" y="3512"/>
                  </a:lnTo>
                  <a:lnTo>
                    <a:pt x="1129" y="10330"/>
                  </a:lnTo>
                  <a:lnTo>
                    <a:pt x="0" y="10330"/>
                  </a:lnTo>
                  <a:lnTo>
                    <a:pt x="0" y="11130"/>
                  </a:lnTo>
                  <a:lnTo>
                    <a:pt x="1129" y="11130"/>
                  </a:lnTo>
                  <a:lnTo>
                    <a:pt x="1129" y="12650"/>
                  </a:lnTo>
                  <a:lnTo>
                    <a:pt x="1865" y="12650"/>
                  </a:lnTo>
                  <a:cubicBezTo>
                    <a:pt x="1865" y="13481"/>
                    <a:pt x="2555" y="14170"/>
                    <a:pt x="3386" y="14170"/>
                  </a:cubicBezTo>
                  <a:lnTo>
                    <a:pt x="3386" y="14170"/>
                  </a:lnTo>
                  <a:cubicBezTo>
                    <a:pt x="4232" y="14170"/>
                    <a:pt x="4906" y="13481"/>
                    <a:pt x="4906" y="12650"/>
                  </a:cubicBezTo>
                  <a:lnTo>
                    <a:pt x="4906" y="12650"/>
                  </a:lnTo>
                  <a:lnTo>
                    <a:pt x="6113" y="12650"/>
                  </a:lnTo>
                  <a:cubicBezTo>
                    <a:pt x="6113" y="13481"/>
                    <a:pt x="6803" y="14170"/>
                    <a:pt x="7633" y="14170"/>
                  </a:cubicBezTo>
                  <a:lnTo>
                    <a:pt x="7633" y="14170"/>
                  </a:lnTo>
                  <a:cubicBezTo>
                    <a:pt x="8480" y="14170"/>
                    <a:pt x="9154" y="13481"/>
                    <a:pt x="9154" y="12650"/>
                  </a:cubicBezTo>
                  <a:lnTo>
                    <a:pt x="9154" y="12650"/>
                  </a:lnTo>
                  <a:lnTo>
                    <a:pt x="33966" y="12650"/>
                  </a:lnTo>
                  <a:cubicBezTo>
                    <a:pt x="33966" y="13481"/>
                    <a:pt x="34640" y="14170"/>
                    <a:pt x="35487" y="14170"/>
                  </a:cubicBezTo>
                  <a:lnTo>
                    <a:pt x="35487" y="14170"/>
                  </a:lnTo>
                  <a:cubicBezTo>
                    <a:pt x="36317" y="14170"/>
                    <a:pt x="37007" y="13481"/>
                    <a:pt x="37007" y="12650"/>
                  </a:cubicBezTo>
                  <a:lnTo>
                    <a:pt x="37007" y="12650"/>
                  </a:lnTo>
                  <a:lnTo>
                    <a:pt x="38198" y="12650"/>
                  </a:lnTo>
                  <a:cubicBezTo>
                    <a:pt x="38198" y="13481"/>
                    <a:pt x="38888" y="14170"/>
                    <a:pt x="39734" y="14170"/>
                  </a:cubicBezTo>
                  <a:lnTo>
                    <a:pt x="39734" y="14170"/>
                  </a:lnTo>
                  <a:cubicBezTo>
                    <a:pt x="40565" y="14170"/>
                    <a:pt x="41255" y="13481"/>
                    <a:pt x="41255" y="12650"/>
                  </a:cubicBezTo>
                  <a:lnTo>
                    <a:pt x="41255" y="12650"/>
                  </a:lnTo>
                  <a:lnTo>
                    <a:pt x="42211" y="12650"/>
                  </a:lnTo>
                  <a:lnTo>
                    <a:pt x="42211" y="11130"/>
                  </a:lnTo>
                  <a:lnTo>
                    <a:pt x="44139" y="11130"/>
                  </a:lnTo>
                  <a:lnTo>
                    <a:pt x="44139" y="12650"/>
                  </a:lnTo>
                  <a:lnTo>
                    <a:pt x="44876" y="12650"/>
                  </a:lnTo>
                  <a:cubicBezTo>
                    <a:pt x="44876" y="13481"/>
                    <a:pt x="45565" y="14170"/>
                    <a:pt x="46412" y="14170"/>
                  </a:cubicBezTo>
                  <a:lnTo>
                    <a:pt x="46412" y="14170"/>
                  </a:lnTo>
                  <a:cubicBezTo>
                    <a:pt x="47242" y="14170"/>
                    <a:pt x="47932" y="13481"/>
                    <a:pt x="47932" y="12650"/>
                  </a:cubicBezTo>
                  <a:lnTo>
                    <a:pt x="47932" y="12650"/>
                  </a:lnTo>
                  <a:lnTo>
                    <a:pt x="49123" y="12650"/>
                  </a:lnTo>
                  <a:cubicBezTo>
                    <a:pt x="49123" y="13481"/>
                    <a:pt x="49813" y="14170"/>
                    <a:pt x="50644" y="14170"/>
                  </a:cubicBezTo>
                  <a:lnTo>
                    <a:pt x="50644" y="14170"/>
                  </a:lnTo>
                  <a:cubicBezTo>
                    <a:pt x="51490" y="14170"/>
                    <a:pt x="52164" y="13481"/>
                    <a:pt x="52164" y="12650"/>
                  </a:cubicBezTo>
                  <a:lnTo>
                    <a:pt x="52164" y="12650"/>
                  </a:lnTo>
                  <a:lnTo>
                    <a:pt x="76977" y="12650"/>
                  </a:lnTo>
                  <a:cubicBezTo>
                    <a:pt x="76977" y="13481"/>
                    <a:pt x="77651" y="14170"/>
                    <a:pt x="78497" y="14170"/>
                  </a:cubicBezTo>
                  <a:lnTo>
                    <a:pt x="78497" y="14170"/>
                  </a:lnTo>
                  <a:cubicBezTo>
                    <a:pt x="79343" y="14170"/>
                    <a:pt x="80017" y="13481"/>
                    <a:pt x="80017" y="12650"/>
                  </a:cubicBezTo>
                  <a:lnTo>
                    <a:pt x="80017" y="12650"/>
                  </a:lnTo>
                  <a:lnTo>
                    <a:pt x="81224" y="12650"/>
                  </a:lnTo>
                  <a:cubicBezTo>
                    <a:pt x="81224" y="13481"/>
                    <a:pt x="81898" y="14170"/>
                    <a:pt x="82745" y="14170"/>
                  </a:cubicBezTo>
                  <a:lnTo>
                    <a:pt x="82745" y="14170"/>
                  </a:lnTo>
                  <a:cubicBezTo>
                    <a:pt x="83575" y="14170"/>
                    <a:pt x="84265" y="13481"/>
                    <a:pt x="84265" y="12650"/>
                  </a:cubicBezTo>
                  <a:lnTo>
                    <a:pt x="84265" y="12650"/>
                  </a:lnTo>
                  <a:lnTo>
                    <a:pt x="88497" y="12650"/>
                  </a:lnTo>
                  <a:cubicBezTo>
                    <a:pt x="88811" y="13528"/>
                    <a:pt x="89657" y="14170"/>
                    <a:pt x="90645" y="14170"/>
                  </a:cubicBezTo>
                  <a:lnTo>
                    <a:pt x="90645" y="14170"/>
                  </a:lnTo>
                  <a:cubicBezTo>
                    <a:pt x="91789" y="14170"/>
                    <a:pt x="92729" y="13340"/>
                    <a:pt x="92902" y="12258"/>
                  </a:cubicBezTo>
                  <a:lnTo>
                    <a:pt x="92902" y="12258"/>
                  </a:lnTo>
                  <a:lnTo>
                    <a:pt x="94939" y="12258"/>
                  </a:lnTo>
                  <a:cubicBezTo>
                    <a:pt x="95174" y="13340"/>
                    <a:pt x="96146" y="14170"/>
                    <a:pt x="97322" y="14170"/>
                  </a:cubicBezTo>
                  <a:lnTo>
                    <a:pt x="97322" y="14170"/>
                  </a:lnTo>
                  <a:cubicBezTo>
                    <a:pt x="98482" y="14170"/>
                    <a:pt x="99454" y="13340"/>
                    <a:pt x="99704" y="12258"/>
                  </a:cubicBezTo>
                  <a:lnTo>
                    <a:pt x="99704" y="12258"/>
                  </a:lnTo>
                  <a:lnTo>
                    <a:pt x="100535" y="12258"/>
                  </a:lnTo>
                  <a:cubicBezTo>
                    <a:pt x="100770" y="13340"/>
                    <a:pt x="101758" y="14170"/>
                    <a:pt x="102918" y="14170"/>
                  </a:cubicBezTo>
                  <a:lnTo>
                    <a:pt x="102918" y="14170"/>
                  </a:lnTo>
                  <a:cubicBezTo>
                    <a:pt x="104093" y="14170"/>
                    <a:pt x="105065" y="13340"/>
                    <a:pt x="105300" y="12258"/>
                  </a:cubicBezTo>
                  <a:lnTo>
                    <a:pt x="105300" y="12258"/>
                  </a:lnTo>
                  <a:lnTo>
                    <a:pt x="106601" y="12258"/>
                  </a:lnTo>
                  <a:cubicBezTo>
                    <a:pt x="106836" y="13340"/>
                    <a:pt x="107808" y="14170"/>
                    <a:pt x="108984" y="14170"/>
                  </a:cubicBezTo>
                  <a:lnTo>
                    <a:pt x="108984" y="14170"/>
                  </a:lnTo>
                  <a:cubicBezTo>
                    <a:pt x="110143" y="14170"/>
                    <a:pt x="111115" y="13340"/>
                    <a:pt x="111366" y="12258"/>
                  </a:cubicBezTo>
                  <a:lnTo>
                    <a:pt x="111366" y="12258"/>
                  </a:lnTo>
                  <a:lnTo>
                    <a:pt x="112197" y="12258"/>
                  </a:lnTo>
                  <a:cubicBezTo>
                    <a:pt x="112448" y="13340"/>
                    <a:pt x="113419" y="14170"/>
                    <a:pt x="114579" y="14170"/>
                  </a:cubicBezTo>
                  <a:lnTo>
                    <a:pt x="114579" y="14170"/>
                  </a:lnTo>
                  <a:cubicBezTo>
                    <a:pt x="115755" y="14170"/>
                    <a:pt x="116727" y="13340"/>
                    <a:pt x="116962" y="12258"/>
                  </a:cubicBezTo>
                  <a:lnTo>
                    <a:pt x="116962" y="12258"/>
                  </a:lnTo>
                  <a:lnTo>
                    <a:pt x="117244" y="12258"/>
                  </a:lnTo>
                  <a:cubicBezTo>
                    <a:pt x="117056" y="12525"/>
                    <a:pt x="116977" y="12854"/>
                    <a:pt x="117056" y="13230"/>
                  </a:cubicBezTo>
                  <a:lnTo>
                    <a:pt x="117056" y="13230"/>
                  </a:lnTo>
                  <a:cubicBezTo>
                    <a:pt x="117166" y="13684"/>
                    <a:pt x="117542" y="14061"/>
                    <a:pt x="118012" y="14139"/>
                  </a:cubicBezTo>
                  <a:lnTo>
                    <a:pt x="118012" y="14139"/>
                  </a:lnTo>
                  <a:cubicBezTo>
                    <a:pt x="118655" y="14264"/>
                    <a:pt x="119219" y="13888"/>
                    <a:pt x="119391" y="13324"/>
                  </a:cubicBezTo>
                  <a:lnTo>
                    <a:pt x="119391" y="13324"/>
                  </a:lnTo>
                  <a:cubicBezTo>
                    <a:pt x="122369" y="13308"/>
                    <a:pt x="123028" y="12556"/>
                    <a:pt x="123028" y="12556"/>
                  </a:cubicBezTo>
                  <a:lnTo>
                    <a:pt x="123028" y="12556"/>
                  </a:lnTo>
                  <a:lnTo>
                    <a:pt x="119783" y="9108"/>
                  </a:lnTo>
                  <a:lnTo>
                    <a:pt x="118749" y="9108"/>
                  </a:lnTo>
                  <a:cubicBezTo>
                    <a:pt x="120128" y="8841"/>
                    <a:pt x="121178" y="7619"/>
                    <a:pt x="121178" y="6161"/>
                  </a:cubicBezTo>
                  <a:lnTo>
                    <a:pt x="121178" y="6161"/>
                  </a:lnTo>
                  <a:cubicBezTo>
                    <a:pt x="121178" y="5330"/>
                    <a:pt x="120849" y="4578"/>
                    <a:pt x="120300" y="4045"/>
                  </a:cubicBezTo>
                  <a:lnTo>
                    <a:pt x="120300" y="4045"/>
                  </a:lnTo>
                  <a:cubicBezTo>
                    <a:pt x="119752" y="3496"/>
                    <a:pt x="118999" y="3167"/>
                    <a:pt x="118184" y="3167"/>
                  </a:cubicBezTo>
                  <a:lnTo>
                    <a:pt x="118184" y="3167"/>
                  </a:lnTo>
                  <a:lnTo>
                    <a:pt x="116068" y="3167"/>
                  </a:lnTo>
                  <a:lnTo>
                    <a:pt x="116068" y="1239"/>
                  </a:lnTo>
                  <a:lnTo>
                    <a:pt x="116601" y="1239"/>
                  </a:lnTo>
                  <a:lnTo>
                    <a:pt x="116601" y="1"/>
                  </a:lnTo>
                  <a:close/>
                  <a:moveTo>
                    <a:pt x="58214" y="11130"/>
                  </a:moveTo>
                  <a:lnTo>
                    <a:pt x="71146" y="11130"/>
                  </a:lnTo>
                  <a:lnTo>
                    <a:pt x="71146" y="11741"/>
                  </a:lnTo>
                  <a:lnTo>
                    <a:pt x="58214" y="11741"/>
                  </a:lnTo>
                  <a:close/>
                  <a:moveTo>
                    <a:pt x="15204" y="11130"/>
                  </a:moveTo>
                  <a:lnTo>
                    <a:pt x="28135" y="11130"/>
                  </a:lnTo>
                  <a:lnTo>
                    <a:pt x="28135" y="11741"/>
                  </a:lnTo>
                  <a:lnTo>
                    <a:pt x="15204" y="1174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25"/>
            <p:cNvSpPr/>
            <p:nvPr/>
          </p:nvSpPr>
          <p:spPr>
            <a:xfrm>
              <a:off x="6345450" y="3293600"/>
              <a:ext cx="84275" cy="84275"/>
            </a:xfrm>
            <a:custGeom>
              <a:avLst/>
              <a:gdLst/>
              <a:ahLst/>
              <a:cxnLst/>
              <a:rect l="l" t="t" r="r" b="b"/>
              <a:pathLst>
                <a:path w="3371" h="3371" extrusionOk="0">
                  <a:moveTo>
                    <a:pt x="1050" y="0"/>
                  </a:moveTo>
                  <a:cubicBezTo>
                    <a:pt x="470" y="0"/>
                    <a:pt x="0" y="470"/>
                    <a:pt x="0" y="1050"/>
                  </a:cubicBezTo>
                  <a:lnTo>
                    <a:pt x="0" y="2320"/>
                  </a:lnTo>
                  <a:cubicBezTo>
                    <a:pt x="0" y="2900"/>
                    <a:pt x="470" y="3370"/>
                    <a:pt x="1050" y="3370"/>
                  </a:cubicBezTo>
                  <a:lnTo>
                    <a:pt x="2320" y="3370"/>
                  </a:lnTo>
                  <a:cubicBezTo>
                    <a:pt x="2900" y="3370"/>
                    <a:pt x="3370" y="2900"/>
                    <a:pt x="3370" y="2320"/>
                  </a:cubicBezTo>
                  <a:lnTo>
                    <a:pt x="3370" y="1050"/>
                  </a:lnTo>
                  <a:cubicBezTo>
                    <a:pt x="3370" y="470"/>
                    <a:pt x="2900" y="0"/>
                    <a:pt x="23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25"/>
            <p:cNvSpPr/>
            <p:nvPr/>
          </p:nvSpPr>
          <p:spPr>
            <a:xfrm>
              <a:off x="5924600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50" y="1"/>
                  </a:moveTo>
                  <a:cubicBezTo>
                    <a:pt x="470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0" y="2822"/>
                    <a:pt x="1050" y="2822"/>
                  </a:cubicBezTo>
                  <a:lnTo>
                    <a:pt x="1944" y="2822"/>
                  </a:lnTo>
                  <a:cubicBezTo>
                    <a:pt x="2508" y="2822"/>
                    <a:pt x="2978" y="2368"/>
                    <a:pt x="2978" y="1788"/>
                  </a:cubicBezTo>
                  <a:lnTo>
                    <a:pt x="2978" y="1051"/>
                  </a:lnTo>
                  <a:cubicBezTo>
                    <a:pt x="2978" y="471"/>
                    <a:pt x="2508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25"/>
            <p:cNvSpPr/>
            <p:nvPr/>
          </p:nvSpPr>
          <p:spPr>
            <a:xfrm>
              <a:off x="58121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55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55" y="2822"/>
                    <a:pt x="1035" y="2822"/>
                  </a:cubicBezTo>
                  <a:lnTo>
                    <a:pt x="1928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25"/>
            <p:cNvSpPr/>
            <p:nvPr/>
          </p:nvSpPr>
          <p:spPr>
            <a:xfrm>
              <a:off x="570357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25"/>
            <p:cNvSpPr/>
            <p:nvPr/>
          </p:nvSpPr>
          <p:spPr>
            <a:xfrm>
              <a:off x="55954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55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55" y="2822"/>
                    <a:pt x="1035" y="2822"/>
                  </a:cubicBezTo>
                  <a:lnTo>
                    <a:pt x="1929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25"/>
            <p:cNvSpPr/>
            <p:nvPr/>
          </p:nvSpPr>
          <p:spPr>
            <a:xfrm>
              <a:off x="548687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09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9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25"/>
            <p:cNvSpPr/>
            <p:nvPr/>
          </p:nvSpPr>
          <p:spPr>
            <a:xfrm>
              <a:off x="5378350" y="3351575"/>
              <a:ext cx="74850" cy="70575"/>
            </a:xfrm>
            <a:custGeom>
              <a:avLst/>
              <a:gdLst/>
              <a:ahLst/>
              <a:cxnLst/>
              <a:rect l="l" t="t" r="r" b="b"/>
              <a:pathLst>
                <a:path w="2994" h="2823" extrusionOk="0">
                  <a:moveTo>
                    <a:pt x="1050" y="1"/>
                  </a:moveTo>
                  <a:cubicBezTo>
                    <a:pt x="470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0" y="2822"/>
                    <a:pt x="1050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25"/>
            <p:cNvSpPr/>
            <p:nvPr/>
          </p:nvSpPr>
          <p:spPr>
            <a:xfrm>
              <a:off x="5270175" y="3351575"/>
              <a:ext cx="74500" cy="70575"/>
            </a:xfrm>
            <a:custGeom>
              <a:avLst/>
              <a:gdLst/>
              <a:ahLst/>
              <a:cxnLst/>
              <a:rect l="l" t="t" r="r" b="b"/>
              <a:pathLst>
                <a:path w="2980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5" y="2822"/>
                  </a:lnTo>
                  <a:cubicBezTo>
                    <a:pt x="2509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9" y="1"/>
                    <a:pt x="19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25"/>
            <p:cNvSpPr/>
            <p:nvPr/>
          </p:nvSpPr>
          <p:spPr>
            <a:xfrm>
              <a:off x="5161650" y="3351575"/>
              <a:ext cx="74850" cy="70575"/>
            </a:xfrm>
            <a:custGeom>
              <a:avLst/>
              <a:gdLst/>
              <a:ahLst/>
              <a:cxnLst/>
              <a:rect l="l" t="t" r="r" b="b"/>
              <a:pathLst>
                <a:path w="2994" h="2823" extrusionOk="0">
                  <a:moveTo>
                    <a:pt x="1050" y="1"/>
                  </a:moveTo>
                  <a:cubicBezTo>
                    <a:pt x="470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0" y="2822"/>
                    <a:pt x="1050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25"/>
            <p:cNvSpPr/>
            <p:nvPr/>
          </p:nvSpPr>
          <p:spPr>
            <a:xfrm>
              <a:off x="48493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35" y="2822"/>
                  </a:cubicBezTo>
                  <a:lnTo>
                    <a:pt x="1929" y="2822"/>
                  </a:lnTo>
                  <a:cubicBezTo>
                    <a:pt x="2509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9" y="1"/>
                    <a:pt x="19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25"/>
            <p:cNvSpPr/>
            <p:nvPr/>
          </p:nvSpPr>
          <p:spPr>
            <a:xfrm>
              <a:off x="47364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extrusionOk="0">
                  <a:moveTo>
                    <a:pt x="1051" y="1"/>
                  </a:moveTo>
                  <a:cubicBezTo>
                    <a:pt x="471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25"/>
            <p:cNvSpPr/>
            <p:nvPr/>
          </p:nvSpPr>
          <p:spPr>
            <a:xfrm>
              <a:off x="46283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51" y="1"/>
                  </a:moveTo>
                  <a:cubicBezTo>
                    <a:pt x="471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08" y="2822"/>
                    <a:pt x="2978" y="2368"/>
                    <a:pt x="2978" y="1788"/>
                  </a:cubicBezTo>
                  <a:lnTo>
                    <a:pt x="2978" y="1051"/>
                  </a:lnTo>
                  <a:cubicBezTo>
                    <a:pt x="2978" y="471"/>
                    <a:pt x="2508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25"/>
            <p:cNvSpPr/>
            <p:nvPr/>
          </p:nvSpPr>
          <p:spPr>
            <a:xfrm>
              <a:off x="45197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25"/>
            <p:cNvSpPr/>
            <p:nvPr/>
          </p:nvSpPr>
          <p:spPr>
            <a:xfrm>
              <a:off x="44116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71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1" y="2822"/>
                    <a:pt x="1035" y="2822"/>
                  </a:cubicBezTo>
                  <a:lnTo>
                    <a:pt x="1928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25"/>
            <p:cNvSpPr/>
            <p:nvPr/>
          </p:nvSpPr>
          <p:spPr>
            <a:xfrm>
              <a:off x="43030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25"/>
            <p:cNvSpPr/>
            <p:nvPr/>
          </p:nvSpPr>
          <p:spPr>
            <a:xfrm>
              <a:off x="41949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35" y="2822"/>
                  </a:cubicBezTo>
                  <a:lnTo>
                    <a:pt x="1928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25"/>
            <p:cNvSpPr/>
            <p:nvPr/>
          </p:nvSpPr>
          <p:spPr>
            <a:xfrm>
              <a:off x="40863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5" y="2368"/>
                    <a:pt x="2995" y="1788"/>
                  </a:cubicBezTo>
                  <a:lnTo>
                    <a:pt x="2995" y="1051"/>
                  </a:lnTo>
                  <a:cubicBezTo>
                    <a:pt x="2995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25"/>
            <p:cNvSpPr/>
            <p:nvPr/>
          </p:nvSpPr>
          <p:spPr>
            <a:xfrm>
              <a:off x="4570325" y="2631750"/>
              <a:ext cx="2293575" cy="582700"/>
            </a:xfrm>
            <a:custGeom>
              <a:avLst/>
              <a:gdLst/>
              <a:ahLst/>
              <a:cxnLst/>
              <a:rect l="l" t="t" r="r" b="b"/>
              <a:pathLst>
                <a:path w="91743" h="23308" extrusionOk="0">
                  <a:moveTo>
                    <a:pt x="23857" y="188"/>
                  </a:moveTo>
                  <a:cubicBezTo>
                    <a:pt x="21694" y="658"/>
                    <a:pt x="19813" y="1944"/>
                    <a:pt x="17854" y="2947"/>
                  </a:cubicBezTo>
                  <a:lnTo>
                    <a:pt x="17854" y="2947"/>
                  </a:lnTo>
                  <a:cubicBezTo>
                    <a:pt x="15001" y="4420"/>
                    <a:pt x="11835" y="5376"/>
                    <a:pt x="8637" y="5282"/>
                  </a:cubicBezTo>
                  <a:lnTo>
                    <a:pt x="8637" y="5282"/>
                  </a:lnTo>
                  <a:cubicBezTo>
                    <a:pt x="5440" y="5204"/>
                    <a:pt x="2211" y="4013"/>
                    <a:pt x="1" y="1709"/>
                  </a:cubicBezTo>
                  <a:lnTo>
                    <a:pt x="1" y="1709"/>
                  </a:lnTo>
                  <a:cubicBezTo>
                    <a:pt x="251" y="3339"/>
                    <a:pt x="1458" y="4467"/>
                    <a:pt x="2963" y="5173"/>
                  </a:cubicBezTo>
                  <a:lnTo>
                    <a:pt x="2963" y="5173"/>
                  </a:lnTo>
                  <a:cubicBezTo>
                    <a:pt x="6082" y="6615"/>
                    <a:pt x="9672" y="7022"/>
                    <a:pt x="13026" y="6286"/>
                  </a:cubicBezTo>
                  <a:lnTo>
                    <a:pt x="13026" y="6286"/>
                  </a:lnTo>
                  <a:cubicBezTo>
                    <a:pt x="15910" y="5643"/>
                    <a:pt x="18559" y="4232"/>
                    <a:pt x="21365" y="3323"/>
                  </a:cubicBezTo>
                  <a:lnTo>
                    <a:pt x="21365" y="3323"/>
                  </a:lnTo>
                  <a:cubicBezTo>
                    <a:pt x="24170" y="2414"/>
                    <a:pt x="27384" y="2069"/>
                    <a:pt x="29954" y="3511"/>
                  </a:cubicBezTo>
                  <a:lnTo>
                    <a:pt x="29954" y="3511"/>
                  </a:lnTo>
                  <a:cubicBezTo>
                    <a:pt x="31804" y="4546"/>
                    <a:pt x="33058" y="6364"/>
                    <a:pt x="34735" y="7649"/>
                  </a:cubicBezTo>
                  <a:lnTo>
                    <a:pt x="34735" y="7649"/>
                  </a:lnTo>
                  <a:cubicBezTo>
                    <a:pt x="39108" y="11051"/>
                    <a:pt x="45440" y="10330"/>
                    <a:pt x="50629" y="8386"/>
                  </a:cubicBezTo>
                  <a:lnTo>
                    <a:pt x="50629" y="8386"/>
                  </a:lnTo>
                  <a:cubicBezTo>
                    <a:pt x="52274" y="7775"/>
                    <a:pt x="53905" y="7038"/>
                    <a:pt x="55644" y="6803"/>
                  </a:cubicBezTo>
                  <a:lnTo>
                    <a:pt x="55644" y="6803"/>
                  </a:lnTo>
                  <a:cubicBezTo>
                    <a:pt x="57384" y="6552"/>
                    <a:pt x="59312" y="6897"/>
                    <a:pt x="60550" y="8135"/>
                  </a:cubicBezTo>
                  <a:lnTo>
                    <a:pt x="60550" y="8135"/>
                  </a:lnTo>
                  <a:cubicBezTo>
                    <a:pt x="61851" y="9452"/>
                    <a:pt x="62149" y="11489"/>
                    <a:pt x="63340" y="12916"/>
                  </a:cubicBezTo>
                  <a:lnTo>
                    <a:pt x="63340" y="12916"/>
                  </a:lnTo>
                  <a:cubicBezTo>
                    <a:pt x="64516" y="14326"/>
                    <a:pt x="66413" y="14922"/>
                    <a:pt x="68231" y="15126"/>
                  </a:cubicBezTo>
                  <a:lnTo>
                    <a:pt x="68231" y="15126"/>
                  </a:lnTo>
                  <a:cubicBezTo>
                    <a:pt x="73215" y="15690"/>
                    <a:pt x="76648" y="12571"/>
                    <a:pt x="81397" y="12383"/>
                  </a:cubicBezTo>
                  <a:lnTo>
                    <a:pt x="81397" y="12383"/>
                  </a:lnTo>
                  <a:cubicBezTo>
                    <a:pt x="83200" y="12305"/>
                    <a:pt x="85081" y="12712"/>
                    <a:pt x="86476" y="13841"/>
                  </a:cubicBezTo>
                  <a:lnTo>
                    <a:pt x="86476" y="13841"/>
                  </a:lnTo>
                  <a:cubicBezTo>
                    <a:pt x="87479" y="14656"/>
                    <a:pt x="88169" y="15800"/>
                    <a:pt x="88796" y="16944"/>
                  </a:cubicBezTo>
                  <a:lnTo>
                    <a:pt x="88796" y="16944"/>
                  </a:lnTo>
                  <a:cubicBezTo>
                    <a:pt x="89877" y="18935"/>
                    <a:pt x="90833" y="21051"/>
                    <a:pt x="91225" y="23292"/>
                  </a:cubicBezTo>
                  <a:lnTo>
                    <a:pt x="91225" y="23292"/>
                  </a:lnTo>
                  <a:lnTo>
                    <a:pt x="91398" y="23308"/>
                  </a:lnTo>
                  <a:cubicBezTo>
                    <a:pt x="91742" y="20048"/>
                    <a:pt x="91492" y="16631"/>
                    <a:pt x="89940" y="13747"/>
                  </a:cubicBezTo>
                  <a:lnTo>
                    <a:pt x="89940" y="13747"/>
                  </a:lnTo>
                  <a:cubicBezTo>
                    <a:pt x="88388" y="10862"/>
                    <a:pt x="85332" y="8637"/>
                    <a:pt x="82056" y="8746"/>
                  </a:cubicBezTo>
                  <a:lnTo>
                    <a:pt x="82056" y="8746"/>
                  </a:lnTo>
                  <a:cubicBezTo>
                    <a:pt x="79846" y="8809"/>
                    <a:pt x="77808" y="9891"/>
                    <a:pt x="75723" y="10643"/>
                  </a:cubicBezTo>
                  <a:lnTo>
                    <a:pt x="75723" y="10643"/>
                  </a:lnTo>
                  <a:cubicBezTo>
                    <a:pt x="73544" y="11411"/>
                    <a:pt x="71240" y="11819"/>
                    <a:pt x="68936" y="11850"/>
                  </a:cubicBezTo>
                  <a:lnTo>
                    <a:pt x="68936" y="11850"/>
                  </a:lnTo>
                  <a:cubicBezTo>
                    <a:pt x="67745" y="11881"/>
                    <a:pt x="66491" y="11787"/>
                    <a:pt x="65425" y="11223"/>
                  </a:cubicBezTo>
                  <a:lnTo>
                    <a:pt x="65425" y="11223"/>
                  </a:lnTo>
                  <a:cubicBezTo>
                    <a:pt x="63654" y="10314"/>
                    <a:pt x="62714" y="8370"/>
                    <a:pt x="61334" y="6944"/>
                  </a:cubicBezTo>
                  <a:lnTo>
                    <a:pt x="61334" y="6944"/>
                  </a:lnTo>
                  <a:cubicBezTo>
                    <a:pt x="57839" y="3370"/>
                    <a:pt x="51977" y="3574"/>
                    <a:pt x="47243" y="5188"/>
                  </a:cubicBezTo>
                  <a:lnTo>
                    <a:pt x="47243" y="5188"/>
                  </a:lnTo>
                  <a:cubicBezTo>
                    <a:pt x="45064" y="5925"/>
                    <a:pt x="42838" y="6913"/>
                    <a:pt x="40581" y="6521"/>
                  </a:cubicBezTo>
                  <a:lnTo>
                    <a:pt x="40581" y="6521"/>
                  </a:lnTo>
                  <a:cubicBezTo>
                    <a:pt x="39030" y="6239"/>
                    <a:pt x="37682" y="5345"/>
                    <a:pt x="36381" y="4452"/>
                  </a:cubicBezTo>
                  <a:lnTo>
                    <a:pt x="36381" y="4452"/>
                  </a:lnTo>
                  <a:cubicBezTo>
                    <a:pt x="33152" y="2273"/>
                    <a:pt x="29515" y="0"/>
                    <a:pt x="25738" y="0"/>
                  </a:cubicBezTo>
                  <a:lnTo>
                    <a:pt x="25738" y="0"/>
                  </a:lnTo>
                  <a:cubicBezTo>
                    <a:pt x="25111" y="0"/>
                    <a:pt x="24484" y="63"/>
                    <a:pt x="23857" y="188"/>
                  </a:cubicBezTo>
                </a:path>
              </a:pathLst>
            </a:custGeom>
            <a:solidFill>
              <a:srgbClr val="FFFFFF">
                <a:alpha val="41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2" name="Google Shape;1042;p25"/>
          <p:cNvSpPr/>
          <p:nvPr/>
        </p:nvSpPr>
        <p:spPr>
          <a:xfrm>
            <a:off x="5571400" y="360025"/>
            <a:ext cx="3572600" cy="500050"/>
          </a:xfrm>
          <a:custGeom>
            <a:avLst/>
            <a:gdLst/>
            <a:ahLst/>
            <a:cxnLst/>
            <a:rect l="l" t="t" r="r" b="b"/>
            <a:pathLst>
              <a:path w="142904" h="20002" extrusionOk="0">
                <a:moveTo>
                  <a:pt x="1" y="2430"/>
                </a:moveTo>
                <a:cubicBezTo>
                  <a:pt x="1" y="2430"/>
                  <a:pt x="73043" y="2383"/>
                  <a:pt x="78263" y="4876"/>
                </a:cubicBezTo>
                <a:lnTo>
                  <a:pt x="78263" y="4876"/>
                </a:lnTo>
                <a:cubicBezTo>
                  <a:pt x="83482" y="7368"/>
                  <a:pt x="142904" y="20001"/>
                  <a:pt x="142904" y="20001"/>
                </a:cubicBezTo>
                <a:lnTo>
                  <a:pt x="142904" y="20001"/>
                </a:lnTo>
                <a:lnTo>
                  <a:pt x="142904" y="2430"/>
                </a:lnTo>
                <a:cubicBezTo>
                  <a:pt x="142904" y="2430"/>
                  <a:pt x="104125" y="7916"/>
                  <a:pt x="96179" y="2430"/>
                </a:cubicBezTo>
                <a:lnTo>
                  <a:pt x="96179" y="2430"/>
                </a:lnTo>
                <a:cubicBezTo>
                  <a:pt x="93530" y="612"/>
                  <a:pt x="81962" y="1"/>
                  <a:pt x="67714" y="1"/>
                </a:cubicBezTo>
                <a:lnTo>
                  <a:pt x="67714" y="1"/>
                </a:lnTo>
                <a:cubicBezTo>
                  <a:pt x="39218" y="1"/>
                  <a:pt x="1" y="2430"/>
                  <a:pt x="1" y="2430"/>
                </a:cubicBezTo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3" name="Google Shape;1043;p25"/>
          <p:cNvSpPr/>
          <p:nvPr/>
        </p:nvSpPr>
        <p:spPr>
          <a:xfrm rot="-2231248" flipH="1">
            <a:off x="593018" y="1173235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4" name="Google Shape;1044;p25"/>
          <p:cNvSpPr/>
          <p:nvPr/>
        </p:nvSpPr>
        <p:spPr>
          <a:xfrm rot="-2231248" flipH="1">
            <a:off x="757493" y="552860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5">
    <p:spTree>
      <p:nvGrpSpPr>
        <p:cNvPr id="1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26"/>
          <p:cNvSpPr/>
          <p:nvPr/>
        </p:nvSpPr>
        <p:spPr>
          <a:xfrm flipH="1">
            <a:off x="470467" y="398238"/>
            <a:ext cx="883583" cy="883564"/>
          </a:xfrm>
          <a:custGeom>
            <a:avLst/>
            <a:gdLst/>
            <a:ahLst/>
            <a:cxnLst/>
            <a:rect l="l" t="t" r="r" b="b"/>
            <a:pathLst>
              <a:path w="45990" h="45989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7" name="Google Shape;1047;p26"/>
          <p:cNvSpPr/>
          <p:nvPr/>
        </p:nvSpPr>
        <p:spPr>
          <a:xfrm flipH="1">
            <a:off x="0" y="565275"/>
            <a:ext cx="3572600" cy="500050"/>
          </a:xfrm>
          <a:custGeom>
            <a:avLst/>
            <a:gdLst/>
            <a:ahLst/>
            <a:cxnLst/>
            <a:rect l="l" t="t" r="r" b="b"/>
            <a:pathLst>
              <a:path w="142904" h="20002" extrusionOk="0">
                <a:moveTo>
                  <a:pt x="1" y="2430"/>
                </a:moveTo>
                <a:cubicBezTo>
                  <a:pt x="1" y="2430"/>
                  <a:pt x="73043" y="2383"/>
                  <a:pt x="78263" y="4876"/>
                </a:cubicBezTo>
                <a:lnTo>
                  <a:pt x="78263" y="4876"/>
                </a:lnTo>
                <a:cubicBezTo>
                  <a:pt x="83482" y="7368"/>
                  <a:pt x="142904" y="20001"/>
                  <a:pt x="142904" y="20001"/>
                </a:cubicBezTo>
                <a:lnTo>
                  <a:pt x="142904" y="20001"/>
                </a:lnTo>
                <a:lnTo>
                  <a:pt x="142904" y="2430"/>
                </a:lnTo>
                <a:cubicBezTo>
                  <a:pt x="142904" y="2430"/>
                  <a:pt x="104125" y="7916"/>
                  <a:pt x="96179" y="2430"/>
                </a:cubicBezTo>
                <a:lnTo>
                  <a:pt x="96179" y="2430"/>
                </a:lnTo>
                <a:cubicBezTo>
                  <a:pt x="93530" y="612"/>
                  <a:pt x="81962" y="1"/>
                  <a:pt x="67714" y="1"/>
                </a:cubicBezTo>
                <a:lnTo>
                  <a:pt x="67714" y="1"/>
                </a:lnTo>
                <a:cubicBezTo>
                  <a:pt x="39218" y="1"/>
                  <a:pt x="1" y="2430"/>
                  <a:pt x="1" y="2430"/>
                </a:cubicBezTo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" name="Google Shape;1048;p26"/>
          <p:cNvSpPr/>
          <p:nvPr/>
        </p:nvSpPr>
        <p:spPr>
          <a:xfrm rot="-2231248" flipH="1">
            <a:off x="1679693" y="1010235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9" name="Google Shape;1049;p26"/>
          <p:cNvSpPr/>
          <p:nvPr/>
        </p:nvSpPr>
        <p:spPr>
          <a:xfrm rot="-2231248" flipH="1">
            <a:off x="1844168" y="389860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50" name="Google Shape;1050;p26"/>
          <p:cNvGrpSpPr/>
          <p:nvPr/>
        </p:nvGrpSpPr>
        <p:grpSpPr>
          <a:xfrm flipH="1">
            <a:off x="4964675" y="2631750"/>
            <a:ext cx="3075700" cy="952625"/>
            <a:chOff x="3962175" y="2631750"/>
            <a:chExt cx="3075700" cy="952625"/>
          </a:xfrm>
        </p:grpSpPr>
        <p:sp>
          <p:nvSpPr>
            <p:cNvPr id="1051" name="Google Shape;1051;p26"/>
            <p:cNvSpPr/>
            <p:nvPr/>
          </p:nvSpPr>
          <p:spPr>
            <a:xfrm>
              <a:off x="3962175" y="3227750"/>
              <a:ext cx="3075700" cy="356625"/>
            </a:xfrm>
            <a:custGeom>
              <a:avLst/>
              <a:gdLst/>
              <a:ahLst/>
              <a:cxnLst/>
              <a:rect l="l" t="t" r="r" b="b"/>
              <a:pathLst>
                <a:path w="123028" h="14265" extrusionOk="0">
                  <a:moveTo>
                    <a:pt x="114046" y="1"/>
                  </a:moveTo>
                  <a:lnTo>
                    <a:pt x="114046" y="1239"/>
                  </a:lnTo>
                  <a:lnTo>
                    <a:pt x="114579" y="1239"/>
                  </a:lnTo>
                  <a:lnTo>
                    <a:pt x="114579" y="3167"/>
                  </a:lnTo>
                  <a:lnTo>
                    <a:pt x="109877" y="3167"/>
                  </a:lnTo>
                  <a:lnTo>
                    <a:pt x="109877" y="2728"/>
                  </a:lnTo>
                  <a:lnTo>
                    <a:pt x="108984" y="2728"/>
                  </a:lnTo>
                  <a:lnTo>
                    <a:pt x="108984" y="1913"/>
                  </a:lnTo>
                  <a:cubicBezTo>
                    <a:pt x="108984" y="1411"/>
                    <a:pt x="108513" y="1004"/>
                    <a:pt x="107980" y="1098"/>
                  </a:cubicBezTo>
                  <a:lnTo>
                    <a:pt x="107980" y="1098"/>
                  </a:lnTo>
                  <a:cubicBezTo>
                    <a:pt x="107573" y="1161"/>
                    <a:pt x="107291" y="1553"/>
                    <a:pt x="107291" y="1960"/>
                  </a:cubicBezTo>
                  <a:lnTo>
                    <a:pt x="107291" y="1960"/>
                  </a:lnTo>
                  <a:lnTo>
                    <a:pt x="107291" y="2728"/>
                  </a:lnTo>
                  <a:lnTo>
                    <a:pt x="106397" y="2728"/>
                  </a:lnTo>
                  <a:lnTo>
                    <a:pt x="106397" y="3167"/>
                  </a:lnTo>
                  <a:lnTo>
                    <a:pt x="105237" y="3167"/>
                  </a:lnTo>
                  <a:lnTo>
                    <a:pt x="105237" y="1615"/>
                  </a:lnTo>
                  <a:lnTo>
                    <a:pt x="103921" y="1615"/>
                  </a:lnTo>
                  <a:lnTo>
                    <a:pt x="103921" y="3167"/>
                  </a:lnTo>
                  <a:lnTo>
                    <a:pt x="100112" y="3167"/>
                  </a:lnTo>
                  <a:lnTo>
                    <a:pt x="100112" y="1521"/>
                  </a:lnTo>
                  <a:cubicBezTo>
                    <a:pt x="100112" y="675"/>
                    <a:pt x="99438" y="1"/>
                    <a:pt x="98591" y="1"/>
                  </a:cubicBezTo>
                  <a:lnTo>
                    <a:pt x="98591" y="1"/>
                  </a:lnTo>
                  <a:lnTo>
                    <a:pt x="88403" y="1"/>
                  </a:lnTo>
                  <a:cubicBezTo>
                    <a:pt x="87870" y="1"/>
                    <a:pt x="87431" y="440"/>
                    <a:pt x="87463" y="988"/>
                  </a:cubicBezTo>
                  <a:lnTo>
                    <a:pt x="87463" y="988"/>
                  </a:lnTo>
                  <a:cubicBezTo>
                    <a:pt x="87494" y="1490"/>
                    <a:pt x="87949" y="1882"/>
                    <a:pt x="88466" y="1882"/>
                  </a:cubicBezTo>
                  <a:lnTo>
                    <a:pt x="88466" y="1882"/>
                  </a:lnTo>
                  <a:lnTo>
                    <a:pt x="92149" y="1882"/>
                  </a:lnTo>
                  <a:cubicBezTo>
                    <a:pt x="92964" y="1882"/>
                    <a:pt x="93638" y="2540"/>
                    <a:pt x="93638" y="3355"/>
                  </a:cubicBezTo>
                  <a:lnTo>
                    <a:pt x="93638" y="3355"/>
                  </a:lnTo>
                  <a:lnTo>
                    <a:pt x="93638" y="5785"/>
                  </a:lnTo>
                  <a:cubicBezTo>
                    <a:pt x="93638" y="5988"/>
                    <a:pt x="93466" y="6161"/>
                    <a:pt x="93247" y="6161"/>
                  </a:cubicBezTo>
                  <a:lnTo>
                    <a:pt x="93247" y="6161"/>
                  </a:lnTo>
                  <a:lnTo>
                    <a:pt x="88293" y="6161"/>
                  </a:lnTo>
                  <a:cubicBezTo>
                    <a:pt x="87839" y="6161"/>
                    <a:pt x="87463" y="6537"/>
                    <a:pt x="87463" y="6992"/>
                  </a:cubicBezTo>
                  <a:lnTo>
                    <a:pt x="87463" y="6992"/>
                  </a:lnTo>
                  <a:lnTo>
                    <a:pt x="87463" y="9468"/>
                  </a:lnTo>
                  <a:cubicBezTo>
                    <a:pt x="87463" y="10299"/>
                    <a:pt x="87823" y="11036"/>
                    <a:pt x="88403" y="11537"/>
                  </a:cubicBezTo>
                  <a:lnTo>
                    <a:pt x="88403" y="11537"/>
                  </a:lnTo>
                  <a:cubicBezTo>
                    <a:pt x="88388" y="11615"/>
                    <a:pt x="88388" y="11678"/>
                    <a:pt x="88372" y="11741"/>
                  </a:cubicBezTo>
                  <a:lnTo>
                    <a:pt x="88372" y="11741"/>
                  </a:lnTo>
                  <a:lnTo>
                    <a:pt x="85221" y="11741"/>
                  </a:lnTo>
                  <a:lnTo>
                    <a:pt x="85221" y="3512"/>
                  </a:lnTo>
                  <a:cubicBezTo>
                    <a:pt x="85221" y="2430"/>
                    <a:pt x="84359" y="1553"/>
                    <a:pt x="83278" y="1553"/>
                  </a:cubicBezTo>
                  <a:lnTo>
                    <a:pt x="83278" y="1553"/>
                  </a:lnTo>
                  <a:lnTo>
                    <a:pt x="46083" y="1553"/>
                  </a:lnTo>
                  <a:cubicBezTo>
                    <a:pt x="45017" y="1553"/>
                    <a:pt x="44139" y="2430"/>
                    <a:pt x="44139" y="3512"/>
                  </a:cubicBezTo>
                  <a:lnTo>
                    <a:pt x="44139" y="3512"/>
                  </a:lnTo>
                  <a:lnTo>
                    <a:pt x="44139" y="10330"/>
                  </a:lnTo>
                  <a:lnTo>
                    <a:pt x="42211" y="10330"/>
                  </a:lnTo>
                  <a:lnTo>
                    <a:pt x="42211" y="3512"/>
                  </a:lnTo>
                  <a:cubicBezTo>
                    <a:pt x="42211" y="2430"/>
                    <a:pt x="41333" y="1553"/>
                    <a:pt x="40267" y="1553"/>
                  </a:cubicBezTo>
                  <a:lnTo>
                    <a:pt x="40267" y="1553"/>
                  </a:lnTo>
                  <a:lnTo>
                    <a:pt x="3072" y="1553"/>
                  </a:lnTo>
                  <a:cubicBezTo>
                    <a:pt x="2006" y="1553"/>
                    <a:pt x="1129" y="2430"/>
                    <a:pt x="1129" y="3512"/>
                  </a:cubicBezTo>
                  <a:lnTo>
                    <a:pt x="1129" y="3512"/>
                  </a:lnTo>
                  <a:lnTo>
                    <a:pt x="1129" y="10330"/>
                  </a:lnTo>
                  <a:lnTo>
                    <a:pt x="0" y="10330"/>
                  </a:lnTo>
                  <a:lnTo>
                    <a:pt x="0" y="11130"/>
                  </a:lnTo>
                  <a:lnTo>
                    <a:pt x="1129" y="11130"/>
                  </a:lnTo>
                  <a:lnTo>
                    <a:pt x="1129" y="12650"/>
                  </a:lnTo>
                  <a:lnTo>
                    <a:pt x="1865" y="12650"/>
                  </a:lnTo>
                  <a:cubicBezTo>
                    <a:pt x="1865" y="13481"/>
                    <a:pt x="2555" y="14170"/>
                    <a:pt x="3386" y="14170"/>
                  </a:cubicBezTo>
                  <a:lnTo>
                    <a:pt x="3386" y="14170"/>
                  </a:lnTo>
                  <a:cubicBezTo>
                    <a:pt x="4232" y="14170"/>
                    <a:pt x="4906" y="13481"/>
                    <a:pt x="4906" y="12650"/>
                  </a:cubicBezTo>
                  <a:lnTo>
                    <a:pt x="4906" y="12650"/>
                  </a:lnTo>
                  <a:lnTo>
                    <a:pt x="6113" y="12650"/>
                  </a:lnTo>
                  <a:cubicBezTo>
                    <a:pt x="6113" y="13481"/>
                    <a:pt x="6803" y="14170"/>
                    <a:pt x="7633" y="14170"/>
                  </a:cubicBezTo>
                  <a:lnTo>
                    <a:pt x="7633" y="14170"/>
                  </a:lnTo>
                  <a:cubicBezTo>
                    <a:pt x="8480" y="14170"/>
                    <a:pt x="9154" y="13481"/>
                    <a:pt x="9154" y="12650"/>
                  </a:cubicBezTo>
                  <a:lnTo>
                    <a:pt x="9154" y="12650"/>
                  </a:lnTo>
                  <a:lnTo>
                    <a:pt x="33966" y="12650"/>
                  </a:lnTo>
                  <a:cubicBezTo>
                    <a:pt x="33966" y="13481"/>
                    <a:pt x="34640" y="14170"/>
                    <a:pt x="35487" y="14170"/>
                  </a:cubicBezTo>
                  <a:lnTo>
                    <a:pt x="35487" y="14170"/>
                  </a:lnTo>
                  <a:cubicBezTo>
                    <a:pt x="36317" y="14170"/>
                    <a:pt x="37007" y="13481"/>
                    <a:pt x="37007" y="12650"/>
                  </a:cubicBezTo>
                  <a:lnTo>
                    <a:pt x="37007" y="12650"/>
                  </a:lnTo>
                  <a:lnTo>
                    <a:pt x="38198" y="12650"/>
                  </a:lnTo>
                  <a:cubicBezTo>
                    <a:pt x="38198" y="13481"/>
                    <a:pt x="38888" y="14170"/>
                    <a:pt x="39734" y="14170"/>
                  </a:cubicBezTo>
                  <a:lnTo>
                    <a:pt x="39734" y="14170"/>
                  </a:lnTo>
                  <a:cubicBezTo>
                    <a:pt x="40565" y="14170"/>
                    <a:pt x="41255" y="13481"/>
                    <a:pt x="41255" y="12650"/>
                  </a:cubicBezTo>
                  <a:lnTo>
                    <a:pt x="41255" y="12650"/>
                  </a:lnTo>
                  <a:lnTo>
                    <a:pt x="42211" y="12650"/>
                  </a:lnTo>
                  <a:lnTo>
                    <a:pt x="42211" y="11130"/>
                  </a:lnTo>
                  <a:lnTo>
                    <a:pt x="44139" y="11130"/>
                  </a:lnTo>
                  <a:lnTo>
                    <a:pt x="44139" y="12650"/>
                  </a:lnTo>
                  <a:lnTo>
                    <a:pt x="44876" y="12650"/>
                  </a:lnTo>
                  <a:cubicBezTo>
                    <a:pt x="44876" y="13481"/>
                    <a:pt x="45565" y="14170"/>
                    <a:pt x="46412" y="14170"/>
                  </a:cubicBezTo>
                  <a:lnTo>
                    <a:pt x="46412" y="14170"/>
                  </a:lnTo>
                  <a:cubicBezTo>
                    <a:pt x="47242" y="14170"/>
                    <a:pt x="47932" y="13481"/>
                    <a:pt x="47932" y="12650"/>
                  </a:cubicBezTo>
                  <a:lnTo>
                    <a:pt x="47932" y="12650"/>
                  </a:lnTo>
                  <a:lnTo>
                    <a:pt x="49123" y="12650"/>
                  </a:lnTo>
                  <a:cubicBezTo>
                    <a:pt x="49123" y="13481"/>
                    <a:pt x="49813" y="14170"/>
                    <a:pt x="50644" y="14170"/>
                  </a:cubicBezTo>
                  <a:lnTo>
                    <a:pt x="50644" y="14170"/>
                  </a:lnTo>
                  <a:cubicBezTo>
                    <a:pt x="51490" y="14170"/>
                    <a:pt x="52164" y="13481"/>
                    <a:pt x="52164" y="12650"/>
                  </a:cubicBezTo>
                  <a:lnTo>
                    <a:pt x="52164" y="12650"/>
                  </a:lnTo>
                  <a:lnTo>
                    <a:pt x="76977" y="12650"/>
                  </a:lnTo>
                  <a:cubicBezTo>
                    <a:pt x="76977" y="13481"/>
                    <a:pt x="77651" y="14170"/>
                    <a:pt x="78497" y="14170"/>
                  </a:cubicBezTo>
                  <a:lnTo>
                    <a:pt x="78497" y="14170"/>
                  </a:lnTo>
                  <a:cubicBezTo>
                    <a:pt x="79343" y="14170"/>
                    <a:pt x="80017" y="13481"/>
                    <a:pt x="80017" y="12650"/>
                  </a:cubicBezTo>
                  <a:lnTo>
                    <a:pt x="80017" y="12650"/>
                  </a:lnTo>
                  <a:lnTo>
                    <a:pt x="81224" y="12650"/>
                  </a:lnTo>
                  <a:cubicBezTo>
                    <a:pt x="81224" y="13481"/>
                    <a:pt x="81898" y="14170"/>
                    <a:pt x="82745" y="14170"/>
                  </a:cubicBezTo>
                  <a:lnTo>
                    <a:pt x="82745" y="14170"/>
                  </a:lnTo>
                  <a:cubicBezTo>
                    <a:pt x="83575" y="14170"/>
                    <a:pt x="84265" y="13481"/>
                    <a:pt x="84265" y="12650"/>
                  </a:cubicBezTo>
                  <a:lnTo>
                    <a:pt x="84265" y="12650"/>
                  </a:lnTo>
                  <a:lnTo>
                    <a:pt x="88497" y="12650"/>
                  </a:lnTo>
                  <a:cubicBezTo>
                    <a:pt x="88811" y="13528"/>
                    <a:pt x="89657" y="14170"/>
                    <a:pt x="90645" y="14170"/>
                  </a:cubicBezTo>
                  <a:lnTo>
                    <a:pt x="90645" y="14170"/>
                  </a:lnTo>
                  <a:cubicBezTo>
                    <a:pt x="91789" y="14170"/>
                    <a:pt x="92729" y="13340"/>
                    <a:pt x="92902" y="12258"/>
                  </a:cubicBezTo>
                  <a:lnTo>
                    <a:pt x="92902" y="12258"/>
                  </a:lnTo>
                  <a:lnTo>
                    <a:pt x="94939" y="12258"/>
                  </a:lnTo>
                  <a:cubicBezTo>
                    <a:pt x="95174" y="13340"/>
                    <a:pt x="96146" y="14170"/>
                    <a:pt x="97322" y="14170"/>
                  </a:cubicBezTo>
                  <a:lnTo>
                    <a:pt x="97322" y="14170"/>
                  </a:lnTo>
                  <a:cubicBezTo>
                    <a:pt x="98482" y="14170"/>
                    <a:pt x="99454" y="13340"/>
                    <a:pt x="99704" y="12258"/>
                  </a:cubicBezTo>
                  <a:lnTo>
                    <a:pt x="99704" y="12258"/>
                  </a:lnTo>
                  <a:lnTo>
                    <a:pt x="100535" y="12258"/>
                  </a:lnTo>
                  <a:cubicBezTo>
                    <a:pt x="100770" y="13340"/>
                    <a:pt x="101758" y="14170"/>
                    <a:pt x="102918" y="14170"/>
                  </a:cubicBezTo>
                  <a:lnTo>
                    <a:pt x="102918" y="14170"/>
                  </a:lnTo>
                  <a:cubicBezTo>
                    <a:pt x="104093" y="14170"/>
                    <a:pt x="105065" y="13340"/>
                    <a:pt x="105300" y="12258"/>
                  </a:cubicBezTo>
                  <a:lnTo>
                    <a:pt x="105300" y="12258"/>
                  </a:lnTo>
                  <a:lnTo>
                    <a:pt x="106601" y="12258"/>
                  </a:lnTo>
                  <a:cubicBezTo>
                    <a:pt x="106836" y="13340"/>
                    <a:pt x="107808" y="14170"/>
                    <a:pt x="108984" y="14170"/>
                  </a:cubicBezTo>
                  <a:lnTo>
                    <a:pt x="108984" y="14170"/>
                  </a:lnTo>
                  <a:cubicBezTo>
                    <a:pt x="110143" y="14170"/>
                    <a:pt x="111115" y="13340"/>
                    <a:pt x="111366" y="12258"/>
                  </a:cubicBezTo>
                  <a:lnTo>
                    <a:pt x="111366" y="12258"/>
                  </a:lnTo>
                  <a:lnTo>
                    <a:pt x="112197" y="12258"/>
                  </a:lnTo>
                  <a:cubicBezTo>
                    <a:pt x="112448" y="13340"/>
                    <a:pt x="113419" y="14170"/>
                    <a:pt x="114579" y="14170"/>
                  </a:cubicBezTo>
                  <a:lnTo>
                    <a:pt x="114579" y="14170"/>
                  </a:lnTo>
                  <a:cubicBezTo>
                    <a:pt x="115755" y="14170"/>
                    <a:pt x="116727" y="13340"/>
                    <a:pt x="116962" y="12258"/>
                  </a:cubicBezTo>
                  <a:lnTo>
                    <a:pt x="116962" y="12258"/>
                  </a:lnTo>
                  <a:lnTo>
                    <a:pt x="117244" y="12258"/>
                  </a:lnTo>
                  <a:cubicBezTo>
                    <a:pt x="117056" y="12525"/>
                    <a:pt x="116977" y="12854"/>
                    <a:pt x="117056" y="13230"/>
                  </a:cubicBezTo>
                  <a:lnTo>
                    <a:pt x="117056" y="13230"/>
                  </a:lnTo>
                  <a:cubicBezTo>
                    <a:pt x="117166" y="13684"/>
                    <a:pt x="117542" y="14061"/>
                    <a:pt x="118012" y="14139"/>
                  </a:cubicBezTo>
                  <a:lnTo>
                    <a:pt x="118012" y="14139"/>
                  </a:lnTo>
                  <a:cubicBezTo>
                    <a:pt x="118655" y="14264"/>
                    <a:pt x="119219" y="13888"/>
                    <a:pt x="119391" y="13324"/>
                  </a:cubicBezTo>
                  <a:lnTo>
                    <a:pt x="119391" y="13324"/>
                  </a:lnTo>
                  <a:cubicBezTo>
                    <a:pt x="122369" y="13308"/>
                    <a:pt x="123028" y="12556"/>
                    <a:pt x="123028" y="12556"/>
                  </a:cubicBezTo>
                  <a:lnTo>
                    <a:pt x="123028" y="12556"/>
                  </a:lnTo>
                  <a:lnTo>
                    <a:pt x="119783" y="9108"/>
                  </a:lnTo>
                  <a:lnTo>
                    <a:pt x="118749" y="9108"/>
                  </a:lnTo>
                  <a:cubicBezTo>
                    <a:pt x="120128" y="8841"/>
                    <a:pt x="121178" y="7619"/>
                    <a:pt x="121178" y="6161"/>
                  </a:cubicBezTo>
                  <a:lnTo>
                    <a:pt x="121178" y="6161"/>
                  </a:lnTo>
                  <a:cubicBezTo>
                    <a:pt x="121178" y="5330"/>
                    <a:pt x="120849" y="4578"/>
                    <a:pt x="120300" y="4045"/>
                  </a:cubicBezTo>
                  <a:lnTo>
                    <a:pt x="120300" y="4045"/>
                  </a:lnTo>
                  <a:cubicBezTo>
                    <a:pt x="119752" y="3496"/>
                    <a:pt x="118999" y="3167"/>
                    <a:pt x="118184" y="3167"/>
                  </a:cubicBezTo>
                  <a:lnTo>
                    <a:pt x="118184" y="3167"/>
                  </a:lnTo>
                  <a:lnTo>
                    <a:pt x="116068" y="3167"/>
                  </a:lnTo>
                  <a:lnTo>
                    <a:pt x="116068" y="1239"/>
                  </a:lnTo>
                  <a:lnTo>
                    <a:pt x="116601" y="1239"/>
                  </a:lnTo>
                  <a:lnTo>
                    <a:pt x="116601" y="1"/>
                  </a:lnTo>
                  <a:close/>
                  <a:moveTo>
                    <a:pt x="58214" y="11130"/>
                  </a:moveTo>
                  <a:lnTo>
                    <a:pt x="71146" y="11130"/>
                  </a:lnTo>
                  <a:lnTo>
                    <a:pt x="71146" y="11741"/>
                  </a:lnTo>
                  <a:lnTo>
                    <a:pt x="58214" y="11741"/>
                  </a:lnTo>
                  <a:close/>
                  <a:moveTo>
                    <a:pt x="15204" y="11130"/>
                  </a:moveTo>
                  <a:lnTo>
                    <a:pt x="28135" y="11130"/>
                  </a:lnTo>
                  <a:lnTo>
                    <a:pt x="28135" y="11741"/>
                  </a:lnTo>
                  <a:lnTo>
                    <a:pt x="15204" y="1174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26"/>
            <p:cNvSpPr/>
            <p:nvPr/>
          </p:nvSpPr>
          <p:spPr>
            <a:xfrm>
              <a:off x="6345450" y="3293600"/>
              <a:ext cx="84275" cy="84275"/>
            </a:xfrm>
            <a:custGeom>
              <a:avLst/>
              <a:gdLst/>
              <a:ahLst/>
              <a:cxnLst/>
              <a:rect l="l" t="t" r="r" b="b"/>
              <a:pathLst>
                <a:path w="3371" h="3371" extrusionOk="0">
                  <a:moveTo>
                    <a:pt x="1050" y="0"/>
                  </a:moveTo>
                  <a:cubicBezTo>
                    <a:pt x="470" y="0"/>
                    <a:pt x="0" y="470"/>
                    <a:pt x="0" y="1050"/>
                  </a:cubicBezTo>
                  <a:lnTo>
                    <a:pt x="0" y="2320"/>
                  </a:lnTo>
                  <a:cubicBezTo>
                    <a:pt x="0" y="2900"/>
                    <a:pt x="470" y="3370"/>
                    <a:pt x="1050" y="3370"/>
                  </a:cubicBezTo>
                  <a:lnTo>
                    <a:pt x="2320" y="3370"/>
                  </a:lnTo>
                  <a:cubicBezTo>
                    <a:pt x="2900" y="3370"/>
                    <a:pt x="3370" y="2900"/>
                    <a:pt x="3370" y="2320"/>
                  </a:cubicBezTo>
                  <a:lnTo>
                    <a:pt x="3370" y="1050"/>
                  </a:lnTo>
                  <a:cubicBezTo>
                    <a:pt x="3370" y="470"/>
                    <a:pt x="2900" y="0"/>
                    <a:pt x="23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26"/>
            <p:cNvSpPr/>
            <p:nvPr/>
          </p:nvSpPr>
          <p:spPr>
            <a:xfrm>
              <a:off x="5924600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50" y="1"/>
                  </a:moveTo>
                  <a:cubicBezTo>
                    <a:pt x="470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0" y="2822"/>
                    <a:pt x="1050" y="2822"/>
                  </a:cubicBezTo>
                  <a:lnTo>
                    <a:pt x="1944" y="2822"/>
                  </a:lnTo>
                  <a:cubicBezTo>
                    <a:pt x="2508" y="2822"/>
                    <a:pt x="2978" y="2368"/>
                    <a:pt x="2978" y="1788"/>
                  </a:cubicBezTo>
                  <a:lnTo>
                    <a:pt x="2978" y="1051"/>
                  </a:lnTo>
                  <a:cubicBezTo>
                    <a:pt x="2978" y="471"/>
                    <a:pt x="2508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26"/>
            <p:cNvSpPr/>
            <p:nvPr/>
          </p:nvSpPr>
          <p:spPr>
            <a:xfrm>
              <a:off x="58121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55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55" y="2822"/>
                    <a:pt x="1035" y="2822"/>
                  </a:cubicBezTo>
                  <a:lnTo>
                    <a:pt x="1928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26"/>
            <p:cNvSpPr/>
            <p:nvPr/>
          </p:nvSpPr>
          <p:spPr>
            <a:xfrm>
              <a:off x="570357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26"/>
            <p:cNvSpPr/>
            <p:nvPr/>
          </p:nvSpPr>
          <p:spPr>
            <a:xfrm>
              <a:off x="55954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55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55" y="2822"/>
                    <a:pt x="1035" y="2822"/>
                  </a:cubicBezTo>
                  <a:lnTo>
                    <a:pt x="1929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26"/>
            <p:cNvSpPr/>
            <p:nvPr/>
          </p:nvSpPr>
          <p:spPr>
            <a:xfrm>
              <a:off x="548687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09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9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26"/>
            <p:cNvSpPr/>
            <p:nvPr/>
          </p:nvSpPr>
          <p:spPr>
            <a:xfrm>
              <a:off x="5378350" y="3351575"/>
              <a:ext cx="74850" cy="70575"/>
            </a:xfrm>
            <a:custGeom>
              <a:avLst/>
              <a:gdLst/>
              <a:ahLst/>
              <a:cxnLst/>
              <a:rect l="l" t="t" r="r" b="b"/>
              <a:pathLst>
                <a:path w="2994" h="2823" extrusionOk="0">
                  <a:moveTo>
                    <a:pt x="1050" y="1"/>
                  </a:moveTo>
                  <a:cubicBezTo>
                    <a:pt x="470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0" y="2822"/>
                    <a:pt x="1050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26"/>
            <p:cNvSpPr/>
            <p:nvPr/>
          </p:nvSpPr>
          <p:spPr>
            <a:xfrm>
              <a:off x="5270175" y="3351575"/>
              <a:ext cx="74500" cy="70575"/>
            </a:xfrm>
            <a:custGeom>
              <a:avLst/>
              <a:gdLst/>
              <a:ahLst/>
              <a:cxnLst/>
              <a:rect l="l" t="t" r="r" b="b"/>
              <a:pathLst>
                <a:path w="2980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5" y="2822"/>
                  </a:lnTo>
                  <a:cubicBezTo>
                    <a:pt x="2509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9" y="1"/>
                    <a:pt x="19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26"/>
            <p:cNvSpPr/>
            <p:nvPr/>
          </p:nvSpPr>
          <p:spPr>
            <a:xfrm>
              <a:off x="5161650" y="3351575"/>
              <a:ext cx="74850" cy="70575"/>
            </a:xfrm>
            <a:custGeom>
              <a:avLst/>
              <a:gdLst/>
              <a:ahLst/>
              <a:cxnLst/>
              <a:rect l="l" t="t" r="r" b="b"/>
              <a:pathLst>
                <a:path w="2994" h="2823" extrusionOk="0">
                  <a:moveTo>
                    <a:pt x="1050" y="1"/>
                  </a:moveTo>
                  <a:cubicBezTo>
                    <a:pt x="470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0" y="2822"/>
                    <a:pt x="1050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26"/>
            <p:cNvSpPr/>
            <p:nvPr/>
          </p:nvSpPr>
          <p:spPr>
            <a:xfrm>
              <a:off x="48493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35" y="2822"/>
                  </a:cubicBezTo>
                  <a:lnTo>
                    <a:pt x="1929" y="2822"/>
                  </a:lnTo>
                  <a:cubicBezTo>
                    <a:pt x="2509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9" y="1"/>
                    <a:pt x="19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26"/>
            <p:cNvSpPr/>
            <p:nvPr/>
          </p:nvSpPr>
          <p:spPr>
            <a:xfrm>
              <a:off x="47364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extrusionOk="0">
                  <a:moveTo>
                    <a:pt x="1051" y="1"/>
                  </a:moveTo>
                  <a:cubicBezTo>
                    <a:pt x="471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26"/>
            <p:cNvSpPr/>
            <p:nvPr/>
          </p:nvSpPr>
          <p:spPr>
            <a:xfrm>
              <a:off x="46283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51" y="1"/>
                  </a:moveTo>
                  <a:cubicBezTo>
                    <a:pt x="471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08" y="2822"/>
                    <a:pt x="2978" y="2368"/>
                    <a:pt x="2978" y="1788"/>
                  </a:cubicBezTo>
                  <a:lnTo>
                    <a:pt x="2978" y="1051"/>
                  </a:lnTo>
                  <a:cubicBezTo>
                    <a:pt x="2978" y="471"/>
                    <a:pt x="2508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26"/>
            <p:cNvSpPr/>
            <p:nvPr/>
          </p:nvSpPr>
          <p:spPr>
            <a:xfrm>
              <a:off x="45197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26"/>
            <p:cNvSpPr/>
            <p:nvPr/>
          </p:nvSpPr>
          <p:spPr>
            <a:xfrm>
              <a:off x="44116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71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1" y="2822"/>
                    <a:pt x="1035" y="2822"/>
                  </a:cubicBezTo>
                  <a:lnTo>
                    <a:pt x="1928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26"/>
            <p:cNvSpPr/>
            <p:nvPr/>
          </p:nvSpPr>
          <p:spPr>
            <a:xfrm>
              <a:off x="43030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26"/>
            <p:cNvSpPr/>
            <p:nvPr/>
          </p:nvSpPr>
          <p:spPr>
            <a:xfrm>
              <a:off x="41949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35" y="2822"/>
                  </a:cubicBezTo>
                  <a:lnTo>
                    <a:pt x="1928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26"/>
            <p:cNvSpPr/>
            <p:nvPr/>
          </p:nvSpPr>
          <p:spPr>
            <a:xfrm>
              <a:off x="40863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5" y="2368"/>
                    <a:pt x="2995" y="1788"/>
                  </a:cubicBezTo>
                  <a:lnTo>
                    <a:pt x="2995" y="1051"/>
                  </a:lnTo>
                  <a:cubicBezTo>
                    <a:pt x="2995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26"/>
            <p:cNvSpPr/>
            <p:nvPr/>
          </p:nvSpPr>
          <p:spPr>
            <a:xfrm>
              <a:off x="4570325" y="2631750"/>
              <a:ext cx="2293575" cy="582700"/>
            </a:xfrm>
            <a:custGeom>
              <a:avLst/>
              <a:gdLst/>
              <a:ahLst/>
              <a:cxnLst/>
              <a:rect l="l" t="t" r="r" b="b"/>
              <a:pathLst>
                <a:path w="91743" h="23308" extrusionOk="0">
                  <a:moveTo>
                    <a:pt x="23857" y="188"/>
                  </a:moveTo>
                  <a:cubicBezTo>
                    <a:pt x="21694" y="658"/>
                    <a:pt x="19813" y="1944"/>
                    <a:pt x="17854" y="2947"/>
                  </a:cubicBezTo>
                  <a:lnTo>
                    <a:pt x="17854" y="2947"/>
                  </a:lnTo>
                  <a:cubicBezTo>
                    <a:pt x="15001" y="4420"/>
                    <a:pt x="11835" y="5376"/>
                    <a:pt x="8637" y="5282"/>
                  </a:cubicBezTo>
                  <a:lnTo>
                    <a:pt x="8637" y="5282"/>
                  </a:lnTo>
                  <a:cubicBezTo>
                    <a:pt x="5440" y="5204"/>
                    <a:pt x="2211" y="4013"/>
                    <a:pt x="1" y="1709"/>
                  </a:cubicBezTo>
                  <a:lnTo>
                    <a:pt x="1" y="1709"/>
                  </a:lnTo>
                  <a:cubicBezTo>
                    <a:pt x="251" y="3339"/>
                    <a:pt x="1458" y="4467"/>
                    <a:pt x="2963" y="5173"/>
                  </a:cubicBezTo>
                  <a:lnTo>
                    <a:pt x="2963" y="5173"/>
                  </a:lnTo>
                  <a:cubicBezTo>
                    <a:pt x="6082" y="6615"/>
                    <a:pt x="9672" y="7022"/>
                    <a:pt x="13026" y="6286"/>
                  </a:cubicBezTo>
                  <a:lnTo>
                    <a:pt x="13026" y="6286"/>
                  </a:lnTo>
                  <a:cubicBezTo>
                    <a:pt x="15910" y="5643"/>
                    <a:pt x="18559" y="4232"/>
                    <a:pt x="21365" y="3323"/>
                  </a:cubicBezTo>
                  <a:lnTo>
                    <a:pt x="21365" y="3323"/>
                  </a:lnTo>
                  <a:cubicBezTo>
                    <a:pt x="24170" y="2414"/>
                    <a:pt x="27384" y="2069"/>
                    <a:pt x="29954" y="3511"/>
                  </a:cubicBezTo>
                  <a:lnTo>
                    <a:pt x="29954" y="3511"/>
                  </a:lnTo>
                  <a:cubicBezTo>
                    <a:pt x="31804" y="4546"/>
                    <a:pt x="33058" y="6364"/>
                    <a:pt x="34735" y="7649"/>
                  </a:cubicBezTo>
                  <a:lnTo>
                    <a:pt x="34735" y="7649"/>
                  </a:lnTo>
                  <a:cubicBezTo>
                    <a:pt x="39108" y="11051"/>
                    <a:pt x="45440" y="10330"/>
                    <a:pt x="50629" y="8386"/>
                  </a:cubicBezTo>
                  <a:lnTo>
                    <a:pt x="50629" y="8386"/>
                  </a:lnTo>
                  <a:cubicBezTo>
                    <a:pt x="52274" y="7775"/>
                    <a:pt x="53905" y="7038"/>
                    <a:pt x="55644" y="6803"/>
                  </a:cubicBezTo>
                  <a:lnTo>
                    <a:pt x="55644" y="6803"/>
                  </a:lnTo>
                  <a:cubicBezTo>
                    <a:pt x="57384" y="6552"/>
                    <a:pt x="59312" y="6897"/>
                    <a:pt x="60550" y="8135"/>
                  </a:cubicBezTo>
                  <a:lnTo>
                    <a:pt x="60550" y="8135"/>
                  </a:lnTo>
                  <a:cubicBezTo>
                    <a:pt x="61851" y="9452"/>
                    <a:pt x="62149" y="11489"/>
                    <a:pt x="63340" y="12916"/>
                  </a:cubicBezTo>
                  <a:lnTo>
                    <a:pt x="63340" y="12916"/>
                  </a:lnTo>
                  <a:cubicBezTo>
                    <a:pt x="64516" y="14326"/>
                    <a:pt x="66413" y="14922"/>
                    <a:pt x="68231" y="15126"/>
                  </a:cubicBezTo>
                  <a:lnTo>
                    <a:pt x="68231" y="15126"/>
                  </a:lnTo>
                  <a:cubicBezTo>
                    <a:pt x="73215" y="15690"/>
                    <a:pt x="76648" y="12571"/>
                    <a:pt x="81397" y="12383"/>
                  </a:cubicBezTo>
                  <a:lnTo>
                    <a:pt x="81397" y="12383"/>
                  </a:lnTo>
                  <a:cubicBezTo>
                    <a:pt x="83200" y="12305"/>
                    <a:pt x="85081" y="12712"/>
                    <a:pt x="86476" y="13841"/>
                  </a:cubicBezTo>
                  <a:lnTo>
                    <a:pt x="86476" y="13841"/>
                  </a:lnTo>
                  <a:cubicBezTo>
                    <a:pt x="87479" y="14656"/>
                    <a:pt x="88169" y="15800"/>
                    <a:pt x="88796" y="16944"/>
                  </a:cubicBezTo>
                  <a:lnTo>
                    <a:pt x="88796" y="16944"/>
                  </a:lnTo>
                  <a:cubicBezTo>
                    <a:pt x="89877" y="18935"/>
                    <a:pt x="90833" y="21051"/>
                    <a:pt x="91225" y="23292"/>
                  </a:cubicBezTo>
                  <a:lnTo>
                    <a:pt x="91225" y="23292"/>
                  </a:lnTo>
                  <a:lnTo>
                    <a:pt x="91398" y="23308"/>
                  </a:lnTo>
                  <a:cubicBezTo>
                    <a:pt x="91742" y="20048"/>
                    <a:pt x="91492" y="16631"/>
                    <a:pt x="89940" y="13747"/>
                  </a:cubicBezTo>
                  <a:lnTo>
                    <a:pt x="89940" y="13747"/>
                  </a:lnTo>
                  <a:cubicBezTo>
                    <a:pt x="88388" y="10862"/>
                    <a:pt x="85332" y="8637"/>
                    <a:pt x="82056" y="8746"/>
                  </a:cubicBezTo>
                  <a:lnTo>
                    <a:pt x="82056" y="8746"/>
                  </a:lnTo>
                  <a:cubicBezTo>
                    <a:pt x="79846" y="8809"/>
                    <a:pt x="77808" y="9891"/>
                    <a:pt x="75723" y="10643"/>
                  </a:cubicBezTo>
                  <a:lnTo>
                    <a:pt x="75723" y="10643"/>
                  </a:lnTo>
                  <a:cubicBezTo>
                    <a:pt x="73544" y="11411"/>
                    <a:pt x="71240" y="11819"/>
                    <a:pt x="68936" y="11850"/>
                  </a:cubicBezTo>
                  <a:lnTo>
                    <a:pt x="68936" y="11850"/>
                  </a:lnTo>
                  <a:cubicBezTo>
                    <a:pt x="67745" y="11881"/>
                    <a:pt x="66491" y="11787"/>
                    <a:pt x="65425" y="11223"/>
                  </a:cubicBezTo>
                  <a:lnTo>
                    <a:pt x="65425" y="11223"/>
                  </a:lnTo>
                  <a:cubicBezTo>
                    <a:pt x="63654" y="10314"/>
                    <a:pt x="62714" y="8370"/>
                    <a:pt x="61334" y="6944"/>
                  </a:cubicBezTo>
                  <a:lnTo>
                    <a:pt x="61334" y="6944"/>
                  </a:lnTo>
                  <a:cubicBezTo>
                    <a:pt x="57839" y="3370"/>
                    <a:pt x="51977" y="3574"/>
                    <a:pt x="47243" y="5188"/>
                  </a:cubicBezTo>
                  <a:lnTo>
                    <a:pt x="47243" y="5188"/>
                  </a:lnTo>
                  <a:cubicBezTo>
                    <a:pt x="45064" y="5925"/>
                    <a:pt x="42838" y="6913"/>
                    <a:pt x="40581" y="6521"/>
                  </a:cubicBezTo>
                  <a:lnTo>
                    <a:pt x="40581" y="6521"/>
                  </a:lnTo>
                  <a:cubicBezTo>
                    <a:pt x="39030" y="6239"/>
                    <a:pt x="37682" y="5345"/>
                    <a:pt x="36381" y="4452"/>
                  </a:cubicBezTo>
                  <a:lnTo>
                    <a:pt x="36381" y="4452"/>
                  </a:lnTo>
                  <a:cubicBezTo>
                    <a:pt x="33152" y="2273"/>
                    <a:pt x="29515" y="0"/>
                    <a:pt x="25738" y="0"/>
                  </a:cubicBezTo>
                  <a:lnTo>
                    <a:pt x="25738" y="0"/>
                  </a:lnTo>
                  <a:cubicBezTo>
                    <a:pt x="25111" y="0"/>
                    <a:pt x="24484" y="63"/>
                    <a:pt x="23857" y="188"/>
                  </a:cubicBezTo>
                </a:path>
              </a:pathLst>
            </a:custGeom>
            <a:solidFill>
              <a:srgbClr val="FFFFFF">
                <a:alpha val="41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0" name="Google Shape;1070;p26"/>
          <p:cNvGrpSpPr/>
          <p:nvPr/>
        </p:nvGrpSpPr>
        <p:grpSpPr>
          <a:xfrm flipH="1">
            <a:off x="-613275" y="3559275"/>
            <a:ext cx="9800100" cy="1657575"/>
            <a:chOff x="-613275" y="3559275"/>
            <a:chExt cx="9800100" cy="1657575"/>
          </a:xfrm>
        </p:grpSpPr>
        <p:sp>
          <p:nvSpPr>
            <p:cNvPr id="1071" name="Google Shape;1071;p26"/>
            <p:cNvSpPr/>
            <p:nvPr/>
          </p:nvSpPr>
          <p:spPr>
            <a:xfrm>
              <a:off x="8699600" y="3962263"/>
              <a:ext cx="444400" cy="1230850"/>
            </a:xfrm>
            <a:custGeom>
              <a:avLst/>
              <a:gdLst/>
              <a:ahLst/>
              <a:cxnLst/>
              <a:rect l="l" t="t" r="r" b="b"/>
              <a:pathLst>
                <a:path w="17776" h="49234" extrusionOk="0">
                  <a:moveTo>
                    <a:pt x="1" y="15017"/>
                  </a:moveTo>
                  <a:lnTo>
                    <a:pt x="1" y="49234"/>
                  </a:lnTo>
                  <a:lnTo>
                    <a:pt x="5487" y="49234"/>
                  </a:lnTo>
                  <a:lnTo>
                    <a:pt x="5487" y="15017"/>
                  </a:lnTo>
                  <a:cubicBezTo>
                    <a:pt x="5487" y="7665"/>
                    <a:pt x="10785" y="1537"/>
                    <a:pt x="17776" y="251"/>
                  </a:cubicBezTo>
                  <a:lnTo>
                    <a:pt x="17776" y="251"/>
                  </a:lnTo>
                  <a:cubicBezTo>
                    <a:pt x="16882" y="79"/>
                    <a:pt x="15957" y="1"/>
                    <a:pt x="15033" y="1"/>
                  </a:cubicBezTo>
                  <a:lnTo>
                    <a:pt x="15033" y="1"/>
                  </a:lnTo>
                  <a:cubicBezTo>
                    <a:pt x="6725" y="1"/>
                    <a:pt x="1" y="6725"/>
                    <a:pt x="1" y="150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26"/>
            <p:cNvSpPr/>
            <p:nvPr/>
          </p:nvSpPr>
          <p:spPr>
            <a:xfrm>
              <a:off x="7566750" y="3962263"/>
              <a:ext cx="444000" cy="1230850"/>
            </a:xfrm>
            <a:custGeom>
              <a:avLst/>
              <a:gdLst/>
              <a:ahLst/>
              <a:cxnLst/>
              <a:rect l="l" t="t" r="r" b="b"/>
              <a:pathLst>
                <a:path w="17760" h="49234" extrusionOk="0">
                  <a:moveTo>
                    <a:pt x="0" y="15017"/>
                  </a:moveTo>
                  <a:lnTo>
                    <a:pt x="0" y="49234"/>
                  </a:lnTo>
                  <a:lnTo>
                    <a:pt x="5486" y="49234"/>
                  </a:lnTo>
                  <a:lnTo>
                    <a:pt x="5486" y="15017"/>
                  </a:lnTo>
                  <a:cubicBezTo>
                    <a:pt x="5486" y="7665"/>
                    <a:pt x="10769" y="1537"/>
                    <a:pt x="17759" y="251"/>
                  </a:cubicBezTo>
                  <a:lnTo>
                    <a:pt x="17759" y="251"/>
                  </a:lnTo>
                  <a:cubicBezTo>
                    <a:pt x="16866" y="79"/>
                    <a:pt x="15957" y="1"/>
                    <a:pt x="15016" y="1"/>
                  </a:cubicBezTo>
                  <a:lnTo>
                    <a:pt x="15016" y="1"/>
                  </a:lnTo>
                  <a:cubicBezTo>
                    <a:pt x="6725" y="1"/>
                    <a:pt x="0" y="6725"/>
                    <a:pt x="0" y="150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26"/>
            <p:cNvSpPr/>
            <p:nvPr/>
          </p:nvSpPr>
          <p:spPr>
            <a:xfrm>
              <a:off x="6433500" y="3962263"/>
              <a:ext cx="444000" cy="1230850"/>
            </a:xfrm>
            <a:custGeom>
              <a:avLst/>
              <a:gdLst/>
              <a:ahLst/>
              <a:cxnLst/>
              <a:rect l="l" t="t" r="r" b="b"/>
              <a:pathLst>
                <a:path w="17760" h="49234" extrusionOk="0">
                  <a:moveTo>
                    <a:pt x="0" y="15017"/>
                  </a:moveTo>
                  <a:lnTo>
                    <a:pt x="0" y="49234"/>
                  </a:lnTo>
                  <a:lnTo>
                    <a:pt x="5486" y="49234"/>
                  </a:lnTo>
                  <a:lnTo>
                    <a:pt x="5486" y="15017"/>
                  </a:lnTo>
                  <a:cubicBezTo>
                    <a:pt x="5486" y="7665"/>
                    <a:pt x="10784" y="1537"/>
                    <a:pt x="17759" y="251"/>
                  </a:cubicBezTo>
                  <a:lnTo>
                    <a:pt x="17759" y="251"/>
                  </a:lnTo>
                  <a:cubicBezTo>
                    <a:pt x="16881" y="79"/>
                    <a:pt x="15957" y="1"/>
                    <a:pt x="15016" y="1"/>
                  </a:cubicBezTo>
                  <a:lnTo>
                    <a:pt x="15016" y="1"/>
                  </a:lnTo>
                  <a:cubicBezTo>
                    <a:pt x="6725" y="1"/>
                    <a:pt x="0" y="6725"/>
                    <a:pt x="0" y="150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26"/>
            <p:cNvSpPr/>
            <p:nvPr/>
          </p:nvSpPr>
          <p:spPr>
            <a:xfrm>
              <a:off x="5300250" y="3962263"/>
              <a:ext cx="444375" cy="1230850"/>
            </a:xfrm>
            <a:custGeom>
              <a:avLst/>
              <a:gdLst/>
              <a:ahLst/>
              <a:cxnLst/>
              <a:rect l="l" t="t" r="r" b="b"/>
              <a:pathLst>
                <a:path w="17775" h="49234" extrusionOk="0">
                  <a:moveTo>
                    <a:pt x="0" y="15017"/>
                  </a:moveTo>
                  <a:lnTo>
                    <a:pt x="0" y="49234"/>
                  </a:lnTo>
                  <a:lnTo>
                    <a:pt x="5486" y="49234"/>
                  </a:lnTo>
                  <a:lnTo>
                    <a:pt x="5486" y="15017"/>
                  </a:lnTo>
                  <a:cubicBezTo>
                    <a:pt x="5486" y="7665"/>
                    <a:pt x="10784" y="1537"/>
                    <a:pt x="17775" y="251"/>
                  </a:cubicBezTo>
                  <a:lnTo>
                    <a:pt x="17775" y="251"/>
                  </a:lnTo>
                  <a:cubicBezTo>
                    <a:pt x="16881" y="79"/>
                    <a:pt x="15957" y="1"/>
                    <a:pt x="15032" y="1"/>
                  </a:cubicBezTo>
                  <a:lnTo>
                    <a:pt x="15032" y="1"/>
                  </a:lnTo>
                  <a:cubicBezTo>
                    <a:pt x="6724" y="1"/>
                    <a:pt x="0" y="6725"/>
                    <a:pt x="0" y="150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75" name="Google Shape;1075;p26"/>
            <p:cNvGrpSpPr/>
            <p:nvPr/>
          </p:nvGrpSpPr>
          <p:grpSpPr>
            <a:xfrm>
              <a:off x="-613275" y="3559275"/>
              <a:ext cx="9800100" cy="1657575"/>
              <a:chOff x="-613275" y="3443675"/>
              <a:chExt cx="9800100" cy="1657575"/>
            </a:xfrm>
          </p:grpSpPr>
          <p:sp>
            <p:nvSpPr>
              <p:cNvPr id="1076" name="Google Shape;1076;p26"/>
              <p:cNvSpPr/>
              <p:nvPr/>
            </p:nvSpPr>
            <p:spPr>
              <a:xfrm>
                <a:off x="3962175" y="3443675"/>
                <a:ext cx="5224650" cy="1657575"/>
              </a:xfrm>
              <a:custGeom>
                <a:avLst/>
                <a:gdLst/>
                <a:ahLst/>
                <a:cxnLst/>
                <a:rect l="l" t="t" r="r" b="b"/>
                <a:pathLst>
                  <a:path w="208986" h="66303" extrusionOk="0">
                    <a:moveTo>
                      <a:pt x="0" y="0"/>
                    </a:moveTo>
                    <a:lnTo>
                      <a:pt x="0" y="1207"/>
                    </a:lnTo>
                    <a:lnTo>
                      <a:pt x="5486" y="1207"/>
                    </a:lnTo>
                    <a:lnTo>
                      <a:pt x="5486" y="5439"/>
                    </a:lnTo>
                    <a:lnTo>
                      <a:pt x="0" y="5439"/>
                    </a:lnTo>
                    <a:lnTo>
                      <a:pt x="0" y="66303"/>
                    </a:lnTo>
                    <a:lnTo>
                      <a:pt x="8104" y="66303"/>
                    </a:lnTo>
                    <a:lnTo>
                      <a:pt x="8104" y="32086"/>
                    </a:lnTo>
                    <a:cubicBezTo>
                      <a:pt x="8104" y="23794"/>
                      <a:pt x="14828" y="17070"/>
                      <a:pt x="23120" y="17070"/>
                    </a:cubicBezTo>
                    <a:lnTo>
                      <a:pt x="23120" y="17070"/>
                    </a:lnTo>
                    <a:cubicBezTo>
                      <a:pt x="31411" y="17070"/>
                      <a:pt x="38136" y="23794"/>
                      <a:pt x="38136" y="32086"/>
                    </a:cubicBezTo>
                    <a:lnTo>
                      <a:pt x="38136" y="32086"/>
                    </a:lnTo>
                    <a:lnTo>
                      <a:pt x="38136" y="66303"/>
                    </a:lnTo>
                    <a:lnTo>
                      <a:pt x="53434" y="66303"/>
                    </a:lnTo>
                    <a:lnTo>
                      <a:pt x="53434" y="32086"/>
                    </a:lnTo>
                    <a:cubicBezTo>
                      <a:pt x="53434" y="23794"/>
                      <a:pt x="60158" y="17070"/>
                      <a:pt x="68450" y="17070"/>
                    </a:cubicBezTo>
                    <a:lnTo>
                      <a:pt x="68450" y="17070"/>
                    </a:lnTo>
                    <a:cubicBezTo>
                      <a:pt x="76741" y="17070"/>
                      <a:pt x="83466" y="23794"/>
                      <a:pt x="83466" y="32086"/>
                    </a:cubicBezTo>
                    <a:lnTo>
                      <a:pt x="83466" y="32086"/>
                    </a:lnTo>
                    <a:lnTo>
                      <a:pt x="83466" y="66303"/>
                    </a:lnTo>
                    <a:lnTo>
                      <a:pt x="98764" y="66303"/>
                    </a:lnTo>
                    <a:lnTo>
                      <a:pt x="98764" y="32086"/>
                    </a:lnTo>
                    <a:cubicBezTo>
                      <a:pt x="98764" y="23794"/>
                      <a:pt x="105488" y="17070"/>
                      <a:pt x="113780" y="17070"/>
                    </a:cubicBezTo>
                    <a:lnTo>
                      <a:pt x="113780" y="17070"/>
                    </a:lnTo>
                    <a:cubicBezTo>
                      <a:pt x="122072" y="17070"/>
                      <a:pt x="128796" y="23794"/>
                      <a:pt x="128796" y="32086"/>
                    </a:cubicBezTo>
                    <a:lnTo>
                      <a:pt x="128796" y="32086"/>
                    </a:lnTo>
                    <a:lnTo>
                      <a:pt x="128796" y="66303"/>
                    </a:lnTo>
                    <a:lnTo>
                      <a:pt x="144094" y="66303"/>
                    </a:lnTo>
                    <a:lnTo>
                      <a:pt x="144094" y="32086"/>
                    </a:lnTo>
                    <a:cubicBezTo>
                      <a:pt x="144094" y="23794"/>
                      <a:pt x="150818" y="17070"/>
                      <a:pt x="159110" y="17070"/>
                    </a:cubicBezTo>
                    <a:lnTo>
                      <a:pt x="159110" y="17070"/>
                    </a:lnTo>
                    <a:cubicBezTo>
                      <a:pt x="167402" y="17070"/>
                      <a:pt x="174126" y="23794"/>
                      <a:pt x="174126" y="32086"/>
                    </a:cubicBezTo>
                    <a:lnTo>
                      <a:pt x="174126" y="32086"/>
                    </a:lnTo>
                    <a:lnTo>
                      <a:pt x="174126" y="66303"/>
                    </a:lnTo>
                    <a:lnTo>
                      <a:pt x="189424" y="66303"/>
                    </a:lnTo>
                    <a:lnTo>
                      <a:pt x="189424" y="32086"/>
                    </a:lnTo>
                    <a:cubicBezTo>
                      <a:pt x="189424" y="23794"/>
                      <a:pt x="196148" y="17070"/>
                      <a:pt x="204440" y="17070"/>
                    </a:cubicBezTo>
                    <a:lnTo>
                      <a:pt x="204440" y="17070"/>
                    </a:lnTo>
                    <a:cubicBezTo>
                      <a:pt x="205976" y="17070"/>
                      <a:pt x="207591" y="17305"/>
                      <a:pt x="208986" y="17728"/>
                    </a:cubicBezTo>
                    <a:lnTo>
                      <a:pt x="208986" y="17728"/>
                    </a:lnTo>
                    <a:lnTo>
                      <a:pt x="208986" y="5439"/>
                    </a:lnTo>
                    <a:lnTo>
                      <a:pt x="205083" y="5439"/>
                    </a:lnTo>
                    <a:lnTo>
                      <a:pt x="205083" y="1207"/>
                    </a:lnTo>
                    <a:lnTo>
                      <a:pt x="208986" y="1207"/>
                    </a:lnTo>
                    <a:lnTo>
                      <a:pt x="208986" y="0"/>
                    </a:lnTo>
                    <a:close/>
                    <a:moveTo>
                      <a:pt x="189832" y="1207"/>
                    </a:moveTo>
                    <a:lnTo>
                      <a:pt x="203766" y="1207"/>
                    </a:lnTo>
                    <a:lnTo>
                      <a:pt x="203766" y="5439"/>
                    </a:lnTo>
                    <a:lnTo>
                      <a:pt x="189832" y="5439"/>
                    </a:lnTo>
                    <a:close/>
                    <a:moveTo>
                      <a:pt x="174581" y="1207"/>
                    </a:moveTo>
                    <a:lnTo>
                      <a:pt x="188515" y="1207"/>
                    </a:lnTo>
                    <a:lnTo>
                      <a:pt x="188515" y="5439"/>
                    </a:lnTo>
                    <a:lnTo>
                      <a:pt x="174581" y="5439"/>
                    </a:lnTo>
                    <a:close/>
                    <a:moveTo>
                      <a:pt x="159314" y="1207"/>
                    </a:moveTo>
                    <a:lnTo>
                      <a:pt x="173264" y="1207"/>
                    </a:lnTo>
                    <a:lnTo>
                      <a:pt x="173264" y="5439"/>
                    </a:lnTo>
                    <a:lnTo>
                      <a:pt x="159314" y="5439"/>
                    </a:lnTo>
                    <a:close/>
                    <a:moveTo>
                      <a:pt x="144063" y="1207"/>
                    </a:moveTo>
                    <a:lnTo>
                      <a:pt x="158013" y="1207"/>
                    </a:lnTo>
                    <a:lnTo>
                      <a:pt x="158013" y="5439"/>
                    </a:lnTo>
                    <a:lnTo>
                      <a:pt x="144063" y="5439"/>
                    </a:lnTo>
                    <a:close/>
                    <a:moveTo>
                      <a:pt x="128812" y="1207"/>
                    </a:moveTo>
                    <a:lnTo>
                      <a:pt x="142762" y="1207"/>
                    </a:lnTo>
                    <a:lnTo>
                      <a:pt x="142762" y="5439"/>
                    </a:lnTo>
                    <a:lnTo>
                      <a:pt x="128812" y="5439"/>
                    </a:lnTo>
                    <a:close/>
                    <a:moveTo>
                      <a:pt x="113560" y="1207"/>
                    </a:moveTo>
                    <a:lnTo>
                      <a:pt x="127511" y="1207"/>
                    </a:lnTo>
                    <a:lnTo>
                      <a:pt x="127511" y="5439"/>
                    </a:lnTo>
                    <a:lnTo>
                      <a:pt x="113560" y="5439"/>
                    </a:lnTo>
                    <a:close/>
                    <a:moveTo>
                      <a:pt x="98309" y="1207"/>
                    </a:moveTo>
                    <a:lnTo>
                      <a:pt x="112259" y="1207"/>
                    </a:lnTo>
                    <a:lnTo>
                      <a:pt x="112259" y="5439"/>
                    </a:lnTo>
                    <a:lnTo>
                      <a:pt x="98309" y="5439"/>
                    </a:lnTo>
                    <a:close/>
                    <a:moveTo>
                      <a:pt x="83058" y="1207"/>
                    </a:moveTo>
                    <a:lnTo>
                      <a:pt x="97008" y="1207"/>
                    </a:lnTo>
                    <a:lnTo>
                      <a:pt x="97008" y="5439"/>
                    </a:lnTo>
                    <a:lnTo>
                      <a:pt x="83058" y="5439"/>
                    </a:lnTo>
                    <a:close/>
                    <a:moveTo>
                      <a:pt x="67807" y="1207"/>
                    </a:moveTo>
                    <a:lnTo>
                      <a:pt x="81757" y="1207"/>
                    </a:lnTo>
                    <a:lnTo>
                      <a:pt x="81757" y="5439"/>
                    </a:lnTo>
                    <a:lnTo>
                      <a:pt x="67807" y="5439"/>
                    </a:lnTo>
                    <a:close/>
                    <a:moveTo>
                      <a:pt x="52556" y="1207"/>
                    </a:moveTo>
                    <a:lnTo>
                      <a:pt x="66490" y="1207"/>
                    </a:lnTo>
                    <a:lnTo>
                      <a:pt x="66490" y="5439"/>
                    </a:lnTo>
                    <a:lnTo>
                      <a:pt x="52556" y="5439"/>
                    </a:lnTo>
                    <a:close/>
                    <a:moveTo>
                      <a:pt x="37305" y="1207"/>
                    </a:moveTo>
                    <a:lnTo>
                      <a:pt x="51239" y="1207"/>
                    </a:lnTo>
                    <a:lnTo>
                      <a:pt x="51239" y="5439"/>
                    </a:lnTo>
                    <a:lnTo>
                      <a:pt x="37305" y="5439"/>
                    </a:lnTo>
                    <a:close/>
                    <a:moveTo>
                      <a:pt x="22038" y="1207"/>
                    </a:moveTo>
                    <a:lnTo>
                      <a:pt x="35988" y="1207"/>
                    </a:lnTo>
                    <a:lnTo>
                      <a:pt x="35988" y="5439"/>
                    </a:lnTo>
                    <a:lnTo>
                      <a:pt x="22038" y="5439"/>
                    </a:lnTo>
                    <a:close/>
                    <a:moveTo>
                      <a:pt x="6787" y="1207"/>
                    </a:moveTo>
                    <a:lnTo>
                      <a:pt x="20737" y="1207"/>
                    </a:lnTo>
                    <a:lnTo>
                      <a:pt x="20737" y="5439"/>
                    </a:lnTo>
                    <a:lnTo>
                      <a:pt x="6787" y="543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77" name="Google Shape;1077;p26"/>
              <p:cNvGrpSpPr/>
              <p:nvPr/>
            </p:nvGrpSpPr>
            <p:grpSpPr>
              <a:xfrm>
                <a:off x="-613275" y="3443675"/>
                <a:ext cx="5224650" cy="1657575"/>
                <a:chOff x="1161525" y="3805200"/>
                <a:chExt cx="5224650" cy="1657575"/>
              </a:xfrm>
            </p:grpSpPr>
            <p:sp>
              <p:nvSpPr>
                <p:cNvPr id="1078" name="Google Shape;1078;p26"/>
                <p:cNvSpPr/>
                <p:nvPr/>
              </p:nvSpPr>
              <p:spPr>
                <a:xfrm>
                  <a:off x="5896325" y="4231925"/>
                  <a:ext cx="444400" cy="123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76" h="49234" extrusionOk="0">
                      <a:moveTo>
                        <a:pt x="1" y="15017"/>
                      </a:moveTo>
                      <a:lnTo>
                        <a:pt x="1" y="49234"/>
                      </a:lnTo>
                      <a:lnTo>
                        <a:pt x="5487" y="49234"/>
                      </a:lnTo>
                      <a:lnTo>
                        <a:pt x="5487" y="15017"/>
                      </a:lnTo>
                      <a:cubicBezTo>
                        <a:pt x="5487" y="7665"/>
                        <a:pt x="10785" y="1537"/>
                        <a:pt x="17776" y="251"/>
                      </a:cubicBezTo>
                      <a:lnTo>
                        <a:pt x="17776" y="251"/>
                      </a:lnTo>
                      <a:cubicBezTo>
                        <a:pt x="16882" y="79"/>
                        <a:pt x="15957" y="1"/>
                        <a:pt x="15033" y="1"/>
                      </a:cubicBezTo>
                      <a:lnTo>
                        <a:pt x="15033" y="1"/>
                      </a:lnTo>
                      <a:cubicBezTo>
                        <a:pt x="6725" y="1"/>
                        <a:pt x="1" y="6725"/>
                        <a:pt x="1" y="150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9" name="Google Shape;1079;p26"/>
                <p:cNvSpPr/>
                <p:nvPr/>
              </p:nvSpPr>
              <p:spPr>
                <a:xfrm>
                  <a:off x="4763475" y="4231925"/>
                  <a:ext cx="444000" cy="123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60" h="49234" extrusionOk="0">
                      <a:moveTo>
                        <a:pt x="0" y="15017"/>
                      </a:moveTo>
                      <a:lnTo>
                        <a:pt x="0" y="49234"/>
                      </a:lnTo>
                      <a:lnTo>
                        <a:pt x="5486" y="49234"/>
                      </a:lnTo>
                      <a:lnTo>
                        <a:pt x="5486" y="15017"/>
                      </a:lnTo>
                      <a:cubicBezTo>
                        <a:pt x="5486" y="7665"/>
                        <a:pt x="10769" y="1537"/>
                        <a:pt x="17759" y="251"/>
                      </a:cubicBezTo>
                      <a:lnTo>
                        <a:pt x="17759" y="251"/>
                      </a:lnTo>
                      <a:cubicBezTo>
                        <a:pt x="16866" y="79"/>
                        <a:pt x="15957" y="1"/>
                        <a:pt x="15016" y="1"/>
                      </a:cubicBezTo>
                      <a:lnTo>
                        <a:pt x="15016" y="1"/>
                      </a:lnTo>
                      <a:cubicBezTo>
                        <a:pt x="6725" y="1"/>
                        <a:pt x="0" y="6725"/>
                        <a:pt x="0" y="150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0" name="Google Shape;1080;p26"/>
                <p:cNvSpPr/>
                <p:nvPr/>
              </p:nvSpPr>
              <p:spPr>
                <a:xfrm>
                  <a:off x="3630225" y="4231925"/>
                  <a:ext cx="444000" cy="123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60" h="49234" extrusionOk="0">
                      <a:moveTo>
                        <a:pt x="0" y="15017"/>
                      </a:moveTo>
                      <a:lnTo>
                        <a:pt x="0" y="49234"/>
                      </a:lnTo>
                      <a:lnTo>
                        <a:pt x="5486" y="49234"/>
                      </a:lnTo>
                      <a:lnTo>
                        <a:pt x="5486" y="15017"/>
                      </a:lnTo>
                      <a:cubicBezTo>
                        <a:pt x="5486" y="7665"/>
                        <a:pt x="10784" y="1537"/>
                        <a:pt x="17759" y="251"/>
                      </a:cubicBezTo>
                      <a:lnTo>
                        <a:pt x="17759" y="251"/>
                      </a:lnTo>
                      <a:cubicBezTo>
                        <a:pt x="16881" y="79"/>
                        <a:pt x="15957" y="1"/>
                        <a:pt x="15016" y="1"/>
                      </a:cubicBezTo>
                      <a:lnTo>
                        <a:pt x="15016" y="1"/>
                      </a:lnTo>
                      <a:cubicBezTo>
                        <a:pt x="6725" y="1"/>
                        <a:pt x="0" y="6725"/>
                        <a:pt x="0" y="150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1" name="Google Shape;1081;p26"/>
                <p:cNvSpPr/>
                <p:nvPr/>
              </p:nvSpPr>
              <p:spPr>
                <a:xfrm>
                  <a:off x="2496975" y="4231925"/>
                  <a:ext cx="444375" cy="123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75" h="49234" extrusionOk="0">
                      <a:moveTo>
                        <a:pt x="0" y="15017"/>
                      </a:moveTo>
                      <a:lnTo>
                        <a:pt x="0" y="49234"/>
                      </a:lnTo>
                      <a:lnTo>
                        <a:pt x="5486" y="49234"/>
                      </a:lnTo>
                      <a:lnTo>
                        <a:pt x="5486" y="15017"/>
                      </a:lnTo>
                      <a:cubicBezTo>
                        <a:pt x="5486" y="7665"/>
                        <a:pt x="10784" y="1537"/>
                        <a:pt x="17775" y="251"/>
                      </a:cubicBezTo>
                      <a:lnTo>
                        <a:pt x="17775" y="251"/>
                      </a:lnTo>
                      <a:cubicBezTo>
                        <a:pt x="16881" y="79"/>
                        <a:pt x="15957" y="1"/>
                        <a:pt x="15032" y="1"/>
                      </a:cubicBezTo>
                      <a:lnTo>
                        <a:pt x="15032" y="1"/>
                      </a:lnTo>
                      <a:cubicBezTo>
                        <a:pt x="6724" y="1"/>
                        <a:pt x="0" y="6725"/>
                        <a:pt x="0" y="150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2" name="Google Shape;1082;p26"/>
                <p:cNvSpPr/>
                <p:nvPr/>
              </p:nvSpPr>
              <p:spPr>
                <a:xfrm>
                  <a:off x="1364100" y="4231925"/>
                  <a:ext cx="444000" cy="123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60" h="49234" extrusionOk="0">
                      <a:moveTo>
                        <a:pt x="1" y="15017"/>
                      </a:moveTo>
                      <a:lnTo>
                        <a:pt x="1" y="49234"/>
                      </a:lnTo>
                      <a:lnTo>
                        <a:pt x="5487" y="49234"/>
                      </a:lnTo>
                      <a:lnTo>
                        <a:pt x="5487" y="15017"/>
                      </a:lnTo>
                      <a:cubicBezTo>
                        <a:pt x="5487" y="7665"/>
                        <a:pt x="10769" y="1537"/>
                        <a:pt x="17760" y="251"/>
                      </a:cubicBezTo>
                      <a:lnTo>
                        <a:pt x="17760" y="251"/>
                      </a:lnTo>
                      <a:cubicBezTo>
                        <a:pt x="16866" y="79"/>
                        <a:pt x="15957" y="1"/>
                        <a:pt x="15017" y="1"/>
                      </a:cubicBezTo>
                      <a:lnTo>
                        <a:pt x="15017" y="1"/>
                      </a:lnTo>
                      <a:cubicBezTo>
                        <a:pt x="6725" y="1"/>
                        <a:pt x="1" y="6725"/>
                        <a:pt x="1" y="150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3" name="Google Shape;1083;p26"/>
                <p:cNvSpPr/>
                <p:nvPr/>
              </p:nvSpPr>
              <p:spPr>
                <a:xfrm>
                  <a:off x="1161525" y="3805200"/>
                  <a:ext cx="5224650" cy="1657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986" h="66303" extrusionOk="0">
                      <a:moveTo>
                        <a:pt x="0" y="0"/>
                      </a:moveTo>
                      <a:lnTo>
                        <a:pt x="0" y="1207"/>
                      </a:lnTo>
                      <a:lnTo>
                        <a:pt x="5486" y="1207"/>
                      </a:lnTo>
                      <a:lnTo>
                        <a:pt x="5486" y="5439"/>
                      </a:lnTo>
                      <a:lnTo>
                        <a:pt x="0" y="5439"/>
                      </a:lnTo>
                      <a:lnTo>
                        <a:pt x="0" y="66303"/>
                      </a:lnTo>
                      <a:lnTo>
                        <a:pt x="8104" y="66303"/>
                      </a:lnTo>
                      <a:lnTo>
                        <a:pt x="8104" y="32086"/>
                      </a:lnTo>
                      <a:cubicBezTo>
                        <a:pt x="8104" y="23794"/>
                        <a:pt x="14828" y="17070"/>
                        <a:pt x="23120" y="17070"/>
                      </a:cubicBezTo>
                      <a:lnTo>
                        <a:pt x="23120" y="17070"/>
                      </a:lnTo>
                      <a:cubicBezTo>
                        <a:pt x="31411" y="17070"/>
                        <a:pt x="38136" y="23794"/>
                        <a:pt x="38136" y="32086"/>
                      </a:cubicBezTo>
                      <a:lnTo>
                        <a:pt x="38136" y="32086"/>
                      </a:lnTo>
                      <a:lnTo>
                        <a:pt x="38136" y="66303"/>
                      </a:lnTo>
                      <a:lnTo>
                        <a:pt x="53434" y="66303"/>
                      </a:lnTo>
                      <a:lnTo>
                        <a:pt x="53434" y="32086"/>
                      </a:lnTo>
                      <a:cubicBezTo>
                        <a:pt x="53434" y="23794"/>
                        <a:pt x="60158" y="17070"/>
                        <a:pt x="68450" y="17070"/>
                      </a:cubicBezTo>
                      <a:lnTo>
                        <a:pt x="68450" y="17070"/>
                      </a:lnTo>
                      <a:cubicBezTo>
                        <a:pt x="76741" y="17070"/>
                        <a:pt x="83466" y="23794"/>
                        <a:pt x="83466" y="32086"/>
                      </a:cubicBezTo>
                      <a:lnTo>
                        <a:pt x="83466" y="32086"/>
                      </a:lnTo>
                      <a:lnTo>
                        <a:pt x="83466" y="66303"/>
                      </a:lnTo>
                      <a:lnTo>
                        <a:pt x="98764" y="66303"/>
                      </a:lnTo>
                      <a:lnTo>
                        <a:pt x="98764" y="32086"/>
                      </a:lnTo>
                      <a:cubicBezTo>
                        <a:pt x="98764" y="23794"/>
                        <a:pt x="105488" y="17070"/>
                        <a:pt x="113780" y="17070"/>
                      </a:cubicBezTo>
                      <a:lnTo>
                        <a:pt x="113780" y="17070"/>
                      </a:lnTo>
                      <a:cubicBezTo>
                        <a:pt x="122072" y="17070"/>
                        <a:pt x="128796" y="23794"/>
                        <a:pt x="128796" y="32086"/>
                      </a:cubicBezTo>
                      <a:lnTo>
                        <a:pt x="128796" y="32086"/>
                      </a:lnTo>
                      <a:lnTo>
                        <a:pt x="128796" y="66303"/>
                      </a:lnTo>
                      <a:lnTo>
                        <a:pt x="144094" y="66303"/>
                      </a:lnTo>
                      <a:lnTo>
                        <a:pt x="144094" y="32086"/>
                      </a:lnTo>
                      <a:cubicBezTo>
                        <a:pt x="144094" y="23794"/>
                        <a:pt x="150818" y="17070"/>
                        <a:pt x="159110" y="17070"/>
                      </a:cubicBezTo>
                      <a:lnTo>
                        <a:pt x="159110" y="17070"/>
                      </a:lnTo>
                      <a:cubicBezTo>
                        <a:pt x="167402" y="17070"/>
                        <a:pt x="174126" y="23794"/>
                        <a:pt x="174126" y="32086"/>
                      </a:cubicBezTo>
                      <a:lnTo>
                        <a:pt x="174126" y="32086"/>
                      </a:lnTo>
                      <a:lnTo>
                        <a:pt x="174126" y="66303"/>
                      </a:lnTo>
                      <a:lnTo>
                        <a:pt x="189424" y="66303"/>
                      </a:lnTo>
                      <a:lnTo>
                        <a:pt x="189424" y="32086"/>
                      </a:lnTo>
                      <a:cubicBezTo>
                        <a:pt x="189424" y="23794"/>
                        <a:pt x="196148" y="17070"/>
                        <a:pt x="204440" y="17070"/>
                      </a:cubicBezTo>
                      <a:lnTo>
                        <a:pt x="204440" y="17070"/>
                      </a:lnTo>
                      <a:cubicBezTo>
                        <a:pt x="205976" y="17070"/>
                        <a:pt x="207591" y="17305"/>
                        <a:pt x="208986" y="17728"/>
                      </a:cubicBezTo>
                      <a:lnTo>
                        <a:pt x="208986" y="17728"/>
                      </a:lnTo>
                      <a:lnTo>
                        <a:pt x="208986" y="5439"/>
                      </a:lnTo>
                      <a:lnTo>
                        <a:pt x="205083" y="5439"/>
                      </a:lnTo>
                      <a:lnTo>
                        <a:pt x="205083" y="1207"/>
                      </a:lnTo>
                      <a:lnTo>
                        <a:pt x="208986" y="1207"/>
                      </a:lnTo>
                      <a:lnTo>
                        <a:pt x="208986" y="0"/>
                      </a:lnTo>
                      <a:close/>
                      <a:moveTo>
                        <a:pt x="189832" y="1207"/>
                      </a:moveTo>
                      <a:lnTo>
                        <a:pt x="203766" y="1207"/>
                      </a:lnTo>
                      <a:lnTo>
                        <a:pt x="203766" y="5439"/>
                      </a:lnTo>
                      <a:lnTo>
                        <a:pt x="189832" y="5439"/>
                      </a:lnTo>
                      <a:close/>
                      <a:moveTo>
                        <a:pt x="174581" y="1207"/>
                      </a:moveTo>
                      <a:lnTo>
                        <a:pt x="188515" y="1207"/>
                      </a:lnTo>
                      <a:lnTo>
                        <a:pt x="188515" y="5439"/>
                      </a:lnTo>
                      <a:lnTo>
                        <a:pt x="174581" y="5439"/>
                      </a:lnTo>
                      <a:close/>
                      <a:moveTo>
                        <a:pt x="159314" y="1207"/>
                      </a:moveTo>
                      <a:lnTo>
                        <a:pt x="173264" y="1207"/>
                      </a:lnTo>
                      <a:lnTo>
                        <a:pt x="173264" y="5439"/>
                      </a:lnTo>
                      <a:lnTo>
                        <a:pt x="159314" y="5439"/>
                      </a:lnTo>
                      <a:close/>
                      <a:moveTo>
                        <a:pt x="144063" y="1207"/>
                      </a:moveTo>
                      <a:lnTo>
                        <a:pt x="158013" y="1207"/>
                      </a:lnTo>
                      <a:lnTo>
                        <a:pt x="158013" y="5439"/>
                      </a:lnTo>
                      <a:lnTo>
                        <a:pt x="144063" y="5439"/>
                      </a:lnTo>
                      <a:close/>
                      <a:moveTo>
                        <a:pt x="128812" y="1207"/>
                      </a:moveTo>
                      <a:lnTo>
                        <a:pt x="142762" y="1207"/>
                      </a:lnTo>
                      <a:lnTo>
                        <a:pt x="142762" y="5439"/>
                      </a:lnTo>
                      <a:lnTo>
                        <a:pt x="128812" y="5439"/>
                      </a:lnTo>
                      <a:close/>
                      <a:moveTo>
                        <a:pt x="113560" y="1207"/>
                      </a:moveTo>
                      <a:lnTo>
                        <a:pt x="127511" y="1207"/>
                      </a:lnTo>
                      <a:lnTo>
                        <a:pt x="127511" y="5439"/>
                      </a:lnTo>
                      <a:lnTo>
                        <a:pt x="113560" y="5439"/>
                      </a:lnTo>
                      <a:close/>
                      <a:moveTo>
                        <a:pt x="98309" y="1207"/>
                      </a:moveTo>
                      <a:lnTo>
                        <a:pt x="112259" y="1207"/>
                      </a:lnTo>
                      <a:lnTo>
                        <a:pt x="112259" y="5439"/>
                      </a:lnTo>
                      <a:lnTo>
                        <a:pt x="98309" y="5439"/>
                      </a:lnTo>
                      <a:close/>
                      <a:moveTo>
                        <a:pt x="83058" y="1207"/>
                      </a:moveTo>
                      <a:lnTo>
                        <a:pt x="97008" y="1207"/>
                      </a:lnTo>
                      <a:lnTo>
                        <a:pt x="97008" y="5439"/>
                      </a:lnTo>
                      <a:lnTo>
                        <a:pt x="83058" y="5439"/>
                      </a:lnTo>
                      <a:close/>
                      <a:moveTo>
                        <a:pt x="67807" y="1207"/>
                      </a:moveTo>
                      <a:lnTo>
                        <a:pt x="81757" y="1207"/>
                      </a:lnTo>
                      <a:lnTo>
                        <a:pt x="81757" y="5439"/>
                      </a:lnTo>
                      <a:lnTo>
                        <a:pt x="67807" y="5439"/>
                      </a:lnTo>
                      <a:close/>
                      <a:moveTo>
                        <a:pt x="52556" y="1207"/>
                      </a:moveTo>
                      <a:lnTo>
                        <a:pt x="66490" y="1207"/>
                      </a:lnTo>
                      <a:lnTo>
                        <a:pt x="66490" y="5439"/>
                      </a:lnTo>
                      <a:lnTo>
                        <a:pt x="52556" y="5439"/>
                      </a:lnTo>
                      <a:close/>
                      <a:moveTo>
                        <a:pt x="37305" y="1207"/>
                      </a:moveTo>
                      <a:lnTo>
                        <a:pt x="51239" y="1207"/>
                      </a:lnTo>
                      <a:lnTo>
                        <a:pt x="51239" y="5439"/>
                      </a:lnTo>
                      <a:lnTo>
                        <a:pt x="37305" y="5439"/>
                      </a:lnTo>
                      <a:close/>
                      <a:moveTo>
                        <a:pt x="22038" y="1207"/>
                      </a:moveTo>
                      <a:lnTo>
                        <a:pt x="35988" y="1207"/>
                      </a:lnTo>
                      <a:lnTo>
                        <a:pt x="35988" y="5439"/>
                      </a:lnTo>
                      <a:lnTo>
                        <a:pt x="22038" y="5439"/>
                      </a:lnTo>
                      <a:close/>
                      <a:moveTo>
                        <a:pt x="6787" y="1207"/>
                      </a:moveTo>
                      <a:lnTo>
                        <a:pt x="20737" y="1207"/>
                      </a:lnTo>
                      <a:lnTo>
                        <a:pt x="20737" y="5439"/>
                      </a:lnTo>
                      <a:lnTo>
                        <a:pt x="6787" y="5439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1084" name="Google Shape;1084;p26"/>
          <p:cNvSpPr/>
          <p:nvPr/>
        </p:nvSpPr>
        <p:spPr>
          <a:xfrm>
            <a:off x="-799400" y="4052725"/>
            <a:ext cx="12354226" cy="1111684"/>
          </a:xfrm>
          <a:custGeom>
            <a:avLst/>
            <a:gdLst/>
            <a:ahLst/>
            <a:cxnLst/>
            <a:rect l="l" t="t" r="r" b="b"/>
            <a:pathLst>
              <a:path w="285317" h="25674" extrusionOk="0">
                <a:moveTo>
                  <a:pt x="17986" y="1"/>
                </a:moveTo>
                <a:cubicBezTo>
                  <a:pt x="17752" y="1"/>
                  <a:pt x="17518" y="144"/>
                  <a:pt x="17439" y="429"/>
                </a:cubicBezTo>
                <a:lnTo>
                  <a:pt x="15498" y="6797"/>
                </a:lnTo>
                <a:cubicBezTo>
                  <a:pt x="13376" y="6866"/>
                  <a:pt x="11321" y="7003"/>
                  <a:pt x="9358" y="7208"/>
                </a:cubicBezTo>
                <a:lnTo>
                  <a:pt x="7578" y="1342"/>
                </a:lnTo>
                <a:cubicBezTo>
                  <a:pt x="7498" y="1057"/>
                  <a:pt x="7264" y="914"/>
                  <a:pt x="7030" y="914"/>
                </a:cubicBezTo>
                <a:cubicBezTo>
                  <a:pt x="6796" y="914"/>
                  <a:pt x="6562" y="1057"/>
                  <a:pt x="6482" y="1342"/>
                </a:cubicBezTo>
                <a:lnTo>
                  <a:pt x="4497" y="7893"/>
                </a:lnTo>
                <a:cubicBezTo>
                  <a:pt x="2922" y="8167"/>
                  <a:pt x="1438" y="8486"/>
                  <a:pt x="0" y="8897"/>
                </a:cubicBezTo>
                <a:lnTo>
                  <a:pt x="0" y="25674"/>
                </a:lnTo>
                <a:lnTo>
                  <a:pt x="285316" y="25674"/>
                </a:lnTo>
                <a:lnTo>
                  <a:pt x="285316" y="13531"/>
                </a:lnTo>
                <a:cubicBezTo>
                  <a:pt x="284038" y="13622"/>
                  <a:pt x="282691" y="13713"/>
                  <a:pt x="281208" y="13850"/>
                </a:cubicBezTo>
                <a:lnTo>
                  <a:pt x="279222" y="7277"/>
                </a:lnTo>
                <a:cubicBezTo>
                  <a:pt x="279165" y="7083"/>
                  <a:pt x="278999" y="6986"/>
                  <a:pt x="278834" y="6986"/>
                </a:cubicBezTo>
                <a:cubicBezTo>
                  <a:pt x="278668" y="6986"/>
                  <a:pt x="278503" y="7083"/>
                  <a:pt x="278446" y="7277"/>
                </a:cubicBezTo>
                <a:lnTo>
                  <a:pt x="276300" y="14330"/>
                </a:lnTo>
                <a:cubicBezTo>
                  <a:pt x="275045" y="14467"/>
                  <a:pt x="273721" y="14603"/>
                  <a:pt x="272306" y="14763"/>
                </a:cubicBezTo>
                <a:lnTo>
                  <a:pt x="270457" y="8646"/>
                </a:lnTo>
                <a:cubicBezTo>
                  <a:pt x="270400" y="8452"/>
                  <a:pt x="270235" y="8355"/>
                  <a:pt x="270069" y="8355"/>
                </a:cubicBezTo>
                <a:cubicBezTo>
                  <a:pt x="269904" y="8355"/>
                  <a:pt x="269738" y="8452"/>
                  <a:pt x="269681" y="8646"/>
                </a:cubicBezTo>
                <a:lnTo>
                  <a:pt x="267650" y="15334"/>
                </a:lnTo>
                <a:cubicBezTo>
                  <a:pt x="266485" y="15471"/>
                  <a:pt x="265276" y="15608"/>
                  <a:pt x="264020" y="15768"/>
                </a:cubicBezTo>
                <a:cubicBezTo>
                  <a:pt x="261030" y="16156"/>
                  <a:pt x="258314" y="16498"/>
                  <a:pt x="255803" y="16840"/>
                </a:cubicBezTo>
                <a:lnTo>
                  <a:pt x="254571" y="12755"/>
                </a:lnTo>
                <a:cubicBezTo>
                  <a:pt x="254514" y="12561"/>
                  <a:pt x="254348" y="12464"/>
                  <a:pt x="254183" y="12464"/>
                </a:cubicBezTo>
                <a:cubicBezTo>
                  <a:pt x="254017" y="12464"/>
                  <a:pt x="253852" y="12561"/>
                  <a:pt x="253795" y="12755"/>
                </a:cubicBezTo>
                <a:lnTo>
                  <a:pt x="252425" y="17297"/>
                </a:lnTo>
                <a:cubicBezTo>
                  <a:pt x="250416" y="17571"/>
                  <a:pt x="248590" y="17822"/>
                  <a:pt x="246901" y="18050"/>
                </a:cubicBezTo>
                <a:lnTo>
                  <a:pt x="245532" y="13576"/>
                </a:lnTo>
                <a:cubicBezTo>
                  <a:pt x="245475" y="13382"/>
                  <a:pt x="245309" y="13285"/>
                  <a:pt x="245144" y="13285"/>
                </a:cubicBezTo>
                <a:cubicBezTo>
                  <a:pt x="244978" y="13285"/>
                  <a:pt x="244813" y="13382"/>
                  <a:pt x="244756" y="13576"/>
                </a:cubicBezTo>
                <a:lnTo>
                  <a:pt x="243226" y="18598"/>
                </a:lnTo>
                <a:cubicBezTo>
                  <a:pt x="228390" y="20789"/>
                  <a:pt x="225719" y="21634"/>
                  <a:pt x="216452" y="21862"/>
                </a:cubicBezTo>
                <a:cubicBezTo>
                  <a:pt x="215292" y="21891"/>
                  <a:pt x="214213" y="21904"/>
                  <a:pt x="213204" y="21904"/>
                </a:cubicBezTo>
                <a:cubicBezTo>
                  <a:pt x="198249" y="21904"/>
                  <a:pt x="198516" y="18933"/>
                  <a:pt x="174226" y="18826"/>
                </a:cubicBezTo>
                <a:cubicBezTo>
                  <a:pt x="173569" y="18821"/>
                  <a:pt x="172926" y="18819"/>
                  <a:pt x="172296" y="18819"/>
                </a:cubicBezTo>
                <a:cubicBezTo>
                  <a:pt x="166993" y="18819"/>
                  <a:pt x="162591" y="18980"/>
                  <a:pt x="158225" y="19123"/>
                </a:cubicBezTo>
                <a:lnTo>
                  <a:pt x="156353" y="12937"/>
                </a:lnTo>
                <a:cubicBezTo>
                  <a:pt x="156296" y="12743"/>
                  <a:pt x="156125" y="12646"/>
                  <a:pt x="155954" y="12646"/>
                </a:cubicBezTo>
                <a:cubicBezTo>
                  <a:pt x="155783" y="12646"/>
                  <a:pt x="155612" y="12743"/>
                  <a:pt x="155554" y="12937"/>
                </a:cubicBezTo>
                <a:lnTo>
                  <a:pt x="153637" y="19260"/>
                </a:lnTo>
                <a:cubicBezTo>
                  <a:pt x="152359" y="19305"/>
                  <a:pt x="151058" y="19328"/>
                  <a:pt x="149711" y="19351"/>
                </a:cubicBezTo>
                <a:lnTo>
                  <a:pt x="147588" y="12389"/>
                </a:lnTo>
                <a:cubicBezTo>
                  <a:pt x="147531" y="12195"/>
                  <a:pt x="147360" y="12098"/>
                  <a:pt x="147189" y="12098"/>
                </a:cubicBezTo>
                <a:cubicBezTo>
                  <a:pt x="147018" y="12098"/>
                  <a:pt x="146847" y="12195"/>
                  <a:pt x="146790" y="12389"/>
                </a:cubicBezTo>
                <a:lnTo>
                  <a:pt x="144644" y="19420"/>
                </a:lnTo>
                <a:cubicBezTo>
                  <a:pt x="143206" y="19420"/>
                  <a:pt x="141700" y="19397"/>
                  <a:pt x="140125" y="19374"/>
                </a:cubicBezTo>
                <a:lnTo>
                  <a:pt x="138002" y="12389"/>
                </a:lnTo>
                <a:cubicBezTo>
                  <a:pt x="137945" y="12195"/>
                  <a:pt x="137774" y="12098"/>
                  <a:pt x="137602" y="12098"/>
                </a:cubicBezTo>
                <a:cubicBezTo>
                  <a:pt x="137431" y="12098"/>
                  <a:pt x="137260" y="12195"/>
                  <a:pt x="137203" y="12389"/>
                </a:cubicBezTo>
                <a:lnTo>
                  <a:pt x="135103" y="19260"/>
                </a:lnTo>
                <a:cubicBezTo>
                  <a:pt x="134464" y="19237"/>
                  <a:pt x="133825" y="19214"/>
                  <a:pt x="133140" y="19191"/>
                </a:cubicBezTo>
                <a:cubicBezTo>
                  <a:pt x="131382" y="19123"/>
                  <a:pt x="129671" y="19054"/>
                  <a:pt x="128027" y="18963"/>
                </a:cubicBezTo>
                <a:lnTo>
                  <a:pt x="125950" y="12115"/>
                </a:lnTo>
                <a:cubicBezTo>
                  <a:pt x="125893" y="11921"/>
                  <a:pt x="125722" y="11824"/>
                  <a:pt x="125551" y="11824"/>
                </a:cubicBezTo>
                <a:cubicBezTo>
                  <a:pt x="125379" y="11824"/>
                  <a:pt x="125208" y="11921"/>
                  <a:pt x="125151" y="12115"/>
                </a:cubicBezTo>
                <a:lnTo>
                  <a:pt x="123165" y="18666"/>
                </a:lnTo>
                <a:cubicBezTo>
                  <a:pt x="121362" y="18552"/>
                  <a:pt x="119650" y="18415"/>
                  <a:pt x="118007" y="18278"/>
                </a:cubicBezTo>
                <a:lnTo>
                  <a:pt x="115542" y="10198"/>
                </a:lnTo>
                <a:cubicBezTo>
                  <a:pt x="115485" y="10004"/>
                  <a:pt x="115313" y="9907"/>
                  <a:pt x="115142" y="9907"/>
                </a:cubicBezTo>
                <a:cubicBezTo>
                  <a:pt x="114971" y="9907"/>
                  <a:pt x="114800" y="10004"/>
                  <a:pt x="114743" y="10198"/>
                </a:cubicBezTo>
                <a:lnTo>
                  <a:pt x="112437" y="17776"/>
                </a:lnTo>
                <a:cubicBezTo>
                  <a:pt x="110360" y="17571"/>
                  <a:pt x="108375" y="17365"/>
                  <a:pt x="106457" y="17160"/>
                </a:cubicBezTo>
                <a:lnTo>
                  <a:pt x="104517" y="10814"/>
                </a:lnTo>
                <a:cubicBezTo>
                  <a:pt x="104460" y="10609"/>
                  <a:pt x="104289" y="10506"/>
                  <a:pt x="104118" y="10506"/>
                </a:cubicBezTo>
                <a:cubicBezTo>
                  <a:pt x="103946" y="10506"/>
                  <a:pt x="103775" y="10609"/>
                  <a:pt x="103718" y="10814"/>
                </a:cubicBezTo>
                <a:lnTo>
                  <a:pt x="101938" y="16658"/>
                </a:lnTo>
                <a:cubicBezTo>
                  <a:pt x="83449" y="14558"/>
                  <a:pt x="72288" y="12321"/>
                  <a:pt x="63272" y="10495"/>
                </a:cubicBezTo>
                <a:lnTo>
                  <a:pt x="61902" y="6044"/>
                </a:lnTo>
                <a:cubicBezTo>
                  <a:pt x="61822" y="5759"/>
                  <a:pt x="61588" y="5616"/>
                  <a:pt x="61354" y="5616"/>
                </a:cubicBezTo>
                <a:cubicBezTo>
                  <a:pt x="61120" y="5616"/>
                  <a:pt x="60887" y="5759"/>
                  <a:pt x="60807" y="6044"/>
                </a:cubicBezTo>
                <a:lnTo>
                  <a:pt x="59665" y="9764"/>
                </a:lnTo>
                <a:cubicBezTo>
                  <a:pt x="57999" y="9422"/>
                  <a:pt x="56379" y="9125"/>
                  <a:pt x="54781" y="8829"/>
                </a:cubicBezTo>
                <a:lnTo>
                  <a:pt x="53137" y="3442"/>
                </a:lnTo>
                <a:cubicBezTo>
                  <a:pt x="53057" y="3157"/>
                  <a:pt x="52823" y="3014"/>
                  <a:pt x="52590" y="3014"/>
                </a:cubicBezTo>
                <a:cubicBezTo>
                  <a:pt x="52356" y="3014"/>
                  <a:pt x="52122" y="3157"/>
                  <a:pt x="52042" y="3442"/>
                </a:cubicBezTo>
                <a:lnTo>
                  <a:pt x="50604" y="8121"/>
                </a:lnTo>
                <a:cubicBezTo>
                  <a:pt x="48915" y="7847"/>
                  <a:pt x="47203" y="7619"/>
                  <a:pt x="45400" y="7413"/>
                </a:cubicBezTo>
                <a:lnTo>
                  <a:pt x="43551" y="1342"/>
                </a:lnTo>
                <a:cubicBezTo>
                  <a:pt x="43471" y="1057"/>
                  <a:pt x="43237" y="914"/>
                  <a:pt x="43003" y="914"/>
                </a:cubicBezTo>
                <a:cubicBezTo>
                  <a:pt x="42769" y="914"/>
                  <a:pt x="42535" y="1057"/>
                  <a:pt x="42455" y="1342"/>
                </a:cubicBezTo>
                <a:lnTo>
                  <a:pt x="40720" y="7003"/>
                </a:lnTo>
                <a:cubicBezTo>
                  <a:pt x="37844" y="6797"/>
                  <a:pt x="34717" y="6660"/>
                  <a:pt x="31202" y="6637"/>
                </a:cubicBezTo>
                <a:cubicBezTo>
                  <a:pt x="29633" y="6628"/>
                  <a:pt x="28099" y="6622"/>
                  <a:pt x="26598" y="6622"/>
                </a:cubicBezTo>
                <a:cubicBezTo>
                  <a:pt x="24476" y="6622"/>
                  <a:pt x="22421" y="6634"/>
                  <a:pt x="20429" y="6660"/>
                </a:cubicBezTo>
                <a:lnTo>
                  <a:pt x="18534" y="429"/>
                </a:lnTo>
                <a:cubicBezTo>
                  <a:pt x="18454" y="144"/>
                  <a:pt x="18220" y="1"/>
                  <a:pt x="1798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rgbClr val="FFEBEB"/>
            </a:gs>
            <a:gs pos="100000">
              <a:srgbClr val="B2D4A8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7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kbak One"/>
              <a:buNone/>
              <a:defRPr sz="28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kbak One"/>
              <a:buNone/>
              <a:defRPr sz="28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kbak One"/>
              <a:buNone/>
              <a:defRPr sz="28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kbak One"/>
              <a:buNone/>
              <a:defRPr sz="28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kbak One"/>
              <a:buNone/>
              <a:defRPr sz="28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kbak One"/>
              <a:buNone/>
              <a:defRPr sz="28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kbak One"/>
              <a:buNone/>
              <a:defRPr sz="28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kbak One"/>
              <a:buNone/>
              <a:defRPr sz="28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kbak One"/>
              <a:buNone/>
              <a:defRPr sz="28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246950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el"/>
              <a:buChar char="●"/>
              <a:defRPr sz="18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○"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■"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●"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○"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■"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●"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○"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■"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5" r:id="rId4"/>
    <p:sldLayoutId id="2147483658" r:id="rId5"/>
    <p:sldLayoutId id="2147483659" r:id="rId6"/>
    <p:sldLayoutId id="2147483662" r:id="rId7"/>
    <p:sldLayoutId id="2147483668" r:id="rId8"/>
    <p:sldLayoutId id="2147483670" r:id="rId9"/>
    <p:sldLayoutId id="2147483671" r:id="rId10"/>
    <p:sldLayoutId id="214748367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0">
          <p15:clr>
            <a:srgbClr val="EA4335"/>
          </p15:clr>
        </p15:guide>
        <p15:guide id="2" pos="449">
          <p15:clr>
            <a:srgbClr val="EA4335"/>
          </p15:clr>
        </p15:guide>
        <p15:guide id="3" pos="5311">
          <p15:clr>
            <a:srgbClr val="EA4335"/>
          </p15:clr>
        </p15:guide>
        <p15:guide id="4" orient="horz" pos="290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EBEB"/>
            </a:gs>
            <a:gs pos="100000">
              <a:srgbClr val="B2D4A8"/>
            </a:gs>
          </a:gsLst>
          <a:lin ang="5400012" scaled="0"/>
        </a:gradFill>
        <a:effectLst/>
      </p:bgPr>
    </p:bg>
    <p:spTree>
      <p:nvGrpSpPr>
        <p:cNvPr id="1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30"/>
          <p:cNvSpPr/>
          <p:nvPr/>
        </p:nvSpPr>
        <p:spPr>
          <a:xfrm>
            <a:off x="340050" y="3140250"/>
            <a:ext cx="8867716" cy="2936625"/>
          </a:xfrm>
          <a:custGeom>
            <a:avLst/>
            <a:gdLst/>
            <a:ahLst/>
            <a:cxnLst/>
            <a:rect l="l" t="t" r="r" b="b"/>
            <a:pathLst>
              <a:path w="208861" h="117465" extrusionOk="0">
                <a:moveTo>
                  <a:pt x="183045" y="1"/>
                </a:moveTo>
                <a:cubicBezTo>
                  <a:pt x="112165" y="1"/>
                  <a:pt x="135646" y="29390"/>
                  <a:pt x="94030" y="29390"/>
                </a:cubicBezTo>
                <a:cubicBezTo>
                  <a:pt x="65942" y="29390"/>
                  <a:pt x="66005" y="6271"/>
                  <a:pt x="37023" y="6271"/>
                </a:cubicBezTo>
                <a:cubicBezTo>
                  <a:pt x="8025" y="6271"/>
                  <a:pt x="0" y="28215"/>
                  <a:pt x="0" y="28215"/>
                </a:cubicBezTo>
                <a:lnTo>
                  <a:pt x="0" y="117464"/>
                </a:lnTo>
                <a:lnTo>
                  <a:pt x="208860" y="117464"/>
                </a:lnTo>
                <a:lnTo>
                  <a:pt x="208860" y="22337"/>
                </a:lnTo>
                <a:cubicBezTo>
                  <a:pt x="208860" y="22337"/>
                  <a:pt x="208860" y="1"/>
                  <a:pt x="183045" y="1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6" name="Google Shape;1096;p30"/>
          <p:cNvSpPr/>
          <p:nvPr/>
        </p:nvSpPr>
        <p:spPr>
          <a:xfrm>
            <a:off x="-8925" y="2012525"/>
            <a:ext cx="3953475" cy="3130975"/>
          </a:xfrm>
          <a:custGeom>
            <a:avLst/>
            <a:gdLst/>
            <a:ahLst/>
            <a:cxnLst/>
            <a:rect l="l" t="t" r="r" b="b"/>
            <a:pathLst>
              <a:path w="158139" h="125239" extrusionOk="0">
                <a:moveTo>
                  <a:pt x="0" y="125239"/>
                </a:moveTo>
                <a:lnTo>
                  <a:pt x="158138" y="125239"/>
                </a:lnTo>
                <a:lnTo>
                  <a:pt x="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7" name="Google Shape;1097;p30"/>
          <p:cNvSpPr/>
          <p:nvPr/>
        </p:nvSpPr>
        <p:spPr>
          <a:xfrm>
            <a:off x="-8925" y="2012525"/>
            <a:ext cx="1866825" cy="2352350"/>
          </a:xfrm>
          <a:custGeom>
            <a:avLst/>
            <a:gdLst/>
            <a:ahLst/>
            <a:cxnLst/>
            <a:rect l="l" t="t" r="r" b="b"/>
            <a:pathLst>
              <a:path w="74673" h="94094" extrusionOk="0">
                <a:moveTo>
                  <a:pt x="0" y="1"/>
                </a:moveTo>
                <a:cubicBezTo>
                  <a:pt x="0" y="1"/>
                  <a:pt x="784" y="10565"/>
                  <a:pt x="8104" y="15785"/>
                </a:cubicBezTo>
                <a:cubicBezTo>
                  <a:pt x="15408" y="21004"/>
                  <a:pt x="1301" y="24672"/>
                  <a:pt x="8104" y="33027"/>
                </a:cubicBezTo>
                <a:cubicBezTo>
                  <a:pt x="14891" y="41381"/>
                  <a:pt x="32650" y="37494"/>
                  <a:pt x="36317" y="43623"/>
                </a:cubicBezTo>
                <a:cubicBezTo>
                  <a:pt x="39970" y="49751"/>
                  <a:pt x="27132" y="74046"/>
                  <a:pt x="33810" y="83843"/>
                </a:cubicBezTo>
                <a:cubicBezTo>
                  <a:pt x="40487" y="93639"/>
                  <a:pt x="46662" y="94094"/>
                  <a:pt x="46662" y="94094"/>
                </a:cubicBezTo>
                <a:lnTo>
                  <a:pt x="74672" y="59156"/>
                </a:ln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98" name="Google Shape;1098;p30"/>
          <p:cNvGrpSpPr/>
          <p:nvPr/>
        </p:nvGrpSpPr>
        <p:grpSpPr>
          <a:xfrm>
            <a:off x="1941675" y="4364875"/>
            <a:ext cx="853900" cy="770400"/>
            <a:chOff x="4219225" y="4330850"/>
            <a:chExt cx="853900" cy="770400"/>
          </a:xfrm>
        </p:grpSpPr>
        <p:grpSp>
          <p:nvGrpSpPr>
            <p:cNvPr id="1099" name="Google Shape;1099;p30"/>
            <p:cNvGrpSpPr/>
            <p:nvPr/>
          </p:nvGrpSpPr>
          <p:grpSpPr>
            <a:xfrm>
              <a:off x="4295625" y="4330850"/>
              <a:ext cx="777500" cy="770400"/>
              <a:chOff x="4295625" y="4330850"/>
              <a:chExt cx="777500" cy="770400"/>
            </a:xfrm>
          </p:grpSpPr>
          <p:sp>
            <p:nvSpPr>
              <p:cNvPr id="1100" name="Google Shape;1100;p30"/>
              <p:cNvSpPr/>
              <p:nvPr/>
            </p:nvSpPr>
            <p:spPr>
              <a:xfrm>
                <a:off x="4603250" y="4588300"/>
                <a:ext cx="408325" cy="293525"/>
              </a:xfrm>
              <a:custGeom>
                <a:avLst/>
                <a:gdLst/>
                <a:ahLst/>
                <a:cxnLst/>
                <a:rect l="l" t="t" r="r" b="b"/>
                <a:pathLst>
                  <a:path w="16333" h="11741" extrusionOk="0">
                    <a:moveTo>
                      <a:pt x="8167" y="0"/>
                    </a:moveTo>
                    <a:cubicBezTo>
                      <a:pt x="8167" y="0"/>
                      <a:pt x="5549" y="9185"/>
                      <a:pt x="0" y="9185"/>
                    </a:cubicBezTo>
                    <a:cubicBezTo>
                      <a:pt x="0" y="9185"/>
                      <a:pt x="3260" y="11740"/>
                      <a:pt x="8167" y="11740"/>
                    </a:cubicBezTo>
                    <a:cubicBezTo>
                      <a:pt x="13073" y="11740"/>
                      <a:pt x="16333" y="9185"/>
                      <a:pt x="16333" y="9185"/>
                    </a:cubicBezTo>
                    <a:cubicBezTo>
                      <a:pt x="10784" y="9185"/>
                      <a:pt x="8167" y="0"/>
                      <a:pt x="816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01" name="Google Shape;1101;p30"/>
              <p:cNvGrpSpPr/>
              <p:nvPr/>
            </p:nvGrpSpPr>
            <p:grpSpPr>
              <a:xfrm>
                <a:off x="4295625" y="4330850"/>
                <a:ext cx="777500" cy="770400"/>
                <a:chOff x="4295625" y="4330850"/>
                <a:chExt cx="777500" cy="770400"/>
              </a:xfrm>
            </p:grpSpPr>
            <p:sp>
              <p:nvSpPr>
                <p:cNvPr id="1102" name="Google Shape;1102;p30"/>
                <p:cNvSpPr/>
                <p:nvPr/>
              </p:nvSpPr>
              <p:spPr>
                <a:xfrm>
                  <a:off x="4637325" y="4508750"/>
                  <a:ext cx="340550" cy="24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2" h="9797" extrusionOk="0">
                      <a:moveTo>
                        <a:pt x="6804" y="0"/>
                      </a:moveTo>
                      <a:cubicBezTo>
                        <a:pt x="6804" y="0"/>
                        <a:pt x="4625" y="7665"/>
                        <a:pt x="1" y="7665"/>
                      </a:cubicBezTo>
                      <a:cubicBezTo>
                        <a:pt x="1" y="7665"/>
                        <a:pt x="2713" y="9797"/>
                        <a:pt x="6804" y="9797"/>
                      </a:cubicBezTo>
                      <a:cubicBezTo>
                        <a:pt x="10895" y="9797"/>
                        <a:pt x="13622" y="7665"/>
                        <a:pt x="13622" y="7665"/>
                      </a:cubicBezTo>
                      <a:cubicBezTo>
                        <a:pt x="8998" y="7665"/>
                        <a:pt x="6804" y="0"/>
                        <a:pt x="680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3" name="Google Shape;1103;p30"/>
                <p:cNvSpPr/>
                <p:nvPr/>
              </p:nvSpPr>
              <p:spPr>
                <a:xfrm>
                  <a:off x="4330900" y="4565175"/>
                  <a:ext cx="166175" cy="189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47" h="7587" extrusionOk="0">
                      <a:moveTo>
                        <a:pt x="3323" y="0"/>
                      </a:moveTo>
                      <a:cubicBezTo>
                        <a:pt x="3323" y="0"/>
                        <a:pt x="2461" y="6850"/>
                        <a:pt x="1" y="6850"/>
                      </a:cubicBezTo>
                      <a:cubicBezTo>
                        <a:pt x="1" y="6850"/>
                        <a:pt x="1286" y="7587"/>
                        <a:pt x="3323" y="7587"/>
                      </a:cubicBezTo>
                      <a:cubicBezTo>
                        <a:pt x="5361" y="7587"/>
                        <a:pt x="6646" y="6850"/>
                        <a:pt x="6646" y="6850"/>
                      </a:cubicBezTo>
                      <a:cubicBezTo>
                        <a:pt x="4186" y="6850"/>
                        <a:pt x="3323" y="0"/>
                        <a:pt x="332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104" name="Google Shape;1104;p30"/>
                <p:cNvGrpSpPr/>
                <p:nvPr/>
              </p:nvGrpSpPr>
              <p:grpSpPr>
                <a:xfrm>
                  <a:off x="4295625" y="4330850"/>
                  <a:ext cx="777500" cy="770400"/>
                  <a:chOff x="4295625" y="4330850"/>
                  <a:chExt cx="777500" cy="770400"/>
                </a:xfrm>
              </p:grpSpPr>
              <p:sp>
                <p:nvSpPr>
                  <p:cNvPr id="1105" name="Google Shape;1105;p30"/>
                  <p:cNvSpPr/>
                  <p:nvPr/>
                </p:nvSpPr>
                <p:spPr>
                  <a:xfrm>
                    <a:off x="4688275" y="4330850"/>
                    <a:ext cx="238675" cy="2727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47" h="10910" extrusionOk="0">
                        <a:moveTo>
                          <a:pt x="4766" y="0"/>
                        </a:moveTo>
                        <a:cubicBezTo>
                          <a:pt x="4766" y="0"/>
                          <a:pt x="3543" y="9843"/>
                          <a:pt x="1" y="9843"/>
                        </a:cubicBezTo>
                        <a:cubicBezTo>
                          <a:pt x="1" y="9843"/>
                          <a:pt x="1850" y="10909"/>
                          <a:pt x="4766" y="10909"/>
                        </a:cubicBezTo>
                        <a:cubicBezTo>
                          <a:pt x="7697" y="10909"/>
                          <a:pt x="9546" y="9843"/>
                          <a:pt x="9546" y="9843"/>
                        </a:cubicBezTo>
                        <a:cubicBezTo>
                          <a:pt x="6004" y="9843"/>
                          <a:pt x="4766" y="0"/>
                          <a:pt x="4766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06" name="Google Shape;1106;p30"/>
                  <p:cNvSpPr/>
                  <p:nvPr/>
                </p:nvSpPr>
                <p:spPr>
                  <a:xfrm>
                    <a:off x="4513550" y="4699175"/>
                    <a:ext cx="559575" cy="402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383" h="16083" extrusionOk="0">
                        <a:moveTo>
                          <a:pt x="11192" y="1"/>
                        </a:moveTo>
                        <a:cubicBezTo>
                          <a:pt x="11192" y="1"/>
                          <a:pt x="7618" y="12587"/>
                          <a:pt x="0" y="12587"/>
                        </a:cubicBezTo>
                        <a:cubicBezTo>
                          <a:pt x="0" y="12587"/>
                          <a:pt x="4483" y="16083"/>
                          <a:pt x="11192" y="16083"/>
                        </a:cubicBezTo>
                        <a:cubicBezTo>
                          <a:pt x="17916" y="16083"/>
                          <a:pt x="22383" y="12587"/>
                          <a:pt x="22383" y="12587"/>
                        </a:cubicBezTo>
                        <a:cubicBezTo>
                          <a:pt x="14781" y="12587"/>
                          <a:pt x="11192" y="1"/>
                          <a:pt x="1119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07" name="Google Shape;1107;p30"/>
                  <p:cNvSpPr/>
                  <p:nvPr/>
                </p:nvSpPr>
                <p:spPr>
                  <a:xfrm>
                    <a:off x="4295625" y="4689000"/>
                    <a:ext cx="237100" cy="1704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484" h="6819" extrusionOk="0">
                        <a:moveTo>
                          <a:pt x="4734" y="0"/>
                        </a:moveTo>
                        <a:cubicBezTo>
                          <a:pt x="4734" y="0"/>
                          <a:pt x="3214" y="5330"/>
                          <a:pt x="1" y="5330"/>
                        </a:cubicBezTo>
                        <a:cubicBezTo>
                          <a:pt x="1" y="5330"/>
                          <a:pt x="1882" y="6819"/>
                          <a:pt x="4734" y="6819"/>
                        </a:cubicBezTo>
                        <a:cubicBezTo>
                          <a:pt x="7587" y="6819"/>
                          <a:pt x="9484" y="5330"/>
                          <a:pt x="9484" y="5330"/>
                        </a:cubicBezTo>
                        <a:cubicBezTo>
                          <a:pt x="6255" y="5330"/>
                          <a:pt x="4734" y="0"/>
                          <a:pt x="4734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1108" name="Google Shape;1108;p30"/>
            <p:cNvGrpSpPr/>
            <p:nvPr/>
          </p:nvGrpSpPr>
          <p:grpSpPr>
            <a:xfrm>
              <a:off x="4219225" y="4744250"/>
              <a:ext cx="389525" cy="357000"/>
              <a:chOff x="4219225" y="4744250"/>
              <a:chExt cx="389525" cy="357000"/>
            </a:xfrm>
          </p:grpSpPr>
          <p:sp>
            <p:nvSpPr>
              <p:cNvPr id="1109" name="Google Shape;1109;p30"/>
              <p:cNvSpPr/>
              <p:nvPr/>
            </p:nvSpPr>
            <p:spPr>
              <a:xfrm>
                <a:off x="4271725" y="4744250"/>
                <a:ext cx="284525" cy="204175"/>
              </a:xfrm>
              <a:custGeom>
                <a:avLst/>
                <a:gdLst/>
                <a:ahLst/>
                <a:cxnLst/>
                <a:rect l="l" t="t" r="r" b="b"/>
                <a:pathLst>
                  <a:path w="11381" h="8167" extrusionOk="0">
                    <a:moveTo>
                      <a:pt x="5690" y="0"/>
                    </a:moveTo>
                    <a:cubicBezTo>
                      <a:pt x="5690" y="0"/>
                      <a:pt x="3872" y="6396"/>
                      <a:pt x="1" y="6396"/>
                    </a:cubicBezTo>
                    <a:cubicBezTo>
                      <a:pt x="1" y="6396"/>
                      <a:pt x="2273" y="8167"/>
                      <a:pt x="5690" y="8167"/>
                    </a:cubicBezTo>
                    <a:cubicBezTo>
                      <a:pt x="9107" y="8167"/>
                      <a:pt x="11380" y="6396"/>
                      <a:pt x="11380" y="6396"/>
                    </a:cubicBezTo>
                    <a:cubicBezTo>
                      <a:pt x="7509" y="6396"/>
                      <a:pt x="5690" y="0"/>
                      <a:pt x="569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30"/>
              <p:cNvSpPr/>
              <p:nvPr/>
            </p:nvSpPr>
            <p:spPr>
              <a:xfrm>
                <a:off x="4219225" y="4821450"/>
                <a:ext cx="389525" cy="279800"/>
              </a:xfrm>
              <a:custGeom>
                <a:avLst/>
                <a:gdLst/>
                <a:ahLst/>
                <a:cxnLst/>
                <a:rect l="l" t="t" r="r" b="b"/>
                <a:pathLst>
                  <a:path w="15581" h="11192" extrusionOk="0">
                    <a:moveTo>
                      <a:pt x="7790" y="0"/>
                    </a:moveTo>
                    <a:cubicBezTo>
                      <a:pt x="7790" y="0"/>
                      <a:pt x="5298" y="8762"/>
                      <a:pt x="0" y="8762"/>
                    </a:cubicBezTo>
                    <a:cubicBezTo>
                      <a:pt x="0" y="8762"/>
                      <a:pt x="3120" y="11192"/>
                      <a:pt x="7790" y="11192"/>
                    </a:cubicBezTo>
                    <a:cubicBezTo>
                      <a:pt x="12461" y="11192"/>
                      <a:pt x="15581" y="8762"/>
                      <a:pt x="15581" y="8762"/>
                    </a:cubicBezTo>
                    <a:cubicBezTo>
                      <a:pt x="10283" y="8762"/>
                      <a:pt x="7790" y="0"/>
                      <a:pt x="779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111" name="Google Shape;1111;p30"/>
          <p:cNvSpPr txBox="1">
            <a:spLocks noGrp="1"/>
          </p:cNvSpPr>
          <p:nvPr>
            <p:ph type="ctrTitle"/>
          </p:nvPr>
        </p:nvSpPr>
        <p:spPr>
          <a:xfrm>
            <a:off x="2041638" y="682250"/>
            <a:ext cx="4690200" cy="20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CH" sz="7200" b="1" dirty="0" err="1"/>
              <a:t>RailBeat</a:t>
            </a:r>
            <a:r>
              <a:rPr lang="fr-CH" sz="7200" dirty="0"/>
              <a:t> </a:t>
            </a:r>
            <a:endParaRPr sz="7100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i="1" dirty="0">
                <a:solidFill>
                  <a:schemeClr val="accent2"/>
                </a:solidFill>
              </a:rPr>
              <a:t>Summer School</a:t>
            </a:r>
            <a:endParaRPr sz="4500" i="1" dirty="0">
              <a:solidFill>
                <a:schemeClr val="accent2"/>
              </a:solidFill>
            </a:endParaRPr>
          </a:p>
        </p:txBody>
      </p:sp>
      <p:sp>
        <p:nvSpPr>
          <p:cNvPr id="1112" name="Google Shape;1112;p30"/>
          <p:cNvSpPr txBox="1">
            <a:spLocks noGrp="1"/>
          </p:cNvSpPr>
          <p:nvPr>
            <p:ph type="subTitle" idx="1"/>
          </p:nvPr>
        </p:nvSpPr>
        <p:spPr>
          <a:xfrm>
            <a:off x="2745738" y="2296938"/>
            <a:ext cx="3282000" cy="43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Alan, Dina, Ravaka, Gabriel</a:t>
            </a:r>
            <a:endParaRPr dirty="0"/>
          </a:p>
        </p:txBody>
      </p:sp>
      <p:grpSp>
        <p:nvGrpSpPr>
          <p:cNvPr id="1113" name="Google Shape;1113;p30"/>
          <p:cNvGrpSpPr/>
          <p:nvPr/>
        </p:nvGrpSpPr>
        <p:grpSpPr>
          <a:xfrm>
            <a:off x="4527625" y="753150"/>
            <a:ext cx="4656075" cy="4419000"/>
            <a:chOff x="4527625" y="682250"/>
            <a:chExt cx="4656075" cy="4419000"/>
          </a:xfrm>
        </p:grpSpPr>
        <p:sp>
          <p:nvSpPr>
            <p:cNvPr id="1114" name="Google Shape;1114;p30"/>
            <p:cNvSpPr/>
            <p:nvPr/>
          </p:nvSpPr>
          <p:spPr>
            <a:xfrm>
              <a:off x="4527625" y="682250"/>
              <a:ext cx="4656075" cy="4419000"/>
            </a:xfrm>
            <a:custGeom>
              <a:avLst/>
              <a:gdLst/>
              <a:ahLst/>
              <a:cxnLst/>
              <a:rect l="l" t="t" r="r" b="b"/>
              <a:pathLst>
                <a:path w="186243" h="176760" extrusionOk="0">
                  <a:moveTo>
                    <a:pt x="135238" y="1442"/>
                  </a:moveTo>
                  <a:lnTo>
                    <a:pt x="0" y="176760"/>
                  </a:lnTo>
                  <a:lnTo>
                    <a:pt x="186242" y="176760"/>
                  </a:lnTo>
                  <a:lnTo>
                    <a:pt x="186242" y="59359"/>
                  </a:lnTo>
                  <a:lnTo>
                    <a:pt x="141100" y="1427"/>
                  </a:lnTo>
                  <a:cubicBezTo>
                    <a:pt x="140348" y="471"/>
                    <a:pt x="139266" y="0"/>
                    <a:pt x="138169" y="0"/>
                  </a:cubicBezTo>
                  <a:lnTo>
                    <a:pt x="138169" y="0"/>
                  </a:lnTo>
                  <a:cubicBezTo>
                    <a:pt x="137072" y="0"/>
                    <a:pt x="135975" y="486"/>
                    <a:pt x="135238" y="1442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30"/>
            <p:cNvSpPr/>
            <p:nvPr/>
          </p:nvSpPr>
          <p:spPr>
            <a:xfrm>
              <a:off x="7564125" y="695575"/>
              <a:ext cx="1619575" cy="4405675"/>
            </a:xfrm>
            <a:custGeom>
              <a:avLst/>
              <a:gdLst/>
              <a:ahLst/>
              <a:cxnLst/>
              <a:rect l="l" t="t" r="r" b="b"/>
              <a:pathLst>
                <a:path w="64783" h="176227" extrusionOk="0">
                  <a:moveTo>
                    <a:pt x="21600" y="3417"/>
                  </a:moveTo>
                  <a:cubicBezTo>
                    <a:pt x="18935" y="0"/>
                    <a:pt x="13465" y="3198"/>
                    <a:pt x="15267" y="7148"/>
                  </a:cubicBezTo>
                  <a:cubicBezTo>
                    <a:pt x="15299" y="7226"/>
                    <a:pt x="15346" y="7289"/>
                    <a:pt x="15377" y="7367"/>
                  </a:cubicBezTo>
                  <a:cubicBezTo>
                    <a:pt x="17258" y="10894"/>
                    <a:pt x="21176" y="11286"/>
                    <a:pt x="21176" y="14029"/>
                  </a:cubicBezTo>
                  <a:cubicBezTo>
                    <a:pt x="21176" y="23042"/>
                    <a:pt x="1975" y="29437"/>
                    <a:pt x="1975" y="46678"/>
                  </a:cubicBezTo>
                  <a:cubicBezTo>
                    <a:pt x="1975" y="63920"/>
                    <a:pt x="41553" y="65488"/>
                    <a:pt x="41553" y="83513"/>
                  </a:cubicBezTo>
                  <a:cubicBezTo>
                    <a:pt x="41553" y="101539"/>
                    <a:pt x="0" y="98796"/>
                    <a:pt x="0" y="125442"/>
                  </a:cubicBezTo>
                  <a:cubicBezTo>
                    <a:pt x="0" y="152088"/>
                    <a:pt x="64782" y="176227"/>
                    <a:pt x="64782" y="176227"/>
                  </a:cubicBezTo>
                  <a:lnTo>
                    <a:pt x="64782" y="58826"/>
                  </a:lnTo>
                  <a:close/>
                </a:path>
              </a:pathLst>
            </a:custGeom>
            <a:solidFill>
              <a:srgbClr val="FFFFFF">
                <a:alpha val="41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6" name="Google Shape;1116;p30"/>
          <p:cNvSpPr/>
          <p:nvPr/>
        </p:nvSpPr>
        <p:spPr>
          <a:xfrm>
            <a:off x="559300" y="442800"/>
            <a:ext cx="1149750" cy="1149725"/>
          </a:xfrm>
          <a:custGeom>
            <a:avLst/>
            <a:gdLst/>
            <a:ahLst/>
            <a:cxnLst/>
            <a:rect l="l" t="t" r="r" b="b"/>
            <a:pathLst>
              <a:path w="45990" h="45989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7" name="Google Shape;1117;p30"/>
          <p:cNvGrpSpPr/>
          <p:nvPr/>
        </p:nvGrpSpPr>
        <p:grpSpPr>
          <a:xfrm>
            <a:off x="533175" y="2631750"/>
            <a:ext cx="3075700" cy="952625"/>
            <a:chOff x="3962175" y="2631750"/>
            <a:chExt cx="3075700" cy="952625"/>
          </a:xfrm>
        </p:grpSpPr>
        <p:sp>
          <p:nvSpPr>
            <p:cNvPr id="1118" name="Google Shape;1118;p30"/>
            <p:cNvSpPr/>
            <p:nvPr/>
          </p:nvSpPr>
          <p:spPr>
            <a:xfrm>
              <a:off x="3962175" y="3227750"/>
              <a:ext cx="3075700" cy="356625"/>
            </a:xfrm>
            <a:custGeom>
              <a:avLst/>
              <a:gdLst/>
              <a:ahLst/>
              <a:cxnLst/>
              <a:rect l="l" t="t" r="r" b="b"/>
              <a:pathLst>
                <a:path w="123028" h="14265" extrusionOk="0">
                  <a:moveTo>
                    <a:pt x="114046" y="1"/>
                  </a:moveTo>
                  <a:lnTo>
                    <a:pt x="114046" y="1239"/>
                  </a:lnTo>
                  <a:lnTo>
                    <a:pt x="114579" y="1239"/>
                  </a:lnTo>
                  <a:lnTo>
                    <a:pt x="114579" y="3167"/>
                  </a:lnTo>
                  <a:lnTo>
                    <a:pt x="109877" y="3167"/>
                  </a:lnTo>
                  <a:lnTo>
                    <a:pt x="109877" y="2728"/>
                  </a:lnTo>
                  <a:lnTo>
                    <a:pt x="108984" y="2728"/>
                  </a:lnTo>
                  <a:lnTo>
                    <a:pt x="108984" y="1913"/>
                  </a:lnTo>
                  <a:cubicBezTo>
                    <a:pt x="108984" y="1411"/>
                    <a:pt x="108513" y="1004"/>
                    <a:pt x="107980" y="1098"/>
                  </a:cubicBezTo>
                  <a:lnTo>
                    <a:pt x="107980" y="1098"/>
                  </a:lnTo>
                  <a:cubicBezTo>
                    <a:pt x="107573" y="1161"/>
                    <a:pt x="107291" y="1553"/>
                    <a:pt x="107291" y="1960"/>
                  </a:cubicBezTo>
                  <a:lnTo>
                    <a:pt x="107291" y="1960"/>
                  </a:lnTo>
                  <a:lnTo>
                    <a:pt x="107291" y="2728"/>
                  </a:lnTo>
                  <a:lnTo>
                    <a:pt x="106397" y="2728"/>
                  </a:lnTo>
                  <a:lnTo>
                    <a:pt x="106397" y="3167"/>
                  </a:lnTo>
                  <a:lnTo>
                    <a:pt x="105237" y="3167"/>
                  </a:lnTo>
                  <a:lnTo>
                    <a:pt x="105237" y="1615"/>
                  </a:lnTo>
                  <a:lnTo>
                    <a:pt x="103921" y="1615"/>
                  </a:lnTo>
                  <a:lnTo>
                    <a:pt x="103921" y="3167"/>
                  </a:lnTo>
                  <a:lnTo>
                    <a:pt x="100112" y="3167"/>
                  </a:lnTo>
                  <a:lnTo>
                    <a:pt x="100112" y="1521"/>
                  </a:lnTo>
                  <a:cubicBezTo>
                    <a:pt x="100112" y="675"/>
                    <a:pt x="99438" y="1"/>
                    <a:pt x="98591" y="1"/>
                  </a:cubicBezTo>
                  <a:lnTo>
                    <a:pt x="98591" y="1"/>
                  </a:lnTo>
                  <a:lnTo>
                    <a:pt x="88403" y="1"/>
                  </a:lnTo>
                  <a:cubicBezTo>
                    <a:pt x="87870" y="1"/>
                    <a:pt x="87431" y="440"/>
                    <a:pt x="87463" y="988"/>
                  </a:cubicBezTo>
                  <a:lnTo>
                    <a:pt x="87463" y="988"/>
                  </a:lnTo>
                  <a:cubicBezTo>
                    <a:pt x="87494" y="1490"/>
                    <a:pt x="87949" y="1882"/>
                    <a:pt x="88466" y="1882"/>
                  </a:cubicBezTo>
                  <a:lnTo>
                    <a:pt x="88466" y="1882"/>
                  </a:lnTo>
                  <a:lnTo>
                    <a:pt x="92149" y="1882"/>
                  </a:lnTo>
                  <a:cubicBezTo>
                    <a:pt x="92964" y="1882"/>
                    <a:pt x="93638" y="2540"/>
                    <a:pt x="93638" y="3355"/>
                  </a:cubicBezTo>
                  <a:lnTo>
                    <a:pt x="93638" y="3355"/>
                  </a:lnTo>
                  <a:lnTo>
                    <a:pt x="93638" y="5785"/>
                  </a:lnTo>
                  <a:cubicBezTo>
                    <a:pt x="93638" y="5988"/>
                    <a:pt x="93466" y="6161"/>
                    <a:pt x="93247" y="6161"/>
                  </a:cubicBezTo>
                  <a:lnTo>
                    <a:pt x="93247" y="6161"/>
                  </a:lnTo>
                  <a:lnTo>
                    <a:pt x="88293" y="6161"/>
                  </a:lnTo>
                  <a:cubicBezTo>
                    <a:pt x="87839" y="6161"/>
                    <a:pt x="87463" y="6537"/>
                    <a:pt x="87463" y="6992"/>
                  </a:cubicBezTo>
                  <a:lnTo>
                    <a:pt x="87463" y="6992"/>
                  </a:lnTo>
                  <a:lnTo>
                    <a:pt x="87463" y="9468"/>
                  </a:lnTo>
                  <a:cubicBezTo>
                    <a:pt x="87463" y="10299"/>
                    <a:pt x="87823" y="11036"/>
                    <a:pt x="88403" y="11537"/>
                  </a:cubicBezTo>
                  <a:lnTo>
                    <a:pt x="88403" y="11537"/>
                  </a:lnTo>
                  <a:cubicBezTo>
                    <a:pt x="88388" y="11615"/>
                    <a:pt x="88388" y="11678"/>
                    <a:pt x="88372" y="11741"/>
                  </a:cubicBezTo>
                  <a:lnTo>
                    <a:pt x="88372" y="11741"/>
                  </a:lnTo>
                  <a:lnTo>
                    <a:pt x="85221" y="11741"/>
                  </a:lnTo>
                  <a:lnTo>
                    <a:pt x="85221" y="3512"/>
                  </a:lnTo>
                  <a:cubicBezTo>
                    <a:pt x="85221" y="2430"/>
                    <a:pt x="84359" y="1553"/>
                    <a:pt x="83278" y="1553"/>
                  </a:cubicBezTo>
                  <a:lnTo>
                    <a:pt x="83278" y="1553"/>
                  </a:lnTo>
                  <a:lnTo>
                    <a:pt x="46083" y="1553"/>
                  </a:lnTo>
                  <a:cubicBezTo>
                    <a:pt x="45017" y="1553"/>
                    <a:pt x="44139" y="2430"/>
                    <a:pt x="44139" y="3512"/>
                  </a:cubicBezTo>
                  <a:lnTo>
                    <a:pt x="44139" y="3512"/>
                  </a:lnTo>
                  <a:lnTo>
                    <a:pt x="44139" y="10330"/>
                  </a:lnTo>
                  <a:lnTo>
                    <a:pt x="42211" y="10330"/>
                  </a:lnTo>
                  <a:lnTo>
                    <a:pt x="42211" y="3512"/>
                  </a:lnTo>
                  <a:cubicBezTo>
                    <a:pt x="42211" y="2430"/>
                    <a:pt x="41333" y="1553"/>
                    <a:pt x="40267" y="1553"/>
                  </a:cubicBezTo>
                  <a:lnTo>
                    <a:pt x="40267" y="1553"/>
                  </a:lnTo>
                  <a:lnTo>
                    <a:pt x="3072" y="1553"/>
                  </a:lnTo>
                  <a:cubicBezTo>
                    <a:pt x="2006" y="1553"/>
                    <a:pt x="1129" y="2430"/>
                    <a:pt x="1129" y="3512"/>
                  </a:cubicBezTo>
                  <a:lnTo>
                    <a:pt x="1129" y="3512"/>
                  </a:lnTo>
                  <a:lnTo>
                    <a:pt x="1129" y="10330"/>
                  </a:lnTo>
                  <a:lnTo>
                    <a:pt x="0" y="10330"/>
                  </a:lnTo>
                  <a:lnTo>
                    <a:pt x="0" y="11130"/>
                  </a:lnTo>
                  <a:lnTo>
                    <a:pt x="1129" y="11130"/>
                  </a:lnTo>
                  <a:lnTo>
                    <a:pt x="1129" y="12650"/>
                  </a:lnTo>
                  <a:lnTo>
                    <a:pt x="1865" y="12650"/>
                  </a:lnTo>
                  <a:cubicBezTo>
                    <a:pt x="1865" y="13481"/>
                    <a:pt x="2555" y="14170"/>
                    <a:pt x="3386" y="14170"/>
                  </a:cubicBezTo>
                  <a:lnTo>
                    <a:pt x="3386" y="14170"/>
                  </a:lnTo>
                  <a:cubicBezTo>
                    <a:pt x="4232" y="14170"/>
                    <a:pt x="4906" y="13481"/>
                    <a:pt x="4906" y="12650"/>
                  </a:cubicBezTo>
                  <a:lnTo>
                    <a:pt x="4906" y="12650"/>
                  </a:lnTo>
                  <a:lnTo>
                    <a:pt x="6113" y="12650"/>
                  </a:lnTo>
                  <a:cubicBezTo>
                    <a:pt x="6113" y="13481"/>
                    <a:pt x="6803" y="14170"/>
                    <a:pt x="7633" y="14170"/>
                  </a:cubicBezTo>
                  <a:lnTo>
                    <a:pt x="7633" y="14170"/>
                  </a:lnTo>
                  <a:cubicBezTo>
                    <a:pt x="8480" y="14170"/>
                    <a:pt x="9154" y="13481"/>
                    <a:pt x="9154" y="12650"/>
                  </a:cubicBezTo>
                  <a:lnTo>
                    <a:pt x="9154" y="12650"/>
                  </a:lnTo>
                  <a:lnTo>
                    <a:pt x="33966" y="12650"/>
                  </a:lnTo>
                  <a:cubicBezTo>
                    <a:pt x="33966" y="13481"/>
                    <a:pt x="34640" y="14170"/>
                    <a:pt x="35487" y="14170"/>
                  </a:cubicBezTo>
                  <a:lnTo>
                    <a:pt x="35487" y="14170"/>
                  </a:lnTo>
                  <a:cubicBezTo>
                    <a:pt x="36317" y="14170"/>
                    <a:pt x="37007" y="13481"/>
                    <a:pt x="37007" y="12650"/>
                  </a:cubicBezTo>
                  <a:lnTo>
                    <a:pt x="37007" y="12650"/>
                  </a:lnTo>
                  <a:lnTo>
                    <a:pt x="38198" y="12650"/>
                  </a:lnTo>
                  <a:cubicBezTo>
                    <a:pt x="38198" y="13481"/>
                    <a:pt x="38888" y="14170"/>
                    <a:pt x="39734" y="14170"/>
                  </a:cubicBezTo>
                  <a:lnTo>
                    <a:pt x="39734" y="14170"/>
                  </a:lnTo>
                  <a:cubicBezTo>
                    <a:pt x="40565" y="14170"/>
                    <a:pt x="41255" y="13481"/>
                    <a:pt x="41255" y="12650"/>
                  </a:cubicBezTo>
                  <a:lnTo>
                    <a:pt x="41255" y="12650"/>
                  </a:lnTo>
                  <a:lnTo>
                    <a:pt x="42211" y="12650"/>
                  </a:lnTo>
                  <a:lnTo>
                    <a:pt x="42211" y="11130"/>
                  </a:lnTo>
                  <a:lnTo>
                    <a:pt x="44139" y="11130"/>
                  </a:lnTo>
                  <a:lnTo>
                    <a:pt x="44139" y="12650"/>
                  </a:lnTo>
                  <a:lnTo>
                    <a:pt x="44876" y="12650"/>
                  </a:lnTo>
                  <a:cubicBezTo>
                    <a:pt x="44876" y="13481"/>
                    <a:pt x="45565" y="14170"/>
                    <a:pt x="46412" y="14170"/>
                  </a:cubicBezTo>
                  <a:lnTo>
                    <a:pt x="46412" y="14170"/>
                  </a:lnTo>
                  <a:cubicBezTo>
                    <a:pt x="47242" y="14170"/>
                    <a:pt x="47932" y="13481"/>
                    <a:pt x="47932" y="12650"/>
                  </a:cubicBezTo>
                  <a:lnTo>
                    <a:pt x="47932" y="12650"/>
                  </a:lnTo>
                  <a:lnTo>
                    <a:pt x="49123" y="12650"/>
                  </a:lnTo>
                  <a:cubicBezTo>
                    <a:pt x="49123" y="13481"/>
                    <a:pt x="49813" y="14170"/>
                    <a:pt x="50644" y="14170"/>
                  </a:cubicBezTo>
                  <a:lnTo>
                    <a:pt x="50644" y="14170"/>
                  </a:lnTo>
                  <a:cubicBezTo>
                    <a:pt x="51490" y="14170"/>
                    <a:pt x="52164" y="13481"/>
                    <a:pt x="52164" y="12650"/>
                  </a:cubicBezTo>
                  <a:lnTo>
                    <a:pt x="52164" y="12650"/>
                  </a:lnTo>
                  <a:lnTo>
                    <a:pt x="76977" y="12650"/>
                  </a:lnTo>
                  <a:cubicBezTo>
                    <a:pt x="76977" y="13481"/>
                    <a:pt x="77651" y="14170"/>
                    <a:pt x="78497" y="14170"/>
                  </a:cubicBezTo>
                  <a:lnTo>
                    <a:pt x="78497" y="14170"/>
                  </a:lnTo>
                  <a:cubicBezTo>
                    <a:pt x="79343" y="14170"/>
                    <a:pt x="80017" y="13481"/>
                    <a:pt x="80017" y="12650"/>
                  </a:cubicBezTo>
                  <a:lnTo>
                    <a:pt x="80017" y="12650"/>
                  </a:lnTo>
                  <a:lnTo>
                    <a:pt x="81224" y="12650"/>
                  </a:lnTo>
                  <a:cubicBezTo>
                    <a:pt x="81224" y="13481"/>
                    <a:pt x="81898" y="14170"/>
                    <a:pt x="82745" y="14170"/>
                  </a:cubicBezTo>
                  <a:lnTo>
                    <a:pt x="82745" y="14170"/>
                  </a:lnTo>
                  <a:cubicBezTo>
                    <a:pt x="83575" y="14170"/>
                    <a:pt x="84265" y="13481"/>
                    <a:pt x="84265" y="12650"/>
                  </a:cubicBezTo>
                  <a:lnTo>
                    <a:pt x="84265" y="12650"/>
                  </a:lnTo>
                  <a:lnTo>
                    <a:pt x="88497" y="12650"/>
                  </a:lnTo>
                  <a:cubicBezTo>
                    <a:pt x="88811" y="13528"/>
                    <a:pt x="89657" y="14170"/>
                    <a:pt x="90645" y="14170"/>
                  </a:cubicBezTo>
                  <a:lnTo>
                    <a:pt x="90645" y="14170"/>
                  </a:lnTo>
                  <a:cubicBezTo>
                    <a:pt x="91789" y="14170"/>
                    <a:pt x="92729" y="13340"/>
                    <a:pt x="92902" y="12258"/>
                  </a:cubicBezTo>
                  <a:lnTo>
                    <a:pt x="92902" y="12258"/>
                  </a:lnTo>
                  <a:lnTo>
                    <a:pt x="94939" y="12258"/>
                  </a:lnTo>
                  <a:cubicBezTo>
                    <a:pt x="95174" y="13340"/>
                    <a:pt x="96146" y="14170"/>
                    <a:pt x="97322" y="14170"/>
                  </a:cubicBezTo>
                  <a:lnTo>
                    <a:pt x="97322" y="14170"/>
                  </a:lnTo>
                  <a:cubicBezTo>
                    <a:pt x="98482" y="14170"/>
                    <a:pt x="99454" y="13340"/>
                    <a:pt x="99704" y="12258"/>
                  </a:cubicBezTo>
                  <a:lnTo>
                    <a:pt x="99704" y="12258"/>
                  </a:lnTo>
                  <a:lnTo>
                    <a:pt x="100535" y="12258"/>
                  </a:lnTo>
                  <a:cubicBezTo>
                    <a:pt x="100770" y="13340"/>
                    <a:pt x="101758" y="14170"/>
                    <a:pt x="102918" y="14170"/>
                  </a:cubicBezTo>
                  <a:lnTo>
                    <a:pt x="102918" y="14170"/>
                  </a:lnTo>
                  <a:cubicBezTo>
                    <a:pt x="104093" y="14170"/>
                    <a:pt x="105065" y="13340"/>
                    <a:pt x="105300" y="12258"/>
                  </a:cubicBezTo>
                  <a:lnTo>
                    <a:pt x="105300" y="12258"/>
                  </a:lnTo>
                  <a:lnTo>
                    <a:pt x="106601" y="12258"/>
                  </a:lnTo>
                  <a:cubicBezTo>
                    <a:pt x="106836" y="13340"/>
                    <a:pt x="107808" y="14170"/>
                    <a:pt x="108984" y="14170"/>
                  </a:cubicBezTo>
                  <a:lnTo>
                    <a:pt x="108984" y="14170"/>
                  </a:lnTo>
                  <a:cubicBezTo>
                    <a:pt x="110143" y="14170"/>
                    <a:pt x="111115" y="13340"/>
                    <a:pt x="111366" y="12258"/>
                  </a:cubicBezTo>
                  <a:lnTo>
                    <a:pt x="111366" y="12258"/>
                  </a:lnTo>
                  <a:lnTo>
                    <a:pt x="112197" y="12258"/>
                  </a:lnTo>
                  <a:cubicBezTo>
                    <a:pt x="112448" y="13340"/>
                    <a:pt x="113419" y="14170"/>
                    <a:pt x="114579" y="14170"/>
                  </a:cubicBezTo>
                  <a:lnTo>
                    <a:pt x="114579" y="14170"/>
                  </a:lnTo>
                  <a:cubicBezTo>
                    <a:pt x="115755" y="14170"/>
                    <a:pt x="116727" y="13340"/>
                    <a:pt x="116962" y="12258"/>
                  </a:cubicBezTo>
                  <a:lnTo>
                    <a:pt x="116962" y="12258"/>
                  </a:lnTo>
                  <a:lnTo>
                    <a:pt x="117244" y="12258"/>
                  </a:lnTo>
                  <a:cubicBezTo>
                    <a:pt x="117056" y="12525"/>
                    <a:pt x="116977" y="12854"/>
                    <a:pt x="117056" y="13230"/>
                  </a:cubicBezTo>
                  <a:lnTo>
                    <a:pt x="117056" y="13230"/>
                  </a:lnTo>
                  <a:cubicBezTo>
                    <a:pt x="117166" y="13684"/>
                    <a:pt x="117542" y="14061"/>
                    <a:pt x="118012" y="14139"/>
                  </a:cubicBezTo>
                  <a:lnTo>
                    <a:pt x="118012" y="14139"/>
                  </a:lnTo>
                  <a:cubicBezTo>
                    <a:pt x="118655" y="14264"/>
                    <a:pt x="119219" y="13888"/>
                    <a:pt x="119391" y="13324"/>
                  </a:cubicBezTo>
                  <a:lnTo>
                    <a:pt x="119391" y="13324"/>
                  </a:lnTo>
                  <a:cubicBezTo>
                    <a:pt x="122369" y="13308"/>
                    <a:pt x="123028" y="12556"/>
                    <a:pt x="123028" y="12556"/>
                  </a:cubicBezTo>
                  <a:lnTo>
                    <a:pt x="123028" y="12556"/>
                  </a:lnTo>
                  <a:lnTo>
                    <a:pt x="119783" y="9108"/>
                  </a:lnTo>
                  <a:lnTo>
                    <a:pt x="118749" y="9108"/>
                  </a:lnTo>
                  <a:cubicBezTo>
                    <a:pt x="120128" y="8841"/>
                    <a:pt x="121178" y="7619"/>
                    <a:pt x="121178" y="6161"/>
                  </a:cubicBezTo>
                  <a:lnTo>
                    <a:pt x="121178" y="6161"/>
                  </a:lnTo>
                  <a:cubicBezTo>
                    <a:pt x="121178" y="5330"/>
                    <a:pt x="120849" y="4578"/>
                    <a:pt x="120300" y="4045"/>
                  </a:cubicBezTo>
                  <a:lnTo>
                    <a:pt x="120300" y="4045"/>
                  </a:lnTo>
                  <a:cubicBezTo>
                    <a:pt x="119752" y="3496"/>
                    <a:pt x="118999" y="3167"/>
                    <a:pt x="118184" y="3167"/>
                  </a:cubicBezTo>
                  <a:lnTo>
                    <a:pt x="118184" y="3167"/>
                  </a:lnTo>
                  <a:lnTo>
                    <a:pt x="116068" y="3167"/>
                  </a:lnTo>
                  <a:lnTo>
                    <a:pt x="116068" y="1239"/>
                  </a:lnTo>
                  <a:lnTo>
                    <a:pt x="116601" y="1239"/>
                  </a:lnTo>
                  <a:lnTo>
                    <a:pt x="116601" y="1"/>
                  </a:lnTo>
                  <a:close/>
                  <a:moveTo>
                    <a:pt x="58214" y="11130"/>
                  </a:moveTo>
                  <a:lnTo>
                    <a:pt x="71146" y="11130"/>
                  </a:lnTo>
                  <a:lnTo>
                    <a:pt x="71146" y="11741"/>
                  </a:lnTo>
                  <a:lnTo>
                    <a:pt x="58214" y="11741"/>
                  </a:lnTo>
                  <a:close/>
                  <a:moveTo>
                    <a:pt x="15204" y="11130"/>
                  </a:moveTo>
                  <a:lnTo>
                    <a:pt x="28135" y="11130"/>
                  </a:lnTo>
                  <a:lnTo>
                    <a:pt x="28135" y="11741"/>
                  </a:lnTo>
                  <a:lnTo>
                    <a:pt x="15204" y="1174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30"/>
            <p:cNvSpPr/>
            <p:nvPr/>
          </p:nvSpPr>
          <p:spPr>
            <a:xfrm>
              <a:off x="6345450" y="3293600"/>
              <a:ext cx="84275" cy="84275"/>
            </a:xfrm>
            <a:custGeom>
              <a:avLst/>
              <a:gdLst/>
              <a:ahLst/>
              <a:cxnLst/>
              <a:rect l="l" t="t" r="r" b="b"/>
              <a:pathLst>
                <a:path w="3371" h="3371" extrusionOk="0">
                  <a:moveTo>
                    <a:pt x="1050" y="0"/>
                  </a:moveTo>
                  <a:cubicBezTo>
                    <a:pt x="470" y="0"/>
                    <a:pt x="0" y="470"/>
                    <a:pt x="0" y="1050"/>
                  </a:cubicBezTo>
                  <a:lnTo>
                    <a:pt x="0" y="2320"/>
                  </a:lnTo>
                  <a:cubicBezTo>
                    <a:pt x="0" y="2900"/>
                    <a:pt x="470" y="3370"/>
                    <a:pt x="1050" y="3370"/>
                  </a:cubicBezTo>
                  <a:lnTo>
                    <a:pt x="2320" y="3370"/>
                  </a:lnTo>
                  <a:cubicBezTo>
                    <a:pt x="2900" y="3370"/>
                    <a:pt x="3370" y="2900"/>
                    <a:pt x="3370" y="2320"/>
                  </a:cubicBezTo>
                  <a:lnTo>
                    <a:pt x="3370" y="1050"/>
                  </a:lnTo>
                  <a:cubicBezTo>
                    <a:pt x="3370" y="470"/>
                    <a:pt x="2900" y="0"/>
                    <a:pt x="23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30"/>
            <p:cNvSpPr/>
            <p:nvPr/>
          </p:nvSpPr>
          <p:spPr>
            <a:xfrm>
              <a:off x="5924600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50" y="1"/>
                  </a:moveTo>
                  <a:cubicBezTo>
                    <a:pt x="470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0" y="2822"/>
                    <a:pt x="1050" y="2822"/>
                  </a:cubicBezTo>
                  <a:lnTo>
                    <a:pt x="1944" y="2822"/>
                  </a:lnTo>
                  <a:cubicBezTo>
                    <a:pt x="2508" y="2822"/>
                    <a:pt x="2978" y="2368"/>
                    <a:pt x="2978" y="1788"/>
                  </a:cubicBezTo>
                  <a:lnTo>
                    <a:pt x="2978" y="1051"/>
                  </a:lnTo>
                  <a:cubicBezTo>
                    <a:pt x="2978" y="471"/>
                    <a:pt x="2508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30"/>
            <p:cNvSpPr/>
            <p:nvPr/>
          </p:nvSpPr>
          <p:spPr>
            <a:xfrm>
              <a:off x="58121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55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55" y="2822"/>
                    <a:pt x="1035" y="2822"/>
                  </a:cubicBezTo>
                  <a:lnTo>
                    <a:pt x="1928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30"/>
            <p:cNvSpPr/>
            <p:nvPr/>
          </p:nvSpPr>
          <p:spPr>
            <a:xfrm>
              <a:off x="570357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30"/>
            <p:cNvSpPr/>
            <p:nvPr/>
          </p:nvSpPr>
          <p:spPr>
            <a:xfrm>
              <a:off x="55954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55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55" y="2822"/>
                    <a:pt x="1035" y="2822"/>
                  </a:cubicBezTo>
                  <a:lnTo>
                    <a:pt x="1929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30"/>
            <p:cNvSpPr/>
            <p:nvPr/>
          </p:nvSpPr>
          <p:spPr>
            <a:xfrm>
              <a:off x="548687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09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9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30"/>
            <p:cNvSpPr/>
            <p:nvPr/>
          </p:nvSpPr>
          <p:spPr>
            <a:xfrm>
              <a:off x="5378350" y="3351575"/>
              <a:ext cx="74850" cy="70575"/>
            </a:xfrm>
            <a:custGeom>
              <a:avLst/>
              <a:gdLst/>
              <a:ahLst/>
              <a:cxnLst/>
              <a:rect l="l" t="t" r="r" b="b"/>
              <a:pathLst>
                <a:path w="2994" h="2823" extrusionOk="0">
                  <a:moveTo>
                    <a:pt x="1050" y="1"/>
                  </a:moveTo>
                  <a:cubicBezTo>
                    <a:pt x="470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0" y="2822"/>
                    <a:pt x="1050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30"/>
            <p:cNvSpPr/>
            <p:nvPr/>
          </p:nvSpPr>
          <p:spPr>
            <a:xfrm>
              <a:off x="5270175" y="3351575"/>
              <a:ext cx="74500" cy="70575"/>
            </a:xfrm>
            <a:custGeom>
              <a:avLst/>
              <a:gdLst/>
              <a:ahLst/>
              <a:cxnLst/>
              <a:rect l="l" t="t" r="r" b="b"/>
              <a:pathLst>
                <a:path w="2980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5" y="2822"/>
                  </a:lnTo>
                  <a:cubicBezTo>
                    <a:pt x="2509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9" y="1"/>
                    <a:pt x="19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30"/>
            <p:cNvSpPr/>
            <p:nvPr/>
          </p:nvSpPr>
          <p:spPr>
            <a:xfrm>
              <a:off x="5161650" y="3351575"/>
              <a:ext cx="74850" cy="70575"/>
            </a:xfrm>
            <a:custGeom>
              <a:avLst/>
              <a:gdLst/>
              <a:ahLst/>
              <a:cxnLst/>
              <a:rect l="l" t="t" r="r" b="b"/>
              <a:pathLst>
                <a:path w="2994" h="2823" extrusionOk="0">
                  <a:moveTo>
                    <a:pt x="1050" y="1"/>
                  </a:moveTo>
                  <a:cubicBezTo>
                    <a:pt x="470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0" y="2822"/>
                    <a:pt x="1050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30"/>
            <p:cNvSpPr/>
            <p:nvPr/>
          </p:nvSpPr>
          <p:spPr>
            <a:xfrm>
              <a:off x="48493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35" y="2822"/>
                  </a:cubicBezTo>
                  <a:lnTo>
                    <a:pt x="1929" y="2822"/>
                  </a:lnTo>
                  <a:cubicBezTo>
                    <a:pt x="2509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9" y="1"/>
                    <a:pt x="19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30"/>
            <p:cNvSpPr/>
            <p:nvPr/>
          </p:nvSpPr>
          <p:spPr>
            <a:xfrm>
              <a:off x="47364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extrusionOk="0">
                  <a:moveTo>
                    <a:pt x="1051" y="1"/>
                  </a:moveTo>
                  <a:cubicBezTo>
                    <a:pt x="471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30"/>
            <p:cNvSpPr/>
            <p:nvPr/>
          </p:nvSpPr>
          <p:spPr>
            <a:xfrm>
              <a:off x="46283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51" y="1"/>
                  </a:moveTo>
                  <a:cubicBezTo>
                    <a:pt x="471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08" y="2822"/>
                    <a:pt x="2978" y="2368"/>
                    <a:pt x="2978" y="1788"/>
                  </a:cubicBezTo>
                  <a:lnTo>
                    <a:pt x="2978" y="1051"/>
                  </a:lnTo>
                  <a:cubicBezTo>
                    <a:pt x="2978" y="471"/>
                    <a:pt x="2508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30"/>
            <p:cNvSpPr/>
            <p:nvPr/>
          </p:nvSpPr>
          <p:spPr>
            <a:xfrm>
              <a:off x="45197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30"/>
            <p:cNvSpPr/>
            <p:nvPr/>
          </p:nvSpPr>
          <p:spPr>
            <a:xfrm>
              <a:off x="44116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71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1" y="2822"/>
                    <a:pt x="1035" y="2822"/>
                  </a:cubicBezTo>
                  <a:lnTo>
                    <a:pt x="1928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30"/>
            <p:cNvSpPr/>
            <p:nvPr/>
          </p:nvSpPr>
          <p:spPr>
            <a:xfrm>
              <a:off x="43030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30"/>
            <p:cNvSpPr/>
            <p:nvPr/>
          </p:nvSpPr>
          <p:spPr>
            <a:xfrm>
              <a:off x="41949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35" y="2822"/>
                  </a:cubicBezTo>
                  <a:lnTo>
                    <a:pt x="1928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30"/>
            <p:cNvSpPr/>
            <p:nvPr/>
          </p:nvSpPr>
          <p:spPr>
            <a:xfrm>
              <a:off x="40863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5" y="2368"/>
                    <a:pt x="2995" y="1788"/>
                  </a:cubicBezTo>
                  <a:lnTo>
                    <a:pt x="2995" y="1051"/>
                  </a:lnTo>
                  <a:cubicBezTo>
                    <a:pt x="2995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30"/>
            <p:cNvSpPr/>
            <p:nvPr/>
          </p:nvSpPr>
          <p:spPr>
            <a:xfrm>
              <a:off x="4570325" y="2631750"/>
              <a:ext cx="2293575" cy="582700"/>
            </a:xfrm>
            <a:custGeom>
              <a:avLst/>
              <a:gdLst/>
              <a:ahLst/>
              <a:cxnLst/>
              <a:rect l="l" t="t" r="r" b="b"/>
              <a:pathLst>
                <a:path w="91743" h="23308" extrusionOk="0">
                  <a:moveTo>
                    <a:pt x="23857" y="188"/>
                  </a:moveTo>
                  <a:cubicBezTo>
                    <a:pt x="21694" y="658"/>
                    <a:pt x="19813" y="1944"/>
                    <a:pt x="17854" y="2947"/>
                  </a:cubicBezTo>
                  <a:lnTo>
                    <a:pt x="17854" y="2947"/>
                  </a:lnTo>
                  <a:cubicBezTo>
                    <a:pt x="15001" y="4420"/>
                    <a:pt x="11835" y="5376"/>
                    <a:pt x="8637" y="5282"/>
                  </a:cubicBezTo>
                  <a:lnTo>
                    <a:pt x="8637" y="5282"/>
                  </a:lnTo>
                  <a:cubicBezTo>
                    <a:pt x="5440" y="5204"/>
                    <a:pt x="2211" y="4013"/>
                    <a:pt x="1" y="1709"/>
                  </a:cubicBezTo>
                  <a:lnTo>
                    <a:pt x="1" y="1709"/>
                  </a:lnTo>
                  <a:cubicBezTo>
                    <a:pt x="251" y="3339"/>
                    <a:pt x="1458" y="4467"/>
                    <a:pt x="2963" y="5173"/>
                  </a:cubicBezTo>
                  <a:lnTo>
                    <a:pt x="2963" y="5173"/>
                  </a:lnTo>
                  <a:cubicBezTo>
                    <a:pt x="6082" y="6615"/>
                    <a:pt x="9672" y="7022"/>
                    <a:pt x="13026" y="6286"/>
                  </a:cubicBezTo>
                  <a:lnTo>
                    <a:pt x="13026" y="6286"/>
                  </a:lnTo>
                  <a:cubicBezTo>
                    <a:pt x="15910" y="5643"/>
                    <a:pt x="18559" y="4232"/>
                    <a:pt x="21365" y="3323"/>
                  </a:cubicBezTo>
                  <a:lnTo>
                    <a:pt x="21365" y="3323"/>
                  </a:lnTo>
                  <a:cubicBezTo>
                    <a:pt x="24170" y="2414"/>
                    <a:pt x="27384" y="2069"/>
                    <a:pt x="29954" y="3511"/>
                  </a:cubicBezTo>
                  <a:lnTo>
                    <a:pt x="29954" y="3511"/>
                  </a:lnTo>
                  <a:cubicBezTo>
                    <a:pt x="31804" y="4546"/>
                    <a:pt x="33058" y="6364"/>
                    <a:pt x="34735" y="7649"/>
                  </a:cubicBezTo>
                  <a:lnTo>
                    <a:pt x="34735" y="7649"/>
                  </a:lnTo>
                  <a:cubicBezTo>
                    <a:pt x="39108" y="11051"/>
                    <a:pt x="45440" y="10330"/>
                    <a:pt x="50629" y="8386"/>
                  </a:cubicBezTo>
                  <a:lnTo>
                    <a:pt x="50629" y="8386"/>
                  </a:lnTo>
                  <a:cubicBezTo>
                    <a:pt x="52274" y="7775"/>
                    <a:pt x="53905" y="7038"/>
                    <a:pt x="55644" y="6803"/>
                  </a:cubicBezTo>
                  <a:lnTo>
                    <a:pt x="55644" y="6803"/>
                  </a:lnTo>
                  <a:cubicBezTo>
                    <a:pt x="57384" y="6552"/>
                    <a:pt x="59312" y="6897"/>
                    <a:pt x="60550" y="8135"/>
                  </a:cubicBezTo>
                  <a:lnTo>
                    <a:pt x="60550" y="8135"/>
                  </a:lnTo>
                  <a:cubicBezTo>
                    <a:pt x="61851" y="9452"/>
                    <a:pt x="62149" y="11489"/>
                    <a:pt x="63340" y="12916"/>
                  </a:cubicBezTo>
                  <a:lnTo>
                    <a:pt x="63340" y="12916"/>
                  </a:lnTo>
                  <a:cubicBezTo>
                    <a:pt x="64516" y="14326"/>
                    <a:pt x="66413" y="14922"/>
                    <a:pt x="68231" y="15126"/>
                  </a:cubicBezTo>
                  <a:lnTo>
                    <a:pt x="68231" y="15126"/>
                  </a:lnTo>
                  <a:cubicBezTo>
                    <a:pt x="73215" y="15690"/>
                    <a:pt x="76648" y="12571"/>
                    <a:pt x="81397" y="12383"/>
                  </a:cubicBezTo>
                  <a:lnTo>
                    <a:pt x="81397" y="12383"/>
                  </a:lnTo>
                  <a:cubicBezTo>
                    <a:pt x="83200" y="12305"/>
                    <a:pt x="85081" y="12712"/>
                    <a:pt x="86476" y="13841"/>
                  </a:cubicBezTo>
                  <a:lnTo>
                    <a:pt x="86476" y="13841"/>
                  </a:lnTo>
                  <a:cubicBezTo>
                    <a:pt x="87479" y="14656"/>
                    <a:pt x="88169" y="15800"/>
                    <a:pt x="88796" y="16944"/>
                  </a:cubicBezTo>
                  <a:lnTo>
                    <a:pt x="88796" y="16944"/>
                  </a:lnTo>
                  <a:cubicBezTo>
                    <a:pt x="89877" y="18935"/>
                    <a:pt x="90833" y="21051"/>
                    <a:pt x="91225" y="23292"/>
                  </a:cubicBezTo>
                  <a:lnTo>
                    <a:pt x="91225" y="23292"/>
                  </a:lnTo>
                  <a:lnTo>
                    <a:pt x="91398" y="23308"/>
                  </a:lnTo>
                  <a:cubicBezTo>
                    <a:pt x="91742" y="20048"/>
                    <a:pt x="91492" y="16631"/>
                    <a:pt x="89940" y="13747"/>
                  </a:cubicBezTo>
                  <a:lnTo>
                    <a:pt x="89940" y="13747"/>
                  </a:lnTo>
                  <a:cubicBezTo>
                    <a:pt x="88388" y="10862"/>
                    <a:pt x="85332" y="8637"/>
                    <a:pt x="82056" y="8746"/>
                  </a:cubicBezTo>
                  <a:lnTo>
                    <a:pt x="82056" y="8746"/>
                  </a:lnTo>
                  <a:cubicBezTo>
                    <a:pt x="79846" y="8809"/>
                    <a:pt x="77808" y="9891"/>
                    <a:pt x="75723" y="10643"/>
                  </a:cubicBezTo>
                  <a:lnTo>
                    <a:pt x="75723" y="10643"/>
                  </a:lnTo>
                  <a:cubicBezTo>
                    <a:pt x="73544" y="11411"/>
                    <a:pt x="71240" y="11819"/>
                    <a:pt x="68936" y="11850"/>
                  </a:cubicBezTo>
                  <a:lnTo>
                    <a:pt x="68936" y="11850"/>
                  </a:lnTo>
                  <a:cubicBezTo>
                    <a:pt x="67745" y="11881"/>
                    <a:pt x="66491" y="11787"/>
                    <a:pt x="65425" y="11223"/>
                  </a:cubicBezTo>
                  <a:lnTo>
                    <a:pt x="65425" y="11223"/>
                  </a:lnTo>
                  <a:cubicBezTo>
                    <a:pt x="63654" y="10314"/>
                    <a:pt x="62714" y="8370"/>
                    <a:pt x="61334" y="6944"/>
                  </a:cubicBezTo>
                  <a:lnTo>
                    <a:pt x="61334" y="6944"/>
                  </a:lnTo>
                  <a:cubicBezTo>
                    <a:pt x="57839" y="3370"/>
                    <a:pt x="51977" y="3574"/>
                    <a:pt x="47243" y="5188"/>
                  </a:cubicBezTo>
                  <a:lnTo>
                    <a:pt x="47243" y="5188"/>
                  </a:lnTo>
                  <a:cubicBezTo>
                    <a:pt x="45064" y="5925"/>
                    <a:pt x="42838" y="6913"/>
                    <a:pt x="40581" y="6521"/>
                  </a:cubicBezTo>
                  <a:lnTo>
                    <a:pt x="40581" y="6521"/>
                  </a:lnTo>
                  <a:cubicBezTo>
                    <a:pt x="39030" y="6239"/>
                    <a:pt x="37682" y="5345"/>
                    <a:pt x="36381" y="4452"/>
                  </a:cubicBezTo>
                  <a:lnTo>
                    <a:pt x="36381" y="4452"/>
                  </a:lnTo>
                  <a:cubicBezTo>
                    <a:pt x="33152" y="2273"/>
                    <a:pt x="29515" y="0"/>
                    <a:pt x="25738" y="0"/>
                  </a:cubicBezTo>
                  <a:lnTo>
                    <a:pt x="25738" y="0"/>
                  </a:lnTo>
                  <a:cubicBezTo>
                    <a:pt x="25111" y="0"/>
                    <a:pt x="24484" y="63"/>
                    <a:pt x="23857" y="188"/>
                  </a:cubicBezTo>
                </a:path>
              </a:pathLst>
            </a:custGeom>
            <a:solidFill>
              <a:srgbClr val="FFFFFF">
                <a:alpha val="41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37" name="Google Shape;1137;p30"/>
          <p:cNvSpPr/>
          <p:nvPr/>
        </p:nvSpPr>
        <p:spPr>
          <a:xfrm>
            <a:off x="4305025" y="3983225"/>
            <a:ext cx="4881800" cy="1188925"/>
          </a:xfrm>
          <a:custGeom>
            <a:avLst/>
            <a:gdLst/>
            <a:ahLst/>
            <a:cxnLst/>
            <a:rect l="l" t="t" r="r" b="b"/>
            <a:pathLst>
              <a:path w="195272" h="47557" extrusionOk="0">
                <a:moveTo>
                  <a:pt x="169456" y="6161"/>
                </a:moveTo>
                <a:cubicBezTo>
                  <a:pt x="153343" y="18559"/>
                  <a:pt x="158233" y="14907"/>
                  <a:pt x="149001" y="12290"/>
                </a:cubicBezTo>
                <a:lnTo>
                  <a:pt x="149001" y="12290"/>
                </a:lnTo>
                <a:cubicBezTo>
                  <a:pt x="139753" y="9688"/>
                  <a:pt x="141070" y="6020"/>
                  <a:pt x="130489" y="13340"/>
                </a:cubicBezTo>
                <a:lnTo>
                  <a:pt x="130489" y="13340"/>
                </a:lnTo>
                <a:cubicBezTo>
                  <a:pt x="125160" y="17023"/>
                  <a:pt x="118279" y="16318"/>
                  <a:pt x="111147" y="15628"/>
                </a:cubicBezTo>
                <a:lnTo>
                  <a:pt x="111147" y="15628"/>
                </a:lnTo>
                <a:cubicBezTo>
                  <a:pt x="104125" y="14938"/>
                  <a:pt x="96868" y="14233"/>
                  <a:pt x="90645" y="17760"/>
                </a:cubicBezTo>
                <a:lnTo>
                  <a:pt x="90645" y="17760"/>
                </a:lnTo>
                <a:cubicBezTo>
                  <a:pt x="78106" y="24829"/>
                  <a:pt x="65990" y="32980"/>
                  <a:pt x="62416" y="32494"/>
                </a:cubicBezTo>
                <a:lnTo>
                  <a:pt x="62416" y="32494"/>
                </a:lnTo>
                <a:cubicBezTo>
                  <a:pt x="29515" y="28058"/>
                  <a:pt x="1" y="47557"/>
                  <a:pt x="1" y="47557"/>
                </a:cubicBezTo>
                <a:lnTo>
                  <a:pt x="1" y="47557"/>
                </a:lnTo>
                <a:lnTo>
                  <a:pt x="195271" y="47557"/>
                </a:lnTo>
                <a:lnTo>
                  <a:pt x="195271" y="3935"/>
                </a:lnTo>
                <a:cubicBezTo>
                  <a:pt x="195271" y="3935"/>
                  <a:pt x="191525" y="1"/>
                  <a:pt x="184817" y="1"/>
                </a:cubicBezTo>
                <a:lnTo>
                  <a:pt x="184817" y="1"/>
                </a:lnTo>
                <a:cubicBezTo>
                  <a:pt x="180726" y="1"/>
                  <a:pt x="175553" y="1459"/>
                  <a:pt x="169456" y="616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38" name="Google Shape;1138;p30"/>
          <p:cNvGrpSpPr/>
          <p:nvPr/>
        </p:nvGrpSpPr>
        <p:grpSpPr>
          <a:xfrm>
            <a:off x="7524150" y="4407050"/>
            <a:ext cx="559600" cy="770400"/>
            <a:chOff x="7524150" y="4330850"/>
            <a:chExt cx="559600" cy="770400"/>
          </a:xfrm>
        </p:grpSpPr>
        <p:sp>
          <p:nvSpPr>
            <p:cNvPr id="1139" name="Google Shape;1139;p30"/>
            <p:cNvSpPr/>
            <p:nvPr/>
          </p:nvSpPr>
          <p:spPr>
            <a:xfrm>
              <a:off x="7684825" y="4330850"/>
              <a:ext cx="238275" cy="272750"/>
            </a:xfrm>
            <a:custGeom>
              <a:avLst/>
              <a:gdLst/>
              <a:ahLst/>
              <a:cxnLst/>
              <a:rect l="l" t="t" r="r" b="b"/>
              <a:pathLst>
                <a:path w="9531" h="10910" extrusionOk="0">
                  <a:moveTo>
                    <a:pt x="4765" y="0"/>
                  </a:moveTo>
                  <a:cubicBezTo>
                    <a:pt x="4765" y="0"/>
                    <a:pt x="3527" y="9843"/>
                    <a:pt x="0" y="9843"/>
                  </a:cubicBezTo>
                  <a:cubicBezTo>
                    <a:pt x="0" y="9843"/>
                    <a:pt x="1850" y="10909"/>
                    <a:pt x="4765" y="10909"/>
                  </a:cubicBezTo>
                  <a:cubicBezTo>
                    <a:pt x="7680" y="10909"/>
                    <a:pt x="9530" y="9843"/>
                    <a:pt x="9530" y="9843"/>
                  </a:cubicBezTo>
                  <a:cubicBezTo>
                    <a:pt x="5988" y="9843"/>
                    <a:pt x="4765" y="0"/>
                    <a:pt x="47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30"/>
            <p:cNvSpPr/>
            <p:nvPr/>
          </p:nvSpPr>
          <p:spPr>
            <a:xfrm>
              <a:off x="7633475" y="4508750"/>
              <a:ext cx="340950" cy="244925"/>
            </a:xfrm>
            <a:custGeom>
              <a:avLst/>
              <a:gdLst/>
              <a:ahLst/>
              <a:cxnLst/>
              <a:rect l="l" t="t" r="r" b="b"/>
              <a:pathLst>
                <a:path w="13638" h="9797" extrusionOk="0">
                  <a:moveTo>
                    <a:pt x="6819" y="0"/>
                  </a:moveTo>
                  <a:cubicBezTo>
                    <a:pt x="6819" y="0"/>
                    <a:pt x="4640" y="7665"/>
                    <a:pt x="1" y="7665"/>
                  </a:cubicBezTo>
                  <a:cubicBezTo>
                    <a:pt x="1" y="7665"/>
                    <a:pt x="2728" y="9797"/>
                    <a:pt x="6819" y="9797"/>
                  </a:cubicBezTo>
                  <a:cubicBezTo>
                    <a:pt x="10910" y="9797"/>
                    <a:pt x="13637" y="7665"/>
                    <a:pt x="13637" y="7665"/>
                  </a:cubicBezTo>
                  <a:cubicBezTo>
                    <a:pt x="8998" y="7665"/>
                    <a:pt x="6819" y="0"/>
                    <a:pt x="68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30"/>
            <p:cNvSpPr/>
            <p:nvPr/>
          </p:nvSpPr>
          <p:spPr>
            <a:xfrm>
              <a:off x="7599775" y="4588300"/>
              <a:ext cx="408350" cy="293525"/>
            </a:xfrm>
            <a:custGeom>
              <a:avLst/>
              <a:gdLst/>
              <a:ahLst/>
              <a:cxnLst/>
              <a:rect l="l" t="t" r="r" b="b"/>
              <a:pathLst>
                <a:path w="16334" h="11741" extrusionOk="0">
                  <a:moveTo>
                    <a:pt x="8167" y="0"/>
                  </a:moveTo>
                  <a:cubicBezTo>
                    <a:pt x="8167" y="0"/>
                    <a:pt x="5549" y="9185"/>
                    <a:pt x="1" y="9185"/>
                  </a:cubicBezTo>
                  <a:cubicBezTo>
                    <a:pt x="1" y="9185"/>
                    <a:pt x="3261" y="11740"/>
                    <a:pt x="8167" y="11740"/>
                  </a:cubicBezTo>
                  <a:cubicBezTo>
                    <a:pt x="13073" y="11740"/>
                    <a:pt x="16333" y="9185"/>
                    <a:pt x="16333" y="9185"/>
                  </a:cubicBezTo>
                  <a:cubicBezTo>
                    <a:pt x="10785" y="9185"/>
                    <a:pt x="8167" y="0"/>
                    <a:pt x="81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30"/>
            <p:cNvSpPr/>
            <p:nvPr/>
          </p:nvSpPr>
          <p:spPr>
            <a:xfrm>
              <a:off x="7524150" y="4699175"/>
              <a:ext cx="559600" cy="402075"/>
            </a:xfrm>
            <a:custGeom>
              <a:avLst/>
              <a:gdLst/>
              <a:ahLst/>
              <a:cxnLst/>
              <a:rect l="l" t="t" r="r" b="b"/>
              <a:pathLst>
                <a:path w="22384" h="16083" extrusionOk="0">
                  <a:moveTo>
                    <a:pt x="11192" y="1"/>
                  </a:moveTo>
                  <a:cubicBezTo>
                    <a:pt x="11192" y="1"/>
                    <a:pt x="7603" y="12587"/>
                    <a:pt x="1" y="12587"/>
                  </a:cubicBezTo>
                  <a:cubicBezTo>
                    <a:pt x="1" y="12587"/>
                    <a:pt x="4468" y="16083"/>
                    <a:pt x="11192" y="16083"/>
                  </a:cubicBezTo>
                  <a:cubicBezTo>
                    <a:pt x="17916" y="16083"/>
                    <a:pt x="22384" y="12587"/>
                    <a:pt x="22384" y="12587"/>
                  </a:cubicBezTo>
                  <a:cubicBezTo>
                    <a:pt x="14781" y="12587"/>
                    <a:pt x="11192" y="1"/>
                    <a:pt x="111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3" name="Google Shape;1143;p30"/>
          <p:cNvGrpSpPr/>
          <p:nvPr/>
        </p:nvGrpSpPr>
        <p:grpSpPr>
          <a:xfrm>
            <a:off x="5354825" y="4641375"/>
            <a:ext cx="389150" cy="536075"/>
            <a:chOff x="5354825" y="4565175"/>
            <a:chExt cx="389150" cy="536075"/>
          </a:xfrm>
        </p:grpSpPr>
        <p:sp>
          <p:nvSpPr>
            <p:cNvPr id="1144" name="Google Shape;1144;p30"/>
            <p:cNvSpPr/>
            <p:nvPr/>
          </p:nvSpPr>
          <p:spPr>
            <a:xfrm>
              <a:off x="5466500" y="4565175"/>
              <a:ext cx="165775" cy="189675"/>
            </a:xfrm>
            <a:custGeom>
              <a:avLst/>
              <a:gdLst/>
              <a:ahLst/>
              <a:cxnLst/>
              <a:rect l="l" t="t" r="r" b="b"/>
              <a:pathLst>
                <a:path w="6631" h="7587" extrusionOk="0">
                  <a:moveTo>
                    <a:pt x="3324" y="0"/>
                  </a:moveTo>
                  <a:cubicBezTo>
                    <a:pt x="3324" y="0"/>
                    <a:pt x="2462" y="6850"/>
                    <a:pt x="1" y="6850"/>
                  </a:cubicBezTo>
                  <a:cubicBezTo>
                    <a:pt x="1" y="6850"/>
                    <a:pt x="1286" y="7587"/>
                    <a:pt x="3324" y="7587"/>
                  </a:cubicBezTo>
                  <a:cubicBezTo>
                    <a:pt x="5346" y="7587"/>
                    <a:pt x="6631" y="6850"/>
                    <a:pt x="6631" y="6850"/>
                  </a:cubicBezTo>
                  <a:cubicBezTo>
                    <a:pt x="4170" y="6850"/>
                    <a:pt x="3324" y="0"/>
                    <a:pt x="33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45" name="Google Shape;1145;p30"/>
            <p:cNvGrpSpPr/>
            <p:nvPr/>
          </p:nvGrpSpPr>
          <p:grpSpPr>
            <a:xfrm>
              <a:off x="5354825" y="4689000"/>
              <a:ext cx="389150" cy="412250"/>
              <a:chOff x="5354825" y="4689000"/>
              <a:chExt cx="389150" cy="412250"/>
            </a:xfrm>
          </p:grpSpPr>
          <p:sp>
            <p:nvSpPr>
              <p:cNvPr id="1146" name="Google Shape;1146;p30"/>
              <p:cNvSpPr/>
              <p:nvPr/>
            </p:nvSpPr>
            <p:spPr>
              <a:xfrm>
                <a:off x="5430850" y="4689000"/>
                <a:ext cx="237100" cy="170475"/>
              </a:xfrm>
              <a:custGeom>
                <a:avLst/>
                <a:gdLst/>
                <a:ahLst/>
                <a:cxnLst/>
                <a:rect l="l" t="t" r="r" b="b"/>
                <a:pathLst>
                  <a:path w="9484" h="6819" extrusionOk="0">
                    <a:moveTo>
                      <a:pt x="4750" y="0"/>
                    </a:moveTo>
                    <a:cubicBezTo>
                      <a:pt x="4750" y="0"/>
                      <a:pt x="3229" y="5330"/>
                      <a:pt x="0" y="5330"/>
                    </a:cubicBezTo>
                    <a:cubicBezTo>
                      <a:pt x="0" y="5330"/>
                      <a:pt x="1897" y="6819"/>
                      <a:pt x="4750" y="6819"/>
                    </a:cubicBezTo>
                    <a:cubicBezTo>
                      <a:pt x="7587" y="6819"/>
                      <a:pt x="9483" y="5330"/>
                      <a:pt x="9483" y="5330"/>
                    </a:cubicBezTo>
                    <a:cubicBezTo>
                      <a:pt x="6270" y="5330"/>
                      <a:pt x="4750" y="0"/>
                      <a:pt x="475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30"/>
              <p:cNvSpPr/>
              <p:nvPr/>
            </p:nvSpPr>
            <p:spPr>
              <a:xfrm>
                <a:off x="5407325" y="4744250"/>
                <a:ext cx="284125" cy="204175"/>
              </a:xfrm>
              <a:custGeom>
                <a:avLst/>
                <a:gdLst/>
                <a:ahLst/>
                <a:cxnLst/>
                <a:rect l="l" t="t" r="r" b="b"/>
                <a:pathLst>
                  <a:path w="11365" h="8167" extrusionOk="0">
                    <a:moveTo>
                      <a:pt x="5691" y="0"/>
                    </a:moveTo>
                    <a:cubicBezTo>
                      <a:pt x="5691" y="0"/>
                      <a:pt x="3857" y="6396"/>
                      <a:pt x="1" y="6396"/>
                    </a:cubicBezTo>
                    <a:cubicBezTo>
                      <a:pt x="1" y="6396"/>
                      <a:pt x="2274" y="8167"/>
                      <a:pt x="5691" y="8167"/>
                    </a:cubicBezTo>
                    <a:cubicBezTo>
                      <a:pt x="9092" y="8167"/>
                      <a:pt x="11365" y="6396"/>
                      <a:pt x="11365" y="6396"/>
                    </a:cubicBezTo>
                    <a:cubicBezTo>
                      <a:pt x="7509" y="6396"/>
                      <a:pt x="5691" y="0"/>
                      <a:pt x="56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Google Shape;1148;p30"/>
              <p:cNvSpPr/>
              <p:nvPr/>
            </p:nvSpPr>
            <p:spPr>
              <a:xfrm>
                <a:off x="5354825" y="4821450"/>
                <a:ext cx="389150" cy="279800"/>
              </a:xfrm>
              <a:custGeom>
                <a:avLst/>
                <a:gdLst/>
                <a:ahLst/>
                <a:cxnLst/>
                <a:rect l="l" t="t" r="r" b="b"/>
                <a:pathLst>
                  <a:path w="15566" h="11192" extrusionOk="0">
                    <a:moveTo>
                      <a:pt x="7791" y="0"/>
                    </a:moveTo>
                    <a:cubicBezTo>
                      <a:pt x="7791" y="0"/>
                      <a:pt x="5283" y="8762"/>
                      <a:pt x="1" y="8762"/>
                    </a:cubicBezTo>
                    <a:cubicBezTo>
                      <a:pt x="1" y="8762"/>
                      <a:pt x="3104" y="11192"/>
                      <a:pt x="7791" y="11192"/>
                    </a:cubicBezTo>
                    <a:cubicBezTo>
                      <a:pt x="12462" y="11192"/>
                      <a:pt x="15565" y="8762"/>
                      <a:pt x="15565" y="8762"/>
                    </a:cubicBezTo>
                    <a:cubicBezTo>
                      <a:pt x="10283" y="8762"/>
                      <a:pt x="7791" y="0"/>
                      <a:pt x="77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49" name="Google Shape;1149;p30"/>
          <p:cNvGrpSpPr/>
          <p:nvPr/>
        </p:nvGrpSpPr>
        <p:grpSpPr>
          <a:xfrm>
            <a:off x="4219225" y="4407050"/>
            <a:ext cx="853900" cy="770400"/>
            <a:chOff x="4219225" y="4330850"/>
            <a:chExt cx="853900" cy="770400"/>
          </a:xfrm>
        </p:grpSpPr>
        <p:grpSp>
          <p:nvGrpSpPr>
            <p:cNvPr id="1150" name="Google Shape;1150;p30"/>
            <p:cNvGrpSpPr/>
            <p:nvPr/>
          </p:nvGrpSpPr>
          <p:grpSpPr>
            <a:xfrm>
              <a:off x="4295625" y="4330850"/>
              <a:ext cx="777500" cy="770400"/>
              <a:chOff x="4295625" y="4330850"/>
              <a:chExt cx="777500" cy="770400"/>
            </a:xfrm>
          </p:grpSpPr>
          <p:sp>
            <p:nvSpPr>
              <p:cNvPr id="1151" name="Google Shape;1151;p30"/>
              <p:cNvSpPr/>
              <p:nvPr/>
            </p:nvSpPr>
            <p:spPr>
              <a:xfrm>
                <a:off x="4603250" y="4588300"/>
                <a:ext cx="408325" cy="293525"/>
              </a:xfrm>
              <a:custGeom>
                <a:avLst/>
                <a:gdLst/>
                <a:ahLst/>
                <a:cxnLst/>
                <a:rect l="l" t="t" r="r" b="b"/>
                <a:pathLst>
                  <a:path w="16333" h="11741" extrusionOk="0">
                    <a:moveTo>
                      <a:pt x="8167" y="0"/>
                    </a:moveTo>
                    <a:cubicBezTo>
                      <a:pt x="8167" y="0"/>
                      <a:pt x="5549" y="9185"/>
                      <a:pt x="0" y="9185"/>
                    </a:cubicBezTo>
                    <a:cubicBezTo>
                      <a:pt x="0" y="9185"/>
                      <a:pt x="3260" y="11740"/>
                      <a:pt x="8167" y="11740"/>
                    </a:cubicBezTo>
                    <a:cubicBezTo>
                      <a:pt x="13073" y="11740"/>
                      <a:pt x="16333" y="9185"/>
                      <a:pt x="16333" y="9185"/>
                    </a:cubicBezTo>
                    <a:cubicBezTo>
                      <a:pt x="10784" y="9185"/>
                      <a:pt x="8167" y="0"/>
                      <a:pt x="816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52" name="Google Shape;1152;p30"/>
              <p:cNvGrpSpPr/>
              <p:nvPr/>
            </p:nvGrpSpPr>
            <p:grpSpPr>
              <a:xfrm>
                <a:off x="4295625" y="4330850"/>
                <a:ext cx="777500" cy="770400"/>
                <a:chOff x="4295625" y="4330850"/>
                <a:chExt cx="777500" cy="770400"/>
              </a:xfrm>
            </p:grpSpPr>
            <p:sp>
              <p:nvSpPr>
                <p:cNvPr id="1153" name="Google Shape;1153;p30"/>
                <p:cNvSpPr/>
                <p:nvPr/>
              </p:nvSpPr>
              <p:spPr>
                <a:xfrm>
                  <a:off x="4637325" y="4508750"/>
                  <a:ext cx="340550" cy="24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2" h="9797" extrusionOk="0">
                      <a:moveTo>
                        <a:pt x="6804" y="0"/>
                      </a:moveTo>
                      <a:cubicBezTo>
                        <a:pt x="6804" y="0"/>
                        <a:pt x="4625" y="7665"/>
                        <a:pt x="1" y="7665"/>
                      </a:cubicBezTo>
                      <a:cubicBezTo>
                        <a:pt x="1" y="7665"/>
                        <a:pt x="2713" y="9797"/>
                        <a:pt x="6804" y="9797"/>
                      </a:cubicBezTo>
                      <a:cubicBezTo>
                        <a:pt x="10895" y="9797"/>
                        <a:pt x="13622" y="7665"/>
                        <a:pt x="13622" y="7665"/>
                      </a:cubicBezTo>
                      <a:cubicBezTo>
                        <a:pt x="8998" y="7665"/>
                        <a:pt x="6804" y="0"/>
                        <a:pt x="680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4" name="Google Shape;1154;p30"/>
                <p:cNvSpPr/>
                <p:nvPr/>
              </p:nvSpPr>
              <p:spPr>
                <a:xfrm>
                  <a:off x="4330900" y="4565175"/>
                  <a:ext cx="166175" cy="189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47" h="7587" extrusionOk="0">
                      <a:moveTo>
                        <a:pt x="3323" y="0"/>
                      </a:moveTo>
                      <a:cubicBezTo>
                        <a:pt x="3323" y="0"/>
                        <a:pt x="2461" y="6850"/>
                        <a:pt x="1" y="6850"/>
                      </a:cubicBezTo>
                      <a:cubicBezTo>
                        <a:pt x="1" y="6850"/>
                        <a:pt x="1286" y="7587"/>
                        <a:pt x="3323" y="7587"/>
                      </a:cubicBezTo>
                      <a:cubicBezTo>
                        <a:pt x="5361" y="7587"/>
                        <a:pt x="6646" y="6850"/>
                        <a:pt x="6646" y="6850"/>
                      </a:cubicBezTo>
                      <a:cubicBezTo>
                        <a:pt x="4186" y="6850"/>
                        <a:pt x="3323" y="0"/>
                        <a:pt x="332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155" name="Google Shape;1155;p30"/>
                <p:cNvGrpSpPr/>
                <p:nvPr/>
              </p:nvGrpSpPr>
              <p:grpSpPr>
                <a:xfrm>
                  <a:off x="4295625" y="4330850"/>
                  <a:ext cx="777500" cy="770400"/>
                  <a:chOff x="4295625" y="4330850"/>
                  <a:chExt cx="777500" cy="770400"/>
                </a:xfrm>
              </p:grpSpPr>
              <p:sp>
                <p:nvSpPr>
                  <p:cNvPr id="1156" name="Google Shape;1156;p30"/>
                  <p:cNvSpPr/>
                  <p:nvPr/>
                </p:nvSpPr>
                <p:spPr>
                  <a:xfrm>
                    <a:off x="4688275" y="4330850"/>
                    <a:ext cx="238675" cy="2727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47" h="10910" extrusionOk="0">
                        <a:moveTo>
                          <a:pt x="4766" y="0"/>
                        </a:moveTo>
                        <a:cubicBezTo>
                          <a:pt x="4766" y="0"/>
                          <a:pt x="3543" y="9843"/>
                          <a:pt x="1" y="9843"/>
                        </a:cubicBezTo>
                        <a:cubicBezTo>
                          <a:pt x="1" y="9843"/>
                          <a:pt x="1850" y="10909"/>
                          <a:pt x="4766" y="10909"/>
                        </a:cubicBezTo>
                        <a:cubicBezTo>
                          <a:pt x="7697" y="10909"/>
                          <a:pt x="9546" y="9843"/>
                          <a:pt x="9546" y="9843"/>
                        </a:cubicBezTo>
                        <a:cubicBezTo>
                          <a:pt x="6004" y="9843"/>
                          <a:pt x="4766" y="0"/>
                          <a:pt x="4766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7" name="Google Shape;1157;p30"/>
                  <p:cNvSpPr/>
                  <p:nvPr/>
                </p:nvSpPr>
                <p:spPr>
                  <a:xfrm>
                    <a:off x="4513550" y="4699175"/>
                    <a:ext cx="559575" cy="402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383" h="16083" extrusionOk="0">
                        <a:moveTo>
                          <a:pt x="11192" y="1"/>
                        </a:moveTo>
                        <a:cubicBezTo>
                          <a:pt x="11192" y="1"/>
                          <a:pt x="7618" y="12587"/>
                          <a:pt x="0" y="12587"/>
                        </a:cubicBezTo>
                        <a:cubicBezTo>
                          <a:pt x="0" y="12587"/>
                          <a:pt x="4483" y="16083"/>
                          <a:pt x="11192" y="16083"/>
                        </a:cubicBezTo>
                        <a:cubicBezTo>
                          <a:pt x="17916" y="16083"/>
                          <a:pt x="22383" y="12587"/>
                          <a:pt x="22383" y="12587"/>
                        </a:cubicBezTo>
                        <a:cubicBezTo>
                          <a:pt x="14781" y="12587"/>
                          <a:pt x="11192" y="1"/>
                          <a:pt x="1119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8" name="Google Shape;1158;p30"/>
                  <p:cNvSpPr/>
                  <p:nvPr/>
                </p:nvSpPr>
                <p:spPr>
                  <a:xfrm>
                    <a:off x="4295625" y="4689000"/>
                    <a:ext cx="237100" cy="1704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484" h="6819" extrusionOk="0">
                        <a:moveTo>
                          <a:pt x="4734" y="0"/>
                        </a:moveTo>
                        <a:cubicBezTo>
                          <a:pt x="4734" y="0"/>
                          <a:pt x="3214" y="5330"/>
                          <a:pt x="1" y="5330"/>
                        </a:cubicBezTo>
                        <a:cubicBezTo>
                          <a:pt x="1" y="5330"/>
                          <a:pt x="1882" y="6819"/>
                          <a:pt x="4734" y="6819"/>
                        </a:cubicBezTo>
                        <a:cubicBezTo>
                          <a:pt x="7587" y="6819"/>
                          <a:pt x="9484" y="5330"/>
                          <a:pt x="9484" y="5330"/>
                        </a:cubicBezTo>
                        <a:cubicBezTo>
                          <a:pt x="6255" y="5330"/>
                          <a:pt x="4734" y="0"/>
                          <a:pt x="4734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1159" name="Google Shape;1159;p30"/>
            <p:cNvGrpSpPr/>
            <p:nvPr/>
          </p:nvGrpSpPr>
          <p:grpSpPr>
            <a:xfrm>
              <a:off x="4219225" y="4744250"/>
              <a:ext cx="389525" cy="357000"/>
              <a:chOff x="4219225" y="4744250"/>
              <a:chExt cx="389525" cy="357000"/>
            </a:xfrm>
          </p:grpSpPr>
          <p:sp>
            <p:nvSpPr>
              <p:cNvPr id="1160" name="Google Shape;1160;p30"/>
              <p:cNvSpPr/>
              <p:nvPr/>
            </p:nvSpPr>
            <p:spPr>
              <a:xfrm>
                <a:off x="4271725" y="4744250"/>
                <a:ext cx="284525" cy="204175"/>
              </a:xfrm>
              <a:custGeom>
                <a:avLst/>
                <a:gdLst/>
                <a:ahLst/>
                <a:cxnLst/>
                <a:rect l="l" t="t" r="r" b="b"/>
                <a:pathLst>
                  <a:path w="11381" h="8167" extrusionOk="0">
                    <a:moveTo>
                      <a:pt x="5690" y="0"/>
                    </a:moveTo>
                    <a:cubicBezTo>
                      <a:pt x="5690" y="0"/>
                      <a:pt x="3872" y="6396"/>
                      <a:pt x="1" y="6396"/>
                    </a:cubicBezTo>
                    <a:cubicBezTo>
                      <a:pt x="1" y="6396"/>
                      <a:pt x="2273" y="8167"/>
                      <a:pt x="5690" y="8167"/>
                    </a:cubicBezTo>
                    <a:cubicBezTo>
                      <a:pt x="9107" y="8167"/>
                      <a:pt x="11380" y="6396"/>
                      <a:pt x="11380" y="6396"/>
                    </a:cubicBezTo>
                    <a:cubicBezTo>
                      <a:pt x="7509" y="6396"/>
                      <a:pt x="5690" y="0"/>
                      <a:pt x="569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30"/>
              <p:cNvSpPr/>
              <p:nvPr/>
            </p:nvSpPr>
            <p:spPr>
              <a:xfrm>
                <a:off x="4219225" y="4821450"/>
                <a:ext cx="389525" cy="279800"/>
              </a:xfrm>
              <a:custGeom>
                <a:avLst/>
                <a:gdLst/>
                <a:ahLst/>
                <a:cxnLst/>
                <a:rect l="l" t="t" r="r" b="b"/>
                <a:pathLst>
                  <a:path w="15581" h="11192" extrusionOk="0">
                    <a:moveTo>
                      <a:pt x="7790" y="0"/>
                    </a:moveTo>
                    <a:cubicBezTo>
                      <a:pt x="7790" y="0"/>
                      <a:pt x="5298" y="8762"/>
                      <a:pt x="0" y="8762"/>
                    </a:cubicBezTo>
                    <a:cubicBezTo>
                      <a:pt x="0" y="8762"/>
                      <a:pt x="3120" y="11192"/>
                      <a:pt x="7790" y="11192"/>
                    </a:cubicBezTo>
                    <a:cubicBezTo>
                      <a:pt x="12461" y="11192"/>
                      <a:pt x="15581" y="8762"/>
                      <a:pt x="15581" y="8762"/>
                    </a:cubicBezTo>
                    <a:cubicBezTo>
                      <a:pt x="10283" y="8762"/>
                      <a:pt x="7790" y="0"/>
                      <a:pt x="779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30"/>
          <p:cNvGrpSpPr/>
          <p:nvPr/>
        </p:nvGrpSpPr>
        <p:grpSpPr>
          <a:xfrm>
            <a:off x="7974400" y="4641375"/>
            <a:ext cx="389125" cy="536075"/>
            <a:chOff x="7974400" y="4565175"/>
            <a:chExt cx="389125" cy="536075"/>
          </a:xfrm>
        </p:grpSpPr>
        <p:sp>
          <p:nvSpPr>
            <p:cNvPr id="1163" name="Google Shape;1163;p30"/>
            <p:cNvSpPr/>
            <p:nvPr/>
          </p:nvSpPr>
          <p:spPr>
            <a:xfrm>
              <a:off x="8086075" y="4565175"/>
              <a:ext cx="165775" cy="189675"/>
            </a:xfrm>
            <a:custGeom>
              <a:avLst/>
              <a:gdLst/>
              <a:ahLst/>
              <a:cxnLst/>
              <a:rect l="l" t="t" r="r" b="b"/>
              <a:pathLst>
                <a:path w="6631" h="7587" extrusionOk="0">
                  <a:moveTo>
                    <a:pt x="3308" y="0"/>
                  </a:moveTo>
                  <a:cubicBezTo>
                    <a:pt x="3308" y="0"/>
                    <a:pt x="2461" y="6850"/>
                    <a:pt x="1" y="6850"/>
                  </a:cubicBezTo>
                  <a:cubicBezTo>
                    <a:pt x="1" y="6850"/>
                    <a:pt x="1286" y="7587"/>
                    <a:pt x="3308" y="7587"/>
                  </a:cubicBezTo>
                  <a:cubicBezTo>
                    <a:pt x="5346" y="7587"/>
                    <a:pt x="6631" y="6850"/>
                    <a:pt x="6631" y="6850"/>
                  </a:cubicBezTo>
                  <a:cubicBezTo>
                    <a:pt x="4170" y="6850"/>
                    <a:pt x="3308" y="0"/>
                    <a:pt x="33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30"/>
            <p:cNvSpPr/>
            <p:nvPr/>
          </p:nvSpPr>
          <p:spPr>
            <a:xfrm>
              <a:off x="8050425" y="4689000"/>
              <a:ext cx="237100" cy="170475"/>
            </a:xfrm>
            <a:custGeom>
              <a:avLst/>
              <a:gdLst/>
              <a:ahLst/>
              <a:cxnLst/>
              <a:rect l="l" t="t" r="r" b="b"/>
              <a:pathLst>
                <a:path w="9484" h="6819" extrusionOk="0">
                  <a:moveTo>
                    <a:pt x="4734" y="0"/>
                  </a:moveTo>
                  <a:cubicBezTo>
                    <a:pt x="4734" y="0"/>
                    <a:pt x="3213" y="5330"/>
                    <a:pt x="0" y="5330"/>
                  </a:cubicBezTo>
                  <a:cubicBezTo>
                    <a:pt x="0" y="5330"/>
                    <a:pt x="1897" y="6819"/>
                    <a:pt x="4734" y="6819"/>
                  </a:cubicBezTo>
                  <a:cubicBezTo>
                    <a:pt x="7587" y="6819"/>
                    <a:pt x="9483" y="5330"/>
                    <a:pt x="9483" y="5330"/>
                  </a:cubicBezTo>
                  <a:cubicBezTo>
                    <a:pt x="6254" y="5330"/>
                    <a:pt x="4734" y="0"/>
                    <a:pt x="47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30"/>
            <p:cNvSpPr/>
            <p:nvPr/>
          </p:nvSpPr>
          <p:spPr>
            <a:xfrm>
              <a:off x="8026900" y="4744250"/>
              <a:ext cx="284125" cy="204175"/>
            </a:xfrm>
            <a:custGeom>
              <a:avLst/>
              <a:gdLst/>
              <a:ahLst/>
              <a:cxnLst/>
              <a:rect l="l" t="t" r="r" b="b"/>
              <a:pathLst>
                <a:path w="11365" h="8167" extrusionOk="0">
                  <a:moveTo>
                    <a:pt x="5675" y="0"/>
                  </a:moveTo>
                  <a:cubicBezTo>
                    <a:pt x="5675" y="0"/>
                    <a:pt x="3857" y="6396"/>
                    <a:pt x="1" y="6396"/>
                  </a:cubicBezTo>
                  <a:cubicBezTo>
                    <a:pt x="1" y="6396"/>
                    <a:pt x="2274" y="8167"/>
                    <a:pt x="5675" y="8167"/>
                  </a:cubicBezTo>
                  <a:cubicBezTo>
                    <a:pt x="9092" y="8167"/>
                    <a:pt x="11365" y="6396"/>
                    <a:pt x="11365" y="6396"/>
                  </a:cubicBezTo>
                  <a:cubicBezTo>
                    <a:pt x="7509" y="6396"/>
                    <a:pt x="5675" y="0"/>
                    <a:pt x="56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30"/>
            <p:cNvSpPr/>
            <p:nvPr/>
          </p:nvSpPr>
          <p:spPr>
            <a:xfrm>
              <a:off x="7974400" y="4821450"/>
              <a:ext cx="389125" cy="279800"/>
            </a:xfrm>
            <a:custGeom>
              <a:avLst/>
              <a:gdLst/>
              <a:ahLst/>
              <a:cxnLst/>
              <a:rect l="l" t="t" r="r" b="b"/>
              <a:pathLst>
                <a:path w="15565" h="11192" extrusionOk="0">
                  <a:moveTo>
                    <a:pt x="7775" y="0"/>
                  </a:moveTo>
                  <a:cubicBezTo>
                    <a:pt x="7775" y="0"/>
                    <a:pt x="5283" y="8762"/>
                    <a:pt x="0" y="8762"/>
                  </a:cubicBezTo>
                  <a:cubicBezTo>
                    <a:pt x="0" y="8762"/>
                    <a:pt x="3104" y="11192"/>
                    <a:pt x="7775" y="11192"/>
                  </a:cubicBezTo>
                  <a:cubicBezTo>
                    <a:pt x="12461" y="11192"/>
                    <a:pt x="15565" y="8762"/>
                    <a:pt x="15565" y="8762"/>
                  </a:cubicBezTo>
                  <a:cubicBezTo>
                    <a:pt x="10283" y="8762"/>
                    <a:pt x="7775" y="0"/>
                    <a:pt x="77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7" name="Google Shape;1167;p30"/>
          <p:cNvGrpSpPr/>
          <p:nvPr/>
        </p:nvGrpSpPr>
        <p:grpSpPr>
          <a:xfrm>
            <a:off x="6522575" y="4158200"/>
            <a:ext cx="724950" cy="1019250"/>
            <a:chOff x="6522575" y="4082000"/>
            <a:chExt cx="724950" cy="1019250"/>
          </a:xfrm>
        </p:grpSpPr>
        <p:sp>
          <p:nvSpPr>
            <p:cNvPr id="1168" name="Google Shape;1168;p30"/>
            <p:cNvSpPr/>
            <p:nvPr/>
          </p:nvSpPr>
          <p:spPr>
            <a:xfrm>
              <a:off x="6714575" y="4259900"/>
              <a:ext cx="340550" cy="244950"/>
            </a:xfrm>
            <a:custGeom>
              <a:avLst/>
              <a:gdLst/>
              <a:ahLst/>
              <a:cxnLst/>
              <a:rect l="l" t="t" r="r" b="b"/>
              <a:pathLst>
                <a:path w="13622" h="9798" extrusionOk="0">
                  <a:moveTo>
                    <a:pt x="6819" y="1"/>
                  </a:moveTo>
                  <a:cubicBezTo>
                    <a:pt x="6819" y="1"/>
                    <a:pt x="4624" y="7666"/>
                    <a:pt x="0" y="7666"/>
                  </a:cubicBezTo>
                  <a:cubicBezTo>
                    <a:pt x="0" y="7666"/>
                    <a:pt x="2728" y="9797"/>
                    <a:pt x="6819" y="9797"/>
                  </a:cubicBezTo>
                  <a:cubicBezTo>
                    <a:pt x="10910" y="9797"/>
                    <a:pt x="13621" y="7666"/>
                    <a:pt x="13621" y="7666"/>
                  </a:cubicBezTo>
                  <a:cubicBezTo>
                    <a:pt x="8998" y="7666"/>
                    <a:pt x="6819" y="1"/>
                    <a:pt x="68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69" name="Google Shape;1169;p30"/>
            <p:cNvGrpSpPr/>
            <p:nvPr/>
          </p:nvGrpSpPr>
          <p:grpSpPr>
            <a:xfrm>
              <a:off x="6522575" y="4082000"/>
              <a:ext cx="724950" cy="1019250"/>
              <a:chOff x="6522575" y="4082000"/>
              <a:chExt cx="724950" cy="1019250"/>
            </a:xfrm>
          </p:grpSpPr>
          <p:sp>
            <p:nvSpPr>
              <p:cNvPr id="1170" name="Google Shape;1170;p30"/>
              <p:cNvSpPr/>
              <p:nvPr/>
            </p:nvSpPr>
            <p:spPr>
              <a:xfrm>
                <a:off x="6765900" y="4082000"/>
                <a:ext cx="238275" cy="272775"/>
              </a:xfrm>
              <a:custGeom>
                <a:avLst/>
                <a:gdLst/>
                <a:ahLst/>
                <a:cxnLst/>
                <a:rect l="l" t="t" r="r" b="b"/>
                <a:pathLst>
                  <a:path w="9531" h="10911" extrusionOk="0">
                    <a:moveTo>
                      <a:pt x="4766" y="1"/>
                    </a:moveTo>
                    <a:cubicBezTo>
                      <a:pt x="4766" y="1"/>
                      <a:pt x="3527" y="9829"/>
                      <a:pt x="1" y="9829"/>
                    </a:cubicBezTo>
                    <a:cubicBezTo>
                      <a:pt x="1" y="9829"/>
                      <a:pt x="1835" y="10910"/>
                      <a:pt x="4766" y="10910"/>
                    </a:cubicBezTo>
                    <a:cubicBezTo>
                      <a:pt x="7681" y="10910"/>
                      <a:pt x="9531" y="9829"/>
                      <a:pt x="9531" y="9829"/>
                    </a:cubicBezTo>
                    <a:cubicBezTo>
                      <a:pt x="5988" y="9829"/>
                      <a:pt x="4766" y="1"/>
                      <a:pt x="476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30"/>
              <p:cNvSpPr/>
              <p:nvPr/>
            </p:nvSpPr>
            <p:spPr>
              <a:xfrm>
                <a:off x="6680875" y="4339450"/>
                <a:ext cx="408350" cy="293525"/>
              </a:xfrm>
              <a:custGeom>
                <a:avLst/>
                <a:gdLst/>
                <a:ahLst/>
                <a:cxnLst/>
                <a:rect l="l" t="t" r="r" b="b"/>
                <a:pathLst>
                  <a:path w="16334" h="11741" extrusionOk="0">
                    <a:moveTo>
                      <a:pt x="8167" y="1"/>
                    </a:moveTo>
                    <a:cubicBezTo>
                      <a:pt x="8167" y="1"/>
                      <a:pt x="5549" y="9186"/>
                      <a:pt x="0" y="9186"/>
                    </a:cubicBezTo>
                    <a:cubicBezTo>
                      <a:pt x="0" y="9186"/>
                      <a:pt x="3261" y="11741"/>
                      <a:pt x="8167" y="11741"/>
                    </a:cubicBezTo>
                    <a:cubicBezTo>
                      <a:pt x="13073" y="11741"/>
                      <a:pt x="16333" y="9186"/>
                      <a:pt x="16333" y="9186"/>
                    </a:cubicBezTo>
                    <a:cubicBezTo>
                      <a:pt x="10784" y="9186"/>
                      <a:pt x="8167" y="1"/>
                      <a:pt x="816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30"/>
              <p:cNvSpPr/>
              <p:nvPr/>
            </p:nvSpPr>
            <p:spPr>
              <a:xfrm>
                <a:off x="6605250" y="4450350"/>
                <a:ext cx="559600" cy="402075"/>
              </a:xfrm>
              <a:custGeom>
                <a:avLst/>
                <a:gdLst/>
                <a:ahLst/>
                <a:cxnLst/>
                <a:rect l="l" t="t" r="r" b="b"/>
                <a:pathLst>
                  <a:path w="22384" h="16083" extrusionOk="0">
                    <a:moveTo>
                      <a:pt x="11192" y="1"/>
                    </a:moveTo>
                    <a:cubicBezTo>
                      <a:pt x="11192" y="1"/>
                      <a:pt x="7602" y="12587"/>
                      <a:pt x="0" y="12587"/>
                    </a:cubicBezTo>
                    <a:cubicBezTo>
                      <a:pt x="0" y="12587"/>
                      <a:pt x="4467" y="16083"/>
                      <a:pt x="11192" y="16083"/>
                    </a:cubicBezTo>
                    <a:cubicBezTo>
                      <a:pt x="17916" y="16083"/>
                      <a:pt x="22383" y="12587"/>
                      <a:pt x="22383" y="12587"/>
                    </a:cubicBezTo>
                    <a:cubicBezTo>
                      <a:pt x="14781" y="12587"/>
                      <a:pt x="11192" y="1"/>
                      <a:pt x="1119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30"/>
              <p:cNvSpPr/>
              <p:nvPr/>
            </p:nvSpPr>
            <p:spPr>
              <a:xfrm>
                <a:off x="6522575" y="4580450"/>
                <a:ext cx="724950" cy="520800"/>
              </a:xfrm>
              <a:custGeom>
                <a:avLst/>
                <a:gdLst/>
                <a:ahLst/>
                <a:cxnLst/>
                <a:rect l="l" t="t" r="r" b="b"/>
                <a:pathLst>
                  <a:path w="28998" h="20832" extrusionOk="0">
                    <a:moveTo>
                      <a:pt x="14499" y="1"/>
                    </a:moveTo>
                    <a:cubicBezTo>
                      <a:pt x="14499" y="1"/>
                      <a:pt x="9843" y="16302"/>
                      <a:pt x="0" y="16302"/>
                    </a:cubicBezTo>
                    <a:cubicBezTo>
                      <a:pt x="0" y="16302"/>
                      <a:pt x="5784" y="20832"/>
                      <a:pt x="14499" y="20832"/>
                    </a:cubicBezTo>
                    <a:cubicBezTo>
                      <a:pt x="23198" y="20832"/>
                      <a:pt x="28998" y="16302"/>
                      <a:pt x="28998" y="16302"/>
                    </a:cubicBezTo>
                    <a:cubicBezTo>
                      <a:pt x="19138" y="16302"/>
                      <a:pt x="14499" y="1"/>
                      <a:pt x="1449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174" name="Google Shape;1174;p30"/>
          <p:cNvSpPr/>
          <p:nvPr/>
        </p:nvSpPr>
        <p:spPr>
          <a:xfrm>
            <a:off x="-8925" y="695575"/>
            <a:ext cx="3504800" cy="490625"/>
          </a:xfrm>
          <a:custGeom>
            <a:avLst/>
            <a:gdLst/>
            <a:ahLst/>
            <a:cxnLst/>
            <a:rect l="l" t="t" r="r" b="b"/>
            <a:pathLst>
              <a:path w="140192" h="19625" extrusionOk="0">
                <a:moveTo>
                  <a:pt x="45832" y="2399"/>
                </a:moveTo>
                <a:cubicBezTo>
                  <a:pt x="38057" y="7775"/>
                  <a:pt x="0" y="2399"/>
                  <a:pt x="0" y="2399"/>
                </a:cubicBezTo>
                <a:lnTo>
                  <a:pt x="0" y="2399"/>
                </a:lnTo>
                <a:lnTo>
                  <a:pt x="0" y="19625"/>
                </a:lnTo>
                <a:cubicBezTo>
                  <a:pt x="0" y="19625"/>
                  <a:pt x="58293" y="7242"/>
                  <a:pt x="63418" y="4781"/>
                </a:cubicBezTo>
                <a:lnTo>
                  <a:pt x="63418" y="4781"/>
                </a:lnTo>
                <a:cubicBezTo>
                  <a:pt x="68528" y="2336"/>
                  <a:pt x="140191" y="2399"/>
                  <a:pt x="140191" y="2399"/>
                </a:cubicBezTo>
                <a:lnTo>
                  <a:pt x="140191" y="2399"/>
                </a:lnTo>
                <a:cubicBezTo>
                  <a:pt x="140191" y="2399"/>
                  <a:pt x="101711" y="0"/>
                  <a:pt x="73763" y="0"/>
                </a:cubicBezTo>
                <a:lnTo>
                  <a:pt x="73763" y="0"/>
                </a:lnTo>
                <a:cubicBezTo>
                  <a:pt x="59782" y="0"/>
                  <a:pt x="48434" y="596"/>
                  <a:pt x="45832" y="2399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5" name="Google Shape;1175;p30"/>
          <p:cNvSpPr/>
          <p:nvPr/>
        </p:nvSpPr>
        <p:spPr>
          <a:xfrm>
            <a:off x="5614225" y="1592525"/>
            <a:ext cx="3572600" cy="500050"/>
          </a:xfrm>
          <a:custGeom>
            <a:avLst/>
            <a:gdLst/>
            <a:ahLst/>
            <a:cxnLst/>
            <a:rect l="l" t="t" r="r" b="b"/>
            <a:pathLst>
              <a:path w="142904" h="20002" extrusionOk="0">
                <a:moveTo>
                  <a:pt x="1" y="2430"/>
                </a:moveTo>
                <a:cubicBezTo>
                  <a:pt x="1" y="2430"/>
                  <a:pt x="73043" y="2383"/>
                  <a:pt x="78263" y="4876"/>
                </a:cubicBezTo>
                <a:lnTo>
                  <a:pt x="78263" y="4876"/>
                </a:lnTo>
                <a:cubicBezTo>
                  <a:pt x="83482" y="7368"/>
                  <a:pt x="142904" y="20001"/>
                  <a:pt x="142904" y="20001"/>
                </a:cubicBezTo>
                <a:lnTo>
                  <a:pt x="142904" y="20001"/>
                </a:lnTo>
                <a:lnTo>
                  <a:pt x="142904" y="2430"/>
                </a:lnTo>
                <a:cubicBezTo>
                  <a:pt x="142904" y="2430"/>
                  <a:pt x="104125" y="7916"/>
                  <a:pt x="96179" y="2430"/>
                </a:cubicBezTo>
                <a:lnTo>
                  <a:pt x="96179" y="2430"/>
                </a:lnTo>
                <a:cubicBezTo>
                  <a:pt x="93530" y="612"/>
                  <a:pt x="81962" y="1"/>
                  <a:pt x="67714" y="1"/>
                </a:cubicBezTo>
                <a:lnTo>
                  <a:pt x="67714" y="1"/>
                </a:lnTo>
                <a:cubicBezTo>
                  <a:pt x="39218" y="1"/>
                  <a:pt x="1" y="2430"/>
                  <a:pt x="1" y="2430"/>
                </a:cubicBezTo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6" name="Google Shape;1176;p30"/>
          <p:cNvSpPr/>
          <p:nvPr/>
        </p:nvSpPr>
        <p:spPr>
          <a:xfrm>
            <a:off x="6525300" y="4845350"/>
            <a:ext cx="25" cy="25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7" name="Google Shape;1177;p30"/>
          <p:cNvSpPr/>
          <p:nvPr/>
        </p:nvSpPr>
        <p:spPr>
          <a:xfrm>
            <a:off x="6525300" y="4846125"/>
            <a:ext cx="825" cy="4725"/>
          </a:xfrm>
          <a:custGeom>
            <a:avLst/>
            <a:gdLst/>
            <a:ahLst/>
            <a:cxnLst/>
            <a:rect l="l" t="t" r="r" b="b"/>
            <a:pathLst>
              <a:path w="33" h="189" extrusionOk="0">
                <a:moveTo>
                  <a:pt x="32" y="189"/>
                </a:moveTo>
                <a:lnTo>
                  <a:pt x="32" y="189"/>
                </a:lnTo>
                <a:cubicBezTo>
                  <a:pt x="16" y="126"/>
                  <a:pt x="1" y="63"/>
                  <a:pt x="1" y="1"/>
                </a:cubicBezTo>
                <a:cubicBezTo>
                  <a:pt x="1" y="63"/>
                  <a:pt x="16" y="126"/>
                  <a:pt x="32" y="18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8" name="Google Shape;1178;p30"/>
          <p:cNvSpPr/>
          <p:nvPr/>
        </p:nvSpPr>
        <p:spPr>
          <a:xfrm>
            <a:off x="6531575" y="4866125"/>
            <a:ext cx="25" cy="400"/>
          </a:xfrm>
          <a:custGeom>
            <a:avLst/>
            <a:gdLst/>
            <a:ahLst/>
            <a:cxnLst/>
            <a:rect l="l" t="t" r="r" b="b"/>
            <a:pathLst>
              <a:path w="1" h="16" extrusionOk="0">
                <a:moveTo>
                  <a:pt x="1" y="16"/>
                </a:moveTo>
                <a:cubicBezTo>
                  <a:pt x="1" y="16"/>
                  <a:pt x="1" y="0"/>
                  <a:pt x="1" y="0"/>
                </a:cubicBezTo>
                <a:cubicBezTo>
                  <a:pt x="1" y="0"/>
                  <a:pt x="1" y="16"/>
                  <a:pt x="1" y="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9" name="Google Shape;1179;p30"/>
          <p:cNvSpPr/>
          <p:nvPr/>
        </p:nvSpPr>
        <p:spPr>
          <a:xfrm>
            <a:off x="6530800" y="4864550"/>
            <a:ext cx="400" cy="800"/>
          </a:xfrm>
          <a:custGeom>
            <a:avLst/>
            <a:gdLst/>
            <a:ahLst/>
            <a:cxnLst/>
            <a:rect l="l" t="t" r="r" b="b"/>
            <a:pathLst>
              <a:path w="16" h="32" extrusionOk="0">
                <a:moveTo>
                  <a:pt x="16" y="32"/>
                </a:moveTo>
                <a:cubicBezTo>
                  <a:pt x="0" y="16"/>
                  <a:pt x="0" y="16"/>
                  <a:pt x="0" y="0"/>
                </a:cubicBezTo>
                <a:cubicBezTo>
                  <a:pt x="0" y="16"/>
                  <a:pt x="0" y="16"/>
                  <a:pt x="16" y="3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0" name="Google Shape;1180;p30"/>
          <p:cNvSpPr/>
          <p:nvPr/>
        </p:nvSpPr>
        <p:spPr>
          <a:xfrm>
            <a:off x="6527650" y="4856700"/>
            <a:ext cx="2775" cy="7475"/>
          </a:xfrm>
          <a:custGeom>
            <a:avLst/>
            <a:gdLst/>
            <a:ahLst/>
            <a:cxnLst/>
            <a:rect l="l" t="t" r="r" b="b"/>
            <a:pathLst>
              <a:path w="111" h="299" extrusionOk="0">
                <a:moveTo>
                  <a:pt x="1" y="1"/>
                </a:moveTo>
                <a:cubicBezTo>
                  <a:pt x="32" y="111"/>
                  <a:pt x="63" y="205"/>
                  <a:pt x="111" y="299"/>
                </a:cubicBezTo>
                <a:cubicBezTo>
                  <a:pt x="63" y="205"/>
                  <a:pt x="32" y="111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81" name="Google Shape;1181;p30"/>
          <p:cNvGrpSpPr/>
          <p:nvPr/>
        </p:nvGrpSpPr>
        <p:grpSpPr>
          <a:xfrm>
            <a:off x="-613275" y="3559275"/>
            <a:ext cx="9800100" cy="1657575"/>
            <a:chOff x="-613275" y="3559275"/>
            <a:chExt cx="9800100" cy="1657575"/>
          </a:xfrm>
        </p:grpSpPr>
        <p:sp>
          <p:nvSpPr>
            <p:cNvPr id="1182" name="Google Shape;1182;p30"/>
            <p:cNvSpPr/>
            <p:nvPr/>
          </p:nvSpPr>
          <p:spPr>
            <a:xfrm>
              <a:off x="8699600" y="3962263"/>
              <a:ext cx="444400" cy="1230850"/>
            </a:xfrm>
            <a:custGeom>
              <a:avLst/>
              <a:gdLst/>
              <a:ahLst/>
              <a:cxnLst/>
              <a:rect l="l" t="t" r="r" b="b"/>
              <a:pathLst>
                <a:path w="17776" h="49234" extrusionOk="0">
                  <a:moveTo>
                    <a:pt x="1" y="15017"/>
                  </a:moveTo>
                  <a:lnTo>
                    <a:pt x="1" y="49234"/>
                  </a:lnTo>
                  <a:lnTo>
                    <a:pt x="5487" y="49234"/>
                  </a:lnTo>
                  <a:lnTo>
                    <a:pt x="5487" y="15017"/>
                  </a:lnTo>
                  <a:cubicBezTo>
                    <a:pt x="5487" y="7665"/>
                    <a:pt x="10785" y="1537"/>
                    <a:pt x="17776" y="251"/>
                  </a:cubicBezTo>
                  <a:lnTo>
                    <a:pt x="17776" y="251"/>
                  </a:lnTo>
                  <a:cubicBezTo>
                    <a:pt x="16882" y="79"/>
                    <a:pt x="15957" y="1"/>
                    <a:pt x="15033" y="1"/>
                  </a:cubicBezTo>
                  <a:lnTo>
                    <a:pt x="15033" y="1"/>
                  </a:lnTo>
                  <a:cubicBezTo>
                    <a:pt x="6725" y="1"/>
                    <a:pt x="1" y="6725"/>
                    <a:pt x="1" y="150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30"/>
            <p:cNvSpPr/>
            <p:nvPr/>
          </p:nvSpPr>
          <p:spPr>
            <a:xfrm>
              <a:off x="7566750" y="3962263"/>
              <a:ext cx="444000" cy="1230850"/>
            </a:xfrm>
            <a:custGeom>
              <a:avLst/>
              <a:gdLst/>
              <a:ahLst/>
              <a:cxnLst/>
              <a:rect l="l" t="t" r="r" b="b"/>
              <a:pathLst>
                <a:path w="17760" h="49234" extrusionOk="0">
                  <a:moveTo>
                    <a:pt x="0" y="15017"/>
                  </a:moveTo>
                  <a:lnTo>
                    <a:pt x="0" y="49234"/>
                  </a:lnTo>
                  <a:lnTo>
                    <a:pt x="5486" y="49234"/>
                  </a:lnTo>
                  <a:lnTo>
                    <a:pt x="5486" y="15017"/>
                  </a:lnTo>
                  <a:cubicBezTo>
                    <a:pt x="5486" y="7665"/>
                    <a:pt x="10769" y="1537"/>
                    <a:pt x="17759" y="251"/>
                  </a:cubicBezTo>
                  <a:lnTo>
                    <a:pt x="17759" y="251"/>
                  </a:lnTo>
                  <a:cubicBezTo>
                    <a:pt x="16866" y="79"/>
                    <a:pt x="15957" y="1"/>
                    <a:pt x="15016" y="1"/>
                  </a:cubicBezTo>
                  <a:lnTo>
                    <a:pt x="15016" y="1"/>
                  </a:lnTo>
                  <a:cubicBezTo>
                    <a:pt x="6725" y="1"/>
                    <a:pt x="0" y="6725"/>
                    <a:pt x="0" y="150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30"/>
            <p:cNvSpPr/>
            <p:nvPr/>
          </p:nvSpPr>
          <p:spPr>
            <a:xfrm>
              <a:off x="6433500" y="3962263"/>
              <a:ext cx="444000" cy="1230850"/>
            </a:xfrm>
            <a:custGeom>
              <a:avLst/>
              <a:gdLst/>
              <a:ahLst/>
              <a:cxnLst/>
              <a:rect l="l" t="t" r="r" b="b"/>
              <a:pathLst>
                <a:path w="17760" h="49234" extrusionOk="0">
                  <a:moveTo>
                    <a:pt x="0" y="15017"/>
                  </a:moveTo>
                  <a:lnTo>
                    <a:pt x="0" y="49234"/>
                  </a:lnTo>
                  <a:lnTo>
                    <a:pt x="5486" y="49234"/>
                  </a:lnTo>
                  <a:lnTo>
                    <a:pt x="5486" y="15017"/>
                  </a:lnTo>
                  <a:cubicBezTo>
                    <a:pt x="5486" y="7665"/>
                    <a:pt x="10784" y="1537"/>
                    <a:pt x="17759" y="251"/>
                  </a:cubicBezTo>
                  <a:lnTo>
                    <a:pt x="17759" y="251"/>
                  </a:lnTo>
                  <a:cubicBezTo>
                    <a:pt x="16881" y="79"/>
                    <a:pt x="15957" y="1"/>
                    <a:pt x="15016" y="1"/>
                  </a:cubicBezTo>
                  <a:lnTo>
                    <a:pt x="15016" y="1"/>
                  </a:lnTo>
                  <a:cubicBezTo>
                    <a:pt x="6725" y="1"/>
                    <a:pt x="0" y="6725"/>
                    <a:pt x="0" y="150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30"/>
            <p:cNvSpPr/>
            <p:nvPr/>
          </p:nvSpPr>
          <p:spPr>
            <a:xfrm>
              <a:off x="5300250" y="3962263"/>
              <a:ext cx="444375" cy="1230850"/>
            </a:xfrm>
            <a:custGeom>
              <a:avLst/>
              <a:gdLst/>
              <a:ahLst/>
              <a:cxnLst/>
              <a:rect l="l" t="t" r="r" b="b"/>
              <a:pathLst>
                <a:path w="17775" h="49234" extrusionOk="0">
                  <a:moveTo>
                    <a:pt x="0" y="15017"/>
                  </a:moveTo>
                  <a:lnTo>
                    <a:pt x="0" y="49234"/>
                  </a:lnTo>
                  <a:lnTo>
                    <a:pt x="5486" y="49234"/>
                  </a:lnTo>
                  <a:lnTo>
                    <a:pt x="5486" y="15017"/>
                  </a:lnTo>
                  <a:cubicBezTo>
                    <a:pt x="5486" y="7665"/>
                    <a:pt x="10784" y="1537"/>
                    <a:pt x="17775" y="251"/>
                  </a:cubicBezTo>
                  <a:lnTo>
                    <a:pt x="17775" y="251"/>
                  </a:lnTo>
                  <a:cubicBezTo>
                    <a:pt x="16881" y="79"/>
                    <a:pt x="15957" y="1"/>
                    <a:pt x="15032" y="1"/>
                  </a:cubicBezTo>
                  <a:lnTo>
                    <a:pt x="15032" y="1"/>
                  </a:lnTo>
                  <a:cubicBezTo>
                    <a:pt x="6724" y="1"/>
                    <a:pt x="0" y="6725"/>
                    <a:pt x="0" y="150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86" name="Google Shape;1186;p30"/>
            <p:cNvGrpSpPr/>
            <p:nvPr/>
          </p:nvGrpSpPr>
          <p:grpSpPr>
            <a:xfrm>
              <a:off x="-613275" y="3559275"/>
              <a:ext cx="9800100" cy="1657575"/>
              <a:chOff x="-613275" y="3443675"/>
              <a:chExt cx="9800100" cy="1657575"/>
            </a:xfrm>
          </p:grpSpPr>
          <p:sp>
            <p:nvSpPr>
              <p:cNvPr id="1187" name="Google Shape;1187;p30"/>
              <p:cNvSpPr/>
              <p:nvPr/>
            </p:nvSpPr>
            <p:spPr>
              <a:xfrm>
                <a:off x="3962175" y="3443675"/>
                <a:ext cx="5224650" cy="1657575"/>
              </a:xfrm>
              <a:custGeom>
                <a:avLst/>
                <a:gdLst/>
                <a:ahLst/>
                <a:cxnLst/>
                <a:rect l="l" t="t" r="r" b="b"/>
                <a:pathLst>
                  <a:path w="208986" h="66303" extrusionOk="0">
                    <a:moveTo>
                      <a:pt x="0" y="0"/>
                    </a:moveTo>
                    <a:lnTo>
                      <a:pt x="0" y="1207"/>
                    </a:lnTo>
                    <a:lnTo>
                      <a:pt x="5486" y="1207"/>
                    </a:lnTo>
                    <a:lnTo>
                      <a:pt x="5486" y="5439"/>
                    </a:lnTo>
                    <a:lnTo>
                      <a:pt x="0" y="5439"/>
                    </a:lnTo>
                    <a:lnTo>
                      <a:pt x="0" y="66303"/>
                    </a:lnTo>
                    <a:lnTo>
                      <a:pt x="8104" y="66303"/>
                    </a:lnTo>
                    <a:lnTo>
                      <a:pt x="8104" y="32086"/>
                    </a:lnTo>
                    <a:cubicBezTo>
                      <a:pt x="8104" y="23794"/>
                      <a:pt x="14828" y="17070"/>
                      <a:pt x="23120" y="17070"/>
                    </a:cubicBezTo>
                    <a:lnTo>
                      <a:pt x="23120" y="17070"/>
                    </a:lnTo>
                    <a:cubicBezTo>
                      <a:pt x="31411" y="17070"/>
                      <a:pt x="38136" y="23794"/>
                      <a:pt x="38136" y="32086"/>
                    </a:cubicBezTo>
                    <a:lnTo>
                      <a:pt x="38136" y="32086"/>
                    </a:lnTo>
                    <a:lnTo>
                      <a:pt x="38136" y="66303"/>
                    </a:lnTo>
                    <a:lnTo>
                      <a:pt x="53434" y="66303"/>
                    </a:lnTo>
                    <a:lnTo>
                      <a:pt x="53434" y="32086"/>
                    </a:lnTo>
                    <a:cubicBezTo>
                      <a:pt x="53434" y="23794"/>
                      <a:pt x="60158" y="17070"/>
                      <a:pt x="68450" y="17070"/>
                    </a:cubicBezTo>
                    <a:lnTo>
                      <a:pt x="68450" y="17070"/>
                    </a:lnTo>
                    <a:cubicBezTo>
                      <a:pt x="76741" y="17070"/>
                      <a:pt x="83466" y="23794"/>
                      <a:pt x="83466" y="32086"/>
                    </a:cubicBezTo>
                    <a:lnTo>
                      <a:pt x="83466" y="32086"/>
                    </a:lnTo>
                    <a:lnTo>
                      <a:pt x="83466" y="66303"/>
                    </a:lnTo>
                    <a:lnTo>
                      <a:pt x="98764" y="66303"/>
                    </a:lnTo>
                    <a:lnTo>
                      <a:pt x="98764" y="32086"/>
                    </a:lnTo>
                    <a:cubicBezTo>
                      <a:pt x="98764" y="23794"/>
                      <a:pt x="105488" y="17070"/>
                      <a:pt x="113780" y="17070"/>
                    </a:cubicBezTo>
                    <a:lnTo>
                      <a:pt x="113780" y="17070"/>
                    </a:lnTo>
                    <a:cubicBezTo>
                      <a:pt x="122072" y="17070"/>
                      <a:pt x="128796" y="23794"/>
                      <a:pt x="128796" y="32086"/>
                    </a:cubicBezTo>
                    <a:lnTo>
                      <a:pt x="128796" y="32086"/>
                    </a:lnTo>
                    <a:lnTo>
                      <a:pt x="128796" y="66303"/>
                    </a:lnTo>
                    <a:lnTo>
                      <a:pt x="144094" y="66303"/>
                    </a:lnTo>
                    <a:lnTo>
                      <a:pt x="144094" y="32086"/>
                    </a:lnTo>
                    <a:cubicBezTo>
                      <a:pt x="144094" y="23794"/>
                      <a:pt x="150818" y="17070"/>
                      <a:pt x="159110" y="17070"/>
                    </a:cubicBezTo>
                    <a:lnTo>
                      <a:pt x="159110" y="17070"/>
                    </a:lnTo>
                    <a:cubicBezTo>
                      <a:pt x="167402" y="17070"/>
                      <a:pt x="174126" y="23794"/>
                      <a:pt x="174126" y="32086"/>
                    </a:cubicBezTo>
                    <a:lnTo>
                      <a:pt x="174126" y="32086"/>
                    </a:lnTo>
                    <a:lnTo>
                      <a:pt x="174126" y="66303"/>
                    </a:lnTo>
                    <a:lnTo>
                      <a:pt x="189424" y="66303"/>
                    </a:lnTo>
                    <a:lnTo>
                      <a:pt x="189424" y="32086"/>
                    </a:lnTo>
                    <a:cubicBezTo>
                      <a:pt x="189424" y="23794"/>
                      <a:pt x="196148" y="17070"/>
                      <a:pt x="204440" y="17070"/>
                    </a:cubicBezTo>
                    <a:lnTo>
                      <a:pt x="204440" y="17070"/>
                    </a:lnTo>
                    <a:cubicBezTo>
                      <a:pt x="205976" y="17070"/>
                      <a:pt x="207591" y="17305"/>
                      <a:pt x="208986" y="17728"/>
                    </a:cubicBezTo>
                    <a:lnTo>
                      <a:pt x="208986" y="17728"/>
                    </a:lnTo>
                    <a:lnTo>
                      <a:pt x="208986" y="5439"/>
                    </a:lnTo>
                    <a:lnTo>
                      <a:pt x="205083" y="5439"/>
                    </a:lnTo>
                    <a:lnTo>
                      <a:pt x="205083" y="1207"/>
                    </a:lnTo>
                    <a:lnTo>
                      <a:pt x="208986" y="1207"/>
                    </a:lnTo>
                    <a:lnTo>
                      <a:pt x="208986" y="0"/>
                    </a:lnTo>
                    <a:close/>
                    <a:moveTo>
                      <a:pt x="189832" y="1207"/>
                    </a:moveTo>
                    <a:lnTo>
                      <a:pt x="203766" y="1207"/>
                    </a:lnTo>
                    <a:lnTo>
                      <a:pt x="203766" y="5439"/>
                    </a:lnTo>
                    <a:lnTo>
                      <a:pt x="189832" y="5439"/>
                    </a:lnTo>
                    <a:close/>
                    <a:moveTo>
                      <a:pt x="174581" y="1207"/>
                    </a:moveTo>
                    <a:lnTo>
                      <a:pt x="188515" y="1207"/>
                    </a:lnTo>
                    <a:lnTo>
                      <a:pt x="188515" y="5439"/>
                    </a:lnTo>
                    <a:lnTo>
                      <a:pt x="174581" y="5439"/>
                    </a:lnTo>
                    <a:close/>
                    <a:moveTo>
                      <a:pt x="159314" y="1207"/>
                    </a:moveTo>
                    <a:lnTo>
                      <a:pt x="173264" y="1207"/>
                    </a:lnTo>
                    <a:lnTo>
                      <a:pt x="173264" y="5439"/>
                    </a:lnTo>
                    <a:lnTo>
                      <a:pt x="159314" y="5439"/>
                    </a:lnTo>
                    <a:close/>
                    <a:moveTo>
                      <a:pt x="144063" y="1207"/>
                    </a:moveTo>
                    <a:lnTo>
                      <a:pt x="158013" y="1207"/>
                    </a:lnTo>
                    <a:lnTo>
                      <a:pt x="158013" y="5439"/>
                    </a:lnTo>
                    <a:lnTo>
                      <a:pt x="144063" y="5439"/>
                    </a:lnTo>
                    <a:close/>
                    <a:moveTo>
                      <a:pt x="128812" y="1207"/>
                    </a:moveTo>
                    <a:lnTo>
                      <a:pt x="142762" y="1207"/>
                    </a:lnTo>
                    <a:lnTo>
                      <a:pt x="142762" y="5439"/>
                    </a:lnTo>
                    <a:lnTo>
                      <a:pt x="128812" y="5439"/>
                    </a:lnTo>
                    <a:close/>
                    <a:moveTo>
                      <a:pt x="113560" y="1207"/>
                    </a:moveTo>
                    <a:lnTo>
                      <a:pt x="127511" y="1207"/>
                    </a:lnTo>
                    <a:lnTo>
                      <a:pt x="127511" y="5439"/>
                    </a:lnTo>
                    <a:lnTo>
                      <a:pt x="113560" y="5439"/>
                    </a:lnTo>
                    <a:close/>
                    <a:moveTo>
                      <a:pt x="98309" y="1207"/>
                    </a:moveTo>
                    <a:lnTo>
                      <a:pt x="112259" y="1207"/>
                    </a:lnTo>
                    <a:lnTo>
                      <a:pt x="112259" y="5439"/>
                    </a:lnTo>
                    <a:lnTo>
                      <a:pt x="98309" y="5439"/>
                    </a:lnTo>
                    <a:close/>
                    <a:moveTo>
                      <a:pt x="83058" y="1207"/>
                    </a:moveTo>
                    <a:lnTo>
                      <a:pt x="97008" y="1207"/>
                    </a:lnTo>
                    <a:lnTo>
                      <a:pt x="97008" y="5439"/>
                    </a:lnTo>
                    <a:lnTo>
                      <a:pt x="83058" y="5439"/>
                    </a:lnTo>
                    <a:close/>
                    <a:moveTo>
                      <a:pt x="67807" y="1207"/>
                    </a:moveTo>
                    <a:lnTo>
                      <a:pt x="81757" y="1207"/>
                    </a:lnTo>
                    <a:lnTo>
                      <a:pt x="81757" y="5439"/>
                    </a:lnTo>
                    <a:lnTo>
                      <a:pt x="67807" y="5439"/>
                    </a:lnTo>
                    <a:close/>
                    <a:moveTo>
                      <a:pt x="52556" y="1207"/>
                    </a:moveTo>
                    <a:lnTo>
                      <a:pt x="66490" y="1207"/>
                    </a:lnTo>
                    <a:lnTo>
                      <a:pt x="66490" y="5439"/>
                    </a:lnTo>
                    <a:lnTo>
                      <a:pt x="52556" y="5439"/>
                    </a:lnTo>
                    <a:close/>
                    <a:moveTo>
                      <a:pt x="37305" y="1207"/>
                    </a:moveTo>
                    <a:lnTo>
                      <a:pt x="51239" y="1207"/>
                    </a:lnTo>
                    <a:lnTo>
                      <a:pt x="51239" y="5439"/>
                    </a:lnTo>
                    <a:lnTo>
                      <a:pt x="37305" y="5439"/>
                    </a:lnTo>
                    <a:close/>
                    <a:moveTo>
                      <a:pt x="22038" y="1207"/>
                    </a:moveTo>
                    <a:lnTo>
                      <a:pt x="35988" y="1207"/>
                    </a:lnTo>
                    <a:lnTo>
                      <a:pt x="35988" y="5439"/>
                    </a:lnTo>
                    <a:lnTo>
                      <a:pt x="22038" y="5439"/>
                    </a:lnTo>
                    <a:close/>
                    <a:moveTo>
                      <a:pt x="6787" y="1207"/>
                    </a:moveTo>
                    <a:lnTo>
                      <a:pt x="20737" y="1207"/>
                    </a:lnTo>
                    <a:lnTo>
                      <a:pt x="20737" y="5439"/>
                    </a:lnTo>
                    <a:lnTo>
                      <a:pt x="6787" y="543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88" name="Google Shape;1188;p30"/>
              <p:cNvGrpSpPr/>
              <p:nvPr/>
            </p:nvGrpSpPr>
            <p:grpSpPr>
              <a:xfrm>
                <a:off x="-613275" y="3443675"/>
                <a:ext cx="5224650" cy="1657575"/>
                <a:chOff x="1161525" y="3805200"/>
                <a:chExt cx="5224650" cy="1657575"/>
              </a:xfrm>
            </p:grpSpPr>
            <p:sp>
              <p:nvSpPr>
                <p:cNvPr id="1189" name="Google Shape;1189;p30"/>
                <p:cNvSpPr/>
                <p:nvPr/>
              </p:nvSpPr>
              <p:spPr>
                <a:xfrm>
                  <a:off x="5896325" y="4231925"/>
                  <a:ext cx="444400" cy="123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76" h="49234" extrusionOk="0">
                      <a:moveTo>
                        <a:pt x="1" y="15017"/>
                      </a:moveTo>
                      <a:lnTo>
                        <a:pt x="1" y="49234"/>
                      </a:lnTo>
                      <a:lnTo>
                        <a:pt x="5487" y="49234"/>
                      </a:lnTo>
                      <a:lnTo>
                        <a:pt x="5487" y="15017"/>
                      </a:lnTo>
                      <a:cubicBezTo>
                        <a:pt x="5487" y="7665"/>
                        <a:pt x="10785" y="1537"/>
                        <a:pt x="17776" y="251"/>
                      </a:cubicBezTo>
                      <a:lnTo>
                        <a:pt x="17776" y="251"/>
                      </a:lnTo>
                      <a:cubicBezTo>
                        <a:pt x="16882" y="79"/>
                        <a:pt x="15957" y="1"/>
                        <a:pt x="15033" y="1"/>
                      </a:cubicBezTo>
                      <a:lnTo>
                        <a:pt x="15033" y="1"/>
                      </a:lnTo>
                      <a:cubicBezTo>
                        <a:pt x="6725" y="1"/>
                        <a:pt x="1" y="6725"/>
                        <a:pt x="1" y="150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0" name="Google Shape;1190;p30"/>
                <p:cNvSpPr/>
                <p:nvPr/>
              </p:nvSpPr>
              <p:spPr>
                <a:xfrm>
                  <a:off x="4763475" y="4231925"/>
                  <a:ext cx="444000" cy="123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60" h="49234" extrusionOk="0">
                      <a:moveTo>
                        <a:pt x="0" y="15017"/>
                      </a:moveTo>
                      <a:lnTo>
                        <a:pt x="0" y="49234"/>
                      </a:lnTo>
                      <a:lnTo>
                        <a:pt x="5486" y="49234"/>
                      </a:lnTo>
                      <a:lnTo>
                        <a:pt x="5486" y="15017"/>
                      </a:lnTo>
                      <a:cubicBezTo>
                        <a:pt x="5486" y="7665"/>
                        <a:pt x="10769" y="1537"/>
                        <a:pt x="17759" y="251"/>
                      </a:cubicBezTo>
                      <a:lnTo>
                        <a:pt x="17759" y="251"/>
                      </a:lnTo>
                      <a:cubicBezTo>
                        <a:pt x="16866" y="79"/>
                        <a:pt x="15957" y="1"/>
                        <a:pt x="15016" y="1"/>
                      </a:cubicBezTo>
                      <a:lnTo>
                        <a:pt x="15016" y="1"/>
                      </a:lnTo>
                      <a:cubicBezTo>
                        <a:pt x="6725" y="1"/>
                        <a:pt x="0" y="6725"/>
                        <a:pt x="0" y="150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1" name="Google Shape;1191;p30"/>
                <p:cNvSpPr/>
                <p:nvPr/>
              </p:nvSpPr>
              <p:spPr>
                <a:xfrm>
                  <a:off x="3630225" y="4231925"/>
                  <a:ext cx="444000" cy="123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60" h="49234" extrusionOk="0">
                      <a:moveTo>
                        <a:pt x="0" y="15017"/>
                      </a:moveTo>
                      <a:lnTo>
                        <a:pt x="0" y="49234"/>
                      </a:lnTo>
                      <a:lnTo>
                        <a:pt x="5486" y="49234"/>
                      </a:lnTo>
                      <a:lnTo>
                        <a:pt x="5486" y="15017"/>
                      </a:lnTo>
                      <a:cubicBezTo>
                        <a:pt x="5486" y="7665"/>
                        <a:pt x="10784" y="1537"/>
                        <a:pt x="17759" y="251"/>
                      </a:cubicBezTo>
                      <a:lnTo>
                        <a:pt x="17759" y="251"/>
                      </a:lnTo>
                      <a:cubicBezTo>
                        <a:pt x="16881" y="79"/>
                        <a:pt x="15957" y="1"/>
                        <a:pt x="15016" y="1"/>
                      </a:cubicBezTo>
                      <a:lnTo>
                        <a:pt x="15016" y="1"/>
                      </a:lnTo>
                      <a:cubicBezTo>
                        <a:pt x="6725" y="1"/>
                        <a:pt x="0" y="6725"/>
                        <a:pt x="0" y="150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2" name="Google Shape;1192;p30"/>
                <p:cNvSpPr/>
                <p:nvPr/>
              </p:nvSpPr>
              <p:spPr>
                <a:xfrm>
                  <a:off x="2496975" y="4231925"/>
                  <a:ext cx="444375" cy="123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75" h="49234" extrusionOk="0">
                      <a:moveTo>
                        <a:pt x="0" y="15017"/>
                      </a:moveTo>
                      <a:lnTo>
                        <a:pt x="0" y="49234"/>
                      </a:lnTo>
                      <a:lnTo>
                        <a:pt x="5486" y="49234"/>
                      </a:lnTo>
                      <a:lnTo>
                        <a:pt x="5486" y="15017"/>
                      </a:lnTo>
                      <a:cubicBezTo>
                        <a:pt x="5486" y="7665"/>
                        <a:pt x="10784" y="1537"/>
                        <a:pt x="17775" y="251"/>
                      </a:cubicBezTo>
                      <a:lnTo>
                        <a:pt x="17775" y="251"/>
                      </a:lnTo>
                      <a:cubicBezTo>
                        <a:pt x="16881" y="79"/>
                        <a:pt x="15957" y="1"/>
                        <a:pt x="15032" y="1"/>
                      </a:cubicBezTo>
                      <a:lnTo>
                        <a:pt x="15032" y="1"/>
                      </a:lnTo>
                      <a:cubicBezTo>
                        <a:pt x="6724" y="1"/>
                        <a:pt x="0" y="6725"/>
                        <a:pt x="0" y="150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3" name="Google Shape;1193;p30"/>
                <p:cNvSpPr/>
                <p:nvPr/>
              </p:nvSpPr>
              <p:spPr>
                <a:xfrm>
                  <a:off x="1364100" y="4231925"/>
                  <a:ext cx="444000" cy="123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60" h="49234" extrusionOk="0">
                      <a:moveTo>
                        <a:pt x="1" y="15017"/>
                      </a:moveTo>
                      <a:lnTo>
                        <a:pt x="1" y="49234"/>
                      </a:lnTo>
                      <a:lnTo>
                        <a:pt x="5487" y="49234"/>
                      </a:lnTo>
                      <a:lnTo>
                        <a:pt x="5487" y="15017"/>
                      </a:lnTo>
                      <a:cubicBezTo>
                        <a:pt x="5487" y="7665"/>
                        <a:pt x="10769" y="1537"/>
                        <a:pt x="17760" y="251"/>
                      </a:cubicBezTo>
                      <a:lnTo>
                        <a:pt x="17760" y="251"/>
                      </a:lnTo>
                      <a:cubicBezTo>
                        <a:pt x="16866" y="79"/>
                        <a:pt x="15957" y="1"/>
                        <a:pt x="15017" y="1"/>
                      </a:cubicBezTo>
                      <a:lnTo>
                        <a:pt x="15017" y="1"/>
                      </a:lnTo>
                      <a:cubicBezTo>
                        <a:pt x="6725" y="1"/>
                        <a:pt x="1" y="6725"/>
                        <a:pt x="1" y="150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4" name="Google Shape;1194;p30"/>
                <p:cNvSpPr/>
                <p:nvPr/>
              </p:nvSpPr>
              <p:spPr>
                <a:xfrm>
                  <a:off x="1161525" y="3805200"/>
                  <a:ext cx="5224650" cy="1657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986" h="66303" extrusionOk="0">
                      <a:moveTo>
                        <a:pt x="0" y="0"/>
                      </a:moveTo>
                      <a:lnTo>
                        <a:pt x="0" y="1207"/>
                      </a:lnTo>
                      <a:lnTo>
                        <a:pt x="5486" y="1207"/>
                      </a:lnTo>
                      <a:lnTo>
                        <a:pt x="5486" y="5439"/>
                      </a:lnTo>
                      <a:lnTo>
                        <a:pt x="0" y="5439"/>
                      </a:lnTo>
                      <a:lnTo>
                        <a:pt x="0" y="66303"/>
                      </a:lnTo>
                      <a:lnTo>
                        <a:pt x="8104" y="66303"/>
                      </a:lnTo>
                      <a:lnTo>
                        <a:pt x="8104" y="32086"/>
                      </a:lnTo>
                      <a:cubicBezTo>
                        <a:pt x="8104" y="23794"/>
                        <a:pt x="14828" y="17070"/>
                        <a:pt x="23120" y="17070"/>
                      </a:cubicBezTo>
                      <a:lnTo>
                        <a:pt x="23120" y="17070"/>
                      </a:lnTo>
                      <a:cubicBezTo>
                        <a:pt x="31411" y="17070"/>
                        <a:pt x="38136" y="23794"/>
                        <a:pt x="38136" y="32086"/>
                      </a:cubicBezTo>
                      <a:lnTo>
                        <a:pt x="38136" y="32086"/>
                      </a:lnTo>
                      <a:lnTo>
                        <a:pt x="38136" y="66303"/>
                      </a:lnTo>
                      <a:lnTo>
                        <a:pt x="53434" y="66303"/>
                      </a:lnTo>
                      <a:lnTo>
                        <a:pt x="53434" y="32086"/>
                      </a:lnTo>
                      <a:cubicBezTo>
                        <a:pt x="53434" y="23794"/>
                        <a:pt x="60158" y="17070"/>
                        <a:pt x="68450" y="17070"/>
                      </a:cubicBezTo>
                      <a:lnTo>
                        <a:pt x="68450" y="17070"/>
                      </a:lnTo>
                      <a:cubicBezTo>
                        <a:pt x="76741" y="17070"/>
                        <a:pt x="83466" y="23794"/>
                        <a:pt x="83466" y="32086"/>
                      </a:cubicBezTo>
                      <a:lnTo>
                        <a:pt x="83466" y="32086"/>
                      </a:lnTo>
                      <a:lnTo>
                        <a:pt x="83466" y="66303"/>
                      </a:lnTo>
                      <a:lnTo>
                        <a:pt x="98764" y="66303"/>
                      </a:lnTo>
                      <a:lnTo>
                        <a:pt x="98764" y="32086"/>
                      </a:lnTo>
                      <a:cubicBezTo>
                        <a:pt x="98764" y="23794"/>
                        <a:pt x="105488" y="17070"/>
                        <a:pt x="113780" y="17070"/>
                      </a:cubicBezTo>
                      <a:lnTo>
                        <a:pt x="113780" y="17070"/>
                      </a:lnTo>
                      <a:cubicBezTo>
                        <a:pt x="122072" y="17070"/>
                        <a:pt x="128796" y="23794"/>
                        <a:pt x="128796" y="32086"/>
                      </a:cubicBezTo>
                      <a:lnTo>
                        <a:pt x="128796" y="32086"/>
                      </a:lnTo>
                      <a:lnTo>
                        <a:pt x="128796" y="66303"/>
                      </a:lnTo>
                      <a:lnTo>
                        <a:pt x="144094" y="66303"/>
                      </a:lnTo>
                      <a:lnTo>
                        <a:pt x="144094" y="32086"/>
                      </a:lnTo>
                      <a:cubicBezTo>
                        <a:pt x="144094" y="23794"/>
                        <a:pt x="150818" y="17070"/>
                        <a:pt x="159110" y="17070"/>
                      </a:cubicBezTo>
                      <a:lnTo>
                        <a:pt x="159110" y="17070"/>
                      </a:lnTo>
                      <a:cubicBezTo>
                        <a:pt x="167402" y="17070"/>
                        <a:pt x="174126" y="23794"/>
                        <a:pt x="174126" y="32086"/>
                      </a:cubicBezTo>
                      <a:lnTo>
                        <a:pt x="174126" y="32086"/>
                      </a:lnTo>
                      <a:lnTo>
                        <a:pt x="174126" y="66303"/>
                      </a:lnTo>
                      <a:lnTo>
                        <a:pt x="189424" y="66303"/>
                      </a:lnTo>
                      <a:lnTo>
                        <a:pt x="189424" y="32086"/>
                      </a:lnTo>
                      <a:cubicBezTo>
                        <a:pt x="189424" y="23794"/>
                        <a:pt x="196148" y="17070"/>
                        <a:pt x="204440" y="17070"/>
                      </a:cubicBezTo>
                      <a:lnTo>
                        <a:pt x="204440" y="17070"/>
                      </a:lnTo>
                      <a:cubicBezTo>
                        <a:pt x="205976" y="17070"/>
                        <a:pt x="207591" y="17305"/>
                        <a:pt x="208986" y="17728"/>
                      </a:cubicBezTo>
                      <a:lnTo>
                        <a:pt x="208986" y="17728"/>
                      </a:lnTo>
                      <a:lnTo>
                        <a:pt x="208986" y="5439"/>
                      </a:lnTo>
                      <a:lnTo>
                        <a:pt x="205083" y="5439"/>
                      </a:lnTo>
                      <a:lnTo>
                        <a:pt x="205083" y="1207"/>
                      </a:lnTo>
                      <a:lnTo>
                        <a:pt x="208986" y="1207"/>
                      </a:lnTo>
                      <a:lnTo>
                        <a:pt x="208986" y="0"/>
                      </a:lnTo>
                      <a:close/>
                      <a:moveTo>
                        <a:pt x="189832" y="1207"/>
                      </a:moveTo>
                      <a:lnTo>
                        <a:pt x="203766" y="1207"/>
                      </a:lnTo>
                      <a:lnTo>
                        <a:pt x="203766" y="5439"/>
                      </a:lnTo>
                      <a:lnTo>
                        <a:pt x="189832" y="5439"/>
                      </a:lnTo>
                      <a:close/>
                      <a:moveTo>
                        <a:pt x="174581" y="1207"/>
                      </a:moveTo>
                      <a:lnTo>
                        <a:pt x="188515" y="1207"/>
                      </a:lnTo>
                      <a:lnTo>
                        <a:pt x="188515" y="5439"/>
                      </a:lnTo>
                      <a:lnTo>
                        <a:pt x="174581" y="5439"/>
                      </a:lnTo>
                      <a:close/>
                      <a:moveTo>
                        <a:pt x="159314" y="1207"/>
                      </a:moveTo>
                      <a:lnTo>
                        <a:pt x="173264" y="1207"/>
                      </a:lnTo>
                      <a:lnTo>
                        <a:pt x="173264" y="5439"/>
                      </a:lnTo>
                      <a:lnTo>
                        <a:pt x="159314" y="5439"/>
                      </a:lnTo>
                      <a:close/>
                      <a:moveTo>
                        <a:pt x="144063" y="1207"/>
                      </a:moveTo>
                      <a:lnTo>
                        <a:pt x="158013" y="1207"/>
                      </a:lnTo>
                      <a:lnTo>
                        <a:pt x="158013" y="5439"/>
                      </a:lnTo>
                      <a:lnTo>
                        <a:pt x="144063" y="5439"/>
                      </a:lnTo>
                      <a:close/>
                      <a:moveTo>
                        <a:pt x="128812" y="1207"/>
                      </a:moveTo>
                      <a:lnTo>
                        <a:pt x="142762" y="1207"/>
                      </a:lnTo>
                      <a:lnTo>
                        <a:pt x="142762" y="5439"/>
                      </a:lnTo>
                      <a:lnTo>
                        <a:pt x="128812" y="5439"/>
                      </a:lnTo>
                      <a:close/>
                      <a:moveTo>
                        <a:pt x="113560" y="1207"/>
                      </a:moveTo>
                      <a:lnTo>
                        <a:pt x="127511" y="1207"/>
                      </a:lnTo>
                      <a:lnTo>
                        <a:pt x="127511" y="5439"/>
                      </a:lnTo>
                      <a:lnTo>
                        <a:pt x="113560" y="5439"/>
                      </a:lnTo>
                      <a:close/>
                      <a:moveTo>
                        <a:pt x="98309" y="1207"/>
                      </a:moveTo>
                      <a:lnTo>
                        <a:pt x="112259" y="1207"/>
                      </a:lnTo>
                      <a:lnTo>
                        <a:pt x="112259" y="5439"/>
                      </a:lnTo>
                      <a:lnTo>
                        <a:pt x="98309" y="5439"/>
                      </a:lnTo>
                      <a:close/>
                      <a:moveTo>
                        <a:pt x="83058" y="1207"/>
                      </a:moveTo>
                      <a:lnTo>
                        <a:pt x="97008" y="1207"/>
                      </a:lnTo>
                      <a:lnTo>
                        <a:pt x="97008" y="5439"/>
                      </a:lnTo>
                      <a:lnTo>
                        <a:pt x="83058" y="5439"/>
                      </a:lnTo>
                      <a:close/>
                      <a:moveTo>
                        <a:pt x="67807" y="1207"/>
                      </a:moveTo>
                      <a:lnTo>
                        <a:pt x="81757" y="1207"/>
                      </a:lnTo>
                      <a:lnTo>
                        <a:pt x="81757" y="5439"/>
                      </a:lnTo>
                      <a:lnTo>
                        <a:pt x="67807" y="5439"/>
                      </a:lnTo>
                      <a:close/>
                      <a:moveTo>
                        <a:pt x="52556" y="1207"/>
                      </a:moveTo>
                      <a:lnTo>
                        <a:pt x="66490" y="1207"/>
                      </a:lnTo>
                      <a:lnTo>
                        <a:pt x="66490" y="5439"/>
                      </a:lnTo>
                      <a:lnTo>
                        <a:pt x="52556" y="5439"/>
                      </a:lnTo>
                      <a:close/>
                      <a:moveTo>
                        <a:pt x="37305" y="1207"/>
                      </a:moveTo>
                      <a:lnTo>
                        <a:pt x="51239" y="1207"/>
                      </a:lnTo>
                      <a:lnTo>
                        <a:pt x="51239" y="5439"/>
                      </a:lnTo>
                      <a:lnTo>
                        <a:pt x="37305" y="5439"/>
                      </a:lnTo>
                      <a:close/>
                      <a:moveTo>
                        <a:pt x="22038" y="1207"/>
                      </a:moveTo>
                      <a:lnTo>
                        <a:pt x="35988" y="1207"/>
                      </a:lnTo>
                      <a:lnTo>
                        <a:pt x="35988" y="5439"/>
                      </a:lnTo>
                      <a:lnTo>
                        <a:pt x="22038" y="5439"/>
                      </a:lnTo>
                      <a:close/>
                      <a:moveTo>
                        <a:pt x="6787" y="1207"/>
                      </a:moveTo>
                      <a:lnTo>
                        <a:pt x="20737" y="1207"/>
                      </a:lnTo>
                      <a:lnTo>
                        <a:pt x="20737" y="5439"/>
                      </a:lnTo>
                      <a:lnTo>
                        <a:pt x="6787" y="5439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32"/>
          <p:cNvSpPr/>
          <p:nvPr/>
        </p:nvSpPr>
        <p:spPr>
          <a:xfrm>
            <a:off x="7727825" y="347300"/>
            <a:ext cx="840230" cy="840196"/>
          </a:xfrm>
          <a:custGeom>
            <a:avLst/>
            <a:gdLst/>
            <a:ahLst/>
            <a:cxnLst/>
            <a:rect l="l" t="t" r="r" b="b"/>
            <a:pathLst>
              <a:path w="25166" h="25165" extrusionOk="0">
                <a:moveTo>
                  <a:pt x="12583" y="1"/>
                </a:moveTo>
                <a:cubicBezTo>
                  <a:pt x="5638" y="1"/>
                  <a:pt x="1" y="5638"/>
                  <a:pt x="1" y="12583"/>
                </a:cubicBezTo>
                <a:cubicBezTo>
                  <a:pt x="1" y="19527"/>
                  <a:pt x="5638" y="25165"/>
                  <a:pt x="12583" y="25165"/>
                </a:cubicBezTo>
                <a:cubicBezTo>
                  <a:pt x="19527" y="25165"/>
                  <a:pt x="25165" y="19527"/>
                  <a:pt x="25165" y="12583"/>
                </a:cubicBezTo>
                <a:cubicBezTo>
                  <a:pt x="25165" y="5638"/>
                  <a:pt x="19527" y="1"/>
                  <a:pt x="1258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5" name="Google Shape;1215;p32"/>
          <p:cNvSpPr/>
          <p:nvPr/>
        </p:nvSpPr>
        <p:spPr>
          <a:xfrm>
            <a:off x="-1637787" y="74538"/>
            <a:ext cx="10828625" cy="1112950"/>
          </a:xfrm>
          <a:custGeom>
            <a:avLst/>
            <a:gdLst/>
            <a:ahLst/>
            <a:cxnLst/>
            <a:rect l="l" t="t" r="r" b="b"/>
            <a:pathLst>
              <a:path w="313487" h="44518" extrusionOk="0">
                <a:moveTo>
                  <a:pt x="313487" y="1"/>
                </a:moveTo>
                <a:cubicBezTo>
                  <a:pt x="313487" y="1"/>
                  <a:pt x="213140" y="16051"/>
                  <a:pt x="210068" y="16051"/>
                </a:cubicBezTo>
                <a:cubicBezTo>
                  <a:pt x="207011" y="16051"/>
                  <a:pt x="103075" y="10487"/>
                  <a:pt x="103075" y="10487"/>
                </a:cubicBezTo>
                <a:lnTo>
                  <a:pt x="0" y="16051"/>
                </a:lnTo>
                <a:lnTo>
                  <a:pt x="0" y="29421"/>
                </a:lnTo>
                <a:cubicBezTo>
                  <a:pt x="1815" y="29204"/>
                  <a:pt x="5448" y="29107"/>
                  <a:pt x="10266" y="29107"/>
                </a:cubicBezTo>
                <a:cubicBezTo>
                  <a:pt x="33210" y="29107"/>
                  <a:pt x="83034" y="31301"/>
                  <a:pt x="91350" y="33089"/>
                </a:cubicBezTo>
                <a:cubicBezTo>
                  <a:pt x="101315" y="35234"/>
                  <a:pt x="223068" y="44518"/>
                  <a:pt x="227337" y="44518"/>
                </a:cubicBezTo>
                <a:cubicBezTo>
                  <a:pt x="227373" y="44518"/>
                  <a:pt x="227400" y="44517"/>
                  <a:pt x="227419" y="44516"/>
                </a:cubicBezTo>
                <a:cubicBezTo>
                  <a:pt x="229755" y="44343"/>
                  <a:pt x="313487" y="18575"/>
                  <a:pt x="313487" y="18575"/>
                </a:cubicBezTo>
                <a:lnTo>
                  <a:pt x="313487" y="1"/>
                </a:ln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6" name="Google Shape;1216;p32"/>
          <p:cNvSpPr txBox="1">
            <a:spLocks noGrp="1"/>
          </p:cNvSpPr>
          <p:nvPr>
            <p:ph type="title" idx="15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Summary</a:t>
            </a:r>
            <a:endParaRPr dirty="0"/>
          </a:p>
        </p:txBody>
      </p:sp>
      <p:sp>
        <p:nvSpPr>
          <p:cNvPr id="1217" name="Google Shape;1217;p32"/>
          <p:cNvSpPr txBox="1">
            <a:spLocks noGrp="1"/>
          </p:cNvSpPr>
          <p:nvPr>
            <p:ph type="title"/>
          </p:nvPr>
        </p:nvSpPr>
        <p:spPr>
          <a:xfrm flipH="1">
            <a:off x="713224" y="1417925"/>
            <a:ext cx="648600" cy="45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218" name="Google Shape;1218;p32"/>
          <p:cNvSpPr txBox="1">
            <a:spLocks noGrp="1"/>
          </p:cNvSpPr>
          <p:nvPr>
            <p:ph type="subTitle" idx="1"/>
          </p:nvPr>
        </p:nvSpPr>
        <p:spPr>
          <a:xfrm flipH="1">
            <a:off x="1451399" y="1433956"/>
            <a:ext cx="1938300" cy="41913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Sound analysis</a:t>
            </a:r>
            <a:endParaRPr dirty="0"/>
          </a:p>
        </p:txBody>
      </p:sp>
      <p:sp>
        <p:nvSpPr>
          <p:cNvPr id="1220" name="Google Shape;1220;p32"/>
          <p:cNvSpPr txBox="1">
            <a:spLocks noGrp="1"/>
          </p:cNvSpPr>
          <p:nvPr>
            <p:ph type="title" idx="3"/>
          </p:nvPr>
        </p:nvSpPr>
        <p:spPr>
          <a:xfrm flipH="1">
            <a:off x="713224" y="2714350"/>
            <a:ext cx="648600" cy="45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221" name="Google Shape;1221;p32"/>
          <p:cNvSpPr txBox="1">
            <a:spLocks noGrp="1"/>
          </p:cNvSpPr>
          <p:nvPr>
            <p:ph type="subTitle" idx="4"/>
          </p:nvPr>
        </p:nvSpPr>
        <p:spPr>
          <a:xfrm flipH="1">
            <a:off x="1451399" y="2789487"/>
            <a:ext cx="1938300" cy="37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Animation </a:t>
            </a:r>
            <a:endParaRPr dirty="0"/>
          </a:p>
        </p:txBody>
      </p:sp>
      <p:sp>
        <p:nvSpPr>
          <p:cNvPr id="1223" name="Google Shape;1223;p32"/>
          <p:cNvSpPr txBox="1">
            <a:spLocks noGrp="1"/>
          </p:cNvSpPr>
          <p:nvPr>
            <p:ph type="title" idx="6"/>
          </p:nvPr>
        </p:nvSpPr>
        <p:spPr>
          <a:xfrm>
            <a:off x="3782650" y="1417925"/>
            <a:ext cx="648600" cy="45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224" name="Google Shape;1224;p32"/>
          <p:cNvSpPr txBox="1">
            <a:spLocks noGrp="1"/>
          </p:cNvSpPr>
          <p:nvPr>
            <p:ph type="subTitle" idx="7"/>
          </p:nvPr>
        </p:nvSpPr>
        <p:spPr>
          <a:xfrm>
            <a:off x="4493875" y="1478163"/>
            <a:ext cx="1938300" cy="37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Showcase </a:t>
            </a:r>
            <a:endParaRPr dirty="0"/>
          </a:p>
        </p:txBody>
      </p:sp>
      <p:sp>
        <p:nvSpPr>
          <p:cNvPr id="1226" name="Google Shape;1226;p32"/>
          <p:cNvSpPr txBox="1">
            <a:spLocks noGrp="1"/>
          </p:cNvSpPr>
          <p:nvPr>
            <p:ph type="title" idx="9"/>
          </p:nvPr>
        </p:nvSpPr>
        <p:spPr>
          <a:xfrm>
            <a:off x="3782650" y="2714350"/>
            <a:ext cx="648600" cy="45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227" name="Google Shape;1227;p32"/>
          <p:cNvSpPr txBox="1">
            <a:spLocks noGrp="1"/>
          </p:cNvSpPr>
          <p:nvPr>
            <p:ph type="subTitle" idx="13"/>
          </p:nvPr>
        </p:nvSpPr>
        <p:spPr>
          <a:xfrm>
            <a:off x="4493875" y="2789487"/>
            <a:ext cx="2288850" cy="37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noProof="0" dirty="0"/>
              <a:t>Contrast with plan</a:t>
            </a:r>
          </a:p>
        </p:txBody>
      </p:sp>
      <p:sp>
        <p:nvSpPr>
          <p:cNvPr id="1229" name="Google Shape;1229;p32"/>
          <p:cNvSpPr/>
          <p:nvPr/>
        </p:nvSpPr>
        <p:spPr>
          <a:xfrm>
            <a:off x="6638025" y="5131575"/>
            <a:ext cx="225450" cy="266525"/>
          </a:xfrm>
          <a:custGeom>
            <a:avLst/>
            <a:gdLst/>
            <a:ahLst/>
            <a:cxnLst/>
            <a:rect l="l" t="t" r="r" b="b"/>
            <a:pathLst>
              <a:path w="9018" h="10661" extrusionOk="0">
                <a:moveTo>
                  <a:pt x="1" y="10660"/>
                </a:moveTo>
                <a:lnTo>
                  <a:pt x="9017" y="10660"/>
                </a:lnTo>
                <a:lnTo>
                  <a:pt x="9017" y="1"/>
                </a:lnTo>
                <a:lnTo>
                  <a:pt x="1" y="1"/>
                </a:lnTo>
                <a:close/>
              </a:path>
            </a:pathLst>
          </a:custGeom>
          <a:solidFill>
            <a:srgbClr val="033B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0" name="Google Shape;1230;p32"/>
          <p:cNvSpPr/>
          <p:nvPr/>
        </p:nvSpPr>
        <p:spPr>
          <a:xfrm>
            <a:off x="6709900" y="4473175"/>
            <a:ext cx="72825" cy="792553"/>
          </a:xfrm>
          <a:custGeom>
            <a:avLst/>
            <a:gdLst/>
            <a:ahLst/>
            <a:cxnLst/>
            <a:rect l="l" t="t" r="r" b="b"/>
            <a:pathLst>
              <a:path w="2913" h="48780" extrusionOk="0">
                <a:moveTo>
                  <a:pt x="1" y="48780"/>
                </a:moveTo>
                <a:lnTo>
                  <a:pt x="2913" y="48780"/>
                </a:lnTo>
                <a:lnTo>
                  <a:pt x="2913" y="1"/>
                </a:lnTo>
                <a:lnTo>
                  <a:pt x="1" y="1"/>
                </a:lnTo>
                <a:close/>
              </a:path>
            </a:pathLst>
          </a:custGeom>
          <a:solidFill>
            <a:srgbClr val="033B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1" name="Google Shape;1231;p32"/>
          <p:cNvSpPr/>
          <p:nvPr/>
        </p:nvSpPr>
        <p:spPr>
          <a:xfrm>
            <a:off x="5855850" y="3492550"/>
            <a:ext cx="3625540" cy="2207975"/>
          </a:xfrm>
          <a:custGeom>
            <a:avLst/>
            <a:gdLst/>
            <a:ahLst/>
            <a:cxnLst/>
            <a:rect l="l" t="t" r="r" b="b"/>
            <a:pathLst>
              <a:path w="102525" h="88319" extrusionOk="0">
                <a:moveTo>
                  <a:pt x="65114" y="10828"/>
                </a:moveTo>
                <a:cubicBezTo>
                  <a:pt x="55668" y="13983"/>
                  <a:pt x="48798" y="13068"/>
                  <a:pt x="45027" y="19826"/>
                </a:cubicBezTo>
                <a:lnTo>
                  <a:pt x="45027" y="19826"/>
                </a:lnTo>
                <a:cubicBezTo>
                  <a:pt x="41256" y="26583"/>
                  <a:pt x="39315" y="30186"/>
                  <a:pt x="32613" y="31549"/>
                </a:cubicBezTo>
                <a:lnTo>
                  <a:pt x="32613" y="31549"/>
                </a:lnTo>
                <a:cubicBezTo>
                  <a:pt x="25930" y="32893"/>
                  <a:pt x="23989" y="35413"/>
                  <a:pt x="19098" y="40678"/>
                </a:cubicBezTo>
                <a:lnTo>
                  <a:pt x="19098" y="40678"/>
                </a:lnTo>
                <a:cubicBezTo>
                  <a:pt x="14207" y="45961"/>
                  <a:pt x="8737" y="50460"/>
                  <a:pt x="8084" y="56321"/>
                </a:cubicBezTo>
                <a:lnTo>
                  <a:pt x="8084" y="56321"/>
                </a:lnTo>
                <a:cubicBezTo>
                  <a:pt x="7449" y="62183"/>
                  <a:pt x="0" y="74355"/>
                  <a:pt x="131" y="78405"/>
                </a:cubicBezTo>
                <a:lnTo>
                  <a:pt x="131" y="78405"/>
                </a:lnTo>
                <a:cubicBezTo>
                  <a:pt x="243" y="82456"/>
                  <a:pt x="3118" y="87422"/>
                  <a:pt x="3118" y="87422"/>
                </a:cubicBezTo>
                <a:lnTo>
                  <a:pt x="3118" y="87422"/>
                </a:lnTo>
                <a:cubicBezTo>
                  <a:pt x="3118" y="87422"/>
                  <a:pt x="21748" y="88318"/>
                  <a:pt x="32613" y="87422"/>
                </a:cubicBezTo>
                <a:lnTo>
                  <a:pt x="32613" y="87422"/>
                </a:lnTo>
                <a:cubicBezTo>
                  <a:pt x="43497" y="86507"/>
                  <a:pt x="46540" y="84715"/>
                  <a:pt x="51318" y="84715"/>
                </a:cubicBezTo>
                <a:lnTo>
                  <a:pt x="51318" y="84715"/>
                </a:lnTo>
                <a:cubicBezTo>
                  <a:pt x="56116" y="84715"/>
                  <a:pt x="63453" y="85611"/>
                  <a:pt x="76688" y="83801"/>
                </a:cubicBezTo>
                <a:lnTo>
                  <a:pt x="76688" y="83801"/>
                </a:lnTo>
                <a:cubicBezTo>
                  <a:pt x="89905" y="82008"/>
                  <a:pt x="102525" y="85163"/>
                  <a:pt x="102525" y="85163"/>
                </a:cubicBezTo>
                <a:lnTo>
                  <a:pt x="102525" y="85163"/>
                </a:lnTo>
                <a:lnTo>
                  <a:pt x="102525" y="0"/>
                </a:lnTo>
                <a:cubicBezTo>
                  <a:pt x="102525" y="0"/>
                  <a:pt x="74560" y="7673"/>
                  <a:pt x="65114" y="1082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2" name="Google Shape;1232;p32"/>
          <p:cNvSpPr/>
          <p:nvPr/>
        </p:nvSpPr>
        <p:spPr>
          <a:xfrm>
            <a:off x="6401152" y="3798225"/>
            <a:ext cx="2867400" cy="1881300"/>
          </a:xfrm>
          <a:custGeom>
            <a:avLst/>
            <a:gdLst/>
            <a:ahLst/>
            <a:cxnLst/>
            <a:rect l="l" t="t" r="r" b="b"/>
            <a:pathLst>
              <a:path w="96888" h="75252" extrusionOk="0">
                <a:moveTo>
                  <a:pt x="96887" y="1214"/>
                </a:moveTo>
                <a:cubicBezTo>
                  <a:pt x="96887" y="1214"/>
                  <a:pt x="84809" y="1"/>
                  <a:pt x="53970" y="19173"/>
                </a:cubicBezTo>
                <a:cubicBezTo>
                  <a:pt x="48967" y="22290"/>
                  <a:pt x="34928" y="39670"/>
                  <a:pt x="28992" y="40510"/>
                </a:cubicBezTo>
                <a:cubicBezTo>
                  <a:pt x="23037" y="41350"/>
                  <a:pt x="21301" y="42918"/>
                  <a:pt x="16970" y="46185"/>
                </a:cubicBezTo>
                <a:cubicBezTo>
                  <a:pt x="12620" y="49471"/>
                  <a:pt x="7748" y="52271"/>
                  <a:pt x="7188" y="55930"/>
                </a:cubicBezTo>
                <a:cubicBezTo>
                  <a:pt x="6628" y="59570"/>
                  <a:pt x="1" y="67131"/>
                  <a:pt x="113" y="69651"/>
                </a:cubicBezTo>
                <a:cubicBezTo>
                  <a:pt x="206" y="72171"/>
                  <a:pt x="2763" y="75251"/>
                  <a:pt x="2763" y="75251"/>
                </a:cubicBezTo>
                <a:cubicBezTo>
                  <a:pt x="2763" y="75251"/>
                  <a:pt x="41350" y="73571"/>
                  <a:pt x="45606" y="73571"/>
                </a:cubicBezTo>
                <a:cubicBezTo>
                  <a:pt x="49863" y="73571"/>
                  <a:pt x="56396" y="74131"/>
                  <a:pt x="68139" y="73011"/>
                </a:cubicBezTo>
                <a:cubicBezTo>
                  <a:pt x="79899" y="71891"/>
                  <a:pt x="91119" y="73851"/>
                  <a:pt x="91119" y="7385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3" name="Google Shape;1233;p32"/>
          <p:cNvSpPr/>
          <p:nvPr/>
        </p:nvSpPr>
        <p:spPr>
          <a:xfrm>
            <a:off x="5687175" y="2404975"/>
            <a:ext cx="3572600" cy="500050"/>
          </a:xfrm>
          <a:custGeom>
            <a:avLst/>
            <a:gdLst/>
            <a:ahLst/>
            <a:cxnLst/>
            <a:rect l="l" t="t" r="r" b="b"/>
            <a:pathLst>
              <a:path w="142904" h="20002" extrusionOk="0">
                <a:moveTo>
                  <a:pt x="1" y="2430"/>
                </a:moveTo>
                <a:cubicBezTo>
                  <a:pt x="1" y="2430"/>
                  <a:pt x="73043" y="2383"/>
                  <a:pt x="78263" y="4876"/>
                </a:cubicBezTo>
                <a:lnTo>
                  <a:pt x="78263" y="4876"/>
                </a:lnTo>
                <a:cubicBezTo>
                  <a:pt x="83482" y="7368"/>
                  <a:pt x="142904" y="20001"/>
                  <a:pt x="142904" y="20001"/>
                </a:cubicBezTo>
                <a:lnTo>
                  <a:pt x="142904" y="20001"/>
                </a:lnTo>
                <a:lnTo>
                  <a:pt x="142904" y="2430"/>
                </a:lnTo>
                <a:cubicBezTo>
                  <a:pt x="142904" y="2430"/>
                  <a:pt x="104125" y="7916"/>
                  <a:pt x="96179" y="2430"/>
                </a:cubicBezTo>
                <a:lnTo>
                  <a:pt x="96179" y="2430"/>
                </a:lnTo>
                <a:cubicBezTo>
                  <a:pt x="93530" y="612"/>
                  <a:pt x="81962" y="1"/>
                  <a:pt x="67714" y="1"/>
                </a:cubicBezTo>
                <a:lnTo>
                  <a:pt x="67714" y="1"/>
                </a:lnTo>
                <a:cubicBezTo>
                  <a:pt x="39218" y="1"/>
                  <a:pt x="1" y="2430"/>
                  <a:pt x="1" y="2430"/>
                </a:cubicBezTo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34" name="Google Shape;1234;p32"/>
          <p:cNvGrpSpPr/>
          <p:nvPr/>
        </p:nvGrpSpPr>
        <p:grpSpPr>
          <a:xfrm>
            <a:off x="7697498" y="2089814"/>
            <a:ext cx="2353043" cy="3308282"/>
            <a:chOff x="6522575" y="4082000"/>
            <a:chExt cx="724950" cy="1019250"/>
          </a:xfrm>
        </p:grpSpPr>
        <p:sp>
          <p:nvSpPr>
            <p:cNvPr id="1235" name="Google Shape;1235;p32"/>
            <p:cNvSpPr/>
            <p:nvPr/>
          </p:nvSpPr>
          <p:spPr>
            <a:xfrm>
              <a:off x="6714575" y="4259900"/>
              <a:ext cx="340550" cy="244950"/>
            </a:xfrm>
            <a:custGeom>
              <a:avLst/>
              <a:gdLst/>
              <a:ahLst/>
              <a:cxnLst/>
              <a:rect l="l" t="t" r="r" b="b"/>
              <a:pathLst>
                <a:path w="13622" h="9798" extrusionOk="0">
                  <a:moveTo>
                    <a:pt x="6819" y="1"/>
                  </a:moveTo>
                  <a:cubicBezTo>
                    <a:pt x="6819" y="1"/>
                    <a:pt x="4624" y="7666"/>
                    <a:pt x="0" y="7666"/>
                  </a:cubicBezTo>
                  <a:cubicBezTo>
                    <a:pt x="0" y="7666"/>
                    <a:pt x="2728" y="9797"/>
                    <a:pt x="6819" y="9797"/>
                  </a:cubicBezTo>
                  <a:cubicBezTo>
                    <a:pt x="10910" y="9797"/>
                    <a:pt x="13621" y="7666"/>
                    <a:pt x="13621" y="7666"/>
                  </a:cubicBezTo>
                  <a:cubicBezTo>
                    <a:pt x="8998" y="7666"/>
                    <a:pt x="6819" y="1"/>
                    <a:pt x="68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36" name="Google Shape;1236;p32"/>
            <p:cNvGrpSpPr/>
            <p:nvPr/>
          </p:nvGrpSpPr>
          <p:grpSpPr>
            <a:xfrm>
              <a:off x="6522575" y="4082000"/>
              <a:ext cx="724950" cy="1019250"/>
              <a:chOff x="6522575" y="4082000"/>
              <a:chExt cx="724950" cy="1019250"/>
            </a:xfrm>
          </p:grpSpPr>
          <p:sp>
            <p:nvSpPr>
              <p:cNvPr id="1237" name="Google Shape;1237;p32"/>
              <p:cNvSpPr/>
              <p:nvPr/>
            </p:nvSpPr>
            <p:spPr>
              <a:xfrm>
                <a:off x="6765900" y="4082000"/>
                <a:ext cx="238275" cy="272775"/>
              </a:xfrm>
              <a:custGeom>
                <a:avLst/>
                <a:gdLst/>
                <a:ahLst/>
                <a:cxnLst/>
                <a:rect l="l" t="t" r="r" b="b"/>
                <a:pathLst>
                  <a:path w="9531" h="10911" extrusionOk="0">
                    <a:moveTo>
                      <a:pt x="4766" y="1"/>
                    </a:moveTo>
                    <a:cubicBezTo>
                      <a:pt x="4766" y="1"/>
                      <a:pt x="3527" y="9829"/>
                      <a:pt x="1" y="9829"/>
                    </a:cubicBezTo>
                    <a:cubicBezTo>
                      <a:pt x="1" y="9829"/>
                      <a:pt x="1835" y="10910"/>
                      <a:pt x="4766" y="10910"/>
                    </a:cubicBezTo>
                    <a:cubicBezTo>
                      <a:pt x="7681" y="10910"/>
                      <a:pt x="9531" y="9829"/>
                      <a:pt x="9531" y="9829"/>
                    </a:cubicBezTo>
                    <a:cubicBezTo>
                      <a:pt x="5988" y="9829"/>
                      <a:pt x="4766" y="1"/>
                      <a:pt x="47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Google Shape;1238;p32"/>
              <p:cNvSpPr/>
              <p:nvPr/>
            </p:nvSpPr>
            <p:spPr>
              <a:xfrm>
                <a:off x="6680875" y="4339450"/>
                <a:ext cx="408350" cy="293525"/>
              </a:xfrm>
              <a:custGeom>
                <a:avLst/>
                <a:gdLst/>
                <a:ahLst/>
                <a:cxnLst/>
                <a:rect l="l" t="t" r="r" b="b"/>
                <a:pathLst>
                  <a:path w="16334" h="11741" extrusionOk="0">
                    <a:moveTo>
                      <a:pt x="8167" y="1"/>
                    </a:moveTo>
                    <a:cubicBezTo>
                      <a:pt x="8167" y="1"/>
                      <a:pt x="5549" y="9186"/>
                      <a:pt x="0" y="9186"/>
                    </a:cubicBezTo>
                    <a:cubicBezTo>
                      <a:pt x="0" y="9186"/>
                      <a:pt x="3261" y="11741"/>
                      <a:pt x="8167" y="11741"/>
                    </a:cubicBezTo>
                    <a:cubicBezTo>
                      <a:pt x="13073" y="11741"/>
                      <a:pt x="16333" y="9186"/>
                      <a:pt x="16333" y="9186"/>
                    </a:cubicBezTo>
                    <a:cubicBezTo>
                      <a:pt x="10784" y="9186"/>
                      <a:pt x="8167" y="1"/>
                      <a:pt x="81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Google Shape;1239;p32"/>
              <p:cNvSpPr/>
              <p:nvPr/>
            </p:nvSpPr>
            <p:spPr>
              <a:xfrm>
                <a:off x="6605250" y="4450350"/>
                <a:ext cx="559600" cy="402075"/>
              </a:xfrm>
              <a:custGeom>
                <a:avLst/>
                <a:gdLst/>
                <a:ahLst/>
                <a:cxnLst/>
                <a:rect l="l" t="t" r="r" b="b"/>
                <a:pathLst>
                  <a:path w="22384" h="16083" extrusionOk="0">
                    <a:moveTo>
                      <a:pt x="11192" y="1"/>
                    </a:moveTo>
                    <a:cubicBezTo>
                      <a:pt x="11192" y="1"/>
                      <a:pt x="7602" y="12587"/>
                      <a:pt x="0" y="12587"/>
                    </a:cubicBezTo>
                    <a:cubicBezTo>
                      <a:pt x="0" y="12587"/>
                      <a:pt x="4467" y="16083"/>
                      <a:pt x="11192" y="16083"/>
                    </a:cubicBezTo>
                    <a:cubicBezTo>
                      <a:pt x="17916" y="16083"/>
                      <a:pt x="22383" y="12587"/>
                      <a:pt x="22383" y="12587"/>
                    </a:cubicBezTo>
                    <a:cubicBezTo>
                      <a:pt x="14781" y="12587"/>
                      <a:pt x="11192" y="1"/>
                      <a:pt x="1119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Google Shape;1240;p32"/>
              <p:cNvSpPr/>
              <p:nvPr/>
            </p:nvSpPr>
            <p:spPr>
              <a:xfrm>
                <a:off x="6522575" y="4580450"/>
                <a:ext cx="724950" cy="520800"/>
              </a:xfrm>
              <a:custGeom>
                <a:avLst/>
                <a:gdLst/>
                <a:ahLst/>
                <a:cxnLst/>
                <a:rect l="l" t="t" r="r" b="b"/>
                <a:pathLst>
                  <a:path w="28998" h="20832" extrusionOk="0">
                    <a:moveTo>
                      <a:pt x="14499" y="1"/>
                    </a:moveTo>
                    <a:cubicBezTo>
                      <a:pt x="14499" y="1"/>
                      <a:pt x="9843" y="16302"/>
                      <a:pt x="0" y="16302"/>
                    </a:cubicBezTo>
                    <a:cubicBezTo>
                      <a:pt x="0" y="16302"/>
                      <a:pt x="5784" y="20832"/>
                      <a:pt x="14499" y="20832"/>
                    </a:cubicBezTo>
                    <a:cubicBezTo>
                      <a:pt x="23198" y="20832"/>
                      <a:pt x="28998" y="16302"/>
                      <a:pt x="28998" y="16302"/>
                    </a:cubicBezTo>
                    <a:cubicBezTo>
                      <a:pt x="19138" y="16302"/>
                      <a:pt x="14499" y="1"/>
                      <a:pt x="144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41" name="Google Shape;1241;p32"/>
          <p:cNvSpPr/>
          <p:nvPr/>
        </p:nvSpPr>
        <p:spPr>
          <a:xfrm rot="-2231248" flipH="1">
            <a:off x="6494993" y="364085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2" name="Google Shape;1242;p32"/>
          <p:cNvSpPr/>
          <p:nvPr/>
        </p:nvSpPr>
        <p:spPr>
          <a:xfrm rot="-2231248" flipH="1">
            <a:off x="7607768" y="1488460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34"/>
          <p:cNvSpPr/>
          <p:nvPr/>
        </p:nvSpPr>
        <p:spPr>
          <a:xfrm>
            <a:off x="-94225" y="3782425"/>
            <a:ext cx="4442125" cy="1160325"/>
          </a:xfrm>
          <a:custGeom>
            <a:avLst/>
            <a:gdLst/>
            <a:ahLst/>
            <a:cxnLst/>
            <a:rect l="l" t="t" r="r" b="b"/>
            <a:pathLst>
              <a:path w="177685" h="46413" extrusionOk="0">
                <a:moveTo>
                  <a:pt x="53027" y="1"/>
                </a:moveTo>
                <a:cubicBezTo>
                  <a:pt x="53027" y="1"/>
                  <a:pt x="79109" y="2070"/>
                  <a:pt x="70927" y="2540"/>
                </a:cubicBezTo>
                <a:cubicBezTo>
                  <a:pt x="62761" y="3026"/>
                  <a:pt x="21224" y="5706"/>
                  <a:pt x="20644" y="7838"/>
                </a:cubicBezTo>
                <a:cubicBezTo>
                  <a:pt x="20064" y="9969"/>
                  <a:pt x="61977" y="9076"/>
                  <a:pt x="62369" y="12462"/>
                </a:cubicBezTo>
                <a:cubicBezTo>
                  <a:pt x="62761" y="15847"/>
                  <a:pt x="1" y="12462"/>
                  <a:pt x="1458" y="16098"/>
                </a:cubicBezTo>
                <a:cubicBezTo>
                  <a:pt x="2932" y="19750"/>
                  <a:pt x="51851" y="19202"/>
                  <a:pt x="51459" y="21380"/>
                </a:cubicBezTo>
                <a:cubicBezTo>
                  <a:pt x="51295" y="22331"/>
                  <a:pt x="42835" y="22437"/>
                  <a:pt x="33312" y="22437"/>
                </a:cubicBezTo>
                <a:cubicBezTo>
                  <a:pt x="30561" y="22437"/>
                  <a:pt x="27722" y="22428"/>
                  <a:pt x="24968" y="22428"/>
                </a:cubicBezTo>
                <a:cubicBezTo>
                  <a:pt x="15398" y="22428"/>
                  <a:pt x="6865" y="22536"/>
                  <a:pt x="6694" y="23496"/>
                </a:cubicBezTo>
                <a:cubicBezTo>
                  <a:pt x="6302" y="25691"/>
                  <a:pt x="55362" y="31240"/>
                  <a:pt x="52635" y="32964"/>
                </a:cubicBezTo>
                <a:cubicBezTo>
                  <a:pt x="51598" y="33619"/>
                  <a:pt x="46686" y="33692"/>
                  <a:pt x="40946" y="33692"/>
                </a:cubicBezTo>
                <a:cubicBezTo>
                  <a:pt x="39300" y="33692"/>
                  <a:pt x="37585" y="33686"/>
                  <a:pt x="35874" y="33686"/>
                </a:cubicBezTo>
                <a:cubicBezTo>
                  <a:pt x="27866" y="33686"/>
                  <a:pt x="19940" y="33818"/>
                  <a:pt x="19468" y="35315"/>
                </a:cubicBezTo>
                <a:cubicBezTo>
                  <a:pt x="18559" y="38246"/>
                  <a:pt x="53811" y="46412"/>
                  <a:pt x="53811" y="46412"/>
                </a:cubicBezTo>
                <a:lnTo>
                  <a:pt x="123875" y="46412"/>
                </a:lnTo>
                <a:cubicBezTo>
                  <a:pt x="123875" y="46412"/>
                  <a:pt x="159126" y="38246"/>
                  <a:pt x="158202" y="35315"/>
                </a:cubicBezTo>
                <a:cubicBezTo>
                  <a:pt x="157729" y="33818"/>
                  <a:pt x="149803" y="33686"/>
                  <a:pt x="141795" y="33686"/>
                </a:cubicBezTo>
                <a:cubicBezTo>
                  <a:pt x="140085" y="33686"/>
                  <a:pt x="138370" y="33692"/>
                  <a:pt x="136724" y="33692"/>
                </a:cubicBezTo>
                <a:cubicBezTo>
                  <a:pt x="130984" y="33692"/>
                  <a:pt x="126072" y="33619"/>
                  <a:pt x="125035" y="32964"/>
                </a:cubicBezTo>
                <a:cubicBezTo>
                  <a:pt x="122307" y="31240"/>
                  <a:pt x="171368" y="25691"/>
                  <a:pt x="170976" y="23496"/>
                </a:cubicBezTo>
                <a:cubicBezTo>
                  <a:pt x="170811" y="22536"/>
                  <a:pt x="162283" y="22428"/>
                  <a:pt x="152713" y="22428"/>
                </a:cubicBezTo>
                <a:cubicBezTo>
                  <a:pt x="149960" y="22428"/>
                  <a:pt x="147120" y="22437"/>
                  <a:pt x="144369" y="22437"/>
                </a:cubicBezTo>
                <a:cubicBezTo>
                  <a:pt x="134846" y="22437"/>
                  <a:pt x="126381" y="22331"/>
                  <a:pt x="126210" y="21380"/>
                </a:cubicBezTo>
                <a:cubicBezTo>
                  <a:pt x="125818" y="19202"/>
                  <a:pt x="174738" y="19750"/>
                  <a:pt x="176211" y="16098"/>
                </a:cubicBezTo>
                <a:cubicBezTo>
                  <a:pt x="177685" y="12462"/>
                  <a:pt x="114909" y="15847"/>
                  <a:pt x="115301" y="12462"/>
                </a:cubicBezTo>
                <a:cubicBezTo>
                  <a:pt x="115693" y="9076"/>
                  <a:pt x="157622" y="9969"/>
                  <a:pt x="157026" y="7838"/>
                </a:cubicBezTo>
                <a:cubicBezTo>
                  <a:pt x="156446" y="5706"/>
                  <a:pt x="114909" y="3026"/>
                  <a:pt x="106743" y="2540"/>
                </a:cubicBezTo>
                <a:cubicBezTo>
                  <a:pt x="98561" y="2070"/>
                  <a:pt x="124643" y="1"/>
                  <a:pt x="124643" y="1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7" name="Google Shape;1257;p34"/>
          <p:cNvSpPr/>
          <p:nvPr/>
        </p:nvSpPr>
        <p:spPr>
          <a:xfrm>
            <a:off x="-838450" y="4242475"/>
            <a:ext cx="5219975" cy="901025"/>
          </a:xfrm>
          <a:custGeom>
            <a:avLst/>
            <a:gdLst/>
            <a:ahLst/>
            <a:cxnLst/>
            <a:rect l="l" t="t" r="r" b="b"/>
            <a:pathLst>
              <a:path w="208799" h="36041" extrusionOk="0">
                <a:moveTo>
                  <a:pt x="11178" y="0"/>
                </a:moveTo>
                <a:lnTo>
                  <a:pt x="0" y="8522"/>
                </a:lnTo>
                <a:lnTo>
                  <a:pt x="0" y="36041"/>
                </a:lnTo>
                <a:lnTo>
                  <a:pt x="208798" y="36041"/>
                </a:lnTo>
                <a:lnTo>
                  <a:pt x="208798" y="19925"/>
                </a:lnTo>
                <a:lnTo>
                  <a:pt x="161254" y="27018"/>
                </a:lnTo>
                <a:lnTo>
                  <a:pt x="129800" y="19925"/>
                </a:lnTo>
                <a:lnTo>
                  <a:pt x="113259" y="16166"/>
                </a:lnTo>
                <a:lnTo>
                  <a:pt x="98021" y="23284"/>
                </a:lnTo>
                <a:lnTo>
                  <a:pt x="71955" y="3735"/>
                </a:lnTo>
                <a:lnTo>
                  <a:pt x="48472" y="23108"/>
                </a:lnTo>
                <a:lnTo>
                  <a:pt x="111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58" name="Google Shape;1258;p34"/>
          <p:cNvGrpSpPr/>
          <p:nvPr/>
        </p:nvGrpSpPr>
        <p:grpSpPr>
          <a:xfrm>
            <a:off x="4766341" y="1416933"/>
            <a:ext cx="1530872" cy="2106828"/>
            <a:chOff x="4219225" y="4565175"/>
            <a:chExt cx="389525" cy="536075"/>
          </a:xfrm>
        </p:grpSpPr>
        <p:grpSp>
          <p:nvGrpSpPr>
            <p:cNvPr id="1259" name="Google Shape;1259;p34"/>
            <p:cNvGrpSpPr/>
            <p:nvPr/>
          </p:nvGrpSpPr>
          <p:grpSpPr>
            <a:xfrm>
              <a:off x="4295625" y="4565175"/>
              <a:ext cx="237100" cy="294300"/>
              <a:chOff x="4295625" y="4565175"/>
              <a:chExt cx="237100" cy="294300"/>
            </a:xfrm>
          </p:grpSpPr>
          <p:sp>
            <p:nvSpPr>
              <p:cNvPr id="1260" name="Google Shape;1260;p34"/>
              <p:cNvSpPr/>
              <p:nvPr/>
            </p:nvSpPr>
            <p:spPr>
              <a:xfrm>
                <a:off x="4330900" y="4565175"/>
                <a:ext cx="166175" cy="189675"/>
              </a:xfrm>
              <a:custGeom>
                <a:avLst/>
                <a:gdLst/>
                <a:ahLst/>
                <a:cxnLst/>
                <a:rect l="l" t="t" r="r" b="b"/>
                <a:pathLst>
                  <a:path w="6647" h="7587" extrusionOk="0">
                    <a:moveTo>
                      <a:pt x="3323" y="0"/>
                    </a:moveTo>
                    <a:cubicBezTo>
                      <a:pt x="3323" y="0"/>
                      <a:pt x="2461" y="6850"/>
                      <a:pt x="1" y="6850"/>
                    </a:cubicBezTo>
                    <a:cubicBezTo>
                      <a:pt x="1" y="6850"/>
                      <a:pt x="1286" y="7587"/>
                      <a:pt x="3323" y="7587"/>
                    </a:cubicBezTo>
                    <a:cubicBezTo>
                      <a:pt x="5361" y="7587"/>
                      <a:pt x="6646" y="6850"/>
                      <a:pt x="6646" y="6850"/>
                    </a:cubicBezTo>
                    <a:cubicBezTo>
                      <a:pt x="4186" y="6850"/>
                      <a:pt x="3323" y="0"/>
                      <a:pt x="332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Google Shape;1261;p34"/>
              <p:cNvSpPr/>
              <p:nvPr/>
            </p:nvSpPr>
            <p:spPr>
              <a:xfrm>
                <a:off x="4295625" y="4689000"/>
                <a:ext cx="237100" cy="170475"/>
              </a:xfrm>
              <a:custGeom>
                <a:avLst/>
                <a:gdLst/>
                <a:ahLst/>
                <a:cxnLst/>
                <a:rect l="l" t="t" r="r" b="b"/>
                <a:pathLst>
                  <a:path w="9484" h="6819" extrusionOk="0">
                    <a:moveTo>
                      <a:pt x="4734" y="0"/>
                    </a:moveTo>
                    <a:cubicBezTo>
                      <a:pt x="4734" y="0"/>
                      <a:pt x="3214" y="5330"/>
                      <a:pt x="1" y="5330"/>
                    </a:cubicBezTo>
                    <a:cubicBezTo>
                      <a:pt x="1" y="5330"/>
                      <a:pt x="1882" y="6819"/>
                      <a:pt x="4734" y="6819"/>
                    </a:cubicBezTo>
                    <a:cubicBezTo>
                      <a:pt x="7587" y="6819"/>
                      <a:pt x="9484" y="5330"/>
                      <a:pt x="9484" y="5330"/>
                    </a:cubicBezTo>
                    <a:cubicBezTo>
                      <a:pt x="6255" y="5330"/>
                      <a:pt x="4734" y="0"/>
                      <a:pt x="473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62" name="Google Shape;1262;p34"/>
            <p:cNvGrpSpPr/>
            <p:nvPr/>
          </p:nvGrpSpPr>
          <p:grpSpPr>
            <a:xfrm>
              <a:off x="4219225" y="4744250"/>
              <a:ext cx="389525" cy="357000"/>
              <a:chOff x="4219225" y="4744250"/>
              <a:chExt cx="389525" cy="357000"/>
            </a:xfrm>
          </p:grpSpPr>
          <p:sp>
            <p:nvSpPr>
              <p:cNvPr id="1263" name="Google Shape;1263;p34"/>
              <p:cNvSpPr/>
              <p:nvPr/>
            </p:nvSpPr>
            <p:spPr>
              <a:xfrm>
                <a:off x="4271725" y="4744250"/>
                <a:ext cx="284525" cy="204175"/>
              </a:xfrm>
              <a:custGeom>
                <a:avLst/>
                <a:gdLst/>
                <a:ahLst/>
                <a:cxnLst/>
                <a:rect l="l" t="t" r="r" b="b"/>
                <a:pathLst>
                  <a:path w="11381" h="8167" extrusionOk="0">
                    <a:moveTo>
                      <a:pt x="5690" y="0"/>
                    </a:moveTo>
                    <a:cubicBezTo>
                      <a:pt x="5690" y="0"/>
                      <a:pt x="3872" y="6396"/>
                      <a:pt x="1" y="6396"/>
                    </a:cubicBezTo>
                    <a:cubicBezTo>
                      <a:pt x="1" y="6396"/>
                      <a:pt x="2273" y="8167"/>
                      <a:pt x="5690" y="8167"/>
                    </a:cubicBezTo>
                    <a:cubicBezTo>
                      <a:pt x="9107" y="8167"/>
                      <a:pt x="11380" y="6396"/>
                      <a:pt x="11380" y="6396"/>
                    </a:cubicBezTo>
                    <a:cubicBezTo>
                      <a:pt x="7509" y="6396"/>
                      <a:pt x="5690" y="0"/>
                      <a:pt x="569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Google Shape;1264;p34"/>
              <p:cNvSpPr/>
              <p:nvPr/>
            </p:nvSpPr>
            <p:spPr>
              <a:xfrm>
                <a:off x="4219225" y="4821450"/>
                <a:ext cx="389525" cy="279800"/>
              </a:xfrm>
              <a:custGeom>
                <a:avLst/>
                <a:gdLst/>
                <a:ahLst/>
                <a:cxnLst/>
                <a:rect l="l" t="t" r="r" b="b"/>
                <a:pathLst>
                  <a:path w="15581" h="11192" extrusionOk="0">
                    <a:moveTo>
                      <a:pt x="7790" y="0"/>
                    </a:moveTo>
                    <a:cubicBezTo>
                      <a:pt x="7790" y="0"/>
                      <a:pt x="5298" y="8762"/>
                      <a:pt x="0" y="8762"/>
                    </a:cubicBezTo>
                    <a:cubicBezTo>
                      <a:pt x="0" y="8762"/>
                      <a:pt x="3120" y="11192"/>
                      <a:pt x="7790" y="11192"/>
                    </a:cubicBezTo>
                    <a:cubicBezTo>
                      <a:pt x="12461" y="11192"/>
                      <a:pt x="15581" y="8762"/>
                      <a:pt x="15581" y="8762"/>
                    </a:cubicBezTo>
                    <a:cubicBezTo>
                      <a:pt x="10283" y="8762"/>
                      <a:pt x="7790" y="0"/>
                      <a:pt x="779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65" name="Google Shape;1265;p34"/>
          <p:cNvGrpSpPr/>
          <p:nvPr/>
        </p:nvGrpSpPr>
        <p:grpSpPr>
          <a:xfrm>
            <a:off x="4293618" y="1788397"/>
            <a:ext cx="945961" cy="1301858"/>
            <a:chOff x="4219225" y="4565175"/>
            <a:chExt cx="389525" cy="536075"/>
          </a:xfrm>
        </p:grpSpPr>
        <p:grpSp>
          <p:nvGrpSpPr>
            <p:cNvPr id="1266" name="Google Shape;1266;p34"/>
            <p:cNvGrpSpPr/>
            <p:nvPr/>
          </p:nvGrpSpPr>
          <p:grpSpPr>
            <a:xfrm>
              <a:off x="4295625" y="4565175"/>
              <a:ext cx="237100" cy="294300"/>
              <a:chOff x="4295625" y="4565175"/>
              <a:chExt cx="237100" cy="294300"/>
            </a:xfrm>
          </p:grpSpPr>
          <p:sp>
            <p:nvSpPr>
              <p:cNvPr id="1267" name="Google Shape;1267;p34"/>
              <p:cNvSpPr/>
              <p:nvPr/>
            </p:nvSpPr>
            <p:spPr>
              <a:xfrm>
                <a:off x="4330900" y="4565175"/>
                <a:ext cx="166175" cy="189675"/>
              </a:xfrm>
              <a:custGeom>
                <a:avLst/>
                <a:gdLst/>
                <a:ahLst/>
                <a:cxnLst/>
                <a:rect l="l" t="t" r="r" b="b"/>
                <a:pathLst>
                  <a:path w="6647" h="7587" extrusionOk="0">
                    <a:moveTo>
                      <a:pt x="3323" y="0"/>
                    </a:moveTo>
                    <a:cubicBezTo>
                      <a:pt x="3323" y="0"/>
                      <a:pt x="2461" y="6850"/>
                      <a:pt x="1" y="6850"/>
                    </a:cubicBezTo>
                    <a:cubicBezTo>
                      <a:pt x="1" y="6850"/>
                      <a:pt x="1286" y="7587"/>
                      <a:pt x="3323" y="7587"/>
                    </a:cubicBezTo>
                    <a:cubicBezTo>
                      <a:pt x="5361" y="7587"/>
                      <a:pt x="6646" y="6850"/>
                      <a:pt x="6646" y="6850"/>
                    </a:cubicBezTo>
                    <a:cubicBezTo>
                      <a:pt x="4186" y="6850"/>
                      <a:pt x="3323" y="0"/>
                      <a:pt x="33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Google Shape;1268;p34"/>
              <p:cNvSpPr/>
              <p:nvPr/>
            </p:nvSpPr>
            <p:spPr>
              <a:xfrm>
                <a:off x="4295625" y="4689000"/>
                <a:ext cx="237100" cy="170475"/>
              </a:xfrm>
              <a:custGeom>
                <a:avLst/>
                <a:gdLst/>
                <a:ahLst/>
                <a:cxnLst/>
                <a:rect l="l" t="t" r="r" b="b"/>
                <a:pathLst>
                  <a:path w="9484" h="6819" extrusionOk="0">
                    <a:moveTo>
                      <a:pt x="4734" y="0"/>
                    </a:moveTo>
                    <a:cubicBezTo>
                      <a:pt x="4734" y="0"/>
                      <a:pt x="3214" y="5330"/>
                      <a:pt x="1" y="5330"/>
                    </a:cubicBezTo>
                    <a:cubicBezTo>
                      <a:pt x="1" y="5330"/>
                      <a:pt x="1882" y="6819"/>
                      <a:pt x="4734" y="6819"/>
                    </a:cubicBezTo>
                    <a:cubicBezTo>
                      <a:pt x="7587" y="6819"/>
                      <a:pt x="9484" y="5330"/>
                      <a:pt x="9484" y="5330"/>
                    </a:cubicBezTo>
                    <a:cubicBezTo>
                      <a:pt x="6255" y="5330"/>
                      <a:pt x="4734" y="0"/>
                      <a:pt x="473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69" name="Google Shape;1269;p34"/>
            <p:cNvGrpSpPr/>
            <p:nvPr/>
          </p:nvGrpSpPr>
          <p:grpSpPr>
            <a:xfrm>
              <a:off x="4219225" y="4744250"/>
              <a:ext cx="389525" cy="357000"/>
              <a:chOff x="4219225" y="4744250"/>
              <a:chExt cx="389525" cy="357000"/>
            </a:xfrm>
          </p:grpSpPr>
          <p:sp>
            <p:nvSpPr>
              <p:cNvPr id="1270" name="Google Shape;1270;p34"/>
              <p:cNvSpPr/>
              <p:nvPr/>
            </p:nvSpPr>
            <p:spPr>
              <a:xfrm>
                <a:off x="4271725" y="4744250"/>
                <a:ext cx="284525" cy="204175"/>
              </a:xfrm>
              <a:custGeom>
                <a:avLst/>
                <a:gdLst/>
                <a:ahLst/>
                <a:cxnLst/>
                <a:rect l="l" t="t" r="r" b="b"/>
                <a:pathLst>
                  <a:path w="11381" h="8167" extrusionOk="0">
                    <a:moveTo>
                      <a:pt x="5690" y="0"/>
                    </a:moveTo>
                    <a:cubicBezTo>
                      <a:pt x="5690" y="0"/>
                      <a:pt x="3872" y="6396"/>
                      <a:pt x="1" y="6396"/>
                    </a:cubicBezTo>
                    <a:cubicBezTo>
                      <a:pt x="1" y="6396"/>
                      <a:pt x="2273" y="8167"/>
                      <a:pt x="5690" y="8167"/>
                    </a:cubicBezTo>
                    <a:cubicBezTo>
                      <a:pt x="9107" y="8167"/>
                      <a:pt x="11380" y="6396"/>
                      <a:pt x="11380" y="6396"/>
                    </a:cubicBezTo>
                    <a:cubicBezTo>
                      <a:pt x="7509" y="6396"/>
                      <a:pt x="5690" y="0"/>
                      <a:pt x="56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Google Shape;1271;p34"/>
              <p:cNvSpPr/>
              <p:nvPr/>
            </p:nvSpPr>
            <p:spPr>
              <a:xfrm>
                <a:off x="4219225" y="4821450"/>
                <a:ext cx="389525" cy="279800"/>
              </a:xfrm>
              <a:custGeom>
                <a:avLst/>
                <a:gdLst/>
                <a:ahLst/>
                <a:cxnLst/>
                <a:rect l="l" t="t" r="r" b="b"/>
                <a:pathLst>
                  <a:path w="15581" h="11192" extrusionOk="0">
                    <a:moveTo>
                      <a:pt x="7790" y="0"/>
                    </a:moveTo>
                    <a:cubicBezTo>
                      <a:pt x="7790" y="0"/>
                      <a:pt x="5298" y="8762"/>
                      <a:pt x="0" y="8762"/>
                    </a:cubicBezTo>
                    <a:cubicBezTo>
                      <a:pt x="0" y="8762"/>
                      <a:pt x="3120" y="11192"/>
                      <a:pt x="7790" y="11192"/>
                    </a:cubicBezTo>
                    <a:cubicBezTo>
                      <a:pt x="12461" y="11192"/>
                      <a:pt x="15581" y="8762"/>
                      <a:pt x="15581" y="8762"/>
                    </a:cubicBezTo>
                    <a:cubicBezTo>
                      <a:pt x="10283" y="8762"/>
                      <a:pt x="7790" y="0"/>
                      <a:pt x="77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72" name="Google Shape;1272;p34"/>
          <p:cNvSpPr/>
          <p:nvPr/>
        </p:nvSpPr>
        <p:spPr>
          <a:xfrm flipH="1">
            <a:off x="-1057094" y="1476025"/>
            <a:ext cx="8629070" cy="2306396"/>
          </a:xfrm>
          <a:custGeom>
            <a:avLst/>
            <a:gdLst/>
            <a:ahLst/>
            <a:cxnLst/>
            <a:rect l="l" t="t" r="r" b="b"/>
            <a:pathLst>
              <a:path w="195272" h="47557" extrusionOk="0">
                <a:moveTo>
                  <a:pt x="169456" y="6161"/>
                </a:moveTo>
                <a:cubicBezTo>
                  <a:pt x="153343" y="18559"/>
                  <a:pt x="158233" y="14907"/>
                  <a:pt x="149001" y="12290"/>
                </a:cubicBezTo>
                <a:lnTo>
                  <a:pt x="149001" y="12290"/>
                </a:lnTo>
                <a:cubicBezTo>
                  <a:pt x="139753" y="9688"/>
                  <a:pt x="141070" y="6020"/>
                  <a:pt x="130489" y="13340"/>
                </a:cubicBezTo>
                <a:lnTo>
                  <a:pt x="130489" y="13340"/>
                </a:lnTo>
                <a:cubicBezTo>
                  <a:pt x="125160" y="17023"/>
                  <a:pt x="118279" y="16318"/>
                  <a:pt x="111147" y="15628"/>
                </a:cubicBezTo>
                <a:lnTo>
                  <a:pt x="111147" y="15628"/>
                </a:lnTo>
                <a:cubicBezTo>
                  <a:pt x="104125" y="14938"/>
                  <a:pt x="96868" y="14233"/>
                  <a:pt x="90645" y="17760"/>
                </a:cubicBezTo>
                <a:lnTo>
                  <a:pt x="90645" y="17760"/>
                </a:lnTo>
                <a:cubicBezTo>
                  <a:pt x="78106" y="24829"/>
                  <a:pt x="65990" y="32980"/>
                  <a:pt x="62416" y="32494"/>
                </a:cubicBezTo>
                <a:lnTo>
                  <a:pt x="62416" y="32494"/>
                </a:lnTo>
                <a:cubicBezTo>
                  <a:pt x="29515" y="28058"/>
                  <a:pt x="1" y="47557"/>
                  <a:pt x="1" y="47557"/>
                </a:cubicBezTo>
                <a:lnTo>
                  <a:pt x="1" y="47557"/>
                </a:lnTo>
                <a:lnTo>
                  <a:pt x="195271" y="47557"/>
                </a:lnTo>
                <a:lnTo>
                  <a:pt x="195271" y="3935"/>
                </a:lnTo>
                <a:cubicBezTo>
                  <a:pt x="195271" y="3935"/>
                  <a:pt x="191525" y="1"/>
                  <a:pt x="184817" y="1"/>
                </a:cubicBezTo>
                <a:lnTo>
                  <a:pt x="184817" y="1"/>
                </a:lnTo>
                <a:cubicBezTo>
                  <a:pt x="180726" y="1"/>
                  <a:pt x="175553" y="1459"/>
                  <a:pt x="169456" y="616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3" name="Google Shape;1273;p34"/>
          <p:cNvSpPr txBox="1">
            <a:spLocks noGrp="1"/>
          </p:cNvSpPr>
          <p:nvPr>
            <p:ph type="title"/>
          </p:nvPr>
        </p:nvSpPr>
        <p:spPr>
          <a:xfrm>
            <a:off x="802803" y="2488940"/>
            <a:ext cx="3957000" cy="111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Sounds </a:t>
            </a:r>
            <a:br>
              <a:rPr lang="en" dirty="0"/>
            </a:br>
            <a:r>
              <a:rPr lang="en" dirty="0"/>
              <a:t>analysis</a:t>
            </a:r>
            <a:endParaRPr i="1" dirty="0"/>
          </a:p>
        </p:txBody>
      </p:sp>
      <p:sp>
        <p:nvSpPr>
          <p:cNvPr id="1274" name="Google Shape;1274;p34"/>
          <p:cNvSpPr txBox="1">
            <a:spLocks noGrp="1"/>
          </p:cNvSpPr>
          <p:nvPr>
            <p:ph type="title" idx="2"/>
          </p:nvPr>
        </p:nvSpPr>
        <p:spPr>
          <a:xfrm>
            <a:off x="713225" y="686500"/>
            <a:ext cx="1303200" cy="133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1276" name="Google Shape;1276;p34"/>
          <p:cNvGrpSpPr/>
          <p:nvPr/>
        </p:nvGrpSpPr>
        <p:grpSpPr>
          <a:xfrm>
            <a:off x="4012765" y="-2"/>
            <a:ext cx="5136119" cy="5858475"/>
            <a:chOff x="1190625" y="238125"/>
            <a:chExt cx="5221225" cy="5955550"/>
          </a:xfrm>
        </p:grpSpPr>
        <p:sp>
          <p:nvSpPr>
            <p:cNvPr id="1277" name="Google Shape;1277;p34"/>
            <p:cNvSpPr/>
            <p:nvPr/>
          </p:nvSpPr>
          <p:spPr>
            <a:xfrm>
              <a:off x="1195625" y="3411700"/>
              <a:ext cx="2401675" cy="1947400"/>
            </a:xfrm>
            <a:custGeom>
              <a:avLst/>
              <a:gdLst/>
              <a:ahLst/>
              <a:cxnLst/>
              <a:rect l="l" t="t" r="r" b="b"/>
              <a:pathLst>
                <a:path w="96067" h="77896" extrusionOk="0">
                  <a:moveTo>
                    <a:pt x="93685" y="0"/>
                  </a:moveTo>
                  <a:lnTo>
                    <a:pt x="1" y="77895"/>
                  </a:lnTo>
                  <a:lnTo>
                    <a:pt x="13434" y="77895"/>
                  </a:lnTo>
                  <a:lnTo>
                    <a:pt x="96066" y="3634"/>
                  </a:lnTo>
                  <a:lnTo>
                    <a:pt x="9368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34"/>
            <p:cNvSpPr/>
            <p:nvPr/>
          </p:nvSpPr>
          <p:spPr>
            <a:xfrm>
              <a:off x="1190625" y="5355300"/>
              <a:ext cx="344625" cy="104050"/>
            </a:xfrm>
            <a:custGeom>
              <a:avLst/>
              <a:gdLst/>
              <a:ahLst/>
              <a:cxnLst/>
              <a:rect l="l" t="t" r="r" b="b"/>
              <a:pathLst>
                <a:path w="13785" h="4162" extrusionOk="0">
                  <a:moveTo>
                    <a:pt x="0" y="1"/>
                  </a:moveTo>
                  <a:lnTo>
                    <a:pt x="0" y="4161"/>
                  </a:lnTo>
                  <a:lnTo>
                    <a:pt x="13785" y="4161"/>
                  </a:lnTo>
                  <a:lnTo>
                    <a:pt x="1378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34"/>
            <p:cNvSpPr/>
            <p:nvPr/>
          </p:nvSpPr>
          <p:spPr>
            <a:xfrm>
              <a:off x="1524575" y="3787625"/>
              <a:ext cx="1754425" cy="1671725"/>
            </a:xfrm>
            <a:custGeom>
              <a:avLst/>
              <a:gdLst/>
              <a:ahLst/>
              <a:cxnLst/>
              <a:rect l="l" t="t" r="r" b="b"/>
              <a:pathLst>
                <a:path w="70177" h="66869" extrusionOk="0">
                  <a:moveTo>
                    <a:pt x="70176" y="1"/>
                  </a:moveTo>
                  <a:lnTo>
                    <a:pt x="0" y="62658"/>
                  </a:lnTo>
                  <a:lnTo>
                    <a:pt x="0" y="66868"/>
                  </a:lnTo>
                  <a:lnTo>
                    <a:pt x="1680" y="66868"/>
                  </a:lnTo>
                  <a:lnTo>
                    <a:pt x="701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34"/>
            <p:cNvSpPr/>
            <p:nvPr/>
          </p:nvSpPr>
          <p:spPr>
            <a:xfrm>
              <a:off x="1725075" y="3382250"/>
              <a:ext cx="2440525" cy="2658550"/>
            </a:xfrm>
            <a:custGeom>
              <a:avLst/>
              <a:gdLst/>
              <a:ahLst/>
              <a:cxnLst/>
              <a:rect l="l" t="t" r="r" b="b"/>
              <a:pathLst>
                <a:path w="97621" h="106342" fill="none" extrusionOk="0">
                  <a:moveTo>
                    <a:pt x="1" y="106342"/>
                  </a:moveTo>
                  <a:lnTo>
                    <a:pt x="97620" y="0"/>
                  </a:lnTo>
                </a:path>
              </a:pathLst>
            </a:custGeom>
            <a:solidFill>
              <a:schemeClr val="lt2"/>
            </a:solidFill>
            <a:ln w="73300" cap="flat" cmpd="sng">
              <a:solidFill>
                <a:schemeClr val="lt2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34"/>
            <p:cNvSpPr/>
            <p:nvPr/>
          </p:nvSpPr>
          <p:spPr>
            <a:xfrm>
              <a:off x="1781475" y="3434250"/>
              <a:ext cx="2436750" cy="2654800"/>
            </a:xfrm>
            <a:custGeom>
              <a:avLst/>
              <a:gdLst/>
              <a:ahLst/>
              <a:cxnLst/>
              <a:rect l="l" t="t" r="r" b="b"/>
              <a:pathLst>
                <a:path w="97470" h="106192" fill="none" extrusionOk="0">
                  <a:moveTo>
                    <a:pt x="0" y="106191"/>
                  </a:moveTo>
                  <a:lnTo>
                    <a:pt x="97469" y="0"/>
                  </a:lnTo>
                </a:path>
              </a:pathLst>
            </a:custGeom>
            <a:solidFill>
              <a:schemeClr val="dk1"/>
            </a:solidFill>
            <a:ln w="73300" cap="flat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34"/>
            <p:cNvSpPr/>
            <p:nvPr/>
          </p:nvSpPr>
          <p:spPr>
            <a:xfrm>
              <a:off x="2853525" y="4020725"/>
              <a:ext cx="1728725" cy="2124700"/>
            </a:xfrm>
            <a:custGeom>
              <a:avLst/>
              <a:gdLst/>
              <a:ahLst/>
              <a:cxnLst/>
              <a:rect l="l" t="t" r="r" b="b"/>
              <a:pathLst>
                <a:path w="69149" h="84988" fill="none" extrusionOk="0">
                  <a:moveTo>
                    <a:pt x="1" y="84988"/>
                  </a:moveTo>
                  <a:lnTo>
                    <a:pt x="69149" y="0"/>
                  </a:lnTo>
                </a:path>
              </a:pathLst>
            </a:custGeom>
            <a:solidFill>
              <a:schemeClr val="lt2"/>
            </a:solidFill>
            <a:ln w="73300" cap="flat" cmpd="sng">
              <a:solidFill>
                <a:schemeClr val="lt2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34"/>
            <p:cNvSpPr/>
            <p:nvPr/>
          </p:nvSpPr>
          <p:spPr>
            <a:xfrm>
              <a:off x="2909300" y="4152925"/>
              <a:ext cx="1649150" cy="2040750"/>
            </a:xfrm>
            <a:custGeom>
              <a:avLst/>
              <a:gdLst/>
              <a:ahLst/>
              <a:cxnLst/>
              <a:rect l="l" t="t" r="r" b="b"/>
              <a:pathLst>
                <a:path w="65966" h="81630" fill="none" extrusionOk="0">
                  <a:moveTo>
                    <a:pt x="0" y="81630"/>
                  </a:moveTo>
                  <a:lnTo>
                    <a:pt x="65966" y="0"/>
                  </a:lnTo>
                </a:path>
              </a:pathLst>
            </a:custGeom>
            <a:solidFill>
              <a:schemeClr val="dk1"/>
            </a:solidFill>
            <a:ln w="73300" cap="flat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34"/>
            <p:cNvSpPr/>
            <p:nvPr/>
          </p:nvSpPr>
          <p:spPr>
            <a:xfrm>
              <a:off x="2349775" y="4713700"/>
              <a:ext cx="276325" cy="276350"/>
            </a:xfrm>
            <a:custGeom>
              <a:avLst/>
              <a:gdLst/>
              <a:ahLst/>
              <a:cxnLst/>
              <a:rect l="l" t="t" r="r" b="b"/>
              <a:pathLst>
                <a:path w="11053" h="11054" fill="none" extrusionOk="0">
                  <a:moveTo>
                    <a:pt x="0" y="11053"/>
                  </a:moveTo>
                  <a:lnTo>
                    <a:pt x="11053" y="1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34"/>
            <p:cNvSpPr/>
            <p:nvPr/>
          </p:nvSpPr>
          <p:spPr>
            <a:xfrm>
              <a:off x="3414925" y="4473725"/>
              <a:ext cx="276350" cy="276350"/>
            </a:xfrm>
            <a:custGeom>
              <a:avLst/>
              <a:gdLst/>
              <a:ahLst/>
              <a:cxnLst/>
              <a:rect l="l" t="t" r="r" b="b"/>
              <a:pathLst>
                <a:path w="11054" h="11054" fill="none" extrusionOk="0">
                  <a:moveTo>
                    <a:pt x="1" y="11053"/>
                  </a:moveTo>
                  <a:lnTo>
                    <a:pt x="11054" y="0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34"/>
            <p:cNvSpPr/>
            <p:nvPr/>
          </p:nvSpPr>
          <p:spPr>
            <a:xfrm>
              <a:off x="1785850" y="4985000"/>
              <a:ext cx="276350" cy="276350"/>
            </a:xfrm>
            <a:custGeom>
              <a:avLst/>
              <a:gdLst/>
              <a:ahLst/>
              <a:cxnLst/>
              <a:rect l="l" t="t" r="r" b="b"/>
              <a:pathLst>
                <a:path w="11054" h="11054" fill="none" extrusionOk="0">
                  <a:moveTo>
                    <a:pt x="1" y="11053"/>
                  </a:moveTo>
                  <a:lnTo>
                    <a:pt x="11053" y="1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34"/>
            <p:cNvSpPr/>
            <p:nvPr/>
          </p:nvSpPr>
          <p:spPr>
            <a:xfrm>
              <a:off x="3288375" y="4996900"/>
              <a:ext cx="256900" cy="294525"/>
            </a:xfrm>
            <a:custGeom>
              <a:avLst/>
              <a:gdLst/>
              <a:ahLst/>
              <a:cxnLst/>
              <a:rect l="l" t="t" r="r" b="b"/>
              <a:pathLst>
                <a:path w="10276" h="11781" fill="none" extrusionOk="0">
                  <a:moveTo>
                    <a:pt x="0" y="11780"/>
                  </a:moveTo>
                  <a:lnTo>
                    <a:pt x="10276" y="1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34"/>
            <p:cNvSpPr/>
            <p:nvPr/>
          </p:nvSpPr>
          <p:spPr>
            <a:xfrm>
              <a:off x="4345400" y="4399800"/>
              <a:ext cx="252525" cy="298250"/>
            </a:xfrm>
            <a:custGeom>
              <a:avLst/>
              <a:gdLst/>
              <a:ahLst/>
              <a:cxnLst/>
              <a:rect l="l" t="t" r="r" b="b"/>
              <a:pathLst>
                <a:path w="10101" h="11930" fill="none" extrusionOk="0">
                  <a:moveTo>
                    <a:pt x="0" y="11930"/>
                  </a:moveTo>
                  <a:lnTo>
                    <a:pt x="10100" y="0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34"/>
            <p:cNvSpPr/>
            <p:nvPr/>
          </p:nvSpPr>
          <p:spPr>
            <a:xfrm>
              <a:off x="3990125" y="4243150"/>
              <a:ext cx="253150" cy="298275"/>
            </a:xfrm>
            <a:custGeom>
              <a:avLst/>
              <a:gdLst/>
              <a:ahLst/>
              <a:cxnLst/>
              <a:rect l="l" t="t" r="r" b="b"/>
              <a:pathLst>
                <a:path w="10126" h="11931" fill="none" extrusionOk="0">
                  <a:moveTo>
                    <a:pt x="1" y="11930"/>
                  </a:moveTo>
                  <a:lnTo>
                    <a:pt x="10126" y="0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34"/>
            <p:cNvSpPr/>
            <p:nvPr/>
          </p:nvSpPr>
          <p:spPr>
            <a:xfrm>
              <a:off x="3708175" y="2313625"/>
              <a:ext cx="2599025" cy="2064925"/>
            </a:xfrm>
            <a:custGeom>
              <a:avLst/>
              <a:gdLst/>
              <a:ahLst/>
              <a:cxnLst/>
              <a:rect l="l" t="t" r="r" b="b"/>
              <a:pathLst>
                <a:path w="103961" h="82597" extrusionOk="0">
                  <a:moveTo>
                    <a:pt x="1611" y="0"/>
                  </a:moveTo>
                  <a:cubicBezTo>
                    <a:pt x="524" y="0"/>
                    <a:pt x="0" y="63"/>
                    <a:pt x="0" y="63"/>
                  </a:cubicBezTo>
                  <a:lnTo>
                    <a:pt x="15088" y="76079"/>
                  </a:lnTo>
                  <a:cubicBezTo>
                    <a:pt x="15088" y="76079"/>
                    <a:pt x="23905" y="82597"/>
                    <a:pt x="30841" y="82597"/>
                  </a:cubicBezTo>
                  <a:cubicBezTo>
                    <a:pt x="33009" y="82597"/>
                    <a:pt x="34993" y="81960"/>
                    <a:pt x="36467" y="80289"/>
                  </a:cubicBezTo>
                  <a:cubicBezTo>
                    <a:pt x="45640" y="69913"/>
                    <a:pt x="83660" y="37958"/>
                    <a:pt x="88196" y="34174"/>
                  </a:cubicBezTo>
                  <a:cubicBezTo>
                    <a:pt x="91892" y="31097"/>
                    <a:pt x="97933" y="30614"/>
                    <a:pt x="101365" y="30614"/>
                  </a:cubicBezTo>
                  <a:cubicBezTo>
                    <a:pt x="102937" y="30614"/>
                    <a:pt x="103961" y="30715"/>
                    <a:pt x="103961" y="30715"/>
                  </a:cubicBezTo>
                  <a:lnTo>
                    <a:pt x="103585" y="12695"/>
                  </a:lnTo>
                  <a:cubicBezTo>
                    <a:pt x="103585" y="12695"/>
                    <a:pt x="91065" y="14257"/>
                    <a:pt x="76115" y="14257"/>
                  </a:cubicBezTo>
                  <a:cubicBezTo>
                    <a:pt x="63887" y="14257"/>
                    <a:pt x="50033" y="13212"/>
                    <a:pt x="40076" y="9412"/>
                  </a:cubicBezTo>
                  <a:cubicBezTo>
                    <a:pt x="17828" y="893"/>
                    <a:pt x="5712" y="0"/>
                    <a:pt x="1611" y="0"/>
                  </a:cubicBezTo>
                  <a:close/>
                </a:path>
              </a:pathLst>
            </a:custGeom>
            <a:solidFill>
              <a:srgbClr val="71C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34"/>
            <p:cNvSpPr/>
            <p:nvPr/>
          </p:nvSpPr>
          <p:spPr>
            <a:xfrm>
              <a:off x="3708175" y="2313625"/>
              <a:ext cx="2599025" cy="2064925"/>
            </a:xfrm>
            <a:custGeom>
              <a:avLst/>
              <a:gdLst/>
              <a:ahLst/>
              <a:cxnLst/>
              <a:rect l="l" t="t" r="r" b="b"/>
              <a:pathLst>
                <a:path w="103961" h="82597" extrusionOk="0">
                  <a:moveTo>
                    <a:pt x="1611" y="0"/>
                  </a:moveTo>
                  <a:cubicBezTo>
                    <a:pt x="524" y="0"/>
                    <a:pt x="0" y="63"/>
                    <a:pt x="0" y="63"/>
                  </a:cubicBezTo>
                  <a:lnTo>
                    <a:pt x="15088" y="76079"/>
                  </a:lnTo>
                  <a:cubicBezTo>
                    <a:pt x="15088" y="76079"/>
                    <a:pt x="23905" y="82597"/>
                    <a:pt x="30841" y="82597"/>
                  </a:cubicBezTo>
                  <a:cubicBezTo>
                    <a:pt x="33009" y="82597"/>
                    <a:pt x="34993" y="81960"/>
                    <a:pt x="36467" y="80289"/>
                  </a:cubicBezTo>
                  <a:cubicBezTo>
                    <a:pt x="45640" y="69913"/>
                    <a:pt x="83660" y="37958"/>
                    <a:pt x="88196" y="34174"/>
                  </a:cubicBezTo>
                  <a:cubicBezTo>
                    <a:pt x="91892" y="31097"/>
                    <a:pt x="97933" y="30614"/>
                    <a:pt x="101365" y="30614"/>
                  </a:cubicBezTo>
                  <a:cubicBezTo>
                    <a:pt x="102937" y="30614"/>
                    <a:pt x="103961" y="30715"/>
                    <a:pt x="103961" y="30715"/>
                  </a:cubicBezTo>
                  <a:lnTo>
                    <a:pt x="103585" y="12695"/>
                  </a:lnTo>
                  <a:cubicBezTo>
                    <a:pt x="103585" y="12695"/>
                    <a:pt x="91065" y="14257"/>
                    <a:pt x="76115" y="14257"/>
                  </a:cubicBezTo>
                  <a:cubicBezTo>
                    <a:pt x="63887" y="14257"/>
                    <a:pt x="50033" y="13212"/>
                    <a:pt x="40076" y="9412"/>
                  </a:cubicBezTo>
                  <a:cubicBezTo>
                    <a:pt x="17828" y="893"/>
                    <a:pt x="5712" y="0"/>
                    <a:pt x="161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34"/>
            <p:cNvSpPr/>
            <p:nvPr/>
          </p:nvSpPr>
          <p:spPr>
            <a:xfrm>
              <a:off x="6079100" y="2824200"/>
              <a:ext cx="231250" cy="214075"/>
            </a:xfrm>
            <a:custGeom>
              <a:avLst/>
              <a:gdLst/>
              <a:ahLst/>
              <a:cxnLst/>
              <a:rect l="l" t="t" r="r" b="b"/>
              <a:pathLst>
                <a:path w="9250" h="8563" extrusionOk="0">
                  <a:moveTo>
                    <a:pt x="8900" y="1"/>
                  </a:moveTo>
                  <a:cubicBezTo>
                    <a:pt x="8029" y="1"/>
                    <a:pt x="7085" y="257"/>
                    <a:pt x="6215" y="257"/>
                  </a:cubicBezTo>
                  <a:cubicBezTo>
                    <a:pt x="6097" y="257"/>
                    <a:pt x="5980" y="252"/>
                    <a:pt x="5866" y="242"/>
                  </a:cubicBezTo>
                  <a:lnTo>
                    <a:pt x="26" y="442"/>
                  </a:lnTo>
                  <a:lnTo>
                    <a:pt x="1" y="8563"/>
                  </a:lnTo>
                  <a:cubicBezTo>
                    <a:pt x="3059" y="7861"/>
                    <a:pt x="5540" y="7836"/>
                    <a:pt x="9149" y="7786"/>
                  </a:cubicBezTo>
                  <a:lnTo>
                    <a:pt x="9249" y="16"/>
                  </a:lnTo>
                  <a:cubicBezTo>
                    <a:pt x="9134" y="6"/>
                    <a:pt x="9018" y="1"/>
                    <a:pt x="89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34"/>
            <p:cNvSpPr/>
            <p:nvPr/>
          </p:nvSpPr>
          <p:spPr>
            <a:xfrm>
              <a:off x="5775225" y="2846525"/>
              <a:ext cx="231850" cy="296400"/>
            </a:xfrm>
            <a:custGeom>
              <a:avLst/>
              <a:gdLst/>
              <a:ahLst/>
              <a:cxnLst/>
              <a:rect l="l" t="t" r="r" b="b"/>
              <a:pathLst>
                <a:path w="9274" h="11856" extrusionOk="0">
                  <a:moveTo>
                    <a:pt x="51" y="0"/>
                  </a:moveTo>
                  <a:lnTo>
                    <a:pt x="0" y="11855"/>
                  </a:lnTo>
                  <a:cubicBezTo>
                    <a:pt x="3083" y="10702"/>
                    <a:pt x="6141" y="9725"/>
                    <a:pt x="9224" y="8898"/>
                  </a:cubicBezTo>
                  <a:lnTo>
                    <a:pt x="9274" y="101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34"/>
            <p:cNvSpPr/>
            <p:nvPr/>
          </p:nvSpPr>
          <p:spPr>
            <a:xfrm>
              <a:off x="5124225" y="2813950"/>
              <a:ext cx="236850" cy="688000"/>
            </a:xfrm>
            <a:custGeom>
              <a:avLst/>
              <a:gdLst/>
              <a:ahLst/>
              <a:cxnLst/>
              <a:rect l="l" t="t" r="r" b="b"/>
              <a:pathLst>
                <a:path w="9474" h="27520" extrusionOk="0">
                  <a:moveTo>
                    <a:pt x="301" y="0"/>
                  </a:moveTo>
                  <a:lnTo>
                    <a:pt x="0" y="27519"/>
                  </a:lnTo>
                  <a:cubicBezTo>
                    <a:pt x="2958" y="25238"/>
                    <a:pt x="6316" y="22707"/>
                    <a:pt x="9449" y="21003"/>
                  </a:cubicBezTo>
                  <a:lnTo>
                    <a:pt x="9474" y="1128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34"/>
            <p:cNvSpPr/>
            <p:nvPr/>
          </p:nvSpPr>
          <p:spPr>
            <a:xfrm>
              <a:off x="5457550" y="2827100"/>
              <a:ext cx="235000" cy="457425"/>
            </a:xfrm>
            <a:custGeom>
              <a:avLst/>
              <a:gdLst/>
              <a:ahLst/>
              <a:cxnLst/>
              <a:rect l="l" t="t" r="r" b="b"/>
              <a:pathLst>
                <a:path w="9400" h="18297" extrusionOk="0">
                  <a:moveTo>
                    <a:pt x="201" y="0"/>
                  </a:moveTo>
                  <a:lnTo>
                    <a:pt x="1" y="18296"/>
                  </a:lnTo>
                  <a:cubicBezTo>
                    <a:pt x="2532" y="16993"/>
                    <a:pt x="5063" y="15740"/>
                    <a:pt x="7620" y="14612"/>
                  </a:cubicBezTo>
                  <a:cubicBezTo>
                    <a:pt x="8171" y="14361"/>
                    <a:pt x="8697" y="14136"/>
                    <a:pt x="9249" y="13910"/>
                  </a:cubicBezTo>
                  <a:lnTo>
                    <a:pt x="9399" y="602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34"/>
            <p:cNvSpPr/>
            <p:nvPr/>
          </p:nvSpPr>
          <p:spPr>
            <a:xfrm>
              <a:off x="4741375" y="2710550"/>
              <a:ext cx="291400" cy="1037000"/>
            </a:xfrm>
            <a:custGeom>
              <a:avLst/>
              <a:gdLst/>
              <a:ahLst/>
              <a:cxnLst/>
              <a:rect l="l" t="t" r="r" b="b"/>
              <a:pathLst>
                <a:path w="11656" h="41480" extrusionOk="0">
                  <a:moveTo>
                    <a:pt x="1" y="1"/>
                  </a:moveTo>
                  <a:lnTo>
                    <a:pt x="2056" y="41480"/>
                  </a:lnTo>
                  <a:cubicBezTo>
                    <a:pt x="5615" y="38522"/>
                    <a:pt x="8071" y="36417"/>
                    <a:pt x="11329" y="34136"/>
                  </a:cubicBezTo>
                  <a:lnTo>
                    <a:pt x="11655" y="33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34"/>
            <p:cNvSpPr/>
            <p:nvPr/>
          </p:nvSpPr>
          <p:spPr>
            <a:xfrm>
              <a:off x="4741375" y="2630975"/>
              <a:ext cx="1478750" cy="111500"/>
            </a:xfrm>
            <a:custGeom>
              <a:avLst/>
              <a:gdLst/>
              <a:ahLst/>
              <a:cxnLst/>
              <a:rect l="l" t="t" r="r" b="b"/>
              <a:pathLst>
                <a:path w="59150" h="4460" extrusionOk="0">
                  <a:moveTo>
                    <a:pt x="1" y="1"/>
                  </a:moveTo>
                  <a:cubicBezTo>
                    <a:pt x="1" y="1"/>
                    <a:pt x="201" y="101"/>
                    <a:pt x="627" y="251"/>
                  </a:cubicBezTo>
                  <a:cubicBezTo>
                    <a:pt x="1028" y="377"/>
                    <a:pt x="1630" y="577"/>
                    <a:pt x="2432" y="828"/>
                  </a:cubicBezTo>
                  <a:cubicBezTo>
                    <a:pt x="3209" y="1053"/>
                    <a:pt x="4161" y="1329"/>
                    <a:pt x="5264" y="1580"/>
                  </a:cubicBezTo>
                  <a:cubicBezTo>
                    <a:pt x="6367" y="1855"/>
                    <a:pt x="7620" y="2156"/>
                    <a:pt x="8998" y="2407"/>
                  </a:cubicBezTo>
                  <a:cubicBezTo>
                    <a:pt x="9675" y="2532"/>
                    <a:pt x="10402" y="2683"/>
                    <a:pt x="11129" y="2808"/>
                  </a:cubicBezTo>
                  <a:cubicBezTo>
                    <a:pt x="11881" y="2908"/>
                    <a:pt x="12658" y="3058"/>
                    <a:pt x="13460" y="3159"/>
                  </a:cubicBezTo>
                  <a:cubicBezTo>
                    <a:pt x="14237" y="3284"/>
                    <a:pt x="15064" y="3384"/>
                    <a:pt x="15891" y="3510"/>
                  </a:cubicBezTo>
                  <a:cubicBezTo>
                    <a:pt x="16718" y="3610"/>
                    <a:pt x="17595" y="3685"/>
                    <a:pt x="18447" y="3785"/>
                  </a:cubicBezTo>
                  <a:cubicBezTo>
                    <a:pt x="19324" y="3886"/>
                    <a:pt x="20201" y="3936"/>
                    <a:pt x="21104" y="4011"/>
                  </a:cubicBezTo>
                  <a:cubicBezTo>
                    <a:pt x="22006" y="4086"/>
                    <a:pt x="22908" y="4161"/>
                    <a:pt x="23836" y="4211"/>
                  </a:cubicBezTo>
                  <a:cubicBezTo>
                    <a:pt x="24738" y="4261"/>
                    <a:pt x="25665" y="4312"/>
                    <a:pt x="26592" y="4362"/>
                  </a:cubicBezTo>
                  <a:cubicBezTo>
                    <a:pt x="27520" y="4387"/>
                    <a:pt x="28447" y="4412"/>
                    <a:pt x="29400" y="4437"/>
                  </a:cubicBezTo>
                  <a:cubicBezTo>
                    <a:pt x="30018" y="4454"/>
                    <a:pt x="30639" y="4459"/>
                    <a:pt x="31260" y="4459"/>
                  </a:cubicBezTo>
                  <a:cubicBezTo>
                    <a:pt x="32502" y="4459"/>
                    <a:pt x="33744" y="4437"/>
                    <a:pt x="34963" y="4437"/>
                  </a:cubicBezTo>
                  <a:cubicBezTo>
                    <a:pt x="36793" y="4412"/>
                    <a:pt x="38598" y="4312"/>
                    <a:pt x="40352" y="4261"/>
                  </a:cubicBezTo>
                  <a:cubicBezTo>
                    <a:pt x="42081" y="4136"/>
                    <a:pt x="43786" y="4011"/>
                    <a:pt x="45365" y="3911"/>
                  </a:cubicBezTo>
                  <a:cubicBezTo>
                    <a:pt x="46969" y="3810"/>
                    <a:pt x="48472" y="3660"/>
                    <a:pt x="49876" y="3560"/>
                  </a:cubicBezTo>
                  <a:cubicBezTo>
                    <a:pt x="51279" y="3434"/>
                    <a:pt x="52532" y="3309"/>
                    <a:pt x="53685" y="3184"/>
                  </a:cubicBezTo>
                  <a:cubicBezTo>
                    <a:pt x="54813" y="3084"/>
                    <a:pt x="55791" y="2983"/>
                    <a:pt x="56593" y="2883"/>
                  </a:cubicBezTo>
                  <a:cubicBezTo>
                    <a:pt x="58221" y="2708"/>
                    <a:pt x="59149" y="2607"/>
                    <a:pt x="59149" y="2607"/>
                  </a:cubicBezTo>
                  <a:lnTo>
                    <a:pt x="59149" y="2607"/>
                  </a:lnTo>
                  <a:cubicBezTo>
                    <a:pt x="59149" y="2607"/>
                    <a:pt x="58221" y="2683"/>
                    <a:pt x="56593" y="2808"/>
                  </a:cubicBezTo>
                  <a:cubicBezTo>
                    <a:pt x="55791" y="2883"/>
                    <a:pt x="54788" y="2958"/>
                    <a:pt x="53660" y="3058"/>
                  </a:cubicBezTo>
                  <a:cubicBezTo>
                    <a:pt x="52532" y="3159"/>
                    <a:pt x="51254" y="3234"/>
                    <a:pt x="49851" y="3334"/>
                  </a:cubicBezTo>
                  <a:cubicBezTo>
                    <a:pt x="48472" y="3434"/>
                    <a:pt x="46969" y="3560"/>
                    <a:pt x="45365" y="3635"/>
                  </a:cubicBezTo>
                  <a:cubicBezTo>
                    <a:pt x="43760" y="3710"/>
                    <a:pt x="42081" y="3810"/>
                    <a:pt x="40327" y="3911"/>
                  </a:cubicBezTo>
                  <a:cubicBezTo>
                    <a:pt x="38598" y="3936"/>
                    <a:pt x="36793" y="4036"/>
                    <a:pt x="34963" y="4036"/>
                  </a:cubicBezTo>
                  <a:cubicBezTo>
                    <a:pt x="33904" y="4036"/>
                    <a:pt x="32844" y="4052"/>
                    <a:pt x="31784" y="4052"/>
                  </a:cubicBezTo>
                  <a:cubicBezTo>
                    <a:pt x="30989" y="4052"/>
                    <a:pt x="30194" y="4043"/>
                    <a:pt x="29400" y="4011"/>
                  </a:cubicBezTo>
                  <a:cubicBezTo>
                    <a:pt x="28472" y="3986"/>
                    <a:pt x="27545" y="3961"/>
                    <a:pt x="26618" y="3936"/>
                  </a:cubicBezTo>
                  <a:cubicBezTo>
                    <a:pt x="25690" y="3911"/>
                    <a:pt x="24763" y="3860"/>
                    <a:pt x="23861" y="3810"/>
                  </a:cubicBezTo>
                  <a:cubicBezTo>
                    <a:pt x="22933" y="3785"/>
                    <a:pt x="22031" y="3710"/>
                    <a:pt x="21129" y="3635"/>
                  </a:cubicBezTo>
                  <a:cubicBezTo>
                    <a:pt x="20252" y="3560"/>
                    <a:pt x="19349" y="3510"/>
                    <a:pt x="18497" y="3409"/>
                  </a:cubicBezTo>
                  <a:cubicBezTo>
                    <a:pt x="17620" y="3334"/>
                    <a:pt x="16768" y="3234"/>
                    <a:pt x="15941" y="3159"/>
                  </a:cubicBezTo>
                  <a:cubicBezTo>
                    <a:pt x="15089" y="3058"/>
                    <a:pt x="14287" y="2958"/>
                    <a:pt x="13485" y="2858"/>
                  </a:cubicBezTo>
                  <a:cubicBezTo>
                    <a:pt x="12708" y="2758"/>
                    <a:pt x="11931" y="2632"/>
                    <a:pt x="11179" y="2532"/>
                  </a:cubicBezTo>
                  <a:cubicBezTo>
                    <a:pt x="10452" y="2407"/>
                    <a:pt x="9725" y="2282"/>
                    <a:pt x="9049" y="2156"/>
                  </a:cubicBezTo>
                  <a:cubicBezTo>
                    <a:pt x="8347" y="2056"/>
                    <a:pt x="7695" y="1931"/>
                    <a:pt x="7069" y="1805"/>
                  </a:cubicBezTo>
                  <a:cubicBezTo>
                    <a:pt x="6442" y="1680"/>
                    <a:pt x="5840" y="1555"/>
                    <a:pt x="5289" y="1429"/>
                  </a:cubicBezTo>
                  <a:cubicBezTo>
                    <a:pt x="4186" y="1179"/>
                    <a:pt x="3234" y="953"/>
                    <a:pt x="2457" y="753"/>
                  </a:cubicBezTo>
                  <a:cubicBezTo>
                    <a:pt x="1655" y="527"/>
                    <a:pt x="1053" y="352"/>
                    <a:pt x="627" y="226"/>
                  </a:cubicBezTo>
                  <a:cubicBezTo>
                    <a:pt x="202" y="7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CBE5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34"/>
            <p:cNvSpPr/>
            <p:nvPr/>
          </p:nvSpPr>
          <p:spPr>
            <a:xfrm>
              <a:off x="2813425" y="2315200"/>
              <a:ext cx="1819575" cy="2078425"/>
            </a:xfrm>
            <a:custGeom>
              <a:avLst/>
              <a:gdLst/>
              <a:ahLst/>
              <a:cxnLst/>
              <a:rect l="l" t="t" r="r" b="b"/>
              <a:pathLst>
                <a:path w="72783" h="83137" extrusionOk="0">
                  <a:moveTo>
                    <a:pt x="36392" y="0"/>
                  </a:moveTo>
                  <a:cubicBezTo>
                    <a:pt x="16291" y="0"/>
                    <a:pt x="1" y="16291"/>
                    <a:pt x="1" y="36391"/>
                  </a:cubicBezTo>
                  <a:lnTo>
                    <a:pt x="201" y="79048"/>
                  </a:lnTo>
                  <a:cubicBezTo>
                    <a:pt x="201" y="82729"/>
                    <a:pt x="6614" y="83137"/>
                    <a:pt x="8887" y="83137"/>
                  </a:cubicBezTo>
                  <a:cubicBezTo>
                    <a:pt x="9385" y="83137"/>
                    <a:pt x="9684" y="83117"/>
                    <a:pt x="9675" y="83108"/>
                  </a:cubicBezTo>
                  <a:lnTo>
                    <a:pt x="63084" y="83108"/>
                  </a:lnTo>
                  <a:cubicBezTo>
                    <a:pt x="63134" y="83033"/>
                    <a:pt x="72432" y="76843"/>
                    <a:pt x="72432" y="72356"/>
                  </a:cubicBezTo>
                  <a:lnTo>
                    <a:pt x="72783" y="36391"/>
                  </a:lnTo>
                  <a:cubicBezTo>
                    <a:pt x="72783" y="16291"/>
                    <a:pt x="56492" y="0"/>
                    <a:pt x="363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34"/>
            <p:cNvSpPr/>
            <p:nvPr/>
          </p:nvSpPr>
          <p:spPr>
            <a:xfrm>
              <a:off x="2990750" y="2492500"/>
              <a:ext cx="1464325" cy="1724350"/>
            </a:xfrm>
            <a:custGeom>
              <a:avLst/>
              <a:gdLst/>
              <a:ahLst/>
              <a:cxnLst/>
              <a:rect l="l" t="t" r="r" b="b"/>
              <a:pathLst>
                <a:path w="58573" h="68974" extrusionOk="0">
                  <a:moveTo>
                    <a:pt x="29299" y="1"/>
                  </a:moveTo>
                  <a:cubicBezTo>
                    <a:pt x="13133" y="1"/>
                    <a:pt x="0" y="13159"/>
                    <a:pt x="0" y="29274"/>
                  </a:cubicBezTo>
                  <a:lnTo>
                    <a:pt x="201" y="65239"/>
                  </a:lnTo>
                  <a:cubicBezTo>
                    <a:pt x="928" y="66167"/>
                    <a:pt x="2757" y="67721"/>
                    <a:pt x="4612" y="68974"/>
                  </a:cubicBezTo>
                  <a:lnTo>
                    <a:pt x="53635" y="68974"/>
                  </a:lnTo>
                  <a:cubicBezTo>
                    <a:pt x="56692" y="66467"/>
                    <a:pt x="57870" y="65114"/>
                    <a:pt x="58246" y="64538"/>
                  </a:cubicBezTo>
                  <a:lnTo>
                    <a:pt x="58572" y="29274"/>
                  </a:lnTo>
                  <a:cubicBezTo>
                    <a:pt x="58572" y="13134"/>
                    <a:pt x="45439" y="1"/>
                    <a:pt x="2929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34"/>
            <p:cNvSpPr/>
            <p:nvPr/>
          </p:nvSpPr>
          <p:spPr>
            <a:xfrm>
              <a:off x="2817825" y="3984375"/>
              <a:ext cx="1822075" cy="419200"/>
            </a:xfrm>
            <a:custGeom>
              <a:avLst/>
              <a:gdLst/>
              <a:ahLst/>
              <a:cxnLst/>
              <a:rect l="l" t="t" r="r" b="b"/>
              <a:pathLst>
                <a:path w="72883" h="16768" extrusionOk="0">
                  <a:moveTo>
                    <a:pt x="72883" y="0"/>
                  </a:moveTo>
                  <a:lnTo>
                    <a:pt x="0" y="51"/>
                  </a:lnTo>
                  <a:lnTo>
                    <a:pt x="25" y="12281"/>
                  </a:lnTo>
                  <a:cubicBezTo>
                    <a:pt x="25" y="15962"/>
                    <a:pt x="6438" y="16370"/>
                    <a:pt x="8711" y="16370"/>
                  </a:cubicBezTo>
                  <a:cubicBezTo>
                    <a:pt x="9209" y="16370"/>
                    <a:pt x="9508" y="16350"/>
                    <a:pt x="9499" y="16341"/>
                  </a:cubicBezTo>
                  <a:lnTo>
                    <a:pt x="62908" y="16341"/>
                  </a:lnTo>
                  <a:cubicBezTo>
                    <a:pt x="62958" y="16266"/>
                    <a:pt x="72256" y="16767"/>
                    <a:pt x="72256" y="12281"/>
                  </a:cubicBezTo>
                  <a:lnTo>
                    <a:pt x="72883" y="0"/>
                  </a:lnTo>
                  <a:close/>
                </a:path>
              </a:pathLst>
            </a:custGeom>
            <a:solidFill>
              <a:srgbClr val="5595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34"/>
            <p:cNvSpPr/>
            <p:nvPr/>
          </p:nvSpPr>
          <p:spPr>
            <a:xfrm>
              <a:off x="2817825" y="3984375"/>
              <a:ext cx="1822075" cy="419200"/>
            </a:xfrm>
            <a:custGeom>
              <a:avLst/>
              <a:gdLst/>
              <a:ahLst/>
              <a:cxnLst/>
              <a:rect l="l" t="t" r="r" b="b"/>
              <a:pathLst>
                <a:path w="72883" h="16768" extrusionOk="0">
                  <a:moveTo>
                    <a:pt x="72883" y="0"/>
                  </a:moveTo>
                  <a:lnTo>
                    <a:pt x="0" y="51"/>
                  </a:lnTo>
                  <a:lnTo>
                    <a:pt x="25" y="12281"/>
                  </a:lnTo>
                  <a:cubicBezTo>
                    <a:pt x="25" y="15962"/>
                    <a:pt x="6438" y="16370"/>
                    <a:pt x="8711" y="16370"/>
                  </a:cubicBezTo>
                  <a:cubicBezTo>
                    <a:pt x="9209" y="16370"/>
                    <a:pt x="9508" y="16350"/>
                    <a:pt x="9499" y="16341"/>
                  </a:cubicBezTo>
                  <a:lnTo>
                    <a:pt x="62908" y="16341"/>
                  </a:lnTo>
                  <a:cubicBezTo>
                    <a:pt x="62958" y="16266"/>
                    <a:pt x="72256" y="16767"/>
                    <a:pt x="72256" y="12281"/>
                  </a:cubicBezTo>
                  <a:lnTo>
                    <a:pt x="7288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34"/>
            <p:cNvSpPr/>
            <p:nvPr/>
          </p:nvSpPr>
          <p:spPr>
            <a:xfrm>
              <a:off x="2965050" y="4074600"/>
              <a:ext cx="198650" cy="198650"/>
            </a:xfrm>
            <a:custGeom>
              <a:avLst/>
              <a:gdLst/>
              <a:ahLst/>
              <a:cxnLst/>
              <a:rect l="l" t="t" r="r" b="b"/>
              <a:pathLst>
                <a:path w="7946" h="7946" extrusionOk="0">
                  <a:moveTo>
                    <a:pt x="3961" y="0"/>
                  </a:moveTo>
                  <a:cubicBezTo>
                    <a:pt x="1780" y="0"/>
                    <a:pt x="1" y="1780"/>
                    <a:pt x="1" y="3960"/>
                  </a:cubicBezTo>
                  <a:cubicBezTo>
                    <a:pt x="1" y="6166"/>
                    <a:pt x="1780" y="7945"/>
                    <a:pt x="3961" y="7945"/>
                  </a:cubicBezTo>
                  <a:cubicBezTo>
                    <a:pt x="6166" y="7945"/>
                    <a:pt x="7946" y="6166"/>
                    <a:pt x="7946" y="3960"/>
                  </a:cubicBezTo>
                  <a:cubicBezTo>
                    <a:pt x="7946" y="1780"/>
                    <a:pt x="6166" y="0"/>
                    <a:pt x="3961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34"/>
            <p:cNvSpPr/>
            <p:nvPr/>
          </p:nvSpPr>
          <p:spPr>
            <a:xfrm>
              <a:off x="2975700" y="4085875"/>
              <a:ext cx="176725" cy="176100"/>
            </a:xfrm>
            <a:custGeom>
              <a:avLst/>
              <a:gdLst/>
              <a:ahLst/>
              <a:cxnLst/>
              <a:rect l="l" t="t" r="r" b="b"/>
              <a:pathLst>
                <a:path w="7069" h="7044" extrusionOk="0">
                  <a:moveTo>
                    <a:pt x="3535" y="1"/>
                  </a:moveTo>
                  <a:cubicBezTo>
                    <a:pt x="1580" y="1"/>
                    <a:pt x="1" y="1580"/>
                    <a:pt x="1" y="3509"/>
                  </a:cubicBezTo>
                  <a:cubicBezTo>
                    <a:pt x="1" y="5464"/>
                    <a:pt x="1580" y="7043"/>
                    <a:pt x="3535" y="7043"/>
                  </a:cubicBezTo>
                  <a:cubicBezTo>
                    <a:pt x="5490" y="7043"/>
                    <a:pt x="7069" y="5464"/>
                    <a:pt x="7069" y="3509"/>
                  </a:cubicBezTo>
                  <a:cubicBezTo>
                    <a:pt x="7069" y="1580"/>
                    <a:pt x="5490" y="1"/>
                    <a:pt x="35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34"/>
            <p:cNvSpPr/>
            <p:nvPr/>
          </p:nvSpPr>
          <p:spPr>
            <a:xfrm>
              <a:off x="4270200" y="4074600"/>
              <a:ext cx="198650" cy="198650"/>
            </a:xfrm>
            <a:custGeom>
              <a:avLst/>
              <a:gdLst/>
              <a:ahLst/>
              <a:cxnLst/>
              <a:rect l="l" t="t" r="r" b="b"/>
              <a:pathLst>
                <a:path w="7946" h="7946" extrusionOk="0">
                  <a:moveTo>
                    <a:pt x="3961" y="0"/>
                  </a:moveTo>
                  <a:cubicBezTo>
                    <a:pt x="1780" y="0"/>
                    <a:pt x="1" y="1780"/>
                    <a:pt x="1" y="3960"/>
                  </a:cubicBezTo>
                  <a:cubicBezTo>
                    <a:pt x="1" y="6166"/>
                    <a:pt x="1780" y="7945"/>
                    <a:pt x="3961" y="7945"/>
                  </a:cubicBezTo>
                  <a:cubicBezTo>
                    <a:pt x="6166" y="7945"/>
                    <a:pt x="7946" y="6166"/>
                    <a:pt x="7946" y="3960"/>
                  </a:cubicBezTo>
                  <a:cubicBezTo>
                    <a:pt x="7946" y="1780"/>
                    <a:pt x="6166" y="0"/>
                    <a:pt x="3961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34"/>
            <p:cNvSpPr/>
            <p:nvPr/>
          </p:nvSpPr>
          <p:spPr>
            <a:xfrm>
              <a:off x="4281475" y="4085875"/>
              <a:ext cx="176100" cy="176100"/>
            </a:xfrm>
            <a:custGeom>
              <a:avLst/>
              <a:gdLst/>
              <a:ahLst/>
              <a:cxnLst/>
              <a:rect l="l" t="t" r="r" b="b"/>
              <a:pathLst>
                <a:path w="7044" h="7044" extrusionOk="0">
                  <a:moveTo>
                    <a:pt x="3510" y="1"/>
                  </a:moveTo>
                  <a:cubicBezTo>
                    <a:pt x="1580" y="1"/>
                    <a:pt x="1" y="1580"/>
                    <a:pt x="1" y="3509"/>
                  </a:cubicBezTo>
                  <a:cubicBezTo>
                    <a:pt x="1" y="5464"/>
                    <a:pt x="1580" y="7043"/>
                    <a:pt x="3510" y="7043"/>
                  </a:cubicBezTo>
                  <a:cubicBezTo>
                    <a:pt x="5464" y="7043"/>
                    <a:pt x="7043" y="5464"/>
                    <a:pt x="7043" y="3509"/>
                  </a:cubicBezTo>
                  <a:cubicBezTo>
                    <a:pt x="7043" y="1580"/>
                    <a:pt x="5464" y="1"/>
                    <a:pt x="35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34"/>
            <p:cNvSpPr/>
            <p:nvPr/>
          </p:nvSpPr>
          <p:spPr>
            <a:xfrm>
              <a:off x="3237625" y="4080875"/>
              <a:ext cx="960550" cy="21325"/>
            </a:xfrm>
            <a:custGeom>
              <a:avLst/>
              <a:gdLst/>
              <a:ahLst/>
              <a:cxnLst/>
              <a:rect l="l" t="t" r="r" b="b"/>
              <a:pathLst>
                <a:path w="38422" h="853" extrusionOk="0">
                  <a:moveTo>
                    <a:pt x="401" y="0"/>
                  </a:moveTo>
                  <a:cubicBezTo>
                    <a:pt x="176" y="0"/>
                    <a:pt x="0" y="176"/>
                    <a:pt x="0" y="401"/>
                  </a:cubicBezTo>
                  <a:lnTo>
                    <a:pt x="0" y="451"/>
                  </a:lnTo>
                  <a:cubicBezTo>
                    <a:pt x="0" y="677"/>
                    <a:pt x="176" y="852"/>
                    <a:pt x="401" y="852"/>
                  </a:cubicBezTo>
                  <a:lnTo>
                    <a:pt x="38020" y="852"/>
                  </a:lnTo>
                  <a:cubicBezTo>
                    <a:pt x="38246" y="852"/>
                    <a:pt x="38421" y="677"/>
                    <a:pt x="38421" y="451"/>
                  </a:cubicBezTo>
                  <a:lnTo>
                    <a:pt x="38421" y="401"/>
                  </a:lnTo>
                  <a:cubicBezTo>
                    <a:pt x="38421" y="176"/>
                    <a:pt x="38246" y="0"/>
                    <a:pt x="38020" y="0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34"/>
            <p:cNvSpPr/>
            <p:nvPr/>
          </p:nvSpPr>
          <p:spPr>
            <a:xfrm>
              <a:off x="3237625" y="4164825"/>
              <a:ext cx="960550" cy="20700"/>
            </a:xfrm>
            <a:custGeom>
              <a:avLst/>
              <a:gdLst/>
              <a:ahLst/>
              <a:cxnLst/>
              <a:rect l="l" t="t" r="r" b="b"/>
              <a:pathLst>
                <a:path w="38422" h="828" extrusionOk="0">
                  <a:moveTo>
                    <a:pt x="401" y="1"/>
                  </a:moveTo>
                  <a:cubicBezTo>
                    <a:pt x="176" y="1"/>
                    <a:pt x="0" y="176"/>
                    <a:pt x="0" y="402"/>
                  </a:cubicBezTo>
                  <a:lnTo>
                    <a:pt x="0" y="427"/>
                  </a:lnTo>
                  <a:cubicBezTo>
                    <a:pt x="0" y="652"/>
                    <a:pt x="176" y="828"/>
                    <a:pt x="401" y="828"/>
                  </a:cubicBezTo>
                  <a:lnTo>
                    <a:pt x="38020" y="828"/>
                  </a:lnTo>
                  <a:cubicBezTo>
                    <a:pt x="38246" y="828"/>
                    <a:pt x="38421" y="652"/>
                    <a:pt x="38421" y="427"/>
                  </a:cubicBezTo>
                  <a:lnTo>
                    <a:pt x="38421" y="402"/>
                  </a:lnTo>
                  <a:cubicBezTo>
                    <a:pt x="38421" y="176"/>
                    <a:pt x="38246" y="1"/>
                    <a:pt x="38020" y="1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34"/>
            <p:cNvSpPr/>
            <p:nvPr/>
          </p:nvSpPr>
          <p:spPr>
            <a:xfrm>
              <a:off x="3237625" y="4248150"/>
              <a:ext cx="960550" cy="20700"/>
            </a:xfrm>
            <a:custGeom>
              <a:avLst/>
              <a:gdLst/>
              <a:ahLst/>
              <a:cxnLst/>
              <a:rect l="l" t="t" r="r" b="b"/>
              <a:pathLst>
                <a:path w="38422" h="828" extrusionOk="0">
                  <a:moveTo>
                    <a:pt x="401" y="1"/>
                  </a:moveTo>
                  <a:cubicBezTo>
                    <a:pt x="176" y="1"/>
                    <a:pt x="0" y="176"/>
                    <a:pt x="0" y="402"/>
                  </a:cubicBezTo>
                  <a:lnTo>
                    <a:pt x="0" y="427"/>
                  </a:lnTo>
                  <a:cubicBezTo>
                    <a:pt x="0" y="653"/>
                    <a:pt x="176" y="828"/>
                    <a:pt x="401" y="828"/>
                  </a:cubicBezTo>
                  <a:lnTo>
                    <a:pt x="38020" y="828"/>
                  </a:lnTo>
                  <a:cubicBezTo>
                    <a:pt x="38246" y="828"/>
                    <a:pt x="38421" y="653"/>
                    <a:pt x="38421" y="427"/>
                  </a:cubicBezTo>
                  <a:lnTo>
                    <a:pt x="38421" y="402"/>
                  </a:lnTo>
                  <a:cubicBezTo>
                    <a:pt x="38421" y="176"/>
                    <a:pt x="38246" y="1"/>
                    <a:pt x="38020" y="1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34"/>
            <p:cNvSpPr/>
            <p:nvPr/>
          </p:nvSpPr>
          <p:spPr>
            <a:xfrm>
              <a:off x="3132975" y="3026350"/>
              <a:ext cx="1201175" cy="647275"/>
            </a:xfrm>
            <a:custGeom>
              <a:avLst/>
              <a:gdLst/>
              <a:ahLst/>
              <a:cxnLst/>
              <a:rect l="l" t="t" r="r" b="b"/>
              <a:pathLst>
                <a:path w="48047" h="25891" extrusionOk="0">
                  <a:moveTo>
                    <a:pt x="1329" y="0"/>
                  </a:moveTo>
                  <a:cubicBezTo>
                    <a:pt x="602" y="0"/>
                    <a:pt x="1" y="602"/>
                    <a:pt x="1" y="1329"/>
                  </a:cubicBezTo>
                  <a:lnTo>
                    <a:pt x="1" y="24562"/>
                  </a:lnTo>
                  <a:cubicBezTo>
                    <a:pt x="1" y="25314"/>
                    <a:pt x="602" y="25890"/>
                    <a:pt x="1329" y="25890"/>
                  </a:cubicBezTo>
                  <a:lnTo>
                    <a:pt x="46718" y="25890"/>
                  </a:lnTo>
                  <a:cubicBezTo>
                    <a:pt x="47445" y="25890"/>
                    <a:pt x="48046" y="25314"/>
                    <a:pt x="48046" y="24562"/>
                  </a:cubicBezTo>
                  <a:lnTo>
                    <a:pt x="48046" y="1329"/>
                  </a:lnTo>
                  <a:cubicBezTo>
                    <a:pt x="48046" y="602"/>
                    <a:pt x="47445" y="0"/>
                    <a:pt x="467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34"/>
            <p:cNvSpPr/>
            <p:nvPr/>
          </p:nvSpPr>
          <p:spPr>
            <a:xfrm>
              <a:off x="3362925" y="2733750"/>
              <a:ext cx="678600" cy="198625"/>
            </a:xfrm>
            <a:custGeom>
              <a:avLst/>
              <a:gdLst/>
              <a:ahLst/>
              <a:cxnLst/>
              <a:rect l="l" t="t" r="r" b="b"/>
              <a:pathLst>
                <a:path w="27144" h="7945" extrusionOk="0">
                  <a:moveTo>
                    <a:pt x="1580" y="0"/>
                  </a:moveTo>
                  <a:cubicBezTo>
                    <a:pt x="803" y="0"/>
                    <a:pt x="1" y="652"/>
                    <a:pt x="1" y="1479"/>
                  </a:cubicBezTo>
                  <a:lnTo>
                    <a:pt x="1" y="6441"/>
                  </a:lnTo>
                  <a:cubicBezTo>
                    <a:pt x="1" y="7268"/>
                    <a:pt x="803" y="7945"/>
                    <a:pt x="1580" y="7945"/>
                  </a:cubicBezTo>
                  <a:lnTo>
                    <a:pt x="25565" y="7945"/>
                  </a:lnTo>
                  <a:cubicBezTo>
                    <a:pt x="26342" y="7945"/>
                    <a:pt x="27144" y="7268"/>
                    <a:pt x="27144" y="6441"/>
                  </a:cubicBezTo>
                  <a:lnTo>
                    <a:pt x="27144" y="1479"/>
                  </a:lnTo>
                  <a:cubicBezTo>
                    <a:pt x="27144" y="652"/>
                    <a:pt x="26342" y="0"/>
                    <a:pt x="255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34"/>
            <p:cNvSpPr/>
            <p:nvPr/>
          </p:nvSpPr>
          <p:spPr>
            <a:xfrm>
              <a:off x="3404275" y="2765075"/>
              <a:ext cx="21325" cy="125325"/>
            </a:xfrm>
            <a:custGeom>
              <a:avLst/>
              <a:gdLst/>
              <a:ahLst/>
              <a:cxnLst/>
              <a:rect l="l" t="t" r="r" b="b"/>
              <a:pathLst>
                <a:path w="853" h="5013" extrusionOk="0">
                  <a:moveTo>
                    <a:pt x="427" y="0"/>
                  </a:moveTo>
                  <a:cubicBezTo>
                    <a:pt x="201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201" y="5013"/>
                    <a:pt x="427" y="5013"/>
                  </a:cubicBezTo>
                  <a:cubicBezTo>
                    <a:pt x="652" y="5013"/>
                    <a:pt x="853" y="4837"/>
                    <a:pt x="853" y="4612"/>
                  </a:cubicBezTo>
                  <a:lnTo>
                    <a:pt x="853" y="426"/>
                  </a:lnTo>
                  <a:cubicBezTo>
                    <a:pt x="853" y="201"/>
                    <a:pt x="652" y="0"/>
                    <a:pt x="427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34"/>
            <p:cNvSpPr/>
            <p:nvPr/>
          </p:nvSpPr>
          <p:spPr>
            <a:xfrm>
              <a:off x="3456925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01" y="0"/>
                  </a:moveTo>
                  <a:cubicBezTo>
                    <a:pt x="176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176" y="5013"/>
                    <a:pt x="401" y="5013"/>
                  </a:cubicBezTo>
                  <a:cubicBezTo>
                    <a:pt x="652" y="5013"/>
                    <a:pt x="827" y="4837"/>
                    <a:pt x="827" y="4612"/>
                  </a:cubicBezTo>
                  <a:lnTo>
                    <a:pt x="827" y="426"/>
                  </a:lnTo>
                  <a:cubicBezTo>
                    <a:pt x="827" y="201"/>
                    <a:pt x="652" y="0"/>
                    <a:pt x="401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34"/>
            <p:cNvSpPr/>
            <p:nvPr/>
          </p:nvSpPr>
          <p:spPr>
            <a:xfrm>
              <a:off x="3508925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26" y="0"/>
                  </a:moveTo>
                  <a:cubicBezTo>
                    <a:pt x="176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176" y="5013"/>
                    <a:pt x="426" y="5013"/>
                  </a:cubicBezTo>
                  <a:cubicBezTo>
                    <a:pt x="652" y="5013"/>
                    <a:pt x="827" y="4837"/>
                    <a:pt x="827" y="4612"/>
                  </a:cubicBezTo>
                  <a:lnTo>
                    <a:pt x="827" y="426"/>
                  </a:lnTo>
                  <a:cubicBezTo>
                    <a:pt x="827" y="201"/>
                    <a:pt x="652" y="0"/>
                    <a:pt x="426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34"/>
            <p:cNvSpPr/>
            <p:nvPr/>
          </p:nvSpPr>
          <p:spPr>
            <a:xfrm>
              <a:off x="3560925" y="2765075"/>
              <a:ext cx="21325" cy="125325"/>
            </a:xfrm>
            <a:custGeom>
              <a:avLst/>
              <a:gdLst/>
              <a:ahLst/>
              <a:cxnLst/>
              <a:rect l="l" t="t" r="r" b="b"/>
              <a:pathLst>
                <a:path w="853" h="5013" extrusionOk="0">
                  <a:moveTo>
                    <a:pt x="427" y="0"/>
                  </a:moveTo>
                  <a:cubicBezTo>
                    <a:pt x="201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201" y="5013"/>
                    <a:pt x="427" y="5013"/>
                  </a:cubicBezTo>
                  <a:cubicBezTo>
                    <a:pt x="652" y="5013"/>
                    <a:pt x="853" y="4837"/>
                    <a:pt x="853" y="4612"/>
                  </a:cubicBezTo>
                  <a:lnTo>
                    <a:pt x="853" y="426"/>
                  </a:lnTo>
                  <a:cubicBezTo>
                    <a:pt x="853" y="201"/>
                    <a:pt x="652" y="0"/>
                    <a:pt x="427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34"/>
            <p:cNvSpPr/>
            <p:nvPr/>
          </p:nvSpPr>
          <p:spPr>
            <a:xfrm>
              <a:off x="3613550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02" y="0"/>
                  </a:moveTo>
                  <a:cubicBezTo>
                    <a:pt x="176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176" y="5013"/>
                    <a:pt x="402" y="5013"/>
                  </a:cubicBezTo>
                  <a:cubicBezTo>
                    <a:pt x="652" y="5013"/>
                    <a:pt x="828" y="4837"/>
                    <a:pt x="828" y="4612"/>
                  </a:cubicBezTo>
                  <a:lnTo>
                    <a:pt x="828" y="426"/>
                  </a:lnTo>
                  <a:cubicBezTo>
                    <a:pt x="828" y="201"/>
                    <a:pt x="652" y="0"/>
                    <a:pt x="402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34"/>
            <p:cNvSpPr/>
            <p:nvPr/>
          </p:nvSpPr>
          <p:spPr>
            <a:xfrm>
              <a:off x="3665575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26" y="0"/>
                  </a:moveTo>
                  <a:cubicBezTo>
                    <a:pt x="175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175" y="5013"/>
                    <a:pt x="426" y="5013"/>
                  </a:cubicBezTo>
                  <a:cubicBezTo>
                    <a:pt x="652" y="5013"/>
                    <a:pt x="827" y="4837"/>
                    <a:pt x="827" y="4612"/>
                  </a:cubicBezTo>
                  <a:lnTo>
                    <a:pt x="827" y="426"/>
                  </a:lnTo>
                  <a:cubicBezTo>
                    <a:pt x="827" y="201"/>
                    <a:pt x="652" y="0"/>
                    <a:pt x="426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34"/>
            <p:cNvSpPr/>
            <p:nvPr/>
          </p:nvSpPr>
          <p:spPr>
            <a:xfrm>
              <a:off x="3717575" y="2765075"/>
              <a:ext cx="21325" cy="125325"/>
            </a:xfrm>
            <a:custGeom>
              <a:avLst/>
              <a:gdLst/>
              <a:ahLst/>
              <a:cxnLst/>
              <a:rect l="l" t="t" r="r" b="b"/>
              <a:pathLst>
                <a:path w="853" h="5013" extrusionOk="0">
                  <a:moveTo>
                    <a:pt x="426" y="0"/>
                  </a:moveTo>
                  <a:cubicBezTo>
                    <a:pt x="201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201" y="5013"/>
                    <a:pt x="426" y="5013"/>
                  </a:cubicBezTo>
                  <a:cubicBezTo>
                    <a:pt x="652" y="5013"/>
                    <a:pt x="852" y="4837"/>
                    <a:pt x="852" y="4612"/>
                  </a:cubicBezTo>
                  <a:lnTo>
                    <a:pt x="852" y="426"/>
                  </a:lnTo>
                  <a:cubicBezTo>
                    <a:pt x="852" y="201"/>
                    <a:pt x="652" y="0"/>
                    <a:pt x="426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34"/>
            <p:cNvSpPr/>
            <p:nvPr/>
          </p:nvSpPr>
          <p:spPr>
            <a:xfrm>
              <a:off x="3770200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02" y="0"/>
                  </a:moveTo>
                  <a:cubicBezTo>
                    <a:pt x="176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176" y="5013"/>
                    <a:pt x="402" y="5013"/>
                  </a:cubicBezTo>
                  <a:cubicBezTo>
                    <a:pt x="652" y="5013"/>
                    <a:pt x="828" y="4837"/>
                    <a:pt x="828" y="4612"/>
                  </a:cubicBezTo>
                  <a:lnTo>
                    <a:pt x="828" y="426"/>
                  </a:lnTo>
                  <a:cubicBezTo>
                    <a:pt x="828" y="201"/>
                    <a:pt x="652" y="0"/>
                    <a:pt x="402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34"/>
            <p:cNvSpPr/>
            <p:nvPr/>
          </p:nvSpPr>
          <p:spPr>
            <a:xfrm>
              <a:off x="3822200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27" y="0"/>
                  </a:moveTo>
                  <a:cubicBezTo>
                    <a:pt x="176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176" y="5013"/>
                    <a:pt x="427" y="5013"/>
                  </a:cubicBezTo>
                  <a:cubicBezTo>
                    <a:pt x="652" y="5013"/>
                    <a:pt x="828" y="4837"/>
                    <a:pt x="828" y="4612"/>
                  </a:cubicBezTo>
                  <a:lnTo>
                    <a:pt x="828" y="426"/>
                  </a:lnTo>
                  <a:cubicBezTo>
                    <a:pt x="828" y="201"/>
                    <a:pt x="652" y="0"/>
                    <a:pt x="427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34"/>
            <p:cNvSpPr/>
            <p:nvPr/>
          </p:nvSpPr>
          <p:spPr>
            <a:xfrm>
              <a:off x="3874200" y="2765075"/>
              <a:ext cx="21350" cy="125325"/>
            </a:xfrm>
            <a:custGeom>
              <a:avLst/>
              <a:gdLst/>
              <a:ahLst/>
              <a:cxnLst/>
              <a:rect l="l" t="t" r="r" b="b"/>
              <a:pathLst>
                <a:path w="854" h="5013" extrusionOk="0">
                  <a:moveTo>
                    <a:pt x="427" y="0"/>
                  </a:moveTo>
                  <a:cubicBezTo>
                    <a:pt x="201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201" y="5013"/>
                    <a:pt x="427" y="5013"/>
                  </a:cubicBezTo>
                  <a:cubicBezTo>
                    <a:pt x="653" y="5013"/>
                    <a:pt x="853" y="4837"/>
                    <a:pt x="853" y="4612"/>
                  </a:cubicBezTo>
                  <a:lnTo>
                    <a:pt x="853" y="426"/>
                  </a:lnTo>
                  <a:cubicBezTo>
                    <a:pt x="853" y="201"/>
                    <a:pt x="653" y="0"/>
                    <a:pt x="427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34"/>
            <p:cNvSpPr/>
            <p:nvPr/>
          </p:nvSpPr>
          <p:spPr>
            <a:xfrm>
              <a:off x="3926850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01" y="0"/>
                  </a:moveTo>
                  <a:cubicBezTo>
                    <a:pt x="176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176" y="5013"/>
                    <a:pt x="401" y="5013"/>
                  </a:cubicBezTo>
                  <a:cubicBezTo>
                    <a:pt x="652" y="5013"/>
                    <a:pt x="827" y="4837"/>
                    <a:pt x="827" y="4612"/>
                  </a:cubicBezTo>
                  <a:lnTo>
                    <a:pt x="827" y="426"/>
                  </a:lnTo>
                  <a:cubicBezTo>
                    <a:pt x="827" y="201"/>
                    <a:pt x="652" y="0"/>
                    <a:pt x="401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34"/>
            <p:cNvSpPr/>
            <p:nvPr/>
          </p:nvSpPr>
          <p:spPr>
            <a:xfrm>
              <a:off x="3978850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26" y="0"/>
                  </a:moveTo>
                  <a:cubicBezTo>
                    <a:pt x="176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176" y="5013"/>
                    <a:pt x="426" y="5013"/>
                  </a:cubicBezTo>
                  <a:cubicBezTo>
                    <a:pt x="652" y="5013"/>
                    <a:pt x="828" y="4837"/>
                    <a:pt x="828" y="4612"/>
                  </a:cubicBezTo>
                  <a:lnTo>
                    <a:pt x="828" y="426"/>
                  </a:lnTo>
                  <a:cubicBezTo>
                    <a:pt x="828" y="201"/>
                    <a:pt x="652" y="0"/>
                    <a:pt x="426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34"/>
            <p:cNvSpPr/>
            <p:nvPr/>
          </p:nvSpPr>
          <p:spPr>
            <a:xfrm>
              <a:off x="3344125" y="3273225"/>
              <a:ext cx="193650" cy="193625"/>
            </a:xfrm>
            <a:custGeom>
              <a:avLst/>
              <a:gdLst/>
              <a:ahLst/>
              <a:cxnLst/>
              <a:rect l="l" t="t" r="r" b="b"/>
              <a:pathLst>
                <a:path w="7746" h="7745" fill="none" extrusionOk="0">
                  <a:moveTo>
                    <a:pt x="1" y="0"/>
                  </a:moveTo>
                  <a:lnTo>
                    <a:pt x="7745" y="7745"/>
                  </a:lnTo>
                </a:path>
              </a:pathLst>
            </a:custGeom>
            <a:noFill/>
            <a:ln w="20675" cap="flat" cmpd="sng">
              <a:solidFill>
                <a:srgbClr val="FCFCFC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34"/>
            <p:cNvSpPr/>
            <p:nvPr/>
          </p:nvSpPr>
          <p:spPr>
            <a:xfrm>
              <a:off x="3555275" y="3191775"/>
              <a:ext cx="355925" cy="355900"/>
            </a:xfrm>
            <a:custGeom>
              <a:avLst/>
              <a:gdLst/>
              <a:ahLst/>
              <a:cxnLst/>
              <a:rect l="l" t="t" r="r" b="b"/>
              <a:pathLst>
                <a:path w="14237" h="14236" fill="none" extrusionOk="0">
                  <a:moveTo>
                    <a:pt x="1" y="0"/>
                  </a:moveTo>
                  <a:lnTo>
                    <a:pt x="14237" y="14236"/>
                  </a:lnTo>
                </a:path>
              </a:pathLst>
            </a:custGeom>
            <a:noFill/>
            <a:ln w="20675" cap="flat" cmpd="sng">
              <a:solidFill>
                <a:srgbClr val="FCFCFC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34"/>
            <p:cNvSpPr/>
            <p:nvPr/>
          </p:nvSpPr>
          <p:spPr>
            <a:xfrm>
              <a:off x="3928725" y="3273225"/>
              <a:ext cx="194250" cy="193625"/>
            </a:xfrm>
            <a:custGeom>
              <a:avLst/>
              <a:gdLst/>
              <a:ahLst/>
              <a:cxnLst/>
              <a:rect l="l" t="t" r="r" b="b"/>
              <a:pathLst>
                <a:path w="7770" h="7745" fill="none" extrusionOk="0">
                  <a:moveTo>
                    <a:pt x="0" y="0"/>
                  </a:moveTo>
                  <a:lnTo>
                    <a:pt x="7770" y="7745"/>
                  </a:lnTo>
                </a:path>
              </a:pathLst>
            </a:custGeom>
            <a:noFill/>
            <a:ln w="20675" cap="flat" cmpd="sng">
              <a:solidFill>
                <a:srgbClr val="FCFCFC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34"/>
            <p:cNvSpPr/>
            <p:nvPr/>
          </p:nvSpPr>
          <p:spPr>
            <a:xfrm>
              <a:off x="3132975" y="3788875"/>
              <a:ext cx="177350" cy="94025"/>
            </a:xfrm>
            <a:custGeom>
              <a:avLst/>
              <a:gdLst/>
              <a:ahLst/>
              <a:cxnLst/>
              <a:rect l="l" t="t" r="r" b="b"/>
              <a:pathLst>
                <a:path w="7094" h="3761" extrusionOk="0">
                  <a:moveTo>
                    <a:pt x="1254" y="1"/>
                  </a:moveTo>
                  <a:cubicBezTo>
                    <a:pt x="552" y="1"/>
                    <a:pt x="1" y="552"/>
                    <a:pt x="1" y="1254"/>
                  </a:cubicBezTo>
                  <a:lnTo>
                    <a:pt x="1" y="2507"/>
                  </a:lnTo>
                  <a:cubicBezTo>
                    <a:pt x="1" y="3184"/>
                    <a:pt x="552" y="3760"/>
                    <a:pt x="1254" y="3760"/>
                  </a:cubicBezTo>
                  <a:lnTo>
                    <a:pt x="5840" y="3760"/>
                  </a:lnTo>
                  <a:cubicBezTo>
                    <a:pt x="6542" y="3760"/>
                    <a:pt x="7093" y="3184"/>
                    <a:pt x="7093" y="2507"/>
                  </a:cubicBezTo>
                  <a:lnTo>
                    <a:pt x="7093" y="1254"/>
                  </a:lnTo>
                  <a:cubicBezTo>
                    <a:pt x="7093" y="552"/>
                    <a:pt x="6542" y="1"/>
                    <a:pt x="584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34"/>
            <p:cNvSpPr/>
            <p:nvPr/>
          </p:nvSpPr>
          <p:spPr>
            <a:xfrm>
              <a:off x="4156175" y="3788875"/>
              <a:ext cx="177975" cy="94025"/>
            </a:xfrm>
            <a:custGeom>
              <a:avLst/>
              <a:gdLst/>
              <a:ahLst/>
              <a:cxnLst/>
              <a:rect l="l" t="t" r="r" b="b"/>
              <a:pathLst>
                <a:path w="7119" h="3761" extrusionOk="0">
                  <a:moveTo>
                    <a:pt x="1253" y="1"/>
                  </a:moveTo>
                  <a:cubicBezTo>
                    <a:pt x="577" y="1"/>
                    <a:pt x="0" y="552"/>
                    <a:pt x="0" y="1254"/>
                  </a:cubicBezTo>
                  <a:lnTo>
                    <a:pt x="0" y="2507"/>
                  </a:lnTo>
                  <a:cubicBezTo>
                    <a:pt x="0" y="3184"/>
                    <a:pt x="577" y="3760"/>
                    <a:pt x="1253" y="3760"/>
                  </a:cubicBezTo>
                  <a:lnTo>
                    <a:pt x="5865" y="3760"/>
                  </a:lnTo>
                  <a:cubicBezTo>
                    <a:pt x="6542" y="3760"/>
                    <a:pt x="7118" y="3184"/>
                    <a:pt x="7118" y="2507"/>
                  </a:cubicBezTo>
                  <a:lnTo>
                    <a:pt x="7118" y="1254"/>
                  </a:lnTo>
                  <a:cubicBezTo>
                    <a:pt x="7118" y="552"/>
                    <a:pt x="6542" y="1"/>
                    <a:pt x="58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34"/>
            <p:cNvSpPr/>
            <p:nvPr/>
          </p:nvSpPr>
          <p:spPr>
            <a:xfrm>
              <a:off x="3341625" y="3798900"/>
              <a:ext cx="783250" cy="21325"/>
            </a:xfrm>
            <a:custGeom>
              <a:avLst/>
              <a:gdLst/>
              <a:ahLst/>
              <a:cxnLst/>
              <a:rect l="l" t="t" r="r" b="b"/>
              <a:pathLst>
                <a:path w="31330" h="853" extrusionOk="0">
                  <a:moveTo>
                    <a:pt x="427" y="1"/>
                  </a:moveTo>
                  <a:cubicBezTo>
                    <a:pt x="201" y="1"/>
                    <a:pt x="1" y="201"/>
                    <a:pt x="1" y="427"/>
                  </a:cubicBezTo>
                  <a:cubicBezTo>
                    <a:pt x="1" y="652"/>
                    <a:pt x="201" y="853"/>
                    <a:pt x="427" y="853"/>
                  </a:cubicBezTo>
                  <a:lnTo>
                    <a:pt x="30928" y="853"/>
                  </a:lnTo>
                  <a:cubicBezTo>
                    <a:pt x="31154" y="853"/>
                    <a:pt x="31329" y="652"/>
                    <a:pt x="31329" y="427"/>
                  </a:cubicBezTo>
                  <a:cubicBezTo>
                    <a:pt x="31329" y="201"/>
                    <a:pt x="31154" y="1"/>
                    <a:pt x="309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34"/>
            <p:cNvSpPr/>
            <p:nvPr/>
          </p:nvSpPr>
          <p:spPr>
            <a:xfrm>
              <a:off x="3341625" y="3851550"/>
              <a:ext cx="783250" cy="20700"/>
            </a:xfrm>
            <a:custGeom>
              <a:avLst/>
              <a:gdLst/>
              <a:ahLst/>
              <a:cxnLst/>
              <a:rect l="l" t="t" r="r" b="b"/>
              <a:pathLst>
                <a:path w="31330" h="828" extrusionOk="0">
                  <a:moveTo>
                    <a:pt x="427" y="0"/>
                  </a:moveTo>
                  <a:cubicBezTo>
                    <a:pt x="201" y="0"/>
                    <a:pt x="1" y="176"/>
                    <a:pt x="1" y="401"/>
                  </a:cubicBezTo>
                  <a:cubicBezTo>
                    <a:pt x="1" y="652"/>
                    <a:pt x="201" y="827"/>
                    <a:pt x="427" y="827"/>
                  </a:cubicBezTo>
                  <a:lnTo>
                    <a:pt x="30928" y="827"/>
                  </a:lnTo>
                  <a:cubicBezTo>
                    <a:pt x="31154" y="827"/>
                    <a:pt x="31329" y="652"/>
                    <a:pt x="31329" y="401"/>
                  </a:cubicBezTo>
                  <a:cubicBezTo>
                    <a:pt x="31329" y="176"/>
                    <a:pt x="31154" y="0"/>
                    <a:pt x="30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30" name="Google Shape;1330;p34"/>
            <p:cNvGrpSpPr/>
            <p:nvPr/>
          </p:nvGrpSpPr>
          <p:grpSpPr>
            <a:xfrm>
              <a:off x="3748900" y="238125"/>
              <a:ext cx="2662950" cy="5224975"/>
              <a:chOff x="3748900" y="238125"/>
              <a:chExt cx="2662950" cy="5224975"/>
            </a:xfrm>
          </p:grpSpPr>
          <p:sp>
            <p:nvSpPr>
              <p:cNvPr id="1331" name="Google Shape;1331;p34"/>
              <p:cNvSpPr/>
              <p:nvPr/>
            </p:nvSpPr>
            <p:spPr>
              <a:xfrm>
                <a:off x="4036500" y="1009425"/>
                <a:ext cx="400400" cy="188625"/>
              </a:xfrm>
              <a:custGeom>
                <a:avLst/>
                <a:gdLst/>
                <a:ahLst/>
                <a:cxnLst/>
                <a:rect l="l" t="t" r="r" b="b"/>
                <a:pathLst>
                  <a:path w="16016" h="7545" extrusionOk="0">
                    <a:moveTo>
                      <a:pt x="8020" y="0"/>
                    </a:moveTo>
                    <a:cubicBezTo>
                      <a:pt x="3735" y="0"/>
                      <a:pt x="251" y="3334"/>
                      <a:pt x="0" y="7544"/>
                    </a:cubicBezTo>
                    <a:lnTo>
                      <a:pt x="16015" y="7544"/>
                    </a:lnTo>
                    <a:cubicBezTo>
                      <a:pt x="15765" y="3334"/>
                      <a:pt x="12281" y="0"/>
                      <a:pt x="8020" y="0"/>
                    </a:cubicBezTo>
                    <a:close/>
                  </a:path>
                </a:pathLst>
              </a:custGeom>
              <a:solidFill>
                <a:srgbClr val="CBE5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Google Shape;1332;p34"/>
              <p:cNvSpPr/>
              <p:nvPr/>
            </p:nvSpPr>
            <p:spPr>
              <a:xfrm>
                <a:off x="3748900" y="238125"/>
                <a:ext cx="2662950" cy="1755025"/>
              </a:xfrm>
              <a:custGeom>
                <a:avLst/>
                <a:gdLst/>
                <a:ahLst/>
                <a:cxnLst/>
                <a:rect l="l" t="t" r="r" b="b"/>
                <a:pathLst>
                  <a:path w="106518" h="70201" extrusionOk="0">
                    <a:moveTo>
                      <a:pt x="0" y="0"/>
                    </a:moveTo>
                    <a:lnTo>
                      <a:pt x="89023" y="70201"/>
                    </a:lnTo>
                    <a:lnTo>
                      <a:pt x="106517" y="70201"/>
                    </a:lnTo>
                    <a:lnTo>
                      <a:pt x="106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Google Shape;1333;p34"/>
              <p:cNvSpPr/>
              <p:nvPr/>
            </p:nvSpPr>
            <p:spPr>
              <a:xfrm>
                <a:off x="3790875" y="394750"/>
                <a:ext cx="2381000" cy="981875"/>
              </a:xfrm>
              <a:custGeom>
                <a:avLst/>
                <a:gdLst/>
                <a:ahLst/>
                <a:cxnLst/>
                <a:rect l="l" t="t" r="r" b="b"/>
                <a:pathLst>
                  <a:path w="95240" h="39275" extrusionOk="0">
                    <a:moveTo>
                      <a:pt x="1" y="1"/>
                    </a:moveTo>
                    <a:lnTo>
                      <a:pt x="1" y="39274"/>
                    </a:lnTo>
                    <a:lnTo>
                      <a:pt x="95239" y="39274"/>
                    </a:lnTo>
                    <a:lnTo>
                      <a:pt x="9523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Google Shape;1334;p34"/>
              <p:cNvSpPr/>
              <p:nvPr/>
            </p:nvSpPr>
            <p:spPr>
              <a:xfrm>
                <a:off x="4124850" y="248775"/>
                <a:ext cx="94000" cy="448650"/>
              </a:xfrm>
              <a:custGeom>
                <a:avLst/>
                <a:gdLst/>
                <a:ahLst/>
                <a:cxnLst/>
                <a:rect l="l" t="t" r="r" b="b"/>
                <a:pathLst>
                  <a:path w="3760" h="17946" extrusionOk="0">
                    <a:moveTo>
                      <a:pt x="0" y="0"/>
                    </a:moveTo>
                    <a:lnTo>
                      <a:pt x="0" y="17945"/>
                    </a:lnTo>
                    <a:lnTo>
                      <a:pt x="3759" y="17945"/>
                    </a:lnTo>
                    <a:lnTo>
                      <a:pt x="37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Google Shape;1335;p34"/>
              <p:cNvSpPr/>
              <p:nvPr/>
            </p:nvSpPr>
            <p:spPr>
              <a:xfrm>
                <a:off x="5659925" y="248775"/>
                <a:ext cx="94025" cy="448650"/>
              </a:xfrm>
              <a:custGeom>
                <a:avLst/>
                <a:gdLst/>
                <a:ahLst/>
                <a:cxnLst/>
                <a:rect l="l" t="t" r="r" b="b"/>
                <a:pathLst>
                  <a:path w="3761" h="17946" extrusionOk="0">
                    <a:moveTo>
                      <a:pt x="1" y="0"/>
                    </a:moveTo>
                    <a:lnTo>
                      <a:pt x="1" y="17945"/>
                    </a:lnTo>
                    <a:lnTo>
                      <a:pt x="3760" y="17945"/>
                    </a:lnTo>
                    <a:lnTo>
                      <a:pt x="37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Google Shape;1336;p34"/>
              <p:cNvSpPr/>
              <p:nvPr/>
            </p:nvSpPr>
            <p:spPr>
              <a:xfrm>
                <a:off x="3895525" y="501275"/>
                <a:ext cx="2171700" cy="770075"/>
              </a:xfrm>
              <a:custGeom>
                <a:avLst/>
                <a:gdLst/>
                <a:ahLst/>
                <a:cxnLst/>
                <a:rect l="l" t="t" r="r" b="b"/>
                <a:pathLst>
                  <a:path w="86868" h="30803" extrusionOk="0">
                    <a:moveTo>
                      <a:pt x="0" y="0"/>
                    </a:moveTo>
                    <a:lnTo>
                      <a:pt x="0" y="30803"/>
                    </a:lnTo>
                    <a:lnTo>
                      <a:pt x="86868" y="30803"/>
                    </a:lnTo>
                    <a:lnTo>
                      <a:pt x="8686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Google Shape;1337;p34"/>
              <p:cNvSpPr/>
              <p:nvPr/>
            </p:nvSpPr>
            <p:spPr>
              <a:xfrm>
                <a:off x="4452525" y="666675"/>
                <a:ext cx="133500" cy="151050"/>
              </a:xfrm>
              <a:custGeom>
                <a:avLst/>
                <a:gdLst/>
                <a:ahLst/>
                <a:cxnLst/>
                <a:rect l="l" t="t" r="r" b="b"/>
                <a:pathLst>
                  <a:path w="5340" h="6042" extrusionOk="0">
                    <a:moveTo>
                      <a:pt x="2933" y="1"/>
                    </a:moveTo>
                    <a:cubicBezTo>
                      <a:pt x="2457" y="1"/>
                      <a:pt x="2056" y="101"/>
                      <a:pt x="1680" y="277"/>
                    </a:cubicBezTo>
                    <a:cubicBezTo>
                      <a:pt x="1329" y="452"/>
                      <a:pt x="1028" y="678"/>
                      <a:pt x="778" y="953"/>
                    </a:cubicBezTo>
                    <a:cubicBezTo>
                      <a:pt x="527" y="1229"/>
                      <a:pt x="327" y="1555"/>
                      <a:pt x="201" y="1906"/>
                    </a:cubicBezTo>
                    <a:cubicBezTo>
                      <a:pt x="51" y="2257"/>
                      <a:pt x="1" y="2607"/>
                      <a:pt x="1" y="2983"/>
                    </a:cubicBezTo>
                    <a:cubicBezTo>
                      <a:pt x="1" y="3359"/>
                      <a:pt x="76" y="3735"/>
                      <a:pt x="201" y="4086"/>
                    </a:cubicBezTo>
                    <a:cubicBezTo>
                      <a:pt x="352" y="4462"/>
                      <a:pt x="552" y="4788"/>
                      <a:pt x="803" y="5089"/>
                    </a:cubicBezTo>
                    <a:cubicBezTo>
                      <a:pt x="1054" y="5364"/>
                      <a:pt x="1354" y="5590"/>
                      <a:pt x="1705" y="5765"/>
                    </a:cubicBezTo>
                    <a:cubicBezTo>
                      <a:pt x="2056" y="5941"/>
                      <a:pt x="2457" y="6041"/>
                      <a:pt x="2883" y="6041"/>
                    </a:cubicBezTo>
                    <a:cubicBezTo>
                      <a:pt x="3134" y="6041"/>
                      <a:pt x="3359" y="6016"/>
                      <a:pt x="3610" y="5941"/>
                    </a:cubicBezTo>
                    <a:cubicBezTo>
                      <a:pt x="3861" y="5891"/>
                      <a:pt x="4111" y="5790"/>
                      <a:pt x="4312" y="5690"/>
                    </a:cubicBezTo>
                    <a:cubicBezTo>
                      <a:pt x="4537" y="5565"/>
                      <a:pt x="4738" y="5415"/>
                      <a:pt x="4913" y="5264"/>
                    </a:cubicBezTo>
                    <a:cubicBezTo>
                      <a:pt x="5089" y="5089"/>
                      <a:pt x="5239" y="4888"/>
                      <a:pt x="5339" y="4663"/>
                    </a:cubicBezTo>
                    <a:lnTo>
                      <a:pt x="4387" y="4111"/>
                    </a:lnTo>
                    <a:cubicBezTo>
                      <a:pt x="4312" y="4287"/>
                      <a:pt x="4237" y="4412"/>
                      <a:pt x="4111" y="4537"/>
                    </a:cubicBezTo>
                    <a:cubicBezTo>
                      <a:pt x="4011" y="4638"/>
                      <a:pt x="3886" y="4738"/>
                      <a:pt x="3735" y="4813"/>
                    </a:cubicBezTo>
                    <a:cubicBezTo>
                      <a:pt x="3610" y="4888"/>
                      <a:pt x="3485" y="4938"/>
                      <a:pt x="3334" y="4963"/>
                    </a:cubicBezTo>
                    <a:cubicBezTo>
                      <a:pt x="3184" y="5014"/>
                      <a:pt x="3059" y="5014"/>
                      <a:pt x="2908" y="5014"/>
                    </a:cubicBezTo>
                    <a:cubicBezTo>
                      <a:pt x="2658" y="5014"/>
                      <a:pt x="2432" y="4963"/>
                      <a:pt x="2206" y="4863"/>
                    </a:cubicBezTo>
                    <a:cubicBezTo>
                      <a:pt x="1981" y="4738"/>
                      <a:pt x="1805" y="4587"/>
                      <a:pt x="1655" y="4412"/>
                    </a:cubicBezTo>
                    <a:cubicBezTo>
                      <a:pt x="1505" y="4211"/>
                      <a:pt x="1379" y="4011"/>
                      <a:pt x="1304" y="3760"/>
                    </a:cubicBezTo>
                    <a:cubicBezTo>
                      <a:pt x="1204" y="3535"/>
                      <a:pt x="1179" y="3259"/>
                      <a:pt x="1179" y="3008"/>
                    </a:cubicBezTo>
                    <a:cubicBezTo>
                      <a:pt x="1179" y="2783"/>
                      <a:pt x="1204" y="2532"/>
                      <a:pt x="1279" y="2307"/>
                    </a:cubicBezTo>
                    <a:cubicBezTo>
                      <a:pt x="1354" y="2056"/>
                      <a:pt x="1455" y="1856"/>
                      <a:pt x="1605" y="1655"/>
                    </a:cubicBezTo>
                    <a:cubicBezTo>
                      <a:pt x="1755" y="1480"/>
                      <a:pt x="1931" y="1329"/>
                      <a:pt x="2131" y="1204"/>
                    </a:cubicBezTo>
                    <a:cubicBezTo>
                      <a:pt x="2357" y="1079"/>
                      <a:pt x="2607" y="1029"/>
                      <a:pt x="2908" y="1029"/>
                    </a:cubicBezTo>
                    <a:cubicBezTo>
                      <a:pt x="3033" y="1029"/>
                      <a:pt x="3159" y="1054"/>
                      <a:pt x="3309" y="1079"/>
                    </a:cubicBezTo>
                    <a:cubicBezTo>
                      <a:pt x="3460" y="1104"/>
                      <a:pt x="3585" y="1154"/>
                      <a:pt x="3710" y="1229"/>
                    </a:cubicBezTo>
                    <a:cubicBezTo>
                      <a:pt x="3836" y="1279"/>
                      <a:pt x="3961" y="1379"/>
                      <a:pt x="4061" y="1505"/>
                    </a:cubicBezTo>
                    <a:cubicBezTo>
                      <a:pt x="4186" y="1605"/>
                      <a:pt x="4287" y="1755"/>
                      <a:pt x="4362" y="1931"/>
                    </a:cubicBezTo>
                    <a:lnTo>
                      <a:pt x="5239" y="1304"/>
                    </a:lnTo>
                    <a:cubicBezTo>
                      <a:pt x="5039" y="928"/>
                      <a:pt x="4738" y="602"/>
                      <a:pt x="4337" y="377"/>
                    </a:cubicBezTo>
                    <a:cubicBezTo>
                      <a:pt x="3961" y="126"/>
                      <a:pt x="3485" y="1"/>
                      <a:pt x="29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Google Shape;1338;p34"/>
              <p:cNvSpPr/>
              <p:nvPr/>
            </p:nvSpPr>
            <p:spPr>
              <a:xfrm>
                <a:off x="4621700" y="667950"/>
                <a:ext cx="103425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4137" h="5940" extrusionOk="0">
                    <a:moveTo>
                      <a:pt x="1" y="0"/>
                    </a:moveTo>
                    <a:lnTo>
                      <a:pt x="1" y="5940"/>
                    </a:lnTo>
                    <a:lnTo>
                      <a:pt x="4136" y="5940"/>
                    </a:lnTo>
                    <a:lnTo>
                      <a:pt x="4136" y="4937"/>
                    </a:lnTo>
                    <a:lnTo>
                      <a:pt x="1179" y="4937"/>
                    </a:lnTo>
                    <a:lnTo>
                      <a:pt x="1179" y="3384"/>
                    </a:lnTo>
                    <a:lnTo>
                      <a:pt x="3660" y="3384"/>
                    </a:lnTo>
                    <a:lnTo>
                      <a:pt x="3660" y="2431"/>
                    </a:lnTo>
                    <a:lnTo>
                      <a:pt x="1179" y="2431"/>
                    </a:lnTo>
                    <a:lnTo>
                      <a:pt x="1179" y="1003"/>
                    </a:lnTo>
                    <a:lnTo>
                      <a:pt x="4061" y="1003"/>
                    </a:lnTo>
                    <a:lnTo>
                      <a:pt x="406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Google Shape;1339;p34"/>
              <p:cNvSpPr/>
              <p:nvPr/>
            </p:nvSpPr>
            <p:spPr>
              <a:xfrm>
                <a:off x="4764575" y="667950"/>
                <a:ext cx="129100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5164" h="5940" extrusionOk="0">
                    <a:moveTo>
                      <a:pt x="0" y="0"/>
                    </a:moveTo>
                    <a:lnTo>
                      <a:pt x="0" y="5940"/>
                    </a:lnTo>
                    <a:lnTo>
                      <a:pt x="1153" y="5940"/>
                    </a:lnTo>
                    <a:lnTo>
                      <a:pt x="1153" y="2130"/>
                    </a:lnTo>
                    <a:lnTo>
                      <a:pt x="4211" y="5940"/>
                    </a:lnTo>
                    <a:lnTo>
                      <a:pt x="5163" y="5940"/>
                    </a:lnTo>
                    <a:lnTo>
                      <a:pt x="5163" y="0"/>
                    </a:lnTo>
                    <a:lnTo>
                      <a:pt x="3985" y="0"/>
                    </a:lnTo>
                    <a:lnTo>
                      <a:pt x="3985" y="3885"/>
                    </a:lnTo>
                    <a:lnTo>
                      <a:pt x="9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Google Shape;1340;p34"/>
              <p:cNvSpPr/>
              <p:nvPr/>
            </p:nvSpPr>
            <p:spPr>
              <a:xfrm>
                <a:off x="4928725" y="667950"/>
                <a:ext cx="123450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5940" extrusionOk="0">
                    <a:moveTo>
                      <a:pt x="1" y="0"/>
                    </a:moveTo>
                    <a:lnTo>
                      <a:pt x="1" y="1003"/>
                    </a:lnTo>
                    <a:lnTo>
                      <a:pt x="1905" y="1003"/>
                    </a:lnTo>
                    <a:lnTo>
                      <a:pt x="1905" y="5940"/>
                    </a:lnTo>
                    <a:lnTo>
                      <a:pt x="3033" y="5940"/>
                    </a:lnTo>
                    <a:lnTo>
                      <a:pt x="3033" y="1003"/>
                    </a:lnTo>
                    <a:lnTo>
                      <a:pt x="4938" y="1003"/>
                    </a:lnTo>
                    <a:lnTo>
                      <a:pt x="493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Google Shape;1341;p34"/>
              <p:cNvSpPr/>
              <p:nvPr/>
            </p:nvSpPr>
            <p:spPr>
              <a:xfrm>
                <a:off x="5087875" y="667950"/>
                <a:ext cx="119700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4788" h="5940" extrusionOk="0">
                    <a:moveTo>
                      <a:pt x="2532" y="1003"/>
                    </a:moveTo>
                    <a:cubicBezTo>
                      <a:pt x="2632" y="1003"/>
                      <a:pt x="2732" y="1028"/>
                      <a:pt x="2833" y="1078"/>
                    </a:cubicBezTo>
                    <a:cubicBezTo>
                      <a:pt x="2933" y="1128"/>
                      <a:pt x="3033" y="1203"/>
                      <a:pt x="3108" y="1278"/>
                    </a:cubicBezTo>
                    <a:cubicBezTo>
                      <a:pt x="3184" y="1353"/>
                      <a:pt x="3234" y="1454"/>
                      <a:pt x="3284" y="1579"/>
                    </a:cubicBezTo>
                    <a:cubicBezTo>
                      <a:pt x="3334" y="1704"/>
                      <a:pt x="3359" y="1830"/>
                      <a:pt x="3359" y="1980"/>
                    </a:cubicBezTo>
                    <a:cubicBezTo>
                      <a:pt x="3359" y="2105"/>
                      <a:pt x="3334" y="2231"/>
                      <a:pt x="3284" y="2356"/>
                    </a:cubicBezTo>
                    <a:cubicBezTo>
                      <a:pt x="3259" y="2456"/>
                      <a:pt x="3209" y="2556"/>
                      <a:pt x="3133" y="2657"/>
                    </a:cubicBezTo>
                    <a:cubicBezTo>
                      <a:pt x="3058" y="2732"/>
                      <a:pt x="2983" y="2807"/>
                      <a:pt x="2883" y="2857"/>
                    </a:cubicBezTo>
                    <a:cubicBezTo>
                      <a:pt x="2808" y="2907"/>
                      <a:pt x="2707" y="2932"/>
                      <a:pt x="2582" y="2932"/>
                    </a:cubicBezTo>
                    <a:lnTo>
                      <a:pt x="1153" y="2932"/>
                    </a:lnTo>
                    <a:lnTo>
                      <a:pt x="1153" y="1003"/>
                    </a:lnTo>
                    <a:close/>
                    <a:moveTo>
                      <a:pt x="1" y="0"/>
                    </a:moveTo>
                    <a:lnTo>
                      <a:pt x="1" y="5940"/>
                    </a:lnTo>
                    <a:lnTo>
                      <a:pt x="1153" y="5940"/>
                    </a:lnTo>
                    <a:lnTo>
                      <a:pt x="1153" y="3935"/>
                    </a:lnTo>
                    <a:lnTo>
                      <a:pt x="2281" y="3935"/>
                    </a:lnTo>
                    <a:lnTo>
                      <a:pt x="3509" y="5940"/>
                    </a:lnTo>
                    <a:lnTo>
                      <a:pt x="4788" y="5940"/>
                    </a:lnTo>
                    <a:lnTo>
                      <a:pt x="3434" y="3709"/>
                    </a:lnTo>
                    <a:cubicBezTo>
                      <a:pt x="3760" y="3559"/>
                      <a:pt x="4036" y="3333"/>
                      <a:pt x="4211" y="3033"/>
                    </a:cubicBezTo>
                    <a:cubicBezTo>
                      <a:pt x="4412" y="2707"/>
                      <a:pt x="4512" y="2356"/>
                      <a:pt x="4512" y="1980"/>
                    </a:cubicBezTo>
                    <a:cubicBezTo>
                      <a:pt x="4512" y="1729"/>
                      <a:pt x="4462" y="1479"/>
                      <a:pt x="4361" y="1253"/>
                    </a:cubicBezTo>
                    <a:cubicBezTo>
                      <a:pt x="4286" y="1028"/>
                      <a:pt x="4136" y="802"/>
                      <a:pt x="3986" y="627"/>
                    </a:cubicBezTo>
                    <a:cubicBezTo>
                      <a:pt x="3810" y="426"/>
                      <a:pt x="3610" y="276"/>
                      <a:pt x="3384" y="176"/>
                    </a:cubicBezTo>
                    <a:cubicBezTo>
                      <a:pt x="3133" y="50"/>
                      <a:pt x="2883" y="0"/>
                      <a:pt x="26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Google Shape;1342;p34"/>
              <p:cNvSpPr/>
              <p:nvPr/>
            </p:nvSpPr>
            <p:spPr>
              <a:xfrm>
                <a:off x="5226975" y="667950"/>
                <a:ext cx="138500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5540" h="5940" extrusionOk="0">
                    <a:moveTo>
                      <a:pt x="2782" y="1303"/>
                    </a:moveTo>
                    <a:lnTo>
                      <a:pt x="3610" y="3634"/>
                    </a:lnTo>
                    <a:lnTo>
                      <a:pt x="1930" y="3634"/>
                    </a:lnTo>
                    <a:lnTo>
                      <a:pt x="2782" y="1303"/>
                    </a:lnTo>
                    <a:close/>
                    <a:moveTo>
                      <a:pt x="2256" y="0"/>
                    </a:moveTo>
                    <a:lnTo>
                      <a:pt x="1" y="5940"/>
                    </a:lnTo>
                    <a:lnTo>
                      <a:pt x="1178" y="5940"/>
                    </a:lnTo>
                    <a:lnTo>
                      <a:pt x="1730" y="4461"/>
                    </a:lnTo>
                    <a:lnTo>
                      <a:pt x="3810" y="4461"/>
                    </a:lnTo>
                    <a:lnTo>
                      <a:pt x="4361" y="5940"/>
                    </a:lnTo>
                    <a:lnTo>
                      <a:pt x="5539" y="5940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34"/>
              <p:cNvSpPr/>
              <p:nvPr/>
            </p:nvSpPr>
            <p:spPr>
              <a:xfrm>
                <a:off x="5398650" y="667950"/>
                <a:ext cx="104675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4187" h="5940" extrusionOk="0">
                    <a:moveTo>
                      <a:pt x="1" y="0"/>
                    </a:moveTo>
                    <a:lnTo>
                      <a:pt x="1" y="5940"/>
                    </a:lnTo>
                    <a:lnTo>
                      <a:pt x="4186" y="5940"/>
                    </a:lnTo>
                    <a:lnTo>
                      <a:pt x="4186" y="4937"/>
                    </a:lnTo>
                    <a:lnTo>
                      <a:pt x="1154" y="4937"/>
                    </a:lnTo>
                    <a:lnTo>
                      <a:pt x="115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34"/>
              <p:cNvSpPr/>
              <p:nvPr/>
            </p:nvSpPr>
            <p:spPr>
              <a:xfrm>
                <a:off x="4235125" y="885350"/>
                <a:ext cx="177950" cy="229350"/>
              </a:xfrm>
              <a:custGeom>
                <a:avLst/>
                <a:gdLst/>
                <a:ahLst/>
                <a:cxnLst/>
                <a:rect l="l" t="t" r="r" b="b"/>
                <a:pathLst>
                  <a:path w="7118" h="9174" extrusionOk="0">
                    <a:moveTo>
                      <a:pt x="3659" y="1"/>
                    </a:moveTo>
                    <a:cubicBezTo>
                      <a:pt x="3183" y="1"/>
                      <a:pt x="2757" y="51"/>
                      <a:pt x="2356" y="176"/>
                    </a:cubicBezTo>
                    <a:cubicBezTo>
                      <a:pt x="1980" y="302"/>
                      <a:pt x="1604" y="477"/>
                      <a:pt x="1303" y="703"/>
                    </a:cubicBezTo>
                    <a:cubicBezTo>
                      <a:pt x="1003" y="953"/>
                      <a:pt x="777" y="1254"/>
                      <a:pt x="602" y="1605"/>
                    </a:cubicBezTo>
                    <a:cubicBezTo>
                      <a:pt x="451" y="1956"/>
                      <a:pt x="351" y="2357"/>
                      <a:pt x="351" y="2833"/>
                    </a:cubicBezTo>
                    <a:cubicBezTo>
                      <a:pt x="351" y="3159"/>
                      <a:pt x="401" y="3460"/>
                      <a:pt x="501" y="3735"/>
                    </a:cubicBezTo>
                    <a:cubicBezTo>
                      <a:pt x="627" y="3961"/>
                      <a:pt x="777" y="4186"/>
                      <a:pt x="1003" y="4387"/>
                    </a:cubicBezTo>
                    <a:cubicBezTo>
                      <a:pt x="1203" y="4562"/>
                      <a:pt x="1479" y="4738"/>
                      <a:pt x="1780" y="4888"/>
                    </a:cubicBezTo>
                    <a:cubicBezTo>
                      <a:pt x="2105" y="5013"/>
                      <a:pt x="2481" y="5139"/>
                      <a:pt x="2907" y="5264"/>
                    </a:cubicBezTo>
                    <a:cubicBezTo>
                      <a:pt x="3258" y="5364"/>
                      <a:pt x="3584" y="5465"/>
                      <a:pt x="3885" y="5540"/>
                    </a:cubicBezTo>
                    <a:cubicBezTo>
                      <a:pt x="4161" y="5640"/>
                      <a:pt x="4411" y="5715"/>
                      <a:pt x="4612" y="5815"/>
                    </a:cubicBezTo>
                    <a:cubicBezTo>
                      <a:pt x="4812" y="5916"/>
                      <a:pt x="4988" y="6041"/>
                      <a:pt x="5088" y="6166"/>
                    </a:cubicBezTo>
                    <a:cubicBezTo>
                      <a:pt x="5188" y="6317"/>
                      <a:pt x="5263" y="6467"/>
                      <a:pt x="5263" y="6668"/>
                    </a:cubicBezTo>
                    <a:cubicBezTo>
                      <a:pt x="5263" y="7294"/>
                      <a:pt x="4762" y="7595"/>
                      <a:pt x="3810" y="7595"/>
                    </a:cubicBezTo>
                    <a:cubicBezTo>
                      <a:pt x="3459" y="7595"/>
                      <a:pt x="3108" y="7570"/>
                      <a:pt x="2782" y="7470"/>
                    </a:cubicBezTo>
                    <a:cubicBezTo>
                      <a:pt x="2456" y="7394"/>
                      <a:pt x="2156" y="7294"/>
                      <a:pt x="1880" y="7169"/>
                    </a:cubicBezTo>
                    <a:cubicBezTo>
                      <a:pt x="1604" y="7044"/>
                      <a:pt x="1379" y="6918"/>
                      <a:pt x="1178" y="6793"/>
                    </a:cubicBezTo>
                    <a:cubicBezTo>
                      <a:pt x="978" y="6668"/>
                      <a:pt x="852" y="6567"/>
                      <a:pt x="777" y="6492"/>
                    </a:cubicBezTo>
                    <a:lnTo>
                      <a:pt x="0" y="8021"/>
                    </a:lnTo>
                    <a:cubicBezTo>
                      <a:pt x="526" y="8372"/>
                      <a:pt x="1103" y="8673"/>
                      <a:pt x="1780" y="8873"/>
                    </a:cubicBezTo>
                    <a:cubicBezTo>
                      <a:pt x="2431" y="9074"/>
                      <a:pt x="3108" y="9174"/>
                      <a:pt x="3785" y="9174"/>
                    </a:cubicBezTo>
                    <a:cubicBezTo>
                      <a:pt x="4211" y="9174"/>
                      <a:pt x="4637" y="9124"/>
                      <a:pt x="5038" y="9049"/>
                    </a:cubicBezTo>
                    <a:cubicBezTo>
                      <a:pt x="5439" y="8948"/>
                      <a:pt x="5790" y="8773"/>
                      <a:pt x="6115" y="8572"/>
                    </a:cubicBezTo>
                    <a:cubicBezTo>
                      <a:pt x="6416" y="8347"/>
                      <a:pt x="6667" y="8071"/>
                      <a:pt x="6842" y="7745"/>
                    </a:cubicBezTo>
                    <a:cubicBezTo>
                      <a:pt x="7018" y="7394"/>
                      <a:pt x="7118" y="6968"/>
                      <a:pt x="7118" y="6492"/>
                    </a:cubicBezTo>
                    <a:cubicBezTo>
                      <a:pt x="7118" y="6091"/>
                      <a:pt x="7043" y="5740"/>
                      <a:pt x="6917" y="5465"/>
                    </a:cubicBezTo>
                    <a:cubicBezTo>
                      <a:pt x="6792" y="5164"/>
                      <a:pt x="6592" y="4913"/>
                      <a:pt x="6341" y="4713"/>
                    </a:cubicBezTo>
                    <a:cubicBezTo>
                      <a:pt x="6090" y="4512"/>
                      <a:pt x="5790" y="4337"/>
                      <a:pt x="5414" y="4211"/>
                    </a:cubicBezTo>
                    <a:cubicBezTo>
                      <a:pt x="5063" y="4061"/>
                      <a:pt x="4662" y="3936"/>
                      <a:pt x="4211" y="3835"/>
                    </a:cubicBezTo>
                    <a:cubicBezTo>
                      <a:pt x="3885" y="3735"/>
                      <a:pt x="3584" y="3660"/>
                      <a:pt x="3308" y="3585"/>
                    </a:cubicBezTo>
                    <a:cubicBezTo>
                      <a:pt x="3058" y="3510"/>
                      <a:pt x="2857" y="3434"/>
                      <a:pt x="2682" y="3334"/>
                    </a:cubicBezTo>
                    <a:cubicBezTo>
                      <a:pt x="2506" y="3234"/>
                      <a:pt x="2381" y="3134"/>
                      <a:pt x="2281" y="3008"/>
                    </a:cubicBezTo>
                    <a:cubicBezTo>
                      <a:pt x="2206" y="2883"/>
                      <a:pt x="2156" y="2733"/>
                      <a:pt x="2156" y="2532"/>
                    </a:cubicBezTo>
                    <a:cubicBezTo>
                      <a:pt x="2156" y="2231"/>
                      <a:pt x="2281" y="1981"/>
                      <a:pt x="2506" y="1805"/>
                    </a:cubicBezTo>
                    <a:cubicBezTo>
                      <a:pt x="2757" y="1605"/>
                      <a:pt x="3108" y="1530"/>
                      <a:pt x="3609" y="1530"/>
                    </a:cubicBezTo>
                    <a:cubicBezTo>
                      <a:pt x="3860" y="1530"/>
                      <a:pt x="4135" y="1555"/>
                      <a:pt x="4411" y="1630"/>
                    </a:cubicBezTo>
                    <a:cubicBezTo>
                      <a:pt x="4662" y="1705"/>
                      <a:pt x="4912" y="1780"/>
                      <a:pt x="5113" y="1881"/>
                    </a:cubicBezTo>
                    <a:cubicBezTo>
                      <a:pt x="5364" y="1981"/>
                      <a:pt x="5539" y="2081"/>
                      <a:pt x="5689" y="2181"/>
                    </a:cubicBezTo>
                    <a:cubicBezTo>
                      <a:pt x="5865" y="2282"/>
                      <a:pt x="5965" y="2357"/>
                      <a:pt x="6015" y="2407"/>
                    </a:cubicBezTo>
                    <a:lnTo>
                      <a:pt x="6792" y="1003"/>
                    </a:lnTo>
                    <a:cubicBezTo>
                      <a:pt x="6416" y="728"/>
                      <a:pt x="5940" y="477"/>
                      <a:pt x="5414" y="302"/>
                    </a:cubicBezTo>
                    <a:cubicBezTo>
                      <a:pt x="4862" y="101"/>
                      <a:pt x="4286" y="1"/>
                      <a:pt x="36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34"/>
              <p:cNvSpPr/>
              <p:nvPr/>
            </p:nvSpPr>
            <p:spPr>
              <a:xfrm>
                <a:off x="4450650" y="886600"/>
                <a:ext cx="188000" cy="225600"/>
              </a:xfrm>
              <a:custGeom>
                <a:avLst/>
                <a:gdLst/>
                <a:ahLst/>
                <a:cxnLst/>
                <a:rect l="l" t="t" r="r" b="b"/>
                <a:pathLst>
                  <a:path w="7520" h="9024" extrusionOk="0">
                    <a:moveTo>
                      <a:pt x="1" y="1"/>
                    </a:moveTo>
                    <a:lnTo>
                      <a:pt x="1" y="1530"/>
                    </a:lnTo>
                    <a:lnTo>
                      <a:pt x="2908" y="1530"/>
                    </a:lnTo>
                    <a:lnTo>
                      <a:pt x="2908" y="9024"/>
                    </a:lnTo>
                    <a:lnTo>
                      <a:pt x="4637" y="9024"/>
                    </a:lnTo>
                    <a:lnTo>
                      <a:pt x="4637" y="1530"/>
                    </a:lnTo>
                    <a:lnTo>
                      <a:pt x="7520" y="1530"/>
                    </a:lnTo>
                    <a:lnTo>
                      <a:pt x="752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Google Shape;1346;p34"/>
              <p:cNvSpPr/>
              <p:nvPr/>
            </p:nvSpPr>
            <p:spPr>
              <a:xfrm>
                <a:off x="4648025" y="886600"/>
                <a:ext cx="210550" cy="225600"/>
              </a:xfrm>
              <a:custGeom>
                <a:avLst/>
                <a:gdLst/>
                <a:ahLst/>
                <a:cxnLst/>
                <a:rect l="l" t="t" r="r" b="b"/>
                <a:pathLst>
                  <a:path w="8422" h="9024" extrusionOk="0">
                    <a:moveTo>
                      <a:pt x="4211" y="2006"/>
                    </a:moveTo>
                    <a:lnTo>
                      <a:pt x="5464" y="5540"/>
                    </a:lnTo>
                    <a:lnTo>
                      <a:pt x="2908" y="5540"/>
                    </a:lnTo>
                    <a:lnTo>
                      <a:pt x="4211" y="2006"/>
                    </a:lnTo>
                    <a:close/>
                    <a:moveTo>
                      <a:pt x="3434" y="1"/>
                    </a:moveTo>
                    <a:lnTo>
                      <a:pt x="0" y="9024"/>
                    </a:lnTo>
                    <a:lnTo>
                      <a:pt x="1805" y="9024"/>
                    </a:lnTo>
                    <a:lnTo>
                      <a:pt x="2632" y="6768"/>
                    </a:lnTo>
                    <a:lnTo>
                      <a:pt x="5790" y="6768"/>
                    </a:lnTo>
                    <a:lnTo>
                      <a:pt x="6617" y="9024"/>
                    </a:lnTo>
                    <a:lnTo>
                      <a:pt x="8422" y="9024"/>
                    </a:lnTo>
                    <a:lnTo>
                      <a:pt x="498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Google Shape;1347;p34"/>
              <p:cNvSpPr/>
              <p:nvPr/>
            </p:nvSpPr>
            <p:spPr>
              <a:xfrm>
                <a:off x="4867325" y="886600"/>
                <a:ext cx="188000" cy="225600"/>
              </a:xfrm>
              <a:custGeom>
                <a:avLst/>
                <a:gdLst/>
                <a:ahLst/>
                <a:cxnLst/>
                <a:rect l="l" t="t" r="r" b="b"/>
                <a:pathLst>
                  <a:path w="7520" h="9024" extrusionOk="0">
                    <a:moveTo>
                      <a:pt x="0" y="1"/>
                    </a:moveTo>
                    <a:lnTo>
                      <a:pt x="0" y="1530"/>
                    </a:lnTo>
                    <a:lnTo>
                      <a:pt x="2883" y="1530"/>
                    </a:lnTo>
                    <a:lnTo>
                      <a:pt x="2883" y="9024"/>
                    </a:lnTo>
                    <a:lnTo>
                      <a:pt x="4637" y="9024"/>
                    </a:lnTo>
                    <a:lnTo>
                      <a:pt x="4637" y="1530"/>
                    </a:lnTo>
                    <a:lnTo>
                      <a:pt x="7519" y="1530"/>
                    </a:lnTo>
                    <a:lnTo>
                      <a:pt x="751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Google Shape;1348;p34"/>
              <p:cNvSpPr/>
              <p:nvPr/>
            </p:nvSpPr>
            <p:spPr>
              <a:xfrm>
                <a:off x="5108550" y="886600"/>
                <a:ext cx="43900" cy="225600"/>
              </a:xfrm>
              <a:custGeom>
                <a:avLst/>
                <a:gdLst/>
                <a:ahLst/>
                <a:cxnLst/>
                <a:rect l="l" t="t" r="r" b="b"/>
                <a:pathLst>
                  <a:path w="1756" h="9024" extrusionOk="0">
                    <a:moveTo>
                      <a:pt x="1" y="1"/>
                    </a:moveTo>
                    <a:lnTo>
                      <a:pt x="1" y="9024"/>
                    </a:lnTo>
                    <a:lnTo>
                      <a:pt x="1755" y="9024"/>
                    </a:lnTo>
                    <a:lnTo>
                      <a:pt x="175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34"/>
              <p:cNvSpPr/>
              <p:nvPr/>
            </p:nvSpPr>
            <p:spPr>
              <a:xfrm>
                <a:off x="5211300" y="885350"/>
                <a:ext cx="219950" cy="228725"/>
              </a:xfrm>
              <a:custGeom>
                <a:avLst/>
                <a:gdLst/>
                <a:ahLst/>
                <a:cxnLst/>
                <a:rect l="l" t="t" r="r" b="b"/>
                <a:pathLst>
                  <a:path w="8798" h="9149" extrusionOk="0">
                    <a:moveTo>
                      <a:pt x="4412" y="1555"/>
                    </a:moveTo>
                    <a:cubicBezTo>
                      <a:pt x="4813" y="1555"/>
                      <a:pt x="5189" y="1630"/>
                      <a:pt x="5490" y="1805"/>
                    </a:cubicBezTo>
                    <a:cubicBezTo>
                      <a:pt x="5841" y="1956"/>
                      <a:pt x="6116" y="2181"/>
                      <a:pt x="6317" y="2457"/>
                    </a:cubicBezTo>
                    <a:cubicBezTo>
                      <a:pt x="6567" y="2758"/>
                      <a:pt x="6743" y="3059"/>
                      <a:pt x="6843" y="3434"/>
                    </a:cubicBezTo>
                    <a:cubicBezTo>
                      <a:pt x="6968" y="3785"/>
                      <a:pt x="7044" y="4186"/>
                      <a:pt x="7044" y="4562"/>
                    </a:cubicBezTo>
                    <a:cubicBezTo>
                      <a:pt x="7044" y="4938"/>
                      <a:pt x="6968" y="5314"/>
                      <a:pt x="6868" y="5665"/>
                    </a:cubicBezTo>
                    <a:cubicBezTo>
                      <a:pt x="6743" y="6016"/>
                      <a:pt x="6592" y="6342"/>
                      <a:pt x="6342" y="6643"/>
                    </a:cubicBezTo>
                    <a:cubicBezTo>
                      <a:pt x="6141" y="6918"/>
                      <a:pt x="5866" y="7169"/>
                      <a:pt x="5540" y="7344"/>
                    </a:cubicBezTo>
                    <a:cubicBezTo>
                      <a:pt x="5214" y="7495"/>
                      <a:pt x="4838" y="7595"/>
                      <a:pt x="4412" y="7595"/>
                    </a:cubicBezTo>
                    <a:cubicBezTo>
                      <a:pt x="3986" y="7595"/>
                      <a:pt x="3610" y="7495"/>
                      <a:pt x="3284" y="7344"/>
                    </a:cubicBezTo>
                    <a:cubicBezTo>
                      <a:pt x="2958" y="7169"/>
                      <a:pt x="2683" y="6943"/>
                      <a:pt x="2457" y="6668"/>
                    </a:cubicBezTo>
                    <a:cubicBezTo>
                      <a:pt x="2257" y="6392"/>
                      <a:pt x="2081" y="6066"/>
                      <a:pt x="1956" y="5690"/>
                    </a:cubicBezTo>
                    <a:cubicBezTo>
                      <a:pt x="1831" y="5339"/>
                      <a:pt x="1780" y="4963"/>
                      <a:pt x="1780" y="4562"/>
                    </a:cubicBezTo>
                    <a:cubicBezTo>
                      <a:pt x="1780" y="4186"/>
                      <a:pt x="1831" y="3835"/>
                      <a:pt x="1931" y="3460"/>
                    </a:cubicBezTo>
                    <a:cubicBezTo>
                      <a:pt x="2056" y="3109"/>
                      <a:pt x="2232" y="2783"/>
                      <a:pt x="2457" y="2507"/>
                    </a:cubicBezTo>
                    <a:cubicBezTo>
                      <a:pt x="2683" y="2206"/>
                      <a:pt x="2958" y="1981"/>
                      <a:pt x="3284" y="1830"/>
                    </a:cubicBezTo>
                    <a:cubicBezTo>
                      <a:pt x="3610" y="1630"/>
                      <a:pt x="3986" y="1555"/>
                      <a:pt x="4412" y="1555"/>
                    </a:cubicBezTo>
                    <a:close/>
                    <a:moveTo>
                      <a:pt x="4437" y="1"/>
                    </a:moveTo>
                    <a:cubicBezTo>
                      <a:pt x="3810" y="1"/>
                      <a:pt x="3209" y="126"/>
                      <a:pt x="2658" y="377"/>
                    </a:cubicBezTo>
                    <a:cubicBezTo>
                      <a:pt x="2131" y="627"/>
                      <a:pt x="1655" y="953"/>
                      <a:pt x="1254" y="1379"/>
                    </a:cubicBezTo>
                    <a:cubicBezTo>
                      <a:pt x="878" y="1805"/>
                      <a:pt x="552" y="2282"/>
                      <a:pt x="327" y="2833"/>
                    </a:cubicBezTo>
                    <a:cubicBezTo>
                      <a:pt x="101" y="3384"/>
                      <a:pt x="1" y="3961"/>
                      <a:pt x="1" y="4562"/>
                    </a:cubicBezTo>
                    <a:cubicBezTo>
                      <a:pt x="1" y="5139"/>
                      <a:pt x="101" y="5715"/>
                      <a:pt x="327" y="6267"/>
                    </a:cubicBezTo>
                    <a:cubicBezTo>
                      <a:pt x="527" y="6793"/>
                      <a:pt x="828" y="7294"/>
                      <a:pt x="1204" y="7720"/>
                    </a:cubicBezTo>
                    <a:cubicBezTo>
                      <a:pt x="1605" y="8146"/>
                      <a:pt x="2056" y="8497"/>
                      <a:pt x="2582" y="8748"/>
                    </a:cubicBezTo>
                    <a:cubicBezTo>
                      <a:pt x="3134" y="9023"/>
                      <a:pt x="3735" y="9149"/>
                      <a:pt x="4387" y="9149"/>
                    </a:cubicBezTo>
                    <a:cubicBezTo>
                      <a:pt x="5039" y="9149"/>
                      <a:pt x="5615" y="9023"/>
                      <a:pt x="6166" y="8773"/>
                    </a:cubicBezTo>
                    <a:cubicBezTo>
                      <a:pt x="6693" y="8522"/>
                      <a:pt x="7169" y="8171"/>
                      <a:pt x="7570" y="7770"/>
                    </a:cubicBezTo>
                    <a:cubicBezTo>
                      <a:pt x="7946" y="7344"/>
                      <a:pt x="8247" y="6868"/>
                      <a:pt x="8472" y="6317"/>
                    </a:cubicBezTo>
                    <a:cubicBezTo>
                      <a:pt x="8698" y="5765"/>
                      <a:pt x="8798" y="5189"/>
                      <a:pt x="8798" y="4587"/>
                    </a:cubicBezTo>
                    <a:cubicBezTo>
                      <a:pt x="8798" y="4011"/>
                      <a:pt x="8698" y="3460"/>
                      <a:pt x="8497" y="2908"/>
                    </a:cubicBezTo>
                    <a:cubicBezTo>
                      <a:pt x="8272" y="2357"/>
                      <a:pt x="7971" y="1881"/>
                      <a:pt x="7595" y="1429"/>
                    </a:cubicBezTo>
                    <a:cubicBezTo>
                      <a:pt x="7219" y="1003"/>
                      <a:pt x="6768" y="652"/>
                      <a:pt x="6217" y="402"/>
                    </a:cubicBezTo>
                    <a:cubicBezTo>
                      <a:pt x="5690" y="126"/>
                      <a:pt x="5089" y="1"/>
                      <a:pt x="443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34"/>
              <p:cNvSpPr/>
              <p:nvPr/>
            </p:nvSpPr>
            <p:spPr>
              <a:xfrm>
                <a:off x="5490750" y="886600"/>
                <a:ext cx="195525" cy="225600"/>
              </a:xfrm>
              <a:custGeom>
                <a:avLst/>
                <a:gdLst/>
                <a:ahLst/>
                <a:cxnLst/>
                <a:rect l="l" t="t" r="r" b="b"/>
                <a:pathLst>
                  <a:path w="7821" h="9024" extrusionOk="0">
                    <a:moveTo>
                      <a:pt x="1" y="1"/>
                    </a:moveTo>
                    <a:lnTo>
                      <a:pt x="1" y="9024"/>
                    </a:lnTo>
                    <a:lnTo>
                      <a:pt x="1755" y="9024"/>
                    </a:lnTo>
                    <a:lnTo>
                      <a:pt x="1755" y="3234"/>
                    </a:lnTo>
                    <a:lnTo>
                      <a:pt x="6392" y="9024"/>
                    </a:lnTo>
                    <a:lnTo>
                      <a:pt x="7821" y="9024"/>
                    </a:lnTo>
                    <a:lnTo>
                      <a:pt x="7821" y="26"/>
                    </a:lnTo>
                    <a:lnTo>
                      <a:pt x="6066" y="26"/>
                    </a:lnTo>
                    <a:lnTo>
                      <a:pt x="6066" y="5916"/>
                    </a:lnTo>
                    <a:lnTo>
                      <a:pt x="13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34"/>
              <p:cNvSpPr/>
              <p:nvPr/>
            </p:nvSpPr>
            <p:spPr>
              <a:xfrm>
                <a:off x="6297150" y="1991250"/>
                <a:ext cx="114700" cy="1138500"/>
              </a:xfrm>
              <a:custGeom>
                <a:avLst/>
                <a:gdLst/>
                <a:ahLst/>
                <a:cxnLst/>
                <a:rect l="l" t="t" r="r" b="b"/>
                <a:pathLst>
                  <a:path w="4588" h="45540" extrusionOk="0">
                    <a:moveTo>
                      <a:pt x="1" y="1"/>
                    </a:moveTo>
                    <a:lnTo>
                      <a:pt x="1" y="45540"/>
                    </a:lnTo>
                    <a:lnTo>
                      <a:pt x="4587" y="45540"/>
                    </a:lnTo>
                    <a:lnTo>
                      <a:pt x="45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34"/>
              <p:cNvSpPr/>
              <p:nvPr/>
            </p:nvSpPr>
            <p:spPr>
              <a:xfrm>
                <a:off x="4166825" y="5218725"/>
                <a:ext cx="2245025" cy="244375"/>
              </a:xfrm>
              <a:custGeom>
                <a:avLst/>
                <a:gdLst/>
                <a:ahLst/>
                <a:cxnLst/>
                <a:rect l="l" t="t" r="r" b="b"/>
                <a:pathLst>
                  <a:path w="89801" h="9775" extrusionOk="0">
                    <a:moveTo>
                      <a:pt x="89800" y="0"/>
                    </a:moveTo>
                    <a:lnTo>
                      <a:pt x="0" y="401"/>
                    </a:lnTo>
                    <a:lnTo>
                      <a:pt x="0" y="9775"/>
                    </a:lnTo>
                    <a:lnTo>
                      <a:pt x="89800" y="9775"/>
                    </a:lnTo>
                    <a:lnTo>
                      <a:pt x="8980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34"/>
              <p:cNvSpPr/>
              <p:nvPr/>
            </p:nvSpPr>
            <p:spPr>
              <a:xfrm>
                <a:off x="4166825" y="3055800"/>
                <a:ext cx="2245025" cy="2172975"/>
              </a:xfrm>
              <a:custGeom>
                <a:avLst/>
                <a:gdLst/>
                <a:ahLst/>
                <a:cxnLst/>
                <a:rect l="l" t="t" r="r" b="b"/>
                <a:pathLst>
                  <a:path w="89801" h="86919" extrusionOk="0">
                    <a:moveTo>
                      <a:pt x="72306" y="0"/>
                    </a:moveTo>
                    <a:lnTo>
                      <a:pt x="0" y="86918"/>
                    </a:lnTo>
                    <a:lnTo>
                      <a:pt x="89800" y="86918"/>
                    </a:lnTo>
                    <a:lnTo>
                      <a:pt x="8980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Google Shape;1354;p34"/>
              <p:cNvSpPr/>
              <p:nvPr/>
            </p:nvSpPr>
            <p:spPr>
              <a:xfrm>
                <a:off x="4741375" y="4978125"/>
                <a:ext cx="15996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63987" h="1" fill="none" extrusionOk="0">
                    <a:moveTo>
                      <a:pt x="1" y="0"/>
                    </a:moveTo>
                    <a:lnTo>
                      <a:pt x="63986" y="0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Google Shape;1355;p34"/>
              <p:cNvSpPr/>
              <p:nvPr/>
            </p:nvSpPr>
            <p:spPr>
              <a:xfrm>
                <a:off x="5002025" y="4716825"/>
                <a:ext cx="13384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53536" h="1" fill="none" extrusionOk="0">
                    <a:moveTo>
                      <a:pt x="1" y="1"/>
                    </a:moveTo>
                    <a:lnTo>
                      <a:pt x="53535" y="1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Google Shape;1356;p34"/>
              <p:cNvSpPr/>
              <p:nvPr/>
            </p:nvSpPr>
            <p:spPr>
              <a:xfrm>
                <a:off x="5263325" y="4455550"/>
                <a:ext cx="10745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42983" h="1" fill="none" extrusionOk="0">
                    <a:moveTo>
                      <a:pt x="0" y="1"/>
                    </a:moveTo>
                    <a:lnTo>
                      <a:pt x="42983" y="1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Google Shape;1357;p34"/>
              <p:cNvSpPr/>
              <p:nvPr/>
            </p:nvSpPr>
            <p:spPr>
              <a:xfrm>
                <a:off x="5482625" y="4194900"/>
                <a:ext cx="8559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34236" h="1" fill="none" extrusionOk="0">
                    <a:moveTo>
                      <a:pt x="0" y="1"/>
                    </a:moveTo>
                    <a:lnTo>
                      <a:pt x="34236" y="1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Google Shape;1358;p34"/>
              <p:cNvSpPr/>
              <p:nvPr/>
            </p:nvSpPr>
            <p:spPr>
              <a:xfrm>
                <a:off x="5659925" y="3933625"/>
                <a:ext cx="6773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7094" h="1" fill="none" extrusionOk="0">
                    <a:moveTo>
                      <a:pt x="1" y="0"/>
                    </a:moveTo>
                    <a:lnTo>
                      <a:pt x="27094" y="0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34"/>
              <p:cNvSpPr/>
              <p:nvPr/>
            </p:nvSpPr>
            <p:spPr>
              <a:xfrm>
                <a:off x="5921225" y="3672350"/>
                <a:ext cx="4204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6818" h="1" fill="none" extrusionOk="0">
                    <a:moveTo>
                      <a:pt x="0" y="0"/>
                    </a:moveTo>
                    <a:lnTo>
                      <a:pt x="16817" y="0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34"/>
              <p:cNvSpPr/>
              <p:nvPr/>
            </p:nvSpPr>
            <p:spPr>
              <a:xfrm>
                <a:off x="6098525" y="3411700"/>
                <a:ext cx="2431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9726" h="1" fill="none" extrusionOk="0">
                    <a:moveTo>
                      <a:pt x="1" y="0"/>
                    </a:moveTo>
                    <a:lnTo>
                      <a:pt x="9725" y="0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34"/>
              <p:cNvSpPr/>
              <p:nvPr/>
            </p:nvSpPr>
            <p:spPr>
              <a:xfrm>
                <a:off x="6216325" y="3228725"/>
                <a:ext cx="1253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5014" h="1" fill="none" extrusionOk="0">
                    <a:moveTo>
                      <a:pt x="1" y="1"/>
                    </a:moveTo>
                    <a:lnTo>
                      <a:pt x="5013" y="1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62" name="Google Shape;1362;p34"/>
          <p:cNvSpPr/>
          <p:nvPr/>
        </p:nvSpPr>
        <p:spPr>
          <a:xfrm>
            <a:off x="3743350" y="359025"/>
            <a:ext cx="1149750" cy="1149725"/>
          </a:xfrm>
          <a:custGeom>
            <a:avLst/>
            <a:gdLst/>
            <a:ahLst/>
            <a:cxnLst/>
            <a:rect l="l" t="t" r="r" b="b"/>
            <a:pathLst>
              <a:path w="45990" h="45989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3" name="Google Shape;1363;p34"/>
          <p:cNvSpPr/>
          <p:nvPr/>
        </p:nvSpPr>
        <p:spPr>
          <a:xfrm>
            <a:off x="1704525" y="271725"/>
            <a:ext cx="3403700" cy="364450"/>
          </a:xfrm>
          <a:custGeom>
            <a:avLst/>
            <a:gdLst/>
            <a:ahLst/>
            <a:cxnLst/>
            <a:rect l="l" t="t" r="r" b="b"/>
            <a:pathLst>
              <a:path w="136148" h="14578" extrusionOk="0">
                <a:moveTo>
                  <a:pt x="102228" y="0"/>
                </a:moveTo>
                <a:cubicBezTo>
                  <a:pt x="82573" y="0"/>
                  <a:pt x="77181" y="2414"/>
                  <a:pt x="85034" y="3088"/>
                </a:cubicBezTo>
                <a:cubicBezTo>
                  <a:pt x="92886" y="3762"/>
                  <a:pt x="106946" y="7900"/>
                  <a:pt x="64140" y="7900"/>
                </a:cubicBezTo>
                <a:cubicBezTo>
                  <a:pt x="46663" y="7900"/>
                  <a:pt x="0" y="14577"/>
                  <a:pt x="71460" y="14577"/>
                </a:cubicBezTo>
                <a:lnTo>
                  <a:pt x="116790" y="14577"/>
                </a:lnTo>
                <a:cubicBezTo>
                  <a:pt x="136147" y="14577"/>
                  <a:pt x="125849" y="8997"/>
                  <a:pt x="112542" y="8997"/>
                </a:cubicBezTo>
                <a:cubicBezTo>
                  <a:pt x="106225" y="8997"/>
                  <a:pt x="134110" y="0"/>
                  <a:pt x="102228" y="0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4" name="Google Shape;1364;p34"/>
          <p:cNvSpPr/>
          <p:nvPr/>
        </p:nvSpPr>
        <p:spPr>
          <a:xfrm rot="-2231248" flipH="1">
            <a:off x="5706368" y="747535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33"/>
          <p:cNvSpPr/>
          <p:nvPr/>
        </p:nvSpPr>
        <p:spPr>
          <a:xfrm>
            <a:off x="-1682887" y="1208938"/>
            <a:ext cx="10828625" cy="1112950"/>
          </a:xfrm>
          <a:custGeom>
            <a:avLst/>
            <a:gdLst/>
            <a:ahLst/>
            <a:cxnLst/>
            <a:rect l="l" t="t" r="r" b="b"/>
            <a:pathLst>
              <a:path w="313487" h="44518" extrusionOk="0">
                <a:moveTo>
                  <a:pt x="313487" y="1"/>
                </a:moveTo>
                <a:cubicBezTo>
                  <a:pt x="313487" y="1"/>
                  <a:pt x="213140" y="16051"/>
                  <a:pt x="210068" y="16051"/>
                </a:cubicBezTo>
                <a:cubicBezTo>
                  <a:pt x="207011" y="16051"/>
                  <a:pt x="103075" y="10487"/>
                  <a:pt x="103075" y="10487"/>
                </a:cubicBezTo>
                <a:lnTo>
                  <a:pt x="0" y="16051"/>
                </a:lnTo>
                <a:lnTo>
                  <a:pt x="0" y="29421"/>
                </a:lnTo>
                <a:cubicBezTo>
                  <a:pt x="1815" y="29204"/>
                  <a:pt x="5448" y="29107"/>
                  <a:pt x="10266" y="29107"/>
                </a:cubicBezTo>
                <a:cubicBezTo>
                  <a:pt x="33210" y="29107"/>
                  <a:pt x="83034" y="31301"/>
                  <a:pt x="91350" y="33089"/>
                </a:cubicBezTo>
                <a:cubicBezTo>
                  <a:pt x="101315" y="35234"/>
                  <a:pt x="223068" y="44518"/>
                  <a:pt x="227337" y="44518"/>
                </a:cubicBezTo>
                <a:cubicBezTo>
                  <a:pt x="227373" y="44518"/>
                  <a:pt x="227400" y="44517"/>
                  <a:pt x="227419" y="44516"/>
                </a:cubicBezTo>
                <a:cubicBezTo>
                  <a:pt x="229755" y="44343"/>
                  <a:pt x="313487" y="18575"/>
                  <a:pt x="313487" y="18575"/>
                </a:cubicBezTo>
                <a:lnTo>
                  <a:pt x="313487" y="1"/>
                </a:ln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8" name="Google Shape;1248;p33"/>
          <p:cNvSpPr/>
          <p:nvPr/>
        </p:nvSpPr>
        <p:spPr>
          <a:xfrm>
            <a:off x="124025" y="580325"/>
            <a:ext cx="2262175" cy="302175"/>
          </a:xfrm>
          <a:custGeom>
            <a:avLst/>
            <a:gdLst/>
            <a:ahLst/>
            <a:cxnLst/>
            <a:rect l="l" t="t" r="r" b="b"/>
            <a:pathLst>
              <a:path w="90487" h="12087" extrusionOk="0">
                <a:moveTo>
                  <a:pt x="19156" y="1"/>
                </a:moveTo>
                <a:cubicBezTo>
                  <a:pt x="0" y="1"/>
                  <a:pt x="15345" y="11802"/>
                  <a:pt x="15345" y="11802"/>
                </a:cubicBezTo>
                <a:cubicBezTo>
                  <a:pt x="15345" y="11802"/>
                  <a:pt x="31496" y="12086"/>
                  <a:pt x="48288" y="12086"/>
                </a:cubicBezTo>
                <a:cubicBezTo>
                  <a:pt x="68904" y="12086"/>
                  <a:pt x="90487" y="11658"/>
                  <a:pt x="84327" y="9749"/>
                </a:cubicBezTo>
                <a:cubicBezTo>
                  <a:pt x="73152" y="6285"/>
                  <a:pt x="34373" y="5846"/>
                  <a:pt x="37493" y="4514"/>
                </a:cubicBezTo>
                <a:cubicBezTo>
                  <a:pt x="40596" y="3166"/>
                  <a:pt x="44656" y="1097"/>
                  <a:pt x="21693" y="62"/>
                </a:cubicBezTo>
                <a:cubicBezTo>
                  <a:pt x="20787" y="21"/>
                  <a:pt x="19942" y="1"/>
                  <a:pt x="19156" y="1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9" name="Google Shape;1249;p33"/>
          <p:cNvSpPr txBox="1">
            <a:spLocks noGrp="1"/>
          </p:cNvSpPr>
          <p:nvPr>
            <p:ph type="title"/>
          </p:nvPr>
        </p:nvSpPr>
        <p:spPr>
          <a:xfrm>
            <a:off x="297590" y="295288"/>
            <a:ext cx="5908963" cy="8722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Sounds analysis</a:t>
            </a:r>
            <a:endParaRPr dirty="0"/>
          </a:p>
        </p:txBody>
      </p:sp>
      <p:sp>
        <p:nvSpPr>
          <p:cNvPr id="1250" name="Google Shape;1250;p33"/>
          <p:cNvSpPr txBox="1">
            <a:spLocks noGrp="1"/>
          </p:cNvSpPr>
          <p:nvPr>
            <p:ph type="subTitle" idx="1"/>
          </p:nvPr>
        </p:nvSpPr>
        <p:spPr>
          <a:xfrm>
            <a:off x="3062858" y="1628570"/>
            <a:ext cx="3938100" cy="19833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/>
              <a:t>TODO</a:t>
            </a:r>
            <a:endParaRPr lang="en" dirty="0">
              <a:sym typeface="Wingdings" panose="05000000000000000000" pitchFamily="2" charset="2"/>
            </a:endParaRPr>
          </a:p>
        </p:txBody>
      </p:sp>
      <p:sp>
        <p:nvSpPr>
          <p:cNvPr id="1251" name="Google Shape;1251;p33"/>
          <p:cNvSpPr/>
          <p:nvPr/>
        </p:nvSpPr>
        <p:spPr>
          <a:xfrm rot="-2231248" flipH="1">
            <a:off x="3001543" y="964960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1250;p33">
            <a:extLst>
              <a:ext uri="{FF2B5EF4-FFF2-40B4-BE49-F238E27FC236}">
                <a16:creationId xmlns:a16="http://schemas.microsoft.com/office/drawing/2014/main" id="{C1CFEF57-BAD4-0709-E8E3-00D12DE33E0E}"/>
              </a:ext>
            </a:extLst>
          </p:cNvPr>
          <p:cNvSpPr txBox="1">
            <a:spLocks/>
          </p:cNvSpPr>
          <p:nvPr/>
        </p:nvSpPr>
        <p:spPr>
          <a:xfrm>
            <a:off x="614731" y="981117"/>
            <a:ext cx="2448127" cy="414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16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0" indent="0"/>
            <a:r>
              <a:rPr lang="en" sz="2400" b="1" i="1" dirty="0"/>
              <a:t>Music file to Midi</a:t>
            </a:r>
            <a:endParaRPr lang="en" sz="2400" b="1" i="1" dirty="0">
              <a:sym typeface="Wingdings" panose="05000000000000000000" pitchFamily="2" charset="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6">
          <a:extLst>
            <a:ext uri="{FF2B5EF4-FFF2-40B4-BE49-F238E27FC236}">
              <a16:creationId xmlns:a16="http://schemas.microsoft.com/office/drawing/2014/main" id="{9B2F04C5-0372-6BAC-3460-FB159ABF7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33">
            <a:extLst>
              <a:ext uri="{FF2B5EF4-FFF2-40B4-BE49-F238E27FC236}">
                <a16:creationId xmlns:a16="http://schemas.microsoft.com/office/drawing/2014/main" id="{7BAE664D-92A9-E27C-A90E-78A28F229FFD}"/>
              </a:ext>
            </a:extLst>
          </p:cNvPr>
          <p:cNvSpPr/>
          <p:nvPr/>
        </p:nvSpPr>
        <p:spPr>
          <a:xfrm>
            <a:off x="-1682887" y="1208938"/>
            <a:ext cx="10828625" cy="1112950"/>
          </a:xfrm>
          <a:custGeom>
            <a:avLst/>
            <a:gdLst/>
            <a:ahLst/>
            <a:cxnLst/>
            <a:rect l="l" t="t" r="r" b="b"/>
            <a:pathLst>
              <a:path w="313487" h="44518" extrusionOk="0">
                <a:moveTo>
                  <a:pt x="313487" y="1"/>
                </a:moveTo>
                <a:cubicBezTo>
                  <a:pt x="313487" y="1"/>
                  <a:pt x="213140" y="16051"/>
                  <a:pt x="210068" y="16051"/>
                </a:cubicBezTo>
                <a:cubicBezTo>
                  <a:pt x="207011" y="16051"/>
                  <a:pt x="103075" y="10487"/>
                  <a:pt x="103075" y="10487"/>
                </a:cubicBezTo>
                <a:lnTo>
                  <a:pt x="0" y="16051"/>
                </a:lnTo>
                <a:lnTo>
                  <a:pt x="0" y="29421"/>
                </a:lnTo>
                <a:cubicBezTo>
                  <a:pt x="1815" y="29204"/>
                  <a:pt x="5448" y="29107"/>
                  <a:pt x="10266" y="29107"/>
                </a:cubicBezTo>
                <a:cubicBezTo>
                  <a:pt x="33210" y="29107"/>
                  <a:pt x="83034" y="31301"/>
                  <a:pt x="91350" y="33089"/>
                </a:cubicBezTo>
                <a:cubicBezTo>
                  <a:pt x="101315" y="35234"/>
                  <a:pt x="223068" y="44518"/>
                  <a:pt x="227337" y="44518"/>
                </a:cubicBezTo>
                <a:cubicBezTo>
                  <a:pt x="227373" y="44518"/>
                  <a:pt x="227400" y="44517"/>
                  <a:pt x="227419" y="44516"/>
                </a:cubicBezTo>
                <a:cubicBezTo>
                  <a:pt x="229755" y="44343"/>
                  <a:pt x="313487" y="18575"/>
                  <a:pt x="313487" y="18575"/>
                </a:cubicBezTo>
                <a:lnTo>
                  <a:pt x="313487" y="1"/>
                </a:ln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8" name="Google Shape;1248;p33">
            <a:extLst>
              <a:ext uri="{FF2B5EF4-FFF2-40B4-BE49-F238E27FC236}">
                <a16:creationId xmlns:a16="http://schemas.microsoft.com/office/drawing/2014/main" id="{2423FD41-615D-E25D-3B4A-2171DA8C723C}"/>
              </a:ext>
            </a:extLst>
          </p:cNvPr>
          <p:cNvSpPr/>
          <p:nvPr/>
        </p:nvSpPr>
        <p:spPr>
          <a:xfrm>
            <a:off x="124025" y="580325"/>
            <a:ext cx="2262175" cy="302175"/>
          </a:xfrm>
          <a:custGeom>
            <a:avLst/>
            <a:gdLst/>
            <a:ahLst/>
            <a:cxnLst/>
            <a:rect l="l" t="t" r="r" b="b"/>
            <a:pathLst>
              <a:path w="90487" h="12087" extrusionOk="0">
                <a:moveTo>
                  <a:pt x="19156" y="1"/>
                </a:moveTo>
                <a:cubicBezTo>
                  <a:pt x="0" y="1"/>
                  <a:pt x="15345" y="11802"/>
                  <a:pt x="15345" y="11802"/>
                </a:cubicBezTo>
                <a:cubicBezTo>
                  <a:pt x="15345" y="11802"/>
                  <a:pt x="31496" y="12086"/>
                  <a:pt x="48288" y="12086"/>
                </a:cubicBezTo>
                <a:cubicBezTo>
                  <a:pt x="68904" y="12086"/>
                  <a:pt x="90487" y="11658"/>
                  <a:pt x="84327" y="9749"/>
                </a:cubicBezTo>
                <a:cubicBezTo>
                  <a:pt x="73152" y="6285"/>
                  <a:pt x="34373" y="5846"/>
                  <a:pt x="37493" y="4514"/>
                </a:cubicBezTo>
                <a:cubicBezTo>
                  <a:pt x="40596" y="3166"/>
                  <a:pt x="44656" y="1097"/>
                  <a:pt x="21693" y="62"/>
                </a:cubicBezTo>
                <a:cubicBezTo>
                  <a:pt x="20787" y="21"/>
                  <a:pt x="19942" y="1"/>
                  <a:pt x="19156" y="1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9" name="Google Shape;1249;p33">
            <a:extLst>
              <a:ext uri="{FF2B5EF4-FFF2-40B4-BE49-F238E27FC236}">
                <a16:creationId xmlns:a16="http://schemas.microsoft.com/office/drawing/2014/main" id="{769A23C4-AA87-20AA-D922-7E1FE5A65E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7590" y="295288"/>
            <a:ext cx="5908963" cy="8722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Sounds analysis</a:t>
            </a:r>
            <a:endParaRPr dirty="0"/>
          </a:p>
        </p:txBody>
      </p:sp>
      <p:sp>
        <p:nvSpPr>
          <p:cNvPr id="1250" name="Google Shape;1250;p33">
            <a:extLst>
              <a:ext uri="{FF2B5EF4-FFF2-40B4-BE49-F238E27FC236}">
                <a16:creationId xmlns:a16="http://schemas.microsoft.com/office/drawing/2014/main" id="{DD8E8524-49C3-576A-7E7C-1FB17836BE1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062858" y="1628570"/>
            <a:ext cx="3938100" cy="19833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/>
              <a:t>TODO</a:t>
            </a:r>
            <a:endParaRPr lang="en" dirty="0">
              <a:sym typeface="Wingdings" panose="05000000000000000000" pitchFamily="2" charset="2"/>
            </a:endParaRPr>
          </a:p>
        </p:txBody>
      </p:sp>
      <p:sp>
        <p:nvSpPr>
          <p:cNvPr id="1251" name="Google Shape;1251;p33">
            <a:extLst>
              <a:ext uri="{FF2B5EF4-FFF2-40B4-BE49-F238E27FC236}">
                <a16:creationId xmlns:a16="http://schemas.microsoft.com/office/drawing/2014/main" id="{29D440E5-B99E-A1CA-BEC5-630659EA018B}"/>
              </a:ext>
            </a:extLst>
          </p:cNvPr>
          <p:cNvSpPr/>
          <p:nvPr/>
        </p:nvSpPr>
        <p:spPr>
          <a:xfrm rot="-2231248" flipH="1">
            <a:off x="3001543" y="964960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1250;p33">
            <a:extLst>
              <a:ext uri="{FF2B5EF4-FFF2-40B4-BE49-F238E27FC236}">
                <a16:creationId xmlns:a16="http://schemas.microsoft.com/office/drawing/2014/main" id="{08C1F026-2163-0E92-368B-DD81057F3F45}"/>
              </a:ext>
            </a:extLst>
          </p:cNvPr>
          <p:cNvSpPr txBox="1">
            <a:spLocks/>
          </p:cNvSpPr>
          <p:nvPr/>
        </p:nvSpPr>
        <p:spPr>
          <a:xfrm>
            <a:off x="614731" y="981117"/>
            <a:ext cx="2448127" cy="414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16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0" indent="0"/>
            <a:r>
              <a:rPr lang="en" sz="2400" b="1" i="1" dirty="0"/>
              <a:t>Manage Hz  ranges from midi</a:t>
            </a:r>
            <a:endParaRPr lang="en" sz="2400" b="1" i="1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9480890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6">
          <a:extLst>
            <a:ext uri="{FF2B5EF4-FFF2-40B4-BE49-F238E27FC236}">
              <a16:creationId xmlns:a16="http://schemas.microsoft.com/office/drawing/2014/main" id="{10F44CF5-AECB-0F2C-A053-F319D29DD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33">
            <a:extLst>
              <a:ext uri="{FF2B5EF4-FFF2-40B4-BE49-F238E27FC236}">
                <a16:creationId xmlns:a16="http://schemas.microsoft.com/office/drawing/2014/main" id="{8E73E7A0-B5D9-C35E-9FA6-DA1454F7ECFC}"/>
              </a:ext>
            </a:extLst>
          </p:cNvPr>
          <p:cNvSpPr/>
          <p:nvPr/>
        </p:nvSpPr>
        <p:spPr>
          <a:xfrm>
            <a:off x="-1682887" y="1208938"/>
            <a:ext cx="10828625" cy="1112950"/>
          </a:xfrm>
          <a:custGeom>
            <a:avLst/>
            <a:gdLst/>
            <a:ahLst/>
            <a:cxnLst/>
            <a:rect l="l" t="t" r="r" b="b"/>
            <a:pathLst>
              <a:path w="313487" h="44518" extrusionOk="0">
                <a:moveTo>
                  <a:pt x="313487" y="1"/>
                </a:moveTo>
                <a:cubicBezTo>
                  <a:pt x="313487" y="1"/>
                  <a:pt x="213140" y="16051"/>
                  <a:pt x="210068" y="16051"/>
                </a:cubicBezTo>
                <a:cubicBezTo>
                  <a:pt x="207011" y="16051"/>
                  <a:pt x="103075" y="10487"/>
                  <a:pt x="103075" y="10487"/>
                </a:cubicBezTo>
                <a:lnTo>
                  <a:pt x="0" y="16051"/>
                </a:lnTo>
                <a:lnTo>
                  <a:pt x="0" y="29421"/>
                </a:lnTo>
                <a:cubicBezTo>
                  <a:pt x="1815" y="29204"/>
                  <a:pt x="5448" y="29107"/>
                  <a:pt x="10266" y="29107"/>
                </a:cubicBezTo>
                <a:cubicBezTo>
                  <a:pt x="33210" y="29107"/>
                  <a:pt x="83034" y="31301"/>
                  <a:pt x="91350" y="33089"/>
                </a:cubicBezTo>
                <a:cubicBezTo>
                  <a:pt x="101315" y="35234"/>
                  <a:pt x="223068" y="44518"/>
                  <a:pt x="227337" y="44518"/>
                </a:cubicBezTo>
                <a:cubicBezTo>
                  <a:pt x="227373" y="44518"/>
                  <a:pt x="227400" y="44517"/>
                  <a:pt x="227419" y="44516"/>
                </a:cubicBezTo>
                <a:cubicBezTo>
                  <a:pt x="229755" y="44343"/>
                  <a:pt x="313487" y="18575"/>
                  <a:pt x="313487" y="18575"/>
                </a:cubicBezTo>
                <a:lnTo>
                  <a:pt x="313487" y="1"/>
                </a:ln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8" name="Google Shape;1248;p33">
            <a:extLst>
              <a:ext uri="{FF2B5EF4-FFF2-40B4-BE49-F238E27FC236}">
                <a16:creationId xmlns:a16="http://schemas.microsoft.com/office/drawing/2014/main" id="{E6142372-F9A3-7315-2E0A-93922D195F8D}"/>
              </a:ext>
            </a:extLst>
          </p:cNvPr>
          <p:cNvSpPr/>
          <p:nvPr/>
        </p:nvSpPr>
        <p:spPr>
          <a:xfrm>
            <a:off x="124025" y="580325"/>
            <a:ext cx="2262175" cy="302175"/>
          </a:xfrm>
          <a:custGeom>
            <a:avLst/>
            <a:gdLst/>
            <a:ahLst/>
            <a:cxnLst/>
            <a:rect l="l" t="t" r="r" b="b"/>
            <a:pathLst>
              <a:path w="90487" h="12087" extrusionOk="0">
                <a:moveTo>
                  <a:pt x="19156" y="1"/>
                </a:moveTo>
                <a:cubicBezTo>
                  <a:pt x="0" y="1"/>
                  <a:pt x="15345" y="11802"/>
                  <a:pt x="15345" y="11802"/>
                </a:cubicBezTo>
                <a:cubicBezTo>
                  <a:pt x="15345" y="11802"/>
                  <a:pt x="31496" y="12086"/>
                  <a:pt x="48288" y="12086"/>
                </a:cubicBezTo>
                <a:cubicBezTo>
                  <a:pt x="68904" y="12086"/>
                  <a:pt x="90487" y="11658"/>
                  <a:pt x="84327" y="9749"/>
                </a:cubicBezTo>
                <a:cubicBezTo>
                  <a:pt x="73152" y="6285"/>
                  <a:pt x="34373" y="5846"/>
                  <a:pt x="37493" y="4514"/>
                </a:cubicBezTo>
                <a:cubicBezTo>
                  <a:pt x="40596" y="3166"/>
                  <a:pt x="44656" y="1097"/>
                  <a:pt x="21693" y="62"/>
                </a:cubicBezTo>
                <a:cubicBezTo>
                  <a:pt x="20787" y="21"/>
                  <a:pt x="19942" y="1"/>
                  <a:pt x="19156" y="1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9" name="Google Shape;1249;p33">
            <a:extLst>
              <a:ext uri="{FF2B5EF4-FFF2-40B4-BE49-F238E27FC236}">
                <a16:creationId xmlns:a16="http://schemas.microsoft.com/office/drawing/2014/main" id="{2348F4CD-5930-8FA3-8624-CBA3752225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7590" y="295288"/>
            <a:ext cx="5908963" cy="8722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Sounds analysis</a:t>
            </a:r>
            <a:endParaRPr dirty="0"/>
          </a:p>
        </p:txBody>
      </p:sp>
      <p:sp>
        <p:nvSpPr>
          <p:cNvPr id="1250" name="Google Shape;1250;p33">
            <a:extLst>
              <a:ext uri="{FF2B5EF4-FFF2-40B4-BE49-F238E27FC236}">
                <a16:creationId xmlns:a16="http://schemas.microsoft.com/office/drawing/2014/main" id="{724BAAB4-404F-B35E-B970-8DF0780FD14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062858" y="1628570"/>
            <a:ext cx="3938100" cy="19833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/>
              <a:t>TODO</a:t>
            </a:r>
            <a:endParaRPr lang="en" dirty="0">
              <a:sym typeface="Wingdings" panose="05000000000000000000" pitchFamily="2" charset="2"/>
            </a:endParaRPr>
          </a:p>
        </p:txBody>
      </p:sp>
      <p:sp>
        <p:nvSpPr>
          <p:cNvPr id="1251" name="Google Shape;1251;p33">
            <a:extLst>
              <a:ext uri="{FF2B5EF4-FFF2-40B4-BE49-F238E27FC236}">
                <a16:creationId xmlns:a16="http://schemas.microsoft.com/office/drawing/2014/main" id="{A46ACA65-CBFA-5234-808D-0BE455F28384}"/>
              </a:ext>
            </a:extLst>
          </p:cNvPr>
          <p:cNvSpPr/>
          <p:nvPr/>
        </p:nvSpPr>
        <p:spPr>
          <a:xfrm rot="-2231248" flipH="1">
            <a:off x="3001543" y="964960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1250;p33">
            <a:extLst>
              <a:ext uri="{FF2B5EF4-FFF2-40B4-BE49-F238E27FC236}">
                <a16:creationId xmlns:a16="http://schemas.microsoft.com/office/drawing/2014/main" id="{02495C13-5A9A-9F02-26E0-E0E3CDAA11FA}"/>
              </a:ext>
            </a:extLst>
          </p:cNvPr>
          <p:cNvSpPr txBox="1">
            <a:spLocks/>
          </p:cNvSpPr>
          <p:nvPr/>
        </p:nvSpPr>
        <p:spPr>
          <a:xfrm>
            <a:off x="614731" y="981117"/>
            <a:ext cx="2448127" cy="414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16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0" indent="0"/>
            <a:r>
              <a:rPr lang="en" sz="2400" b="1" i="1" dirty="0"/>
              <a:t>Detect note</a:t>
            </a:r>
            <a:endParaRPr lang="en" sz="2400" b="1" i="1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1648790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5">
          <a:extLst>
            <a:ext uri="{FF2B5EF4-FFF2-40B4-BE49-F238E27FC236}">
              <a16:creationId xmlns:a16="http://schemas.microsoft.com/office/drawing/2014/main" id="{38AAA7B8-9A17-8E26-0E27-D69D7A359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34">
            <a:extLst>
              <a:ext uri="{FF2B5EF4-FFF2-40B4-BE49-F238E27FC236}">
                <a16:creationId xmlns:a16="http://schemas.microsoft.com/office/drawing/2014/main" id="{B233AF41-E9A8-C800-C6FE-A5B70FBEDD3A}"/>
              </a:ext>
            </a:extLst>
          </p:cNvPr>
          <p:cNvSpPr/>
          <p:nvPr/>
        </p:nvSpPr>
        <p:spPr>
          <a:xfrm>
            <a:off x="-94225" y="3782425"/>
            <a:ext cx="4442125" cy="1160325"/>
          </a:xfrm>
          <a:custGeom>
            <a:avLst/>
            <a:gdLst/>
            <a:ahLst/>
            <a:cxnLst/>
            <a:rect l="l" t="t" r="r" b="b"/>
            <a:pathLst>
              <a:path w="177685" h="46413" extrusionOk="0">
                <a:moveTo>
                  <a:pt x="53027" y="1"/>
                </a:moveTo>
                <a:cubicBezTo>
                  <a:pt x="53027" y="1"/>
                  <a:pt x="79109" y="2070"/>
                  <a:pt x="70927" y="2540"/>
                </a:cubicBezTo>
                <a:cubicBezTo>
                  <a:pt x="62761" y="3026"/>
                  <a:pt x="21224" y="5706"/>
                  <a:pt x="20644" y="7838"/>
                </a:cubicBezTo>
                <a:cubicBezTo>
                  <a:pt x="20064" y="9969"/>
                  <a:pt x="61977" y="9076"/>
                  <a:pt x="62369" y="12462"/>
                </a:cubicBezTo>
                <a:cubicBezTo>
                  <a:pt x="62761" y="15847"/>
                  <a:pt x="1" y="12462"/>
                  <a:pt x="1458" y="16098"/>
                </a:cubicBezTo>
                <a:cubicBezTo>
                  <a:pt x="2932" y="19750"/>
                  <a:pt x="51851" y="19202"/>
                  <a:pt x="51459" y="21380"/>
                </a:cubicBezTo>
                <a:cubicBezTo>
                  <a:pt x="51295" y="22331"/>
                  <a:pt x="42835" y="22437"/>
                  <a:pt x="33312" y="22437"/>
                </a:cubicBezTo>
                <a:cubicBezTo>
                  <a:pt x="30561" y="22437"/>
                  <a:pt x="27722" y="22428"/>
                  <a:pt x="24968" y="22428"/>
                </a:cubicBezTo>
                <a:cubicBezTo>
                  <a:pt x="15398" y="22428"/>
                  <a:pt x="6865" y="22536"/>
                  <a:pt x="6694" y="23496"/>
                </a:cubicBezTo>
                <a:cubicBezTo>
                  <a:pt x="6302" y="25691"/>
                  <a:pt x="55362" y="31240"/>
                  <a:pt x="52635" y="32964"/>
                </a:cubicBezTo>
                <a:cubicBezTo>
                  <a:pt x="51598" y="33619"/>
                  <a:pt x="46686" y="33692"/>
                  <a:pt x="40946" y="33692"/>
                </a:cubicBezTo>
                <a:cubicBezTo>
                  <a:pt x="39300" y="33692"/>
                  <a:pt x="37585" y="33686"/>
                  <a:pt x="35874" y="33686"/>
                </a:cubicBezTo>
                <a:cubicBezTo>
                  <a:pt x="27866" y="33686"/>
                  <a:pt x="19940" y="33818"/>
                  <a:pt x="19468" y="35315"/>
                </a:cubicBezTo>
                <a:cubicBezTo>
                  <a:pt x="18559" y="38246"/>
                  <a:pt x="53811" y="46412"/>
                  <a:pt x="53811" y="46412"/>
                </a:cubicBezTo>
                <a:lnTo>
                  <a:pt x="123875" y="46412"/>
                </a:lnTo>
                <a:cubicBezTo>
                  <a:pt x="123875" y="46412"/>
                  <a:pt x="159126" y="38246"/>
                  <a:pt x="158202" y="35315"/>
                </a:cubicBezTo>
                <a:cubicBezTo>
                  <a:pt x="157729" y="33818"/>
                  <a:pt x="149803" y="33686"/>
                  <a:pt x="141795" y="33686"/>
                </a:cubicBezTo>
                <a:cubicBezTo>
                  <a:pt x="140085" y="33686"/>
                  <a:pt x="138370" y="33692"/>
                  <a:pt x="136724" y="33692"/>
                </a:cubicBezTo>
                <a:cubicBezTo>
                  <a:pt x="130984" y="33692"/>
                  <a:pt x="126072" y="33619"/>
                  <a:pt x="125035" y="32964"/>
                </a:cubicBezTo>
                <a:cubicBezTo>
                  <a:pt x="122307" y="31240"/>
                  <a:pt x="171368" y="25691"/>
                  <a:pt x="170976" y="23496"/>
                </a:cubicBezTo>
                <a:cubicBezTo>
                  <a:pt x="170811" y="22536"/>
                  <a:pt x="162283" y="22428"/>
                  <a:pt x="152713" y="22428"/>
                </a:cubicBezTo>
                <a:cubicBezTo>
                  <a:pt x="149960" y="22428"/>
                  <a:pt x="147120" y="22437"/>
                  <a:pt x="144369" y="22437"/>
                </a:cubicBezTo>
                <a:cubicBezTo>
                  <a:pt x="134846" y="22437"/>
                  <a:pt x="126381" y="22331"/>
                  <a:pt x="126210" y="21380"/>
                </a:cubicBezTo>
                <a:cubicBezTo>
                  <a:pt x="125818" y="19202"/>
                  <a:pt x="174738" y="19750"/>
                  <a:pt x="176211" y="16098"/>
                </a:cubicBezTo>
                <a:cubicBezTo>
                  <a:pt x="177685" y="12462"/>
                  <a:pt x="114909" y="15847"/>
                  <a:pt x="115301" y="12462"/>
                </a:cubicBezTo>
                <a:cubicBezTo>
                  <a:pt x="115693" y="9076"/>
                  <a:pt x="157622" y="9969"/>
                  <a:pt x="157026" y="7838"/>
                </a:cubicBezTo>
                <a:cubicBezTo>
                  <a:pt x="156446" y="5706"/>
                  <a:pt x="114909" y="3026"/>
                  <a:pt x="106743" y="2540"/>
                </a:cubicBezTo>
                <a:cubicBezTo>
                  <a:pt x="98561" y="2070"/>
                  <a:pt x="124643" y="1"/>
                  <a:pt x="124643" y="1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7" name="Google Shape;1257;p34">
            <a:extLst>
              <a:ext uri="{FF2B5EF4-FFF2-40B4-BE49-F238E27FC236}">
                <a16:creationId xmlns:a16="http://schemas.microsoft.com/office/drawing/2014/main" id="{21C4317C-AC2F-0EAF-4238-511605BF805E}"/>
              </a:ext>
            </a:extLst>
          </p:cNvPr>
          <p:cNvSpPr/>
          <p:nvPr/>
        </p:nvSpPr>
        <p:spPr>
          <a:xfrm>
            <a:off x="-838450" y="4242475"/>
            <a:ext cx="5219975" cy="901025"/>
          </a:xfrm>
          <a:custGeom>
            <a:avLst/>
            <a:gdLst/>
            <a:ahLst/>
            <a:cxnLst/>
            <a:rect l="l" t="t" r="r" b="b"/>
            <a:pathLst>
              <a:path w="208799" h="36041" extrusionOk="0">
                <a:moveTo>
                  <a:pt x="11178" y="0"/>
                </a:moveTo>
                <a:lnTo>
                  <a:pt x="0" y="8522"/>
                </a:lnTo>
                <a:lnTo>
                  <a:pt x="0" y="36041"/>
                </a:lnTo>
                <a:lnTo>
                  <a:pt x="208798" y="36041"/>
                </a:lnTo>
                <a:lnTo>
                  <a:pt x="208798" y="19925"/>
                </a:lnTo>
                <a:lnTo>
                  <a:pt x="161254" y="27018"/>
                </a:lnTo>
                <a:lnTo>
                  <a:pt x="129800" y="19925"/>
                </a:lnTo>
                <a:lnTo>
                  <a:pt x="113259" y="16166"/>
                </a:lnTo>
                <a:lnTo>
                  <a:pt x="98021" y="23284"/>
                </a:lnTo>
                <a:lnTo>
                  <a:pt x="71955" y="3735"/>
                </a:lnTo>
                <a:lnTo>
                  <a:pt x="48472" y="23108"/>
                </a:lnTo>
                <a:lnTo>
                  <a:pt x="111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58" name="Google Shape;1258;p34">
            <a:extLst>
              <a:ext uri="{FF2B5EF4-FFF2-40B4-BE49-F238E27FC236}">
                <a16:creationId xmlns:a16="http://schemas.microsoft.com/office/drawing/2014/main" id="{721A17A3-1046-F004-836A-5AC2E9B24F04}"/>
              </a:ext>
            </a:extLst>
          </p:cNvPr>
          <p:cNvGrpSpPr/>
          <p:nvPr/>
        </p:nvGrpSpPr>
        <p:grpSpPr>
          <a:xfrm>
            <a:off x="4766341" y="1416933"/>
            <a:ext cx="1530872" cy="2106828"/>
            <a:chOff x="4219225" y="4565175"/>
            <a:chExt cx="389525" cy="536075"/>
          </a:xfrm>
        </p:grpSpPr>
        <p:grpSp>
          <p:nvGrpSpPr>
            <p:cNvPr id="1259" name="Google Shape;1259;p34">
              <a:extLst>
                <a:ext uri="{FF2B5EF4-FFF2-40B4-BE49-F238E27FC236}">
                  <a16:creationId xmlns:a16="http://schemas.microsoft.com/office/drawing/2014/main" id="{AC0A0199-05AC-F132-5B91-12B1EAB7EB8D}"/>
                </a:ext>
              </a:extLst>
            </p:cNvPr>
            <p:cNvGrpSpPr/>
            <p:nvPr/>
          </p:nvGrpSpPr>
          <p:grpSpPr>
            <a:xfrm>
              <a:off x="4295625" y="4565175"/>
              <a:ext cx="237100" cy="294300"/>
              <a:chOff x="4295625" y="4565175"/>
              <a:chExt cx="237100" cy="294300"/>
            </a:xfrm>
          </p:grpSpPr>
          <p:sp>
            <p:nvSpPr>
              <p:cNvPr id="1260" name="Google Shape;1260;p34">
                <a:extLst>
                  <a:ext uri="{FF2B5EF4-FFF2-40B4-BE49-F238E27FC236}">
                    <a16:creationId xmlns:a16="http://schemas.microsoft.com/office/drawing/2014/main" id="{673E4646-4E34-2193-9AC7-F7D576593DBE}"/>
                  </a:ext>
                </a:extLst>
              </p:cNvPr>
              <p:cNvSpPr/>
              <p:nvPr/>
            </p:nvSpPr>
            <p:spPr>
              <a:xfrm>
                <a:off x="4330900" y="4565175"/>
                <a:ext cx="166175" cy="189675"/>
              </a:xfrm>
              <a:custGeom>
                <a:avLst/>
                <a:gdLst/>
                <a:ahLst/>
                <a:cxnLst/>
                <a:rect l="l" t="t" r="r" b="b"/>
                <a:pathLst>
                  <a:path w="6647" h="7587" extrusionOk="0">
                    <a:moveTo>
                      <a:pt x="3323" y="0"/>
                    </a:moveTo>
                    <a:cubicBezTo>
                      <a:pt x="3323" y="0"/>
                      <a:pt x="2461" y="6850"/>
                      <a:pt x="1" y="6850"/>
                    </a:cubicBezTo>
                    <a:cubicBezTo>
                      <a:pt x="1" y="6850"/>
                      <a:pt x="1286" y="7587"/>
                      <a:pt x="3323" y="7587"/>
                    </a:cubicBezTo>
                    <a:cubicBezTo>
                      <a:pt x="5361" y="7587"/>
                      <a:pt x="6646" y="6850"/>
                      <a:pt x="6646" y="6850"/>
                    </a:cubicBezTo>
                    <a:cubicBezTo>
                      <a:pt x="4186" y="6850"/>
                      <a:pt x="3323" y="0"/>
                      <a:pt x="332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Google Shape;1261;p34">
                <a:extLst>
                  <a:ext uri="{FF2B5EF4-FFF2-40B4-BE49-F238E27FC236}">
                    <a16:creationId xmlns:a16="http://schemas.microsoft.com/office/drawing/2014/main" id="{91E795BA-61E0-CB04-7D60-01D32CC07FBC}"/>
                  </a:ext>
                </a:extLst>
              </p:cNvPr>
              <p:cNvSpPr/>
              <p:nvPr/>
            </p:nvSpPr>
            <p:spPr>
              <a:xfrm>
                <a:off x="4295625" y="4689000"/>
                <a:ext cx="237100" cy="170475"/>
              </a:xfrm>
              <a:custGeom>
                <a:avLst/>
                <a:gdLst/>
                <a:ahLst/>
                <a:cxnLst/>
                <a:rect l="l" t="t" r="r" b="b"/>
                <a:pathLst>
                  <a:path w="9484" h="6819" extrusionOk="0">
                    <a:moveTo>
                      <a:pt x="4734" y="0"/>
                    </a:moveTo>
                    <a:cubicBezTo>
                      <a:pt x="4734" y="0"/>
                      <a:pt x="3214" y="5330"/>
                      <a:pt x="1" y="5330"/>
                    </a:cubicBezTo>
                    <a:cubicBezTo>
                      <a:pt x="1" y="5330"/>
                      <a:pt x="1882" y="6819"/>
                      <a:pt x="4734" y="6819"/>
                    </a:cubicBezTo>
                    <a:cubicBezTo>
                      <a:pt x="7587" y="6819"/>
                      <a:pt x="9484" y="5330"/>
                      <a:pt x="9484" y="5330"/>
                    </a:cubicBezTo>
                    <a:cubicBezTo>
                      <a:pt x="6255" y="5330"/>
                      <a:pt x="4734" y="0"/>
                      <a:pt x="473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62" name="Google Shape;1262;p34">
              <a:extLst>
                <a:ext uri="{FF2B5EF4-FFF2-40B4-BE49-F238E27FC236}">
                  <a16:creationId xmlns:a16="http://schemas.microsoft.com/office/drawing/2014/main" id="{CFA61CA3-61F6-16DD-25F9-E16DC1A3F078}"/>
                </a:ext>
              </a:extLst>
            </p:cNvPr>
            <p:cNvGrpSpPr/>
            <p:nvPr/>
          </p:nvGrpSpPr>
          <p:grpSpPr>
            <a:xfrm>
              <a:off x="4219225" y="4744250"/>
              <a:ext cx="389525" cy="357000"/>
              <a:chOff x="4219225" y="4744250"/>
              <a:chExt cx="389525" cy="357000"/>
            </a:xfrm>
          </p:grpSpPr>
          <p:sp>
            <p:nvSpPr>
              <p:cNvPr id="1263" name="Google Shape;1263;p34">
                <a:extLst>
                  <a:ext uri="{FF2B5EF4-FFF2-40B4-BE49-F238E27FC236}">
                    <a16:creationId xmlns:a16="http://schemas.microsoft.com/office/drawing/2014/main" id="{E98A92EE-3850-F118-9B54-0A63E4159CE0}"/>
                  </a:ext>
                </a:extLst>
              </p:cNvPr>
              <p:cNvSpPr/>
              <p:nvPr/>
            </p:nvSpPr>
            <p:spPr>
              <a:xfrm>
                <a:off x="4271725" y="4744250"/>
                <a:ext cx="284525" cy="204175"/>
              </a:xfrm>
              <a:custGeom>
                <a:avLst/>
                <a:gdLst/>
                <a:ahLst/>
                <a:cxnLst/>
                <a:rect l="l" t="t" r="r" b="b"/>
                <a:pathLst>
                  <a:path w="11381" h="8167" extrusionOk="0">
                    <a:moveTo>
                      <a:pt x="5690" y="0"/>
                    </a:moveTo>
                    <a:cubicBezTo>
                      <a:pt x="5690" y="0"/>
                      <a:pt x="3872" y="6396"/>
                      <a:pt x="1" y="6396"/>
                    </a:cubicBezTo>
                    <a:cubicBezTo>
                      <a:pt x="1" y="6396"/>
                      <a:pt x="2273" y="8167"/>
                      <a:pt x="5690" y="8167"/>
                    </a:cubicBezTo>
                    <a:cubicBezTo>
                      <a:pt x="9107" y="8167"/>
                      <a:pt x="11380" y="6396"/>
                      <a:pt x="11380" y="6396"/>
                    </a:cubicBezTo>
                    <a:cubicBezTo>
                      <a:pt x="7509" y="6396"/>
                      <a:pt x="5690" y="0"/>
                      <a:pt x="569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Google Shape;1264;p34">
                <a:extLst>
                  <a:ext uri="{FF2B5EF4-FFF2-40B4-BE49-F238E27FC236}">
                    <a16:creationId xmlns:a16="http://schemas.microsoft.com/office/drawing/2014/main" id="{A585B910-04DA-13DB-2924-1A1670A0F6FD}"/>
                  </a:ext>
                </a:extLst>
              </p:cNvPr>
              <p:cNvSpPr/>
              <p:nvPr/>
            </p:nvSpPr>
            <p:spPr>
              <a:xfrm>
                <a:off x="4219225" y="4821450"/>
                <a:ext cx="389525" cy="279800"/>
              </a:xfrm>
              <a:custGeom>
                <a:avLst/>
                <a:gdLst/>
                <a:ahLst/>
                <a:cxnLst/>
                <a:rect l="l" t="t" r="r" b="b"/>
                <a:pathLst>
                  <a:path w="15581" h="11192" extrusionOk="0">
                    <a:moveTo>
                      <a:pt x="7790" y="0"/>
                    </a:moveTo>
                    <a:cubicBezTo>
                      <a:pt x="7790" y="0"/>
                      <a:pt x="5298" y="8762"/>
                      <a:pt x="0" y="8762"/>
                    </a:cubicBezTo>
                    <a:cubicBezTo>
                      <a:pt x="0" y="8762"/>
                      <a:pt x="3120" y="11192"/>
                      <a:pt x="7790" y="11192"/>
                    </a:cubicBezTo>
                    <a:cubicBezTo>
                      <a:pt x="12461" y="11192"/>
                      <a:pt x="15581" y="8762"/>
                      <a:pt x="15581" y="8762"/>
                    </a:cubicBezTo>
                    <a:cubicBezTo>
                      <a:pt x="10283" y="8762"/>
                      <a:pt x="7790" y="0"/>
                      <a:pt x="779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65" name="Google Shape;1265;p34">
            <a:extLst>
              <a:ext uri="{FF2B5EF4-FFF2-40B4-BE49-F238E27FC236}">
                <a16:creationId xmlns:a16="http://schemas.microsoft.com/office/drawing/2014/main" id="{193F2CF9-F4C7-6C2F-C716-9731219A955E}"/>
              </a:ext>
            </a:extLst>
          </p:cNvPr>
          <p:cNvGrpSpPr/>
          <p:nvPr/>
        </p:nvGrpSpPr>
        <p:grpSpPr>
          <a:xfrm>
            <a:off x="4293618" y="1788397"/>
            <a:ext cx="945961" cy="1301858"/>
            <a:chOff x="4219225" y="4565175"/>
            <a:chExt cx="389525" cy="536075"/>
          </a:xfrm>
        </p:grpSpPr>
        <p:grpSp>
          <p:nvGrpSpPr>
            <p:cNvPr id="1266" name="Google Shape;1266;p34">
              <a:extLst>
                <a:ext uri="{FF2B5EF4-FFF2-40B4-BE49-F238E27FC236}">
                  <a16:creationId xmlns:a16="http://schemas.microsoft.com/office/drawing/2014/main" id="{4956ACCE-0D51-245B-323B-CB2F9971199B}"/>
                </a:ext>
              </a:extLst>
            </p:cNvPr>
            <p:cNvGrpSpPr/>
            <p:nvPr/>
          </p:nvGrpSpPr>
          <p:grpSpPr>
            <a:xfrm>
              <a:off x="4295625" y="4565175"/>
              <a:ext cx="237100" cy="294300"/>
              <a:chOff x="4295625" y="4565175"/>
              <a:chExt cx="237100" cy="294300"/>
            </a:xfrm>
          </p:grpSpPr>
          <p:sp>
            <p:nvSpPr>
              <p:cNvPr id="1267" name="Google Shape;1267;p34">
                <a:extLst>
                  <a:ext uri="{FF2B5EF4-FFF2-40B4-BE49-F238E27FC236}">
                    <a16:creationId xmlns:a16="http://schemas.microsoft.com/office/drawing/2014/main" id="{0D7608FF-9111-806C-682C-E0861F332AF4}"/>
                  </a:ext>
                </a:extLst>
              </p:cNvPr>
              <p:cNvSpPr/>
              <p:nvPr/>
            </p:nvSpPr>
            <p:spPr>
              <a:xfrm>
                <a:off x="4330900" y="4565175"/>
                <a:ext cx="166175" cy="189675"/>
              </a:xfrm>
              <a:custGeom>
                <a:avLst/>
                <a:gdLst/>
                <a:ahLst/>
                <a:cxnLst/>
                <a:rect l="l" t="t" r="r" b="b"/>
                <a:pathLst>
                  <a:path w="6647" h="7587" extrusionOk="0">
                    <a:moveTo>
                      <a:pt x="3323" y="0"/>
                    </a:moveTo>
                    <a:cubicBezTo>
                      <a:pt x="3323" y="0"/>
                      <a:pt x="2461" y="6850"/>
                      <a:pt x="1" y="6850"/>
                    </a:cubicBezTo>
                    <a:cubicBezTo>
                      <a:pt x="1" y="6850"/>
                      <a:pt x="1286" y="7587"/>
                      <a:pt x="3323" y="7587"/>
                    </a:cubicBezTo>
                    <a:cubicBezTo>
                      <a:pt x="5361" y="7587"/>
                      <a:pt x="6646" y="6850"/>
                      <a:pt x="6646" y="6850"/>
                    </a:cubicBezTo>
                    <a:cubicBezTo>
                      <a:pt x="4186" y="6850"/>
                      <a:pt x="3323" y="0"/>
                      <a:pt x="33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Google Shape;1268;p34">
                <a:extLst>
                  <a:ext uri="{FF2B5EF4-FFF2-40B4-BE49-F238E27FC236}">
                    <a16:creationId xmlns:a16="http://schemas.microsoft.com/office/drawing/2014/main" id="{21AB729B-6DBD-8863-288A-841BF8D82D09}"/>
                  </a:ext>
                </a:extLst>
              </p:cNvPr>
              <p:cNvSpPr/>
              <p:nvPr/>
            </p:nvSpPr>
            <p:spPr>
              <a:xfrm>
                <a:off x="4295625" y="4689000"/>
                <a:ext cx="237100" cy="170475"/>
              </a:xfrm>
              <a:custGeom>
                <a:avLst/>
                <a:gdLst/>
                <a:ahLst/>
                <a:cxnLst/>
                <a:rect l="l" t="t" r="r" b="b"/>
                <a:pathLst>
                  <a:path w="9484" h="6819" extrusionOk="0">
                    <a:moveTo>
                      <a:pt x="4734" y="0"/>
                    </a:moveTo>
                    <a:cubicBezTo>
                      <a:pt x="4734" y="0"/>
                      <a:pt x="3214" y="5330"/>
                      <a:pt x="1" y="5330"/>
                    </a:cubicBezTo>
                    <a:cubicBezTo>
                      <a:pt x="1" y="5330"/>
                      <a:pt x="1882" y="6819"/>
                      <a:pt x="4734" y="6819"/>
                    </a:cubicBezTo>
                    <a:cubicBezTo>
                      <a:pt x="7587" y="6819"/>
                      <a:pt x="9484" y="5330"/>
                      <a:pt x="9484" y="5330"/>
                    </a:cubicBezTo>
                    <a:cubicBezTo>
                      <a:pt x="6255" y="5330"/>
                      <a:pt x="4734" y="0"/>
                      <a:pt x="473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69" name="Google Shape;1269;p34">
              <a:extLst>
                <a:ext uri="{FF2B5EF4-FFF2-40B4-BE49-F238E27FC236}">
                  <a16:creationId xmlns:a16="http://schemas.microsoft.com/office/drawing/2014/main" id="{BDD12AB0-4838-348B-F7D0-C050911AA9A8}"/>
                </a:ext>
              </a:extLst>
            </p:cNvPr>
            <p:cNvGrpSpPr/>
            <p:nvPr/>
          </p:nvGrpSpPr>
          <p:grpSpPr>
            <a:xfrm>
              <a:off x="4219225" y="4744250"/>
              <a:ext cx="389525" cy="357000"/>
              <a:chOff x="4219225" y="4744250"/>
              <a:chExt cx="389525" cy="357000"/>
            </a:xfrm>
          </p:grpSpPr>
          <p:sp>
            <p:nvSpPr>
              <p:cNvPr id="1270" name="Google Shape;1270;p34">
                <a:extLst>
                  <a:ext uri="{FF2B5EF4-FFF2-40B4-BE49-F238E27FC236}">
                    <a16:creationId xmlns:a16="http://schemas.microsoft.com/office/drawing/2014/main" id="{F8CFE4B1-23C8-901A-B3B0-E57954AB7811}"/>
                  </a:ext>
                </a:extLst>
              </p:cNvPr>
              <p:cNvSpPr/>
              <p:nvPr/>
            </p:nvSpPr>
            <p:spPr>
              <a:xfrm>
                <a:off x="4271725" y="4744250"/>
                <a:ext cx="284525" cy="204175"/>
              </a:xfrm>
              <a:custGeom>
                <a:avLst/>
                <a:gdLst/>
                <a:ahLst/>
                <a:cxnLst/>
                <a:rect l="l" t="t" r="r" b="b"/>
                <a:pathLst>
                  <a:path w="11381" h="8167" extrusionOk="0">
                    <a:moveTo>
                      <a:pt x="5690" y="0"/>
                    </a:moveTo>
                    <a:cubicBezTo>
                      <a:pt x="5690" y="0"/>
                      <a:pt x="3872" y="6396"/>
                      <a:pt x="1" y="6396"/>
                    </a:cubicBezTo>
                    <a:cubicBezTo>
                      <a:pt x="1" y="6396"/>
                      <a:pt x="2273" y="8167"/>
                      <a:pt x="5690" y="8167"/>
                    </a:cubicBezTo>
                    <a:cubicBezTo>
                      <a:pt x="9107" y="8167"/>
                      <a:pt x="11380" y="6396"/>
                      <a:pt x="11380" y="6396"/>
                    </a:cubicBezTo>
                    <a:cubicBezTo>
                      <a:pt x="7509" y="6396"/>
                      <a:pt x="5690" y="0"/>
                      <a:pt x="56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Google Shape;1271;p34">
                <a:extLst>
                  <a:ext uri="{FF2B5EF4-FFF2-40B4-BE49-F238E27FC236}">
                    <a16:creationId xmlns:a16="http://schemas.microsoft.com/office/drawing/2014/main" id="{1E18031D-A946-49D4-6B6F-1AD9AA49F6CD}"/>
                  </a:ext>
                </a:extLst>
              </p:cNvPr>
              <p:cNvSpPr/>
              <p:nvPr/>
            </p:nvSpPr>
            <p:spPr>
              <a:xfrm>
                <a:off x="4219225" y="4821450"/>
                <a:ext cx="389525" cy="279800"/>
              </a:xfrm>
              <a:custGeom>
                <a:avLst/>
                <a:gdLst/>
                <a:ahLst/>
                <a:cxnLst/>
                <a:rect l="l" t="t" r="r" b="b"/>
                <a:pathLst>
                  <a:path w="15581" h="11192" extrusionOk="0">
                    <a:moveTo>
                      <a:pt x="7790" y="0"/>
                    </a:moveTo>
                    <a:cubicBezTo>
                      <a:pt x="7790" y="0"/>
                      <a:pt x="5298" y="8762"/>
                      <a:pt x="0" y="8762"/>
                    </a:cubicBezTo>
                    <a:cubicBezTo>
                      <a:pt x="0" y="8762"/>
                      <a:pt x="3120" y="11192"/>
                      <a:pt x="7790" y="11192"/>
                    </a:cubicBezTo>
                    <a:cubicBezTo>
                      <a:pt x="12461" y="11192"/>
                      <a:pt x="15581" y="8762"/>
                      <a:pt x="15581" y="8762"/>
                    </a:cubicBezTo>
                    <a:cubicBezTo>
                      <a:pt x="10283" y="8762"/>
                      <a:pt x="7790" y="0"/>
                      <a:pt x="77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72" name="Google Shape;1272;p34">
            <a:extLst>
              <a:ext uri="{FF2B5EF4-FFF2-40B4-BE49-F238E27FC236}">
                <a16:creationId xmlns:a16="http://schemas.microsoft.com/office/drawing/2014/main" id="{9C8D0883-5AB8-6403-B2DF-C106AD20F85A}"/>
              </a:ext>
            </a:extLst>
          </p:cNvPr>
          <p:cNvSpPr/>
          <p:nvPr/>
        </p:nvSpPr>
        <p:spPr>
          <a:xfrm flipH="1">
            <a:off x="-1057094" y="1476025"/>
            <a:ext cx="8629070" cy="2306396"/>
          </a:xfrm>
          <a:custGeom>
            <a:avLst/>
            <a:gdLst/>
            <a:ahLst/>
            <a:cxnLst/>
            <a:rect l="l" t="t" r="r" b="b"/>
            <a:pathLst>
              <a:path w="195272" h="47557" extrusionOk="0">
                <a:moveTo>
                  <a:pt x="169456" y="6161"/>
                </a:moveTo>
                <a:cubicBezTo>
                  <a:pt x="153343" y="18559"/>
                  <a:pt x="158233" y="14907"/>
                  <a:pt x="149001" y="12290"/>
                </a:cubicBezTo>
                <a:lnTo>
                  <a:pt x="149001" y="12290"/>
                </a:lnTo>
                <a:cubicBezTo>
                  <a:pt x="139753" y="9688"/>
                  <a:pt x="141070" y="6020"/>
                  <a:pt x="130489" y="13340"/>
                </a:cubicBezTo>
                <a:lnTo>
                  <a:pt x="130489" y="13340"/>
                </a:lnTo>
                <a:cubicBezTo>
                  <a:pt x="125160" y="17023"/>
                  <a:pt x="118279" y="16318"/>
                  <a:pt x="111147" y="15628"/>
                </a:cubicBezTo>
                <a:lnTo>
                  <a:pt x="111147" y="15628"/>
                </a:lnTo>
                <a:cubicBezTo>
                  <a:pt x="104125" y="14938"/>
                  <a:pt x="96868" y="14233"/>
                  <a:pt x="90645" y="17760"/>
                </a:cubicBezTo>
                <a:lnTo>
                  <a:pt x="90645" y="17760"/>
                </a:lnTo>
                <a:cubicBezTo>
                  <a:pt x="78106" y="24829"/>
                  <a:pt x="65990" y="32980"/>
                  <a:pt x="62416" y="32494"/>
                </a:cubicBezTo>
                <a:lnTo>
                  <a:pt x="62416" y="32494"/>
                </a:lnTo>
                <a:cubicBezTo>
                  <a:pt x="29515" y="28058"/>
                  <a:pt x="1" y="47557"/>
                  <a:pt x="1" y="47557"/>
                </a:cubicBezTo>
                <a:lnTo>
                  <a:pt x="1" y="47557"/>
                </a:lnTo>
                <a:lnTo>
                  <a:pt x="195271" y="47557"/>
                </a:lnTo>
                <a:lnTo>
                  <a:pt x="195271" y="3935"/>
                </a:lnTo>
                <a:cubicBezTo>
                  <a:pt x="195271" y="3935"/>
                  <a:pt x="191525" y="1"/>
                  <a:pt x="184817" y="1"/>
                </a:cubicBezTo>
                <a:lnTo>
                  <a:pt x="184817" y="1"/>
                </a:lnTo>
                <a:cubicBezTo>
                  <a:pt x="180726" y="1"/>
                  <a:pt x="175553" y="1459"/>
                  <a:pt x="169456" y="616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3" name="Google Shape;1273;p34">
            <a:extLst>
              <a:ext uri="{FF2B5EF4-FFF2-40B4-BE49-F238E27FC236}">
                <a16:creationId xmlns:a16="http://schemas.microsoft.com/office/drawing/2014/main" id="{2B448C83-4852-39E5-2633-1722EE7741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1053" y="2653058"/>
            <a:ext cx="4825419" cy="111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Animation</a:t>
            </a:r>
            <a:endParaRPr i="1" dirty="0"/>
          </a:p>
        </p:txBody>
      </p:sp>
      <p:sp>
        <p:nvSpPr>
          <p:cNvPr id="1274" name="Google Shape;1274;p34">
            <a:extLst>
              <a:ext uri="{FF2B5EF4-FFF2-40B4-BE49-F238E27FC236}">
                <a16:creationId xmlns:a16="http://schemas.microsoft.com/office/drawing/2014/main" id="{540C891B-3D20-B99F-B16D-48D32FFE880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3224" y="686500"/>
            <a:ext cx="1597533" cy="133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1276" name="Google Shape;1276;p34">
            <a:extLst>
              <a:ext uri="{FF2B5EF4-FFF2-40B4-BE49-F238E27FC236}">
                <a16:creationId xmlns:a16="http://schemas.microsoft.com/office/drawing/2014/main" id="{5B59E97E-6FB2-061E-34EF-FB53CC3745C9}"/>
              </a:ext>
            </a:extLst>
          </p:cNvPr>
          <p:cNvGrpSpPr/>
          <p:nvPr/>
        </p:nvGrpSpPr>
        <p:grpSpPr>
          <a:xfrm>
            <a:off x="4012765" y="-2"/>
            <a:ext cx="5136119" cy="5858475"/>
            <a:chOff x="1190625" y="238125"/>
            <a:chExt cx="5221225" cy="5955550"/>
          </a:xfrm>
        </p:grpSpPr>
        <p:sp>
          <p:nvSpPr>
            <p:cNvPr id="1277" name="Google Shape;1277;p34">
              <a:extLst>
                <a:ext uri="{FF2B5EF4-FFF2-40B4-BE49-F238E27FC236}">
                  <a16:creationId xmlns:a16="http://schemas.microsoft.com/office/drawing/2014/main" id="{ABE96C04-190E-B4D9-7510-724A29470C27}"/>
                </a:ext>
              </a:extLst>
            </p:cNvPr>
            <p:cNvSpPr/>
            <p:nvPr/>
          </p:nvSpPr>
          <p:spPr>
            <a:xfrm>
              <a:off x="1195625" y="3411700"/>
              <a:ext cx="2401675" cy="1947400"/>
            </a:xfrm>
            <a:custGeom>
              <a:avLst/>
              <a:gdLst/>
              <a:ahLst/>
              <a:cxnLst/>
              <a:rect l="l" t="t" r="r" b="b"/>
              <a:pathLst>
                <a:path w="96067" h="77896" extrusionOk="0">
                  <a:moveTo>
                    <a:pt x="93685" y="0"/>
                  </a:moveTo>
                  <a:lnTo>
                    <a:pt x="1" y="77895"/>
                  </a:lnTo>
                  <a:lnTo>
                    <a:pt x="13434" y="77895"/>
                  </a:lnTo>
                  <a:lnTo>
                    <a:pt x="96066" y="3634"/>
                  </a:lnTo>
                  <a:lnTo>
                    <a:pt x="9368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34">
              <a:extLst>
                <a:ext uri="{FF2B5EF4-FFF2-40B4-BE49-F238E27FC236}">
                  <a16:creationId xmlns:a16="http://schemas.microsoft.com/office/drawing/2014/main" id="{F031FF49-99FE-A30D-8E2D-B939DB1597CE}"/>
                </a:ext>
              </a:extLst>
            </p:cNvPr>
            <p:cNvSpPr/>
            <p:nvPr/>
          </p:nvSpPr>
          <p:spPr>
            <a:xfrm>
              <a:off x="1190625" y="5355300"/>
              <a:ext cx="344625" cy="104050"/>
            </a:xfrm>
            <a:custGeom>
              <a:avLst/>
              <a:gdLst/>
              <a:ahLst/>
              <a:cxnLst/>
              <a:rect l="l" t="t" r="r" b="b"/>
              <a:pathLst>
                <a:path w="13785" h="4162" extrusionOk="0">
                  <a:moveTo>
                    <a:pt x="0" y="1"/>
                  </a:moveTo>
                  <a:lnTo>
                    <a:pt x="0" y="4161"/>
                  </a:lnTo>
                  <a:lnTo>
                    <a:pt x="13785" y="4161"/>
                  </a:lnTo>
                  <a:lnTo>
                    <a:pt x="1378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34">
              <a:extLst>
                <a:ext uri="{FF2B5EF4-FFF2-40B4-BE49-F238E27FC236}">
                  <a16:creationId xmlns:a16="http://schemas.microsoft.com/office/drawing/2014/main" id="{0961F854-3C3D-30C9-77C3-D052402B0346}"/>
                </a:ext>
              </a:extLst>
            </p:cNvPr>
            <p:cNvSpPr/>
            <p:nvPr/>
          </p:nvSpPr>
          <p:spPr>
            <a:xfrm>
              <a:off x="1524575" y="3787625"/>
              <a:ext cx="1754425" cy="1671725"/>
            </a:xfrm>
            <a:custGeom>
              <a:avLst/>
              <a:gdLst/>
              <a:ahLst/>
              <a:cxnLst/>
              <a:rect l="l" t="t" r="r" b="b"/>
              <a:pathLst>
                <a:path w="70177" h="66869" extrusionOk="0">
                  <a:moveTo>
                    <a:pt x="70176" y="1"/>
                  </a:moveTo>
                  <a:lnTo>
                    <a:pt x="0" y="62658"/>
                  </a:lnTo>
                  <a:lnTo>
                    <a:pt x="0" y="66868"/>
                  </a:lnTo>
                  <a:lnTo>
                    <a:pt x="1680" y="66868"/>
                  </a:lnTo>
                  <a:lnTo>
                    <a:pt x="701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34">
              <a:extLst>
                <a:ext uri="{FF2B5EF4-FFF2-40B4-BE49-F238E27FC236}">
                  <a16:creationId xmlns:a16="http://schemas.microsoft.com/office/drawing/2014/main" id="{A029631C-E793-EF84-86FC-9A8CE77C1743}"/>
                </a:ext>
              </a:extLst>
            </p:cNvPr>
            <p:cNvSpPr/>
            <p:nvPr/>
          </p:nvSpPr>
          <p:spPr>
            <a:xfrm>
              <a:off x="1725075" y="3382250"/>
              <a:ext cx="2440525" cy="2658550"/>
            </a:xfrm>
            <a:custGeom>
              <a:avLst/>
              <a:gdLst/>
              <a:ahLst/>
              <a:cxnLst/>
              <a:rect l="l" t="t" r="r" b="b"/>
              <a:pathLst>
                <a:path w="97621" h="106342" fill="none" extrusionOk="0">
                  <a:moveTo>
                    <a:pt x="1" y="106342"/>
                  </a:moveTo>
                  <a:lnTo>
                    <a:pt x="97620" y="0"/>
                  </a:lnTo>
                </a:path>
              </a:pathLst>
            </a:custGeom>
            <a:solidFill>
              <a:schemeClr val="lt2"/>
            </a:solidFill>
            <a:ln w="73300" cap="flat" cmpd="sng">
              <a:solidFill>
                <a:schemeClr val="lt2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34">
              <a:extLst>
                <a:ext uri="{FF2B5EF4-FFF2-40B4-BE49-F238E27FC236}">
                  <a16:creationId xmlns:a16="http://schemas.microsoft.com/office/drawing/2014/main" id="{7C250844-8E6A-5EA9-A76D-EBF70E7A7638}"/>
                </a:ext>
              </a:extLst>
            </p:cNvPr>
            <p:cNvSpPr/>
            <p:nvPr/>
          </p:nvSpPr>
          <p:spPr>
            <a:xfrm>
              <a:off x="1781475" y="3434250"/>
              <a:ext cx="2436750" cy="2654800"/>
            </a:xfrm>
            <a:custGeom>
              <a:avLst/>
              <a:gdLst/>
              <a:ahLst/>
              <a:cxnLst/>
              <a:rect l="l" t="t" r="r" b="b"/>
              <a:pathLst>
                <a:path w="97470" h="106192" fill="none" extrusionOk="0">
                  <a:moveTo>
                    <a:pt x="0" y="106191"/>
                  </a:moveTo>
                  <a:lnTo>
                    <a:pt x="97469" y="0"/>
                  </a:lnTo>
                </a:path>
              </a:pathLst>
            </a:custGeom>
            <a:solidFill>
              <a:schemeClr val="dk1"/>
            </a:solidFill>
            <a:ln w="73300" cap="flat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34">
              <a:extLst>
                <a:ext uri="{FF2B5EF4-FFF2-40B4-BE49-F238E27FC236}">
                  <a16:creationId xmlns:a16="http://schemas.microsoft.com/office/drawing/2014/main" id="{5C529B5C-C782-846B-6169-8A23BCA41AB0}"/>
                </a:ext>
              </a:extLst>
            </p:cNvPr>
            <p:cNvSpPr/>
            <p:nvPr/>
          </p:nvSpPr>
          <p:spPr>
            <a:xfrm>
              <a:off x="2853525" y="4020725"/>
              <a:ext cx="1728725" cy="2124700"/>
            </a:xfrm>
            <a:custGeom>
              <a:avLst/>
              <a:gdLst/>
              <a:ahLst/>
              <a:cxnLst/>
              <a:rect l="l" t="t" r="r" b="b"/>
              <a:pathLst>
                <a:path w="69149" h="84988" fill="none" extrusionOk="0">
                  <a:moveTo>
                    <a:pt x="1" y="84988"/>
                  </a:moveTo>
                  <a:lnTo>
                    <a:pt x="69149" y="0"/>
                  </a:lnTo>
                </a:path>
              </a:pathLst>
            </a:custGeom>
            <a:solidFill>
              <a:schemeClr val="lt2"/>
            </a:solidFill>
            <a:ln w="73300" cap="flat" cmpd="sng">
              <a:solidFill>
                <a:schemeClr val="lt2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34">
              <a:extLst>
                <a:ext uri="{FF2B5EF4-FFF2-40B4-BE49-F238E27FC236}">
                  <a16:creationId xmlns:a16="http://schemas.microsoft.com/office/drawing/2014/main" id="{5CD6F0BD-877D-DADC-4661-420395FB206C}"/>
                </a:ext>
              </a:extLst>
            </p:cNvPr>
            <p:cNvSpPr/>
            <p:nvPr/>
          </p:nvSpPr>
          <p:spPr>
            <a:xfrm>
              <a:off x="2909300" y="4152925"/>
              <a:ext cx="1649150" cy="2040750"/>
            </a:xfrm>
            <a:custGeom>
              <a:avLst/>
              <a:gdLst/>
              <a:ahLst/>
              <a:cxnLst/>
              <a:rect l="l" t="t" r="r" b="b"/>
              <a:pathLst>
                <a:path w="65966" h="81630" fill="none" extrusionOk="0">
                  <a:moveTo>
                    <a:pt x="0" y="81630"/>
                  </a:moveTo>
                  <a:lnTo>
                    <a:pt x="65966" y="0"/>
                  </a:lnTo>
                </a:path>
              </a:pathLst>
            </a:custGeom>
            <a:solidFill>
              <a:schemeClr val="dk1"/>
            </a:solidFill>
            <a:ln w="73300" cap="flat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34">
              <a:extLst>
                <a:ext uri="{FF2B5EF4-FFF2-40B4-BE49-F238E27FC236}">
                  <a16:creationId xmlns:a16="http://schemas.microsoft.com/office/drawing/2014/main" id="{3931E540-E085-52CE-2A2D-CBAB67F718A7}"/>
                </a:ext>
              </a:extLst>
            </p:cNvPr>
            <p:cNvSpPr/>
            <p:nvPr/>
          </p:nvSpPr>
          <p:spPr>
            <a:xfrm>
              <a:off x="2349775" y="4713700"/>
              <a:ext cx="276325" cy="276350"/>
            </a:xfrm>
            <a:custGeom>
              <a:avLst/>
              <a:gdLst/>
              <a:ahLst/>
              <a:cxnLst/>
              <a:rect l="l" t="t" r="r" b="b"/>
              <a:pathLst>
                <a:path w="11053" h="11054" fill="none" extrusionOk="0">
                  <a:moveTo>
                    <a:pt x="0" y="11053"/>
                  </a:moveTo>
                  <a:lnTo>
                    <a:pt x="11053" y="1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34">
              <a:extLst>
                <a:ext uri="{FF2B5EF4-FFF2-40B4-BE49-F238E27FC236}">
                  <a16:creationId xmlns:a16="http://schemas.microsoft.com/office/drawing/2014/main" id="{FF06B63A-8A7F-13A0-3239-2FA7782895CE}"/>
                </a:ext>
              </a:extLst>
            </p:cNvPr>
            <p:cNvSpPr/>
            <p:nvPr/>
          </p:nvSpPr>
          <p:spPr>
            <a:xfrm>
              <a:off x="3414925" y="4473725"/>
              <a:ext cx="276350" cy="276350"/>
            </a:xfrm>
            <a:custGeom>
              <a:avLst/>
              <a:gdLst/>
              <a:ahLst/>
              <a:cxnLst/>
              <a:rect l="l" t="t" r="r" b="b"/>
              <a:pathLst>
                <a:path w="11054" h="11054" fill="none" extrusionOk="0">
                  <a:moveTo>
                    <a:pt x="1" y="11053"/>
                  </a:moveTo>
                  <a:lnTo>
                    <a:pt x="11054" y="0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34">
              <a:extLst>
                <a:ext uri="{FF2B5EF4-FFF2-40B4-BE49-F238E27FC236}">
                  <a16:creationId xmlns:a16="http://schemas.microsoft.com/office/drawing/2014/main" id="{B3B3AE45-203B-44CE-AE90-C6190E67F798}"/>
                </a:ext>
              </a:extLst>
            </p:cNvPr>
            <p:cNvSpPr/>
            <p:nvPr/>
          </p:nvSpPr>
          <p:spPr>
            <a:xfrm>
              <a:off x="1785850" y="4985000"/>
              <a:ext cx="276350" cy="276350"/>
            </a:xfrm>
            <a:custGeom>
              <a:avLst/>
              <a:gdLst/>
              <a:ahLst/>
              <a:cxnLst/>
              <a:rect l="l" t="t" r="r" b="b"/>
              <a:pathLst>
                <a:path w="11054" h="11054" fill="none" extrusionOk="0">
                  <a:moveTo>
                    <a:pt x="1" y="11053"/>
                  </a:moveTo>
                  <a:lnTo>
                    <a:pt x="11053" y="1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34">
              <a:extLst>
                <a:ext uri="{FF2B5EF4-FFF2-40B4-BE49-F238E27FC236}">
                  <a16:creationId xmlns:a16="http://schemas.microsoft.com/office/drawing/2014/main" id="{C8CEB628-7F94-865E-E2DB-0AA137CCB63F}"/>
                </a:ext>
              </a:extLst>
            </p:cNvPr>
            <p:cNvSpPr/>
            <p:nvPr/>
          </p:nvSpPr>
          <p:spPr>
            <a:xfrm>
              <a:off x="3288375" y="4996900"/>
              <a:ext cx="256900" cy="294525"/>
            </a:xfrm>
            <a:custGeom>
              <a:avLst/>
              <a:gdLst/>
              <a:ahLst/>
              <a:cxnLst/>
              <a:rect l="l" t="t" r="r" b="b"/>
              <a:pathLst>
                <a:path w="10276" h="11781" fill="none" extrusionOk="0">
                  <a:moveTo>
                    <a:pt x="0" y="11780"/>
                  </a:moveTo>
                  <a:lnTo>
                    <a:pt x="10276" y="1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34">
              <a:extLst>
                <a:ext uri="{FF2B5EF4-FFF2-40B4-BE49-F238E27FC236}">
                  <a16:creationId xmlns:a16="http://schemas.microsoft.com/office/drawing/2014/main" id="{78A1F46B-483A-B823-0A66-28232E89CBCF}"/>
                </a:ext>
              </a:extLst>
            </p:cNvPr>
            <p:cNvSpPr/>
            <p:nvPr/>
          </p:nvSpPr>
          <p:spPr>
            <a:xfrm>
              <a:off x="4345400" y="4399800"/>
              <a:ext cx="252525" cy="298250"/>
            </a:xfrm>
            <a:custGeom>
              <a:avLst/>
              <a:gdLst/>
              <a:ahLst/>
              <a:cxnLst/>
              <a:rect l="l" t="t" r="r" b="b"/>
              <a:pathLst>
                <a:path w="10101" h="11930" fill="none" extrusionOk="0">
                  <a:moveTo>
                    <a:pt x="0" y="11930"/>
                  </a:moveTo>
                  <a:lnTo>
                    <a:pt x="10100" y="0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34">
              <a:extLst>
                <a:ext uri="{FF2B5EF4-FFF2-40B4-BE49-F238E27FC236}">
                  <a16:creationId xmlns:a16="http://schemas.microsoft.com/office/drawing/2014/main" id="{6F7AA255-699B-980A-0C06-EE30E771ABD6}"/>
                </a:ext>
              </a:extLst>
            </p:cNvPr>
            <p:cNvSpPr/>
            <p:nvPr/>
          </p:nvSpPr>
          <p:spPr>
            <a:xfrm>
              <a:off x="3990125" y="4243150"/>
              <a:ext cx="253150" cy="298275"/>
            </a:xfrm>
            <a:custGeom>
              <a:avLst/>
              <a:gdLst/>
              <a:ahLst/>
              <a:cxnLst/>
              <a:rect l="l" t="t" r="r" b="b"/>
              <a:pathLst>
                <a:path w="10126" h="11931" fill="none" extrusionOk="0">
                  <a:moveTo>
                    <a:pt x="1" y="11930"/>
                  </a:moveTo>
                  <a:lnTo>
                    <a:pt x="10126" y="0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34">
              <a:extLst>
                <a:ext uri="{FF2B5EF4-FFF2-40B4-BE49-F238E27FC236}">
                  <a16:creationId xmlns:a16="http://schemas.microsoft.com/office/drawing/2014/main" id="{753A7454-BC44-13ED-9101-8D6BEE1FAE40}"/>
                </a:ext>
              </a:extLst>
            </p:cNvPr>
            <p:cNvSpPr/>
            <p:nvPr/>
          </p:nvSpPr>
          <p:spPr>
            <a:xfrm>
              <a:off x="3708175" y="2313625"/>
              <a:ext cx="2599025" cy="2064925"/>
            </a:xfrm>
            <a:custGeom>
              <a:avLst/>
              <a:gdLst/>
              <a:ahLst/>
              <a:cxnLst/>
              <a:rect l="l" t="t" r="r" b="b"/>
              <a:pathLst>
                <a:path w="103961" h="82597" extrusionOk="0">
                  <a:moveTo>
                    <a:pt x="1611" y="0"/>
                  </a:moveTo>
                  <a:cubicBezTo>
                    <a:pt x="524" y="0"/>
                    <a:pt x="0" y="63"/>
                    <a:pt x="0" y="63"/>
                  </a:cubicBezTo>
                  <a:lnTo>
                    <a:pt x="15088" y="76079"/>
                  </a:lnTo>
                  <a:cubicBezTo>
                    <a:pt x="15088" y="76079"/>
                    <a:pt x="23905" y="82597"/>
                    <a:pt x="30841" y="82597"/>
                  </a:cubicBezTo>
                  <a:cubicBezTo>
                    <a:pt x="33009" y="82597"/>
                    <a:pt x="34993" y="81960"/>
                    <a:pt x="36467" y="80289"/>
                  </a:cubicBezTo>
                  <a:cubicBezTo>
                    <a:pt x="45640" y="69913"/>
                    <a:pt x="83660" y="37958"/>
                    <a:pt x="88196" y="34174"/>
                  </a:cubicBezTo>
                  <a:cubicBezTo>
                    <a:pt x="91892" y="31097"/>
                    <a:pt x="97933" y="30614"/>
                    <a:pt x="101365" y="30614"/>
                  </a:cubicBezTo>
                  <a:cubicBezTo>
                    <a:pt x="102937" y="30614"/>
                    <a:pt x="103961" y="30715"/>
                    <a:pt x="103961" y="30715"/>
                  </a:cubicBezTo>
                  <a:lnTo>
                    <a:pt x="103585" y="12695"/>
                  </a:lnTo>
                  <a:cubicBezTo>
                    <a:pt x="103585" y="12695"/>
                    <a:pt x="91065" y="14257"/>
                    <a:pt x="76115" y="14257"/>
                  </a:cubicBezTo>
                  <a:cubicBezTo>
                    <a:pt x="63887" y="14257"/>
                    <a:pt x="50033" y="13212"/>
                    <a:pt x="40076" y="9412"/>
                  </a:cubicBezTo>
                  <a:cubicBezTo>
                    <a:pt x="17828" y="893"/>
                    <a:pt x="5712" y="0"/>
                    <a:pt x="1611" y="0"/>
                  </a:cubicBezTo>
                  <a:close/>
                </a:path>
              </a:pathLst>
            </a:custGeom>
            <a:solidFill>
              <a:srgbClr val="71C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34">
              <a:extLst>
                <a:ext uri="{FF2B5EF4-FFF2-40B4-BE49-F238E27FC236}">
                  <a16:creationId xmlns:a16="http://schemas.microsoft.com/office/drawing/2014/main" id="{E6E6EA4F-A778-4984-B931-F9223ECE205D}"/>
                </a:ext>
              </a:extLst>
            </p:cNvPr>
            <p:cNvSpPr/>
            <p:nvPr/>
          </p:nvSpPr>
          <p:spPr>
            <a:xfrm>
              <a:off x="3708175" y="2313625"/>
              <a:ext cx="2599025" cy="2064925"/>
            </a:xfrm>
            <a:custGeom>
              <a:avLst/>
              <a:gdLst/>
              <a:ahLst/>
              <a:cxnLst/>
              <a:rect l="l" t="t" r="r" b="b"/>
              <a:pathLst>
                <a:path w="103961" h="82597" extrusionOk="0">
                  <a:moveTo>
                    <a:pt x="1611" y="0"/>
                  </a:moveTo>
                  <a:cubicBezTo>
                    <a:pt x="524" y="0"/>
                    <a:pt x="0" y="63"/>
                    <a:pt x="0" y="63"/>
                  </a:cubicBezTo>
                  <a:lnTo>
                    <a:pt x="15088" y="76079"/>
                  </a:lnTo>
                  <a:cubicBezTo>
                    <a:pt x="15088" y="76079"/>
                    <a:pt x="23905" y="82597"/>
                    <a:pt x="30841" y="82597"/>
                  </a:cubicBezTo>
                  <a:cubicBezTo>
                    <a:pt x="33009" y="82597"/>
                    <a:pt x="34993" y="81960"/>
                    <a:pt x="36467" y="80289"/>
                  </a:cubicBezTo>
                  <a:cubicBezTo>
                    <a:pt x="45640" y="69913"/>
                    <a:pt x="83660" y="37958"/>
                    <a:pt x="88196" y="34174"/>
                  </a:cubicBezTo>
                  <a:cubicBezTo>
                    <a:pt x="91892" y="31097"/>
                    <a:pt x="97933" y="30614"/>
                    <a:pt x="101365" y="30614"/>
                  </a:cubicBezTo>
                  <a:cubicBezTo>
                    <a:pt x="102937" y="30614"/>
                    <a:pt x="103961" y="30715"/>
                    <a:pt x="103961" y="30715"/>
                  </a:cubicBezTo>
                  <a:lnTo>
                    <a:pt x="103585" y="12695"/>
                  </a:lnTo>
                  <a:cubicBezTo>
                    <a:pt x="103585" y="12695"/>
                    <a:pt x="91065" y="14257"/>
                    <a:pt x="76115" y="14257"/>
                  </a:cubicBezTo>
                  <a:cubicBezTo>
                    <a:pt x="63887" y="14257"/>
                    <a:pt x="50033" y="13212"/>
                    <a:pt x="40076" y="9412"/>
                  </a:cubicBezTo>
                  <a:cubicBezTo>
                    <a:pt x="17828" y="893"/>
                    <a:pt x="5712" y="0"/>
                    <a:pt x="161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34">
              <a:extLst>
                <a:ext uri="{FF2B5EF4-FFF2-40B4-BE49-F238E27FC236}">
                  <a16:creationId xmlns:a16="http://schemas.microsoft.com/office/drawing/2014/main" id="{B0737BBF-437E-3153-E2A1-975C5D084688}"/>
                </a:ext>
              </a:extLst>
            </p:cNvPr>
            <p:cNvSpPr/>
            <p:nvPr/>
          </p:nvSpPr>
          <p:spPr>
            <a:xfrm>
              <a:off x="6079100" y="2824200"/>
              <a:ext cx="231250" cy="214075"/>
            </a:xfrm>
            <a:custGeom>
              <a:avLst/>
              <a:gdLst/>
              <a:ahLst/>
              <a:cxnLst/>
              <a:rect l="l" t="t" r="r" b="b"/>
              <a:pathLst>
                <a:path w="9250" h="8563" extrusionOk="0">
                  <a:moveTo>
                    <a:pt x="8900" y="1"/>
                  </a:moveTo>
                  <a:cubicBezTo>
                    <a:pt x="8029" y="1"/>
                    <a:pt x="7085" y="257"/>
                    <a:pt x="6215" y="257"/>
                  </a:cubicBezTo>
                  <a:cubicBezTo>
                    <a:pt x="6097" y="257"/>
                    <a:pt x="5980" y="252"/>
                    <a:pt x="5866" y="242"/>
                  </a:cubicBezTo>
                  <a:lnTo>
                    <a:pt x="26" y="442"/>
                  </a:lnTo>
                  <a:lnTo>
                    <a:pt x="1" y="8563"/>
                  </a:lnTo>
                  <a:cubicBezTo>
                    <a:pt x="3059" y="7861"/>
                    <a:pt x="5540" y="7836"/>
                    <a:pt x="9149" y="7786"/>
                  </a:cubicBezTo>
                  <a:lnTo>
                    <a:pt x="9249" y="16"/>
                  </a:lnTo>
                  <a:cubicBezTo>
                    <a:pt x="9134" y="6"/>
                    <a:pt x="9018" y="1"/>
                    <a:pt x="89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34">
              <a:extLst>
                <a:ext uri="{FF2B5EF4-FFF2-40B4-BE49-F238E27FC236}">
                  <a16:creationId xmlns:a16="http://schemas.microsoft.com/office/drawing/2014/main" id="{5FE26288-966F-DBCB-868C-5B69CFF440BE}"/>
                </a:ext>
              </a:extLst>
            </p:cNvPr>
            <p:cNvSpPr/>
            <p:nvPr/>
          </p:nvSpPr>
          <p:spPr>
            <a:xfrm>
              <a:off x="5775225" y="2846525"/>
              <a:ext cx="231850" cy="296400"/>
            </a:xfrm>
            <a:custGeom>
              <a:avLst/>
              <a:gdLst/>
              <a:ahLst/>
              <a:cxnLst/>
              <a:rect l="l" t="t" r="r" b="b"/>
              <a:pathLst>
                <a:path w="9274" h="11856" extrusionOk="0">
                  <a:moveTo>
                    <a:pt x="51" y="0"/>
                  </a:moveTo>
                  <a:lnTo>
                    <a:pt x="0" y="11855"/>
                  </a:lnTo>
                  <a:cubicBezTo>
                    <a:pt x="3083" y="10702"/>
                    <a:pt x="6141" y="9725"/>
                    <a:pt x="9224" y="8898"/>
                  </a:cubicBezTo>
                  <a:lnTo>
                    <a:pt x="9274" y="101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34">
              <a:extLst>
                <a:ext uri="{FF2B5EF4-FFF2-40B4-BE49-F238E27FC236}">
                  <a16:creationId xmlns:a16="http://schemas.microsoft.com/office/drawing/2014/main" id="{587CDE1C-E2C3-2973-CEFA-F16D3107187A}"/>
                </a:ext>
              </a:extLst>
            </p:cNvPr>
            <p:cNvSpPr/>
            <p:nvPr/>
          </p:nvSpPr>
          <p:spPr>
            <a:xfrm>
              <a:off x="5124225" y="2813950"/>
              <a:ext cx="236850" cy="688000"/>
            </a:xfrm>
            <a:custGeom>
              <a:avLst/>
              <a:gdLst/>
              <a:ahLst/>
              <a:cxnLst/>
              <a:rect l="l" t="t" r="r" b="b"/>
              <a:pathLst>
                <a:path w="9474" h="27520" extrusionOk="0">
                  <a:moveTo>
                    <a:pt x="301" y="0"/>
                  </a:moveTo>
                  <a:lnTo>
                    <a:pt x="0" y="27519"/>
                  </a:lnTo>
                  <a:cubicBezTo>
                    <a:pt x="2958" y="25238"/>
                    <a:pt x="6316" y="22707"/>
                    <a:pt x="9449" y="21003"/>
                  </a:cubicBezTo>
                  <a:lnTo>
                    <a:pt x="9474" y="1128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34">
              <a:extLst>
                <a:ext uri="{FF2B5EF4-FFF2-40B4-BE49-F238E27FC236}">
                  <a16:creationId xmlns:a16="http://schemas.microsoft.com/office/drawing/2014/main" id="{179C3C79-A188-80AB-269E-453AA146394E}"/>
                </a:ext>
              </a:extLst>
            </p:cNvPr>
            <p:cNvSpPr/>
            <p:nvPr/>
          </p:nvSpPr>
          <p:spPr>
            <a:xfrm>
              <a:off x="5457550" y="2827100"/>
              <a:ext cx="235000" cy="457425"/>
            </a:xfrm>
            <a:custGeom>
              <a:avLst/>
              <a:gdLst/>
              <a:ahLst/>
              <a:cxnLst/>
              <a:rect l="l" t="t" r="r" b="b"/>
              <a:pathLst>
                <a:path w="9400" h="18297" extrusionOk="0">
                  <a:moveTo>
                    <a:pt x="201" y="0"/>
                  </a:moveTo>
                  <a:lnTo>
                    <a:pt x="1" y="18296"/>
                  </a:lnTo>
                  <a:cubicBezTo>
                    <a:pt x="2532" y="16993"/>
                    <a:pt x="5063" y="15740"/>
                    <a:pt x="7620" y="14612"/>
                  </a:cubicBezTo>
                  <a:cubicBezTo>
                    <a:pt x="8171" y="14361"/>
                    <a:pt x="8697" y="14136"/>
                    <a:pt x="9249" y="13910"/>
                  </a:cubicBezTo>
                  <a:lnTo>
                    <a:pt x="9399" y="602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34">
              <a:extLst>
                <a:ext uri="{FF2B5EF4-FFF2-40B4-BE49-F238E27FC236}">
                  <a16:creationId xmlns:a16="http://schemas.microsoft.com/office/drawing/2014/main" id="{E13CE628-EB95-F26A-A2B0-BA14A016535D}"/>
                </a:ext>
              </a:extLst>
            </p:cNvPr>
            <p:cNvSpPr/>
            <p:nvPr/>
          </p:nvSpPr>
          <p:spPr>
            <a:xfrm>
              <a:off x="4741375" y="2710550"/>
              <a:ext cx="291400" cy="1037000"/>
            </a:xfrm>
            <a:custGeom>
              <a:avLst/>
              <a:gdLst/>
              <a:ahLst/>
              <a:cxnLst/>
              <a:rect l="l" t="t" r="r" b="b"/>
              <a:pathLst>
                <a:path w="11656" h="41480" extrusionOk="0">
                  <a:moveTo>
                    <a:pt x="1" y="1"/>
                  </a:moveTo>
                  <a:lnTo>
                    <a:pt x="2056" y="41480"/>
                  </a:lnTo>
                  <a:cubicBezTo>
                    <a:pt x="5615" y="38522"/>
                    <a:pt x="8071" y="36417"/>
                    <a:pt x="11329" y="34136"/>
                  </a:cubicBezTo>
                  <a:lnTo>
                    <a:pt x="11655" y="33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34">
              <a:extLst>
                <a:ext uri="{FF2B5EF4-FFF2-40B4-BE49-F238E27FC236}">
                  <a16:creationId xmlns:a16="http://schemas.microsoft.com/office/drawing/2014/main" id="{16562E96-A667-F57C-0019-035D14A7FFCF}"/>
                </a:ext>
              </a:extLst>
            </p:cNvPr>
            <p:cNvSpPr/>
            <p:nvPr/>
          </p:nvSpPr>
          <p:spPr>
            <a:xfrm>
              <a:off x="4741375" y="2630975"/>
              <a:ext cx="1478750" cy="111500"/>
            </a:xfrm>
            <a:custGeom>
              <a:avLst/>
              <a:gdLst/>
              <a:ahLst/>
              <a:cxnLst/>
              <a:rect l="l" t="t" r="r" b="b"/>
              <a:pathLst>
                <a:path w="59150" h="4460" extrusionOk="0">
                  <a:moveTo>
                    <a:pt x="1" y="1"/>
                  </a:moveTo>
                  <a:cubicBezTo>
                    <a:pt x="1" y="1"/>
                    <a:pt x="201" y="101"/>
                    <a:pt x="627" y="251"/>
                  </a:cubicBezTo>
                  <a:cubicBezTo>
                    <a:pt x="1028" y="377"/>
                    <a:pt x="1630" y="577"/>
                    <a:pt x="2432" y="828"/>
                  </a:cubicBezTo>
                  <a:cubicBezTo>
                    <a:pt x="3209" y="1053"/>
                    <a:pt x="4161" y="1329"/>
                    <a:pt x="5264" y="1580"/>
                  </a:cubicBezTo>
                  <a:cubicBezTo>
                    <a:pt x="6367" y="1855"/>
                    <a:pt x="7620" y="2156"/>
                    <a:pt x="8998" y="2407"/>
                  </a:cubicBezTo>
                  <a:cubicBezTo>
                    <a:pt x="9675" y="2532"/>
                    <a:pt x="10402" y="2683"/>
                    <a:pt x="11129" y="2808"/>
                  </a:cubicBezTo>
                  <a:cubicBezTo>
                    <a:pt x="11881" y="2908"/>
                    <a:pt x="12658" y="3058"/>
                    <a:pt x="13460" y="3159"/>
                  </a:cubicBezTo>
                  <a:cubicBezTo>
                    <a:pt x="14237" y="3284"/>
                    <a:pt x="15064" y="3384"/>
                    <a:pt x="15891" y="3510"/>
                  </a:cubicBezTo>
                  <a:cubicBezTo>
                    <a:pt x="16718" y="3610"/>
                    <a:pt x="17595" y="3685"/>
                    <a:pt x="18447" y="3785"/>
                  </a:cubicBezTo>
                  <a:cubicBezTo>
                    <a:pt x="19324" y="3886"/>
                    <a:pt x="20201" y="3936"/>
                    <a:pt x="21104" y="4011"/>
                  </a:cubicBezTo>
                  <a:cubicBezTo>
                    <a:pt x="22006" y="4086"/>
                    <a:pt x="22908" y="4161"/>
                    <a:pt x="23836" y="4211"/>
                  </a:cubicBezTo>
                  <a:cubicBezTo>
                    <a:pt x="24738" y="4261"/>
                    <a:pt x="25665" y="4312"/>
                    <a:pt x="26592" y="4362"/>
                  </a:cubicBezTo>
                  <a:cubicBezTo>
                    <a:pt x="27520" y="4387"/>
                    <a:pt x="28447" y="4412"/>
                    <a:pt x="29400" y="4437"/>
                  </a:cubicBezTo>
                  <a:cubicBezTo>
                    <a:pt x="30018" y="4454"/>
                    <a:pt x="30639" y="4459"/>
                    <a:pt x="31260" y="4459"/>
                  </a:cubicBezTo>
                  <a:cubicBezTo>
                    <a:pt x="32502" y="4459"/>
                    <a:pt x="33744" y="4437"/>
                    <a:pt x="34963" y="4437"/>
                  </a:cubicBezTo>
                  <a:cubicBezTo>
                    <a:pt x="36793" y="4412"/>
                    <a:pt x="38598" y="4312"/>
                    <a:pt x="40352" y="4261"/>
                  </a:cubicBezTo>
                  <a:cubicBezTo>
                    <a:pt x="42081" y="4136"/>
                    <a:pt x="43786" y="4011"/>
                    <a:pt x="45365" y="3911"/>
                  </a:cubicBezTo>
                  <a:cubicBezTo>
                    <a:pt x="46969" y="3810"/>
                    <a:pt x="48472" y="3660"/>
                    <a:pt x="49876" y="3560"/>
                  </a:cubicBezTo>
                  <a:cubicBezTo>
                    <a:pt x="51279" y="3434"/>
                    <a:pt x="52532" y="3309"/>
                    <a:pt x="53685" y="3184"/>
                  </a:cubicBezTo>
                  <a:cubicBezTo>
                    <a:pt x="54813" y="3084"/>
                    <a:pt x="55791" y="2983"/>
                    <a:pt x="56593" y="2883"/>
                  </a:cubicBezTo>
                  <a:cubicBezTo>
                    <a:pt x="58221" y="2708"/>
                    <a:pt x="59149" y="2607"/>
                    <a:pt x="59149" y="2607"/>
                  </a:cubicBezTo>
                  <a:lnTo>
                    <a:pt x="59149" y="2607"/>
                  </a:lnTo>
                  <a:cubicBezTo>
                    <a:pt x="59149" y="2607"/>
                    <a:pt x="58221" y="2683"/>
                    <a:pt x="56593" y="2808"/>
                  </a:cubicBezTo>
                  <a:cubicBezTo>
                    <a:pt x="55791" y="2883"/>
                    <a:pt x="54788" y="2958"/>
                    <a:pt x="53660" y="3058"/>
                  </a:cubicBezTo>
                  <a:cubicBezTo>
                    <a:pt x="52532" y="3159"/>
                    <a:pt x="51254" y="3234"/>
                    <a:pt x="49851" y="3334"/>
                  </a:cubicBezTo>
                  <a:cubicBezTo>
                    <a:pt x="48472" y="3434"/>
                    <a:pt x="46969" y="3560"/>
                    <a:pt x="45365" y="3635"/>
                  </a:cubicBezTo>
                  <a:cubicBezTo>
                    <a:pt x="43760" y="3710"/>
                    <a:pt x="42081" y="3810"/>
                    <a:pt x="40327" y="3911"/>
                  </a:cubicBezTo>
                  <a:cubicBezTo>
                    <a:pt x="38598" y="3936"/>
                    <a:pt x="36793" y="4036"/>
                    <a:pt x="34963" y="4036"/>
                  </a:cubicBezTo>
                  <a:cubicBezTo>
                    <a:pt x="33904" y="4036"/>
                    <a:pt x="32844" y="4052"/>
                    <a:pt x="31784" y="4052"/>
                  </a:cubicBezTo>
                  <a:cubicBezTo>
                    <a:pt x="30989" y="4052"/>
                    <a:pt x="30194" y="4043"/>
                    <a:pt x="29400" y="4011"/>
                  </a:cubicBezTo>
                  <a:cubicBezTo>
                    <a:pt x="28472" y="3986"/>
                    <a:pt x="27545" y="3961"/>
                    <a:pt x="26618" y="3936"/>
                  </a:cubicBezTo>
                  <a:cubicBezTo>
                    <a:pt x="25690" y="3911"/>
                    <a:pt x="24763" y="3860"/>
                    <a:pt x="23861" y="3810"/>
                  </a:cubicBezTo>
                  <a:cubicBezTo>
                    <a:pt x="22933" y="3785"/>
                    <a:pt x="22031" y="3710"/>
                    <a:pt x="21129" y="3635"/>
                  </a:cubicBezTo>
                  <a:cubicBezTo>
                    <a:pt x="20252" y="3560"/>
                    <a:pt x="19349" y="3510"/>
                    <a:pt x="18497" y="3409"/>
                  </a:cubicBezTo>
                  <a:cubicBezTo>
                    <a:pt x="17620" y="3334"/>
                    <a:pt x="16768" y="3234"/>
                    <a:pt x="15941" y="3159"/>
                  </a:cubicBezTo>
                  <a:cubicBezTo>
                    <a:pt x="15089" y="3058"/>
                    <a:pt x="14287" y="2958"/>
                    <a:pt x="13485" y="2858"/>
                  </a:cubicBezTo>
                  <a:cubicBezTo>
                    <a:pt x="12708" y="2758"/>
                    <a:pt x="11931" y="2632"/>
                    <a:pt x="11179" y="2532"/>
                  </a:cubicBezTo>
                  <a:cubicBezTo>
                    <a:pt x="10452" y="2407"/>
                    <a:pt x="9725" y="2282"/>
                    <a:pt x="9049" y="2156"/>
                  </a:cubicBezTo>
                  <a:cubicBezTo>
                    <a:pt x="8347" y="2056"/>
                    <a:pt x="7695" y="1931"/>
                    <a:pt x="7069" y="1805"/>
                  </a:cubicBezTo>
                  <a:cubicBezTo>
                    <a:pt x="6442" y="1680"/>
                    <a:pt x="5840" y="1555"/>
                    <a:pt x="5289" y="1429"/>
                  </a:cubicBezTo>
                  <a:cubicBezTo>
                    <a:pt x="4186" y="1179"/>
                    <a:pt x="3234" y="953"/>
                    <a:pt x="2457" y="753"/>
                  </a:cubicBezTo>
                  <a:cubicBezTo>
                    <a:pt x="1655" y="527"/>
                    <a:pt x="1053" y="352"/>
                    <a:pt x="627" y="226"/>
                  </a:cubicBezTo>
                  <a:cubicBezTo>
                    <a:pt x="202" y="7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CBE5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34">
              <a:extLst>
                <a:ext uri="{FF2B5EF4-FFF2-40B4-BE49-F238E27FC236}">
                  <a16:creationId xmlns:a16="http://schemas.microsoft.com/office/drawing/2014/main" id="{852B06B2-4C3B-38D5-1FEF-265C48EAF94B}"/>
                </a:ext>
              </a:extLst>
            </p:cNvPr>
            <p:cNvSpPr/>
            <p:nvPr/>
          </p:nvSpPr>
          <p:spPr>
            <a:xfrm>
              <a:off x="2813425" y="2315200"/>
              <a:ext cx="1819575" cy="2078425"/>
            </a:xfrm>
            <a:custGeom>
              <a:avLst/>
              <a:gdLst/>
              <a:ahLst/>
              <a:cxnLst/>
              <a:rect l="l" t="t" r="r" b="b"/>
              <a:pathLst>
                <a:path w="72783" h="83137" extrusionOk="0">
                  <a:moveTo>
                    <a:pt x="36392" y="0"/>
                  </a:moveTo>
                  <a:cubicBezTo>
                    <a:pt x="16291" y="0"/>
                    <a:pt x="1" y="16291"/>
                    <a:pt x="1" y="36391"/>
                  </a:cubicBezTo>
                  <a:lnTo>
                    <a:pt x="201" y="79048"/>
                  </a:lnTo>
                  <a:cubicBezTo>
                    <a:pt x="201" y="82729"/>
                    <a:pt x="6614" y="83137"/>
                    <a:pt x="8887" y="83137"/>
                  </a:cubicBezTo>
                  <a:cubicBezTo>
                    <a:pt x="9385" y="83137"/>
                    <a:pt x="9684" y="83117"/>
                    <a:pt x="9675" y="83108"/>
                  </a:cubicBezTo>
                  <a:lnTo>
                    <a:pt x="63084" y="83108"/>
                  </a:lnTo>
                  <a:cubicBezTo>
                    <a:pt x="63134" y="83033"/>
                    <a:pt x="72432" y="76843"/>
                    <a:pt x="72432" y="72356"/>
                  </a:cubicBezTo>
                  <a:lnTo>
                    <a:pt x="72783" y="36391"/>
                  </a:lnTo>
                  <a:cubicBezTo>
                    <a:pt x="72783" y="16291"/>
                    <a:pt x="56492" y="0"/>
                    <a:pt x="363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34">
              <a:extLst>
                <a:ext uri="{FF2B5EF4-FFF2-40B4-BE49-F238E27FC236}">
                  <a16:creationId xmlns:a16="http://schemas.microsoft.com/office/drawing/2014/main" id="{482C7504-421E-D68A-34F0-85F8AC519945}"/>
                </a:ext>
              </a:extLst>
            </p:cNvPr>
            <p:cNvSpPr/>
            <p:nvPr/>
          </p:nvSpPr>
          <p:spPr>
            <a:xfrm>
              <a:off x="2990750" y="2492500"/>
              <a:ext cx="1464325" cy="1724350"/>
            </a:xfrm>
            <a:custGeom>
              <a:avLst/>
              <a:gdLst/>
              <a:ahLst/>
              <a:cxnLst/>
              <a:rect l="l" t="t" r="r" b="b"/>
              <a:pathLst>
                <a:path w="58573" h="68974" extrusionOk="0">
                  <a:moveTo>
                    <a:pt x="29299" y="1"/>
                  </a:moveTo>
                  <a:cubicBezTo>
                    <a:pt x="13133" y="1"/>
                    <a:pt x="0" y="13159"/>
                    <a:pt x="0" y="29274"/>
                  </a:cubicBezTo>
                  <a:lnTo>
                    <a:pt x="201" y="65239"/>
                  </a:lnTo>
                  <a:cubicBezTo>
                    <a:pt x="928" y="66167"/>
                    <a:pt x="2757" y="67721"/>
                    <a:pt x="4612" y="68974"/>
                  </a:cubicBezTo>
                  <a:lnTo>
                    <a:pt x="53635" y="68974"/>
                  </a:lnTo>
                  <a:cubicBezTo>
                    <a:pt x="56692" y="66467"/>
                    <a:pt x="57870" y="65114"/>
                    <a:pt x="58246" y="64538"/>
                  </a:cubicBezTo>
                  <a:lnTo>
                    <a:pt x="58572" y="29274"/>
                  </a:lnTo>
                  <a:cubicBezTo>
                    <a:pt x="58572" y="13134"/>
                    <a:pt x="45439" y="1"/>
                    <a:pt x="2929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34">
              <a:extLst>
                <a:ext uri="{FF2B5EF4-FFF2-40B4-BE49-F238E27FC236}">
                  <a16:creationId xmlns:a16="http://schemas.microsoft.com/office/drawing/2014/main" id="{B1EB7212-5702-63CD-17BF-92E79E6ED7D2}"/>
                </a:ext>
              </a:extLst>
            </p:cNvPr>
            <p:cNvSpPr/>
            <p:nvPr/>
          </p:nvSpPr>
          <p:spPr>
            <a:xfrm>
              <a:off x="2817825" y="3984375"/>
              <a:ext cx="1822075" cy="419200"/>
            </a:xfrm>
            <a:custGeom>
              <a:avLst/>
              <a:gdLst/>
              <a:ahLst/>
              <a:cxnLst/>
              <a:rect l="l" t="t" r="r" b="b"/>
              <a:pathLst>
                <a:path w="72883" h="16768" extrusionOk="0">
                  <a:moveTo>
                    <a:pt x="72883" y="0"/>
                  </a:moveTo>
                  <a:lnTo>
                    <a:pt x="0" y="51"/>
                  </a:lnTo>
                  <a:lnTo>
                    <a:pt x="25" y="12281"/>
                  </a:lnTo>
                  <a:cubicBezTo>
                    <a:pt x="25" y="15962"/>
                    <a:pt x="6438" y="16370"/>
                    <a:pt x="8711" y="16370"/>
                  </a:cubicBezTo>
                  <a:cubicBezTo>
                    <a:pt x="9209" y="16370"/>
                    <a:pt x="9508" y="16350"/>
                    <a:pt x="9499" y="16341"/>
                  </a:cubicBezTo>
                  <a:lnTo>
                    <a:pt x="62908" y="16341"/>
                  </a:lnTo>
                  <a:cubicBezTo>
                    <a:pt x="62958" y="16266"/>
                    <a:pt x="72256" y="16767"/>
                    <a:pt x="72256" y="12281"/>
                  </a:cubicBezTo>
                  <a:lnTo>
                    <a:pt x="72883" y="0"/>
                  </a:lnTo>
                  <a:close/>
                </a:path>
              </a:pathLst>
            </a:custGeom>
            <a:solidFill>
              <a:srgbClr val="5595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34">
              <a:extLst>
                <a:ext uri="{FF2B5EF4-FFF2-40B4-BE49-F238E27FC236}">
                  <a16:creationId xmlns:a16="http://schemas.microsoft.com/office/drawing/2014/main" id="{A110F59E-EC79-218F-1ECA-451EB2589F29}"/>
                </a:ext>
              </a:extLst>
            </p:cNvPr>
            <p:cNvSpPr/>
            <p:nvPr/>
          </p:nvSpPr>
          <p:spPr>
            <a:xfrm>
              <a:off x="2817825" y="3984375"/>
              <a:ext cx="1822075" cy="419200"/>
            </a:xfrm>
            <a:custGeom>
              <a:avLst/>
              <a:gdLst/>
              <a:ahLst/>
              <a:cxnLst/>
              <a:rect l="l" t="t" r="r" b="b"/>
              <a:pathLst>
                <a:path w="72883" h="16768" extrusionOk="0">
                  <a:moveTo>
                    <a:pt x="72883" y="0"/>
                  </a:moveTo>
                  <a:lnTo>
                    <a:pt x="0" y="51"/>
                  </a:lnTo>
                  <a:lnTo>
                    <a:pt x="25" y="12281"/>
                  </a:lnTo>
                  <a:cubicBezTo>
                    <a:pt x="25" y="15962"/>
                    <a:pt x="6438" y="16370"/>
                    <a:pt x="8711" y="16370"/>
                  </a:cubicBezTo>
                  <a:cubicBezTo>
                    <a:pt x="9209" y="16370"/>
                    <a:pt x="9508" y="16350"/>
                    <a:pt x="9499" y="16341"/>
                  </a:cubicBezTo>
                  <a:lnTo>
                    <a:pt x="62908" y="16341"/>
                  </a:lnTo>
                  <a:cubicBezTo>
                    <a:pt x="62958" y="16266"/>
                    <a:pt x="72256" y="16767"/>
                    <a:pt x="72256" y="12281"/>
                  </a:cubicBezTo>
                  <a:lnTo>
                    <a:pt x="7288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34">
              <a:extLst>
                <a:ext uri="{FF2B5EF4-FFF2-40B4-BE49-F238E27FC236}">
                  <a16:creationId xmlns:a16="http://schemas.microsoft.com/office/drawing/2014/main" id="{8CD4C851-B010-72FB-864D-C9CE4CDF8B25}"/>
                </a:ext>
              </a:extLst>
            </p:cNvPr>
            <p:cNvSpPr/>
            <p:nvPr/>
          </p:nvSpPr>
          <p:spPr>
            <a:xfrm>
              <a:off x="2965050" y="4074600"/>
              <a:ext cx="198650" cy="198650"/>
            </a:xfrm>
            <a:custGeom>
              <a:avLst/>
              <a:gdLst/>
              <a:ahLst/>
              <a:cxnLst/>
              <a:rect l="l" t="t" r="r" b="b"/>
              <a:pathLst>
                <a:path w="7946" h="7946" extrusionOk="0">
                  <a:moveTo>
                    <a:pt x="3961" y="0"/>
                  </a:moveTo>
                  <a:cubicBezTo>
                    <a:pt x="1780" y="0"/>
                    <a:pt x="1" y="1780"/>
                    <a:pt x="1" y="3960"/>
                  </a:cubicBezTo>
                  <a:cubicBezTo>
                    <a:pt x="1" y="6166"/>
                    <a:pt x="1780" y="7945"/>
                    <a:pt x="3961" y="7945"/>
                  </a:cubicBezTo>
                  <a:cubicBezTo>
                    <a:pt x="6166" y="7945"/>
                    <a:pt x="7946" y="6166"/>
                    <a:pt x="7946" y="3960"/>
                  </a:cubicBezTo>
                  <a:cubicBezTo>
                    <a:pt x="7946" y="1780"/>
                    <a:pt x="6166" y="0"/>
                    <a:pt x="3961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34">
              <a:extLst>
                <a:ext uri="{FF2B5EF4-FFF2-40B4-BE49-F238E27FC236}">
                  <a16:creationId xmlns:a16="http://schemas.microsoft.com/office/drawing/2014/main" id="{C39BC928-EB5D-9249-0B31-9BC73B09235D}"/>
                </a:ext>
              </a:extLst>
            </p:cNvPr>
            <p:cNvSpPr/>
            <p:nvPr/>
          </p:nvSpPr>
          <p:spPr>
            <a:xfrm>
              <a:off x="2975700" y="4085875"/>
              <a:ext cx="176725" cy="176100"/>
            </a:xfrm>
            <a:custGeom>
              <a:avLst/>
              <a:gdLst/>
              <a:ahLst/>
              <a:cxnLst/>
              <a:rect l="l" t="t" r="r" b="b"/>
              <a:pathLst>
                <a:path w="7069" h="7044" extrusionOk="0">
                  <a:moveTo>
                    <a:pt x="3535" y="1"/>
                  </a:moveTo>
                  <a:cubicBezTo>
                    <a:pt x="1580" y="1"/>
                    <a:pt x="1" y="1580"/>
                    <a:pt x="1" y="3509"/>
                  </a:cubicBezTo>
                  <a:cubicBezTo>
                    <a:pt x="1" y="5464"/>
                    <a:pt x="1580" y="7043"/>
                    <a:pt x="3535" y="7043"/>
                  </a:cubicBezTo>
                  <a:cubicBezTo>
                    <a:pt x="5490" y="7043"/>
                    <a:pt x="7069" y="5464"/>
                    <a:pt x="7069" y="3509"/>
                  </a:cubicBezTo>
                  <a:cubicBezTo>
                    <a:pt x="7069" y="1580"/>
                    <a:pt x="5490" y="1"/>
                    <a:pt x="35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34">
              <a:extLst>
                <a:ext uri="{FF2B5EF4-FFF2-40B4-BE49-F238E27FC236}">
                  <a16:creationId xmlns:a16="http://schemas.microsoft.com/office/drawing/2014/main" id="{F74B6E3C-C319-8ED2-0C55-083E113EBF8A}"/>
                </a:ext>
              </a:extLst>
            </p:cNvPr>
            <p:cNvSpPr/>
            <p:nvPr/>
          </p:nvSpPr>
          <p:spPr>
            <a:xfrm>
              <a:off x="4270200" y="4074600"/>
              <a:ext cx="198650" cy="198650"/>
            </a:xfrm>
            <a:custGeom>
              <a:avLst/>
              <a:gdLst/>
              <a:ahLst/>
              <a:cxnLst/>
              <a:rect l="l" t="t" r="r" b="b"/>
              <a:pathLst>
                <a:path w="7946" h="7946" extrusionOk="0">
                  <a:moveTo>
                    <a:pt x="3961" y="0"/>
                  </a:moveTo>
                  <a:cubicBezTo>
                    <a:pt x="1780" y="0"/>
                    <a:pt x="1" y="1780"/>
                    <a:pt x="1" y="3960"/>
                  </a:cubicBezTo>
                  <a:cubicBezTo>
                    <a:pt x="1" y="6166"/>
                    <a:pt x="1780" y="7945"/>
                    <a:pt x="3961" y="7945"/>
                  </a:cubicBezTo>
                  <a:cubicBezTo>
                    <a:pt x="6166" y="7945"/>
                    <a:pt x="7946" y="6166"/>
                    <a:pt x="7946" y="3960"/>
                  </a:cubicBezTo>
                  <a:cubicBezTo>
                    <a:pt x="7946" y="1780"/>
                    <a:pt x="6166" y="0"/>
                    <a:pt x="3961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34">
              <a:extLst>
                <a:ext uri="{FF2B5EF4-FFF2-40B4-BE49-F238E27FC236}">
                  <a16:creationId xmlns:a16="http://schemas.microsoft.com/office/drawing/2014/main" id="{6DE5BA38-2A84-7E24-CB4E-80AB88581FCB}"/>
                </a:ext>
              </a:extLst>
            </p:cNvPr>
            <p:cNvSpPr/>
            <p:nvPr/>
          </p:nvSpPr>
          <p:spPr>
            <a:xfrm>
              <a:off x="4281475" y="4085875"/>
              <a:ext cx="176100" cy="176100"/>
            </a:xfrm>
            <a:custGeom>
              <a:avLst/>
              <a:gdLst/>
              <a:ahLst/>
              <a:cxnLst/>
              <a:rect l="l" t="t" r="r" b="b"/>
              <a:pathLst>
                <a:path w="7044" h="7044" extrusionOk="0">
                  <a:moveTo>
                    <a:pt x="3510" y="1"/>
                  </a:moveTo>
                  <a:cubicBezTo>
                    <a:pt x="1580" y="1"/>
                    <a:pt x="1" y="1580"/>
                    <a:pt x="1" y="3509"/>
                  </a:cubicBezTo>
                  <a:cubicBezTo>
                    <a:pt x="1" y="5464"/>
                    <a:pt x="1580" y="7043"/>
                    <a:pt x="3510" y="7043"/>
                  </a:cubicBezTo>
                  <a:cubicBezTo>
                    <a:pt x="5464" y="7043"/>
                    <a:pt x="7043" y="5464"/>
                    <a:pt x="7043" y="3509"/>
                  </a:cubicBezTo>
                  <a:cubicBezTo>
                    <a:pt x="7043" y="1580"/>
                    <a:pt x="5464" y="1"/>
                    <a:pt x="35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34">
              <a:extLst>
                <a:ext uri="{FF2B5EF4-FFF2-40B4-BE49-F238E27FC236}">
                  <a16:creationId xmlns:a16="http://schemas.microsoft.com/office/drawing/2014/main" id="{FFC48D83-2EFB-EAE0-7DC6-8551E539F472}"/>
                </a:ext>
              </a:extLst>
            </p:cNvPr>
            <p:cNvSpPr/>
            <p:nvPr/>
          </p:nvSpPr>
          <p:spPr>
            <a:xfrm>
              <a:off x="3237625" y="4080875"/>
              <a:ext cx="960550" cy="21325"/>
            </a:xfrm>
            <a:custGeom>
              <a:avLst/>
              <a:gdLst/>
              <a:ahLst/>
              <a:cxnLst/>
              <a:rect l="l" t="t" r="r" b="b"/>
              <a:pathLst>
                <a:path w="38422" h="853" extrusionOk="0">
                  <a:moveTo>
                    <a:pt x="401" y="0"/>
                  </a:moveTo>
                  <a:cubicBezTo>
                    <a:pt x="176" y="0"/>
                    <a:pt x="0" y="176"/>
                    <a:pt x="0" y="401"/>
                  </a:cubicBezTo>
                  <a:lnTo>
                    <a:pt x="0" y="451"/>
                  </a:lnTo>
                  <a:cubicBezTo>
                    <a:pt x="0" y="677"/>
                    <a:pt x="176" y="852"/>
                    <a:pt x="401" y="852"/>
                  </a:cubicBezTo>
                  <a:lnTo>
                    <a:pt x="38020" y="852"/>
                  </a:lnTo>
                  <a:cubicBezTo>
                    <a:pt x="38246" y="852"/>
                    <a:pt x="38421" y="677"/>
                    <a:pt x="38421" y="451"/>
                  </a:cubicBezTo>
                  <a:lnTo>
                    <a:pt x="38421" y="401"/>
                  </a:lnTo>
                  <a:cubicBezTo>
                    <a:pt x="38421" y="176"/>
                    <a:pt x="38246" y="0"/>
                    <a:pt x="38020" y="0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34">
              <a:extLst>
                <a:ext uri="{FF2B5EF4-FFF2-40B4-BE49-F238E27FC236}">
                  <a16:creationId xmlns:a16="http://schemas.microsoft.com/office/drawing/2014/main" id="{B2CDF52E-DAE8-361E-8F33-9BDD5FDFADCD}"/>
                </a:ext>
              </a:extLst>
            </p:cNvPr>
            <p:cNvSpPr/>
            <p:nvPr/>
          </p:nvSpPr>
          <p:spPr>
            <a:xfrm>
              <a:off x="3237625" y="4164825"/>
              <a:ext cx="960550" cy="20700"/>
            </a:xfrm>
            <a:custGeom>
              <a:avLst/>
              <a:gdLst/>
              <a:ahLst/>
              <a:cxnLst/>
              <a:rect l="l" t="t" r="r" b="b"/>
              <a:pathLst>
                <a:path w="38422" h="828" extrusionOk="0">
                  <a:moveTo>
                    <a:pt x="401" y="1"/>
                  </a:moveTo>
                  <a:cubicBezTo>
                    <a:pt x="176" y="1"/>
                    <a:pt x="0" y="176"/>
                    <a:pt x="0" y="402"/>
                  </a:cubicBezTo>
                  <a:lnTo>
                    <a:pt x="0" y="427"/>
                  </a:lnTo>
                  <a:cubicBezTo>
                    <a:pt x="0" y="652"/>
                    <a:pt x="176" y="828"/>
                    <a:pt x="401" y="828"/>
                  </a:cubicBezTo>
                  <a:lnTo>
                    <a:pt x="38020" y="828"/>
                  </a:lnTo>
                  <a:cubicBezTo>
                    <a:pt x="38246" y="828"/>
                    <a:pt x="38421" y="652"/>
                    <a:pt x="38421" y="427"/>
                  </a:cubicBezTo>
                  <a:lnTo>
                    <a:pt x="38421" y="402"/>
                  </a:lnTo>
                  <a:cubicBezTo>
                    <a:pt x="38421" y="176"/>
                    <a:pt x="38246" y="1"/>
                    <a:pt x="38020" y="1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34">
              <a:extLst>
                <a:ext uri="{FF2B5EF4-FFF2-40B4-BE49-F238E27FC236}">
                  <a16:creationId xmlns:a16="http://schemas.microsoft.com/office/drawing/2014/main" id="{50CBCF33-881B-A7E6-3904-440D7001A4C6}"/>
                </a:ext>
              </a:extLst>
            </p:cNvPr>
            <p:cNvSpPr/>
            <p:nvPr/>
          </p:nvSpPr>
          <p:spPr>
            <a:xfrm>
              <a:off x="3237625" y="4248150"/>
              <a:ext cx="960550" cy="20700"/>
            </a:xfrm>
            <a:custGeom>
              <a:avLst/>
              <a:gdLst/>
              <a:ahLst/>
              <a:cxnLst/>
              <a:rect l="l" t="t" r="r" b="b"/>
              <a:pathLst>
                <a:path w="38422" h="828" extrusionOk="0">
                  <a:moveTo>
                    <a:pt x="401" y="1"/>
                  </a:moveTo>
                  <a:cubicBezTo>
                    <a:pt x="176" y="1"/>
                    <a:pt x="0" y="176"/>
                    <a:pt x="0" y="402"/>
                  </a:cubicBezTo>
                  <a:lnTo>
                    <a:pt x="0" y="427"/>
                  </a:lnTo>
                  <a:cubicBezTo>
                    <a:pt x="0" y="653"/>
                    <a:pt x="176" y="828"/>
                    <a:pt x="401" y="828"/>
                  </a:cubicBezTo>
                  <a:lnTo>
                    <a:pt x="38020" y="828"/>
                  </a:lnTo>
                  <a:cubicBezTo>
                    <a:pt x="38246" y="828"/>
                    <a:pt x="38421" y="653"/>
                    <a:pt x="38421" y="427"/>
                  </a:cubicBezTo>
                  <a:lnTo>
                    <a:pt x="38421" y="402"/>
                  </a:lnTo>
                  <a:cubicBezTo>
                    <a:pt x="38421" y="176"/>
                    <a:pt x="38246" y="1"/>
                    <a:pt x="38020" y="1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34">
              <a:extLst>
                <a:ext uri="{FF2B5EF4-FFF2-40B4-BE49-F238E27FC236}">
                  <a16:creationId xmlns:a16="http://schemas.microsoft.com/office/drawing/2014/main" id="{B3A2BA08-7D9B-FD2C-FB62-1D9A26F14734}"/>
                </a:ext>
              </a:extLst>
            </p:cNvPr>
            <p:cNvSpPr/>
            <p:nvPr/>
          </p:nvSpPr>
          <p:spPr>
            <a:xfrm>
              <a:off x="3132975" y="3026350"/>
              <a:ext cx="1201175" cy="647275"/>
            </a:xfrm>
            <a:custGeom>
              <a:avLst/>
              <a:gdLst/>
              <a:ahLst/>
              <a:cxnLst/>
              <a:rect l="l" t="t" r="r" b="b"/>
              <a:pathLst>
                <a:path w="48047" h="25891" extrusionOk="0">
                  <a:moveTo>
                    <a:pt x="1329" y="0"/>
                  </a:moveTo>
                  <a:cubicBezTo>
                    <a:pt x="602" y="0"/>
                    <a:pt x="1" y="602"/>
                    <a:pt x="1" y="1329"/>
                  </a:cubicBezTo>
                  <a:lnTo>
                    <a:pt x="1" y="24562"/>
                  </a:lnTo>
                  <a:cubicBezTo>
                    <a:pt x="1" y="25314"/>
                    <a:pt x="602" y="25890"/>
                    <a:pt x="1329" y="25890"/>
                  </a:cubicBezTo>
                  <a:lnTo>
                    <a:pt x="46718" y="25890"/>
                  </a:lnTo>
                  <a:cubicBezTo>
                    <a:pt x="47445" y="25890"/>
                    <a:pt x="48046" y="25314"/>
                    <a:pt x="48046" y="24562"/>
                  </a:cubicBezTo>
                  <a:lnTo>
                    <a:pt x="48046" y="1329"/>
                  </a:lnTo>
                  <a:cubicBezTo>
                    <a:pt x="48046" y="602"/>
                    <a:pt x="47445" y="0"/>
                    <a:pt x="467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34">
              <a:extLst>
                <a:ext uri="{FF2B5EF4-FFF2-40B4-BE49-F238E27FC236}">
                  <a16:creationId xmlns:a16="http://schemas.microsoft.com/office/drawing/2014/main" id="{8D46BF32-28F5-36A2-EF4E-F84BE5DE89D8}"/>
                </a:ext>
              </a:extLst>
            </p:cNvPr>
            <p:cNvSpPr/>
            <p:nvPr/>
          </p:nvSpPr>
          <p:spPr>
            <a:xfrm>
              <a:off x="3362925" y="2733750"/>
              <a:ext cx="678600" cy="198625"/>
            </a:xfrm>
            <a:custGeom>
              <a:avLst/>
              <a:gdLst/>
              <a:ahLst/>
              <a:cxnLst/>
              <a:rect l="l" t="t" r="r" b="b"/>
              <a:pathLst>
                <a:path w="27144" h="7945" extrusionOk="0">
                  <a:moveTo>
                    <a:pt x="1580" y="0"/>
                  </a:moveTo>
                  <a:cubicBezTo>
                    <a:pt x="803" y="0"/>
                    <a:pt x="1" y="652"/>
                    <a:pt x="1" y="1479"/>
                  </a:cubicBezTo>
                  <a:lnTo>
                    <a:pt x="1" y="6441"/>
                  </a:lnTo>
                  <a:cubicBezTo>
                    <a:pt x="1" y="7268"/>
                    <a:pt x="803" y="7945"/>
                    <a:pt x="1580" y="7945"/>
                  </a:cubicBezTo>
                  <a:lnTo>
                    <a:pt x="25565" y="7945"/>
                  </a:lnTo>
                  <a:cubicBezTo>
                    <a:pt x="26342" y="7945"/>
                    <a:pt x="27144" y="7268"/>
                    <a:pt x="27144" y="6441"/>
                  </a:cubicBezTo>
                  <a:lnTo>
                    <a:pt x="27144" y="1479"/>
                  </a:lnTo>
                  <a:cubicBezTo>
                    <a:pt x="27144" y="652"/>
                    <a:pt x="26342" y="0"/>
                    <a:pt x="255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34">
              <a:extLst>
                <a:ext uri="{FF2B5EF4-FFF2-40B4-BE49-F238E27FC236}">
                  <a16:creationId xmlns:a16="http://schemas.microsoft.com/office/drawing/2014/main" id="{D5A3E2AE-49FF-E4D0-479F-A6E7D5F8BFF7}"/>
                </a:ext>
              </a:extLst>
            </p:cNvPr>
            <p:cNvSpPr/>
            <p:nvPr/>
          </p:nvSpPr>
          <p:spPr>
            <a:xfrm>
              <a:off x="3404275" y="2765075"/>
              <a:ext cx="21325" cy="125325"/>
            </a:xfrm>
            <a:custGeom>
              <a:avLst/>
              <a:gdLst/>
              <a:ahLst/>
              <a:cxnLst/>
              <a:rect l="l" t="t" r="r" b="b"/>
              <a:pathLst>
                <a:path w="853" h="5013" extrusionOk="0">
                  <a:moveTo>
                    <a:pt x="427" y="0"/>
                  </a:moveTo>
                  <a:cubicBezTo>
                    <a:pt x="201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201" y="5013"/>
                    <a:pt x="427" y="5013"/>
                  </a:cubicBezTo>
                  <a:cubicBezTo>
                    <a:pt x="652" y="5013"/>
                    <a:pt x="853" y="4837"/>
                    <a:pt x="853" y="4612"/>
                  </a:cubicBezTo>
                  <a:lnTo>
                    <a:pt x="853" y="426"/>
                  </a:lnTo>
                  <a:cubicBezTo>
                    <a:pt x="853" y="201"/>
                    <a:pt x="652" y="0"/>
                    <a:pt x="427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34">
              <a:extLst>
                <a:ext uri="{FF2B5EF4-FFF2-40B4-BE49-F238E27FC236}">
                  <a16:creationId xmlns:a16="http://schemas.microsoft.com/office/drawing/2014/main" id="{D544955E-EE11-2F8A-E3C2-B484F99F5C7D}"/>
                </a:ext>
              </a:extLst>
            </p:cNvPr>
            <p:cNvSpPr/>
            <p:nvPr/>
          </p:nvSpPr>
          <p:spPr>
            <a:xfrm>
              <a:off x="3456925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01" y="0"/>
                  </a:moveTo>
                  <a:cubicBezTo>
                    <a:pt x="176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176" y="5013"/>
                    <a:pt x="401" y="5013"/>
                  </a:cubicBezTo>
                  <a:cubicBezTo>
                    <a:pt x="652" y="5013"/>
                    <a:pt x="827" y="4837"/>
                    <a:pt x="827" y="4612"/>
                  </a:cubicBezTo>
                  <a:lnTo>
                    <a:pt x="827" y="426"/>
                  </a:lnTo>
                  <a:cubicBezTo>
                    <a:pt x="827" y="201"/>
                    <a:pt x="652" y="0"/>
                    <a:pt x="401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34">
              <a:extLst>
                <a:ext uri="{FF2B5EF4-FFF2-40B4-BE49-F238E27FC236}">
                  <a16:creationId xmlns:a16="http://schemas.microsoft.com/office/drawing/2014/main" id="{A3ACFD2F-1462-0039-8659-9E668AC3362E}"/>
                </a:ext>
              </a:extLst>
            </p:cNvPr>
            <p:cNvSpPr/>
            <p:nvPr/>
          </p:nvSpPr>
          <p:spPr>
            <a:xfrm>
              <a:off x="3508925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26" y="0"/>
                  </a:moveTo>
                  <a:cubicBezTo>
                    <a:pt x="176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176" y="5013"/>
                    <a:pt x="426" y="5013"/>
                  </a:cubicBezTo>
                  <a:cubicBezTo>
                    <a:pt x="652" y="5013"/>
                    <a:pt x="827" y="4837"/>
                    <a:pt x="827" y="4612"/>
                  </a:cubicBezTo>
                  <a:lnTo>
                    <a:pt x="827" y="426"/>
                  </a:lnTo>
                  <a:cubicBezTo>
                    <a:pt x="827" y="201"/>
                    <a:pt x="652" y="0"/>
                    <a:pt x="426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34">
              <a:extLst>
                <a:ext uri="{FF2B5EF4-FFF2-40B4-BE49-F238E27FC236}">
                  <a16:creationId xmlns:a16="http://schemas.microsoft.com/office/drawing/2014/main" id="{A4E1C8D9-8A0E-F774-74DA-FD5DC04F96F6}"/>
                </a:ext>
              </a:extLst>
            </p:cNvPr>
            <p:cNvSpPr/>
            <p:nvPr/>
          </p:nvSpPr>
          <p:spPr>
            <a:xfrm>
              <a:off x="3560925" y="2765075"/>
              <a:ext cx="21325" cy="125325"/>
            </a:xfrm>
            <a:custGeom>
              <a:avLst/>
              <a:gdLst/>
              <a:ahLst/>
              <a:cxnLst/>
              <a:rect l="l" t="t" r="r" b="b"/>
              <a:pathLst>
                <a:path w="853" h="5013" extrusionOk="0">
                  <a:moveTo>
                    <a:pt x="427" y="0"/>
                  </a:moveTo>
                  <a:cubicBezTo>
                    <a:pt x="201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201" y="5013"/>
                    <a:pt x="427" y="5013"/>
                  </a:cubicBezTo>
                  <a:cubicBezTo>
                    <a:pt x="652" y="5013"/>
                    <a:pt x="853" y="4837"/>
                    <a:pt x="853" y="4612"/>
                  </a:cubicBezTo>
                  <a:lnTo>
                    <a:pt x="853" y="426"/>
                  </a:lnTo>
                  <a:cubicBezTo>
                    <a:pt x="853" y="201"/>
                    <a:pt x="652" y="0"/>
                    <a:pt x="427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34">
              <a:extLst>
                <a:ext uri="{FF2B5EF4-FFF2-40B4-BE49-F238E27FC236}">
                  <a16:creationId xmlns:a16="http://schemas.microsoft.com/office/drawing/2014/main" id="{499669AE-65D7-B724-3DF5-856BBFE470E4}"/>
                </a:ext>
              </a:extLst>
            </p:cNvPr>
            <p:cNvSpPr/>
            <p:nvPr/>
          </p:nvSpPr>
          <p:spPr>
            <a:xfrm>
              <a:off x="3613550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02" y="0"/>
                  </a:moveTo>
                  <a:cubicBezTo>
                    <a:pt x="176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176" y="5013"/>
                    <a:pt x="402" y="5013"/>
                  </a:cubicBezTo>
                  <a:cubicBezTo>
                    <a:pt x="652" y="5013"/>
                    <a:pt x="828" y="4837"/>
                    <a:pt x="828" y="4612"/>
                  </a:cubicBezTo>
                  <a:lnTo>
                    <a:pt x="828" y="426"/>
                  </a:lnTo>
                  <a:cubicBezTo>
                    <a:pt x="828" y="201"/>
                    <a:pt x="652" y="0"/>
                    <a:pt x="402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34">
              <a:extLst>
                <a:ext uri="{FF2B5EF4-FFF2-40B4-BE49-F238E27FC236}">
                  <a16:creationId xmlns:a16="http://schemas.microsoft.com/office/drawing/2014/main" id="{EFFFBA4B-6967-420A-6509-9640BD1AF501}"/>
                </a:ext>
              </a:extLst>
            </p:cNvPr>
            <p:cNvSpPr/>
            <p:nvPr/>
          </p:nvSpPr>
          <p:spPr>
            <a:xfrm>
              <a:off x="3665575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26" y="0"/>
                  </a:moveTo>
                  <a:cubicBezTo>
                    <a:pt x="175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175" y="5013"/>
                    <a:pt x="426" y="5013"/>
                  </a:cubicBezTo>
                  <a:cubicBezTo>
                    <a:pt x="652" y="5013"/>
                    <a:pt x="827" y="4837"/>
                    <a:pt x="827" y="4612"/>
                  </a:cubicBezTo>
                  <a:lnTo>
                    <a:pt x="827" y="426"/>
                  </a:lnTo>
                  <a:cubicBezTo>
                    <a:pt x="827" y="201"/>
                    <a:pt x="652" y="0"/>
                    <a:pt x="426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34">
              <a:extLst>
                <a:ext uri="{FF2B5EF4-FFF2-40B4-BE49-F238E27FC236}">
                  <a16:creationId xmlns:a16="http://schemas.microsoft.com/office/drawing/2014/main" id="{7FE81A8E-B8E3-4D0B-E048-D422338F08CA}"/>
                </a:ext>
              </a:extLst>
            </p:cNvPr>
            <p:cNvSpPr/>
            <p:nvPr/>
          </p:nvSpPr>
          <p:spPr>
            <a:xfrm>
              <a:off x="3717575" y="2765075"/>
              <a:ext cx="21325" cy="125325"/>
            </a:xfrm>
            <a:custGeom>
              <a:avLst/>
              <a:gdLst/>
              <a:ahLst/>
              <a:cxnLst/>
              <a:rect l="l" t="t" r="r" b="b"/>
              <a:pathLst>
                <a:path w="853" h="5013" extrusionOk="0">
                  <a:moveTo>
                    <a:pt x="426" y="0"/>
                  </a:moveTo>
                  <a:cubicBezTo>
                    <a:pt x="201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201" y="5013"/>
                    <a:pt x="426" y="5013"/>
                  </a:cubicBezTo>
                  <a:cubicBezTo>
                    <a:pt x="652" y="5013"/>
                    <a:pt x="852" y="4837"/>
                    <a:pt x="852" y="4612"/>
                  </a:cubicBezTo>
                  <a:lnTo>
                    <a:pt x="852" y="426"/>
                  </a:lnTo>
                  <a:cubicBezTo>
                    <a:pt x="852" y="201"/>
                    <a:pt x="652" y="0"/>
                    <a:pt x="426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34">
              <a:extLst>
                <a:ext uri="{FF2B5EF4-FFF2-40B4-BE49-F238E27FC236}">
                  <a16:creationId xmlns:a16="http://schemas.microsoft.com/office/drawing/2014/main" id="{A5925029-9725-A789-1689-A927740B761B}"/>
                </a:ext>
              </a:extLst>
            </p:cNvPr>
            <p:cNvSpPr/>
            <p:nvPr/>
          </p:nvSpPr>
          <p:spPr>
            <a:xfrm>
              <a:off x="3770200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02" y="0"/>
                  </a:moveTo>
                  <a:cubicBezTo>
                    <a:pt x="176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176" y="5013"/>
                    <a:pt x="402" y="5013"/>
                  </a:cubicBezTo>
                  <a:cubicBezTo>
                    <a:pt x="652" y="5013"/>
                    <a:pt x="828" y="4837"/>
                    <a:pt x="828" y="4612"/>
                  </a:cubicBezTo>
                  <a:lnTo>
                    <a:pt x="828" y="426"/>
                  </a:lnTo>
                  <a:cubicBezTo>
                    <a:pt x="828" y="201"/>
                    <a:pt x="652" y="0"/>
                    <a:pt x="402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34">
              <a:extLst>
                <a:ext uri="{FF2B5EF4-FFF2-40B4-BE49-F238E27FC236}">
                  <a16:creationId xmlns:a16="http://schemas.microsoft.com/office/drawing/2014/main" id="{9CD58EA1-9B20-95DD-08B0-6BBDD077FFEB}"/>
                </a:ext>
              </a:extLst>
            </p:cNvPr>
            <p:cNvSpPr/>
            <p:nvPr/>
          </p:nvSpPr>
          <p:spPr>
            <a:xfrm>
              <a:off x="3822200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27" y="0"/>
                  </a:moveTo>
                  <a:cubicBezTo>
                    <a:pt x="176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176" y="5013"/>
                    <a:pt x="427" y="5013"/>
                  </a:cubicBezTo>
                  <a:cubicBezTo>
                    <a:pt x="652" y="5013"/>
                    <a:pt x="828" y="4837"/>
                    <a:pt x="828" y="4612"/>
                  </a:cubicBezTo>
                  <a:lnTo>
                    <a:pt x="828" y="426"/>
                  </a:lnTo>
                  <a:cubicBezTo>
                    <a:pt x="828" y="201"/>
                    <a:pt x="652" y="0"/>
                    <a:pt x="427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34">
              <a:extLst>
                <a:ext uri="{FF2B5EF4-FFF2-40B4-BE49-F238E27FC236}">
                  <a16:creationId xmlns:a16="http://schemas.microsoft.com/office/drawing/2014/main" id="{BF82DF2A-13F4-AA6A-0E1D-72F1E18D29E0}"/>
                </a:ext>
              </a:extLst>
            </p:cNvPr>
            <p:cNvSpPr/>
            <p:nvPr/>
          </p:nvSpPr>
          <p:spPr>
            <a:xfrm>
              <a:off x="3874200" y="2765075"/>
              <a:ext cx="21350" cy="125325"/>
            </a:xfrm>
            <a:custGeom>
              <a:avLst/>
              <a:gdLst/>
              <a:ahLst/>
              <a:cxnLst/>
              <a:rect l="l" t="t" r="r" b="b"/>
              <a:pathLst>
                <a:path w="854" h="5013" extrusionOk="0">
                  <a:moveTo>
                    <a:pt x="427" y="0"/>
                  </a:moveTo>
                  <a:cubicBezTo>
                    <a:pt x="201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201" y="5013"/>
                    <a:pt x="427" y="5013"/>
                  </a:cubicBezTo>
                  <a:cubicBezTo>
                    <a:pt x="653" y="5013"/>
                    <a:pt x="853" y="4837"/>
                    <a:pt x="853" y="4612"/>
                  </a:cubicBezTo>
                  <a:lnTo>
                    <a:pt x="853" y="426"/>
                  </a:lnTo>
                  <a:cubicBezTo>
                    <a:pt x="853" y="201"/>
                    <a:pt x="653" y="0"/>
                    <a:pt x="427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34">
              <a:extLst>
                <a:ext uri="{FF2B5EF4-FFF2-40B4-BE49-F238E27FC236}">
                  <a16:creationId xmlns:a16="http://schemas.microsoft.com/office/drawing/2014/main" id="{0CE772DA-1513-45AD-20A4-4E41DACE97C5}"/>
                </a:ext>
              </a:extLst>
            </p:cNvPr>
            <p:cNvSpPr/>
            <p:nvPr/>
          </p:nvSpPr>
          <p:spPr>
            <a:xfrm>
              <a:off x="3926850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01" y="0"/>
                  </a:moveTo>
                  <a:cubicBezTo>
                    <a:pt x="176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176" y="5013"/>
                    <a:pt x="401" y="5013"/>
                  </a:cubicBezTo>
                  <a:cubicBezTo>
                    <a:pt x="652" y="5013"/>
                    <a:pt x="827" y="4837"/>
                    <a:pt x="827" y="4612"/>
                  </a:cubicBezTo>
                  <a:lnTo>
                    <a:pt x="827" y="426"/>
                  </a:lnTo>
                  <a:cubicBezTo>
                    <a:pt x="827" y="201"/>
                    <a:pt x="652" y="0"/>
                    <a:pt x="401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34">
              <a:extLst>
                <a:ext uri="{FF2B5EF4-FFF2-40B4-BE49-F238E27FC236}">
                  <a16:creationId xmlns:a16="http://schemas.microsoft.com/office/drawing/2014/main" id="{269026F9-CD86-62CA-37ED-7DA401DB96A8}"/>
                </a:ext>
              </a:extLst>
            </p:cNvPr>
            <p:cNvSpPr/>
            <p:nvPr/>
          </p:nvSpPr>
          <p:spPr>
            <a:xfrm>
              <a:off x="3978850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26" y="0"/>
                  </a:moveTo>
                  <a:cubicBezTo>
                    <a:pt x="176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176" y="5013"/>
                    <a:pt x="426" y="5013"/>
                  </a:cubicBezTo>
                  <a:cubicBezTo>
                    <a:pt x="652" y="5013"/>
                    <a:pt x="828" y="4837"/>
                    <a:pt x="828" y="4612"/>
                  </a:cubicBezTo>
                  <a:lnTo>
                    <a:pt x="828" y="426"/>
                  </a:lnTo>
                  <a:cubicBezTo>
                    <a:pt x="828" y="201"/>
                    <a:pt x="652" y="0"/>
                    <a:pt x="426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34">
              <a:extLst>
                <a:ext uri="{FF2B5EF4-FFF2-40B4-BE49-F238E27FC236}">
                  <a16:creationId xmlns:a16="http://schemas.microsoft.com/office/drawing/2014/main" id="{0A927D06-4442-6C16-C159-F16D00363945}"/>
                </a:ext>
              </a:extLst>
            </p:cNvPr>
            <p:cNvSpPr/>
            <p:nvPr/>
          </p:nvSpPr>
          <p:spPr>
            <a:xfrm>
              <a:off x="3344125" y="3273225"/>
              <a:ext cx="193650" cy="193625"/>
            </a:xfrm>
            <a:custGeom>
              <a:avLst/>
              <a:gdLst/>
              <a:ahLst/>
              <a:cxnLst/>
              <a:rect l="l" t="t" r="r" b="b"/>
              <a:pathLst>
                <a:path w="7746" h="7745" fill="none" extrusionOk="0">
                  <a:moveTo>
                    <a:pt x="1" y="0"/>
                  </a:moveTo>
                  <a:lnTo>
                    <a:pt x="7745" y="7745"/>
                  </a:lnTo>
                </a:path>
              </a:pathLst>
            </a:custGeom>
            <a:noFill/>
            <a:ln w="20675" cap="flat" cmpd="sng">
              <a:solidFill>
                <a:srgbClr val="FCFCFC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34">
              <a:extLst>
                <a:ext uri="{FF2B5EF4-FFF2-40B4-BE49-F238E27FC236}">
                  <a16:creationId xmlns:a16="http://schemas.microsoft.com/office/drawing/2014/main" id="{C6C95707-9342-5B95-C2C7-E4F17391E812}"/>
                </a:ext>
              </a:extLst>
            </p:cNvPr>
            <p:cNvSpPr/>
            <p:nvPr/>
          </p:nvSpPr>
          <p:spPr>
            <a:xfrm>
              <a:off x="3555275" y="3191775"/>
              <a:ext cx="355925" cy="355900"/>
            </a:xfrm>
            <a:custGeom>
              <a:avLst/>
              <a:gdLst/>
              <a:ahLst/>
              <a:cxnLst/>
              <a:rect l="l" t="t" r="r" b="b"/>
              <a:pathLst>
                <a:path w="14237" h="14236" fill="none" extrusionOk="0">
                  <a:moveTo>
                    <a:pt x="1" y="0"/>
                  </a:moveTo>
                  <a:lnTo>
                    <a:pt x="14237" y="14236"/>
                  </a:lnTo>
                </a:path>
              </a:pathLst>
            </a:custGeom>
            <a:noFill/>
            <a:ln w="20675" cap="flat" cmpd="sng">
              <a:solidFill>
                <a:srgbClr val="FCFCFC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34">
              <a:extLst>
                <a:ext uri="{FF2B5EF4-FFF2-40B4-BE49-F238E27FC236}">
                  <a16:creationId xmlns:a16="http://schemas.microsoft.com/office/drawing/2014/main" id="{E47A425E-F6D9-1E73-AC18-D51109163104}"/>
                </a:ext>
              </a:extLst>
            </p:cNvPr>
            <p:cNvSpPr/>
            <p:nvPr/>
          </p:nvSpPr>
          <p:spPr>
            <a:xfrm>
              <a:off x="3928725" y="3273225"/>
              <a:ext cx="194250" cy="193625"/>
            </a:xfrm>
            <a:custGeom>
              <a:avLst/>
              <a:gdLst/>
              <a:ahLst/>
              <a:cxnLst/>
              <a:rect l="l" t="t" r="r" b="b"/>
              <a:pathLst>
                <a:path w="7770" h="7745" fill="none" extrusionOk="0">
                  <a:moveTo>
                    <a:pt x="0" y="0"/>
                  </a:moveTo>
                  <a:lnTo>
                    <a:pt x="7770" y="7745"/>
                  </a:lnTo>
                </a:path>
              </a:pathLst>
            </a:custGeom>
            <a:noFill/>
            <a:ln w="20675" cap="flat" cmpd="sng">
              <a:solidFill>
                <a:srgbClr val="FCFCFC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34">
              <a:extLst>
                <a:ext uri="{FF2B5EF4-FFF2-40B4-BE49-F238E27FC236}">
                  <a16:creationId xmlns:a16="http://schemas.microsoft.com/office/drawing/2014/main" id="{041014D6-75A5-72E2-D19A-0454A86156DD}"/>
                </a:ext>
              </a:extLst>
            </p:cNvPr>
            <p:cNvSpPr/>
            <p:nvPr/>
          </p:nvSpPr>
          <p:spPr>
            <a:xfrm>
              <a:off x="3132975" y="3788875"/>
              <a:ext cx="177350" cy="94025"/>
            </a:xfrm>
            <a:custGeom>
              <a:avLst/>
              <a:gdLst/>
              <a:ahLst/>
              <a:cxnLst/>
              <a:rect l="l" t="t" r="r" b="b"/>
              <a:pathLst>
                <a:path w="7094" h="3761" extrusionOk="0">
                  <a:moveTo>
                    <a:pt x="1254" y="1"/>
                  </a:moveTo>
                  <a:cubicBezTo>
                    <a:pt x="552" y="1"/>
                    <a:pt x="1" y="552"/>
                    <a:pt x="1" y="1254"/>
                  </a:cubicBezTo>
                  <a:lnTo>
                    <a:pt x="1" y="2507"/>
                  </a:lnTo>
                  <a:cubicBezTo>
                    <a:pt x="1" y="3184"/>
                    <a:pt x="552" y="3760"/>
                    <a:pt x="1254" y="3760"/>
                  </a:cubicBezTo>
                  <a:lnTo>
                    <a:pt x="5840" y="3760"/>
                  </a:lnTo>
                  <a:cubicBezTo>
                    <a:pt x="6542" y="3760"/>
                    <a:pt x="7093" y="3184"/>
                    <a:pt x="7093" y="2507"/>
                  </a:cubicBezTo>
                  <a:lnTo>
                    <a:pt x="7093" y="1254"/>
                  </a:lnTo>
                  <a:cubicBezTo>
                    <a:pt x="7093" y="552"/>
                    <a:pt x="6542" y="1"/>
                    <a:pt x="584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34">
              <a:extLst>
                <a:ext uri="{FF2B5EF4-FFF2-40B4-BE49-F238E27FC236}">
                  <a16:creationId xmlns:a16="http://schemas.microsoft.com/office/drawing/2014/main" id="{4DA7E56C-2686-5ED2-7154-4919751772DF}"/>
                </a:ext>
              </a:extLst>
            </p:cNvPr>
            <p:cNvSpPr/>
            <p:nvPr/>
          </p:nvSpPr>
          <p:spPr>
            <a:xfrm>
              <a:off x="4156175" y="3788875"/>
              <a:ext cx="177975" cy="94025"/>
            </a:xfrm>
            <a:custGeom>
              <a:avLst/>
              <a:gdLst/>
              <a:ahLst/>
              <a:cxnLst/>
              <a:rect l="l" t="t" r="r" b="b"/>
              <a:pathLst>
                <a:path w="7119" h="3761" extrusionOk="0">
                  <a:moveTo>
                    <a:pt x="1253" y="1"/>
                  </a:moveTo>
                  <a:cubicBezTo>
                    <a:pt x="577" y="1"/>
                    <a:pt x="0" y="552"/>
                    <a:pt x="0" y="1254"/>
                  </a:cubicBezTo>
                  <a:lnTo>
                    <a:pt x="0" y="2507"/>
                  </a:lnTo>
                  <a:cubicBezTo>
                    <a:pt x="0" y="3184"/>
                    <a:pt x="577" y="3760"/>
                    <a:pt x="1253" y="3760"/>
                  </a:cubicBezTo>
                  <a:lnTo>
                    <a:pt x="5865" y="3760"/>
                  </a:lnTo>
                  <a:cubicBezTo>
                    <a:pt x="6542" y="3760"/>
                    <a:pt x="7118" y="3184"/>
                    <a:pt x="7118" y="2507"/>
                  </a:cubicBezTo>
                  <a:lnTo>
                    <a:pt x="7118" y="1254"/>
                  </a:lnTo>
                  <a:cubicBezTo>
                    <a:pt x="7118" y="552"/>
                    <a:pt x="6542" y="1"/>
                    <a:pt x="58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34">
              <a:extLst>
                <a:ext uri="{FF2B5EF4-FFF2-40B4-BE49-F238E27FC236}">
                  <a16:creationId xmlns:a16="http://schemas.microsoft.com/office/drawing/2014/main" id="{73AD8862-17CB-289F-75DD-6473B78D255B}"/>
                </a:ext>
              </a:extLst>
            </p:cNvPr>
            <p:cNvSpPr/>
            <p:nvPr/>
          </p:nvSpPr>
          <p:spPr>
            <a:xfrm>
              <a:off x="3341625" y="3798900"/>
              <a:ext cx="783250" cy="21325"/>
            </a:xfrm>
            <a:custGeom>
              <a:avLst/>
              <a:gdLst/>
              <a:ahLst/>
              <a:cxnLst/>
              <a:rect l="l" t="t" r="r" b="b"/>
              <a:pathLst>
                <a:path w="31330" h="853" extrusionOk="0">
                  <a:moveTo>
                    <a:pt x="427" y="1"/>
                  </a:moveTo>
                  <a:cubicBezTo>
                    <a:pt x="201" y="1"/>
                    <a:pt x="1" y="201"/>
                    <a:pt x="1" y="427"/>
                  </a:cubicBezTo>
                  <a:cubicBezTo>
                    <a:pt x="1" y="652"/>
                    <a:pt x="201" y="853"/>
                    <a:pt x="427" y="853"/>
                  </a:cubicBezTo>
                  <a:lnTo>
                    <a:pt x="30928" y="853"/>
                  </a:lnTo>
                  <a:cubicBezTo>
                    <a:pt x="31154" y="853"/>
                    <a:pt x="31329" y="652"/>
                    <a:pt x="31329" y="427"/>
                  </a:cubicBezTo>
                  <a:cubicBezTo>
                    <a:pt x="31329" y="201"/>
                    <a:pt x="31154" y="1"/>
                    <a:pt x="309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34">
              <a:extLst>
                <a:ext uri="{FF2B5EF4-FFF2-40B4-BE49-F238E27FC236}">
                  <a16:creationId xmlns:a16="http://schemas.microsoft.com/office/drawing/2014/main" id="{6DBA8696-06B5-A9B6-7633-EA0A21610BDC}"/>
                </a:ext>
              </a:extLst>
            </p:cNvPr>
            <p:cNvSpPr/>
            <p:nvPr/>
          </p:nvSpPr>
          <p:spPr>
            <a:xfrm>
              <a:off x="3341625" y="3851550"/>
              <a:ext cx="783250" cy="20700"/>
            </a:xfrm>
            <a:custGeom>
              <a:avLst/>
              <a:gdLst/>
              <a:ahLst/>
              <a:cxnLst/>
              <a:rect l="l" t="t" r="r" b="b"/>
              <a:pathLst>
                <a:path w="31330" h="828" extrusionOk="0">
                  <a:moveTo>
                    <a:pt x="427" y="0"/>
                  </a:moveTo>
                  <a:cubicBezTo>
                    <a:pt x="201" y="0"/>
                    <a:pt x="1" y="176"/>
                    <a:pt x="1" y="401"/>
                  </a:cubicBezTo>
                  <a:cubicBezTo>
                    <a:pt x="1" y="652"/>
                    <a:pt x="201" y="827"/>
                    <a:pt x="427" y="827"/>
                  </a:cubicBezTo>
                  <a:lnTo>
                    <a:pt x="30928" y="827"/>
                  </a:lnTo>
                  <a:cubicBezTo>
                    <a:pt x="31154" y="827"/>
                    <a:pt x="31329" y="652"/>
                    <a:pt x="31329" y="401"/>
                  </a:cubicBezTo>
                  <a:cubicBezTo>
                    <a:pt x="31329" y="176"/>
                    <a:pt x="31154" y="0"/>
                    <a:pt x="30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30" name="Google Shape;1330;p34">
              <a:extLst>
                <a:ext uri="{FF2B5EF4-FFF2-40B4-BE49-F238E27FC236}">
                  <a16:creationId xmlns:a16="http://schemas.microsoft.com/office/drawing/2014/main" id="{346E26C7-D646-CDF8-EF61-632F622AF98B}"/>
                </a:ext>
              </a:extLst>
            </p:cNvPr>
            <p:cNvGrpSpPr/>
            <p:nvPr/>
          </p:nvGrpSpPr>
          <p:grpSpPr>
            <a:xfrm>
              <a:off x="3748900" y="238125"/>
              <a:ext cx="2662950" cy="5224975"/>
              <a:chOff x="3748900" y="238125"/>
              <a:chExt cx="2662950" cy="5224975"/>
            </a:xfrm>
          </p:grpSpPr>
          <p:sp>
            <p:nvSpPr>
              <p:cNvPr id="1331" name="Google Shape;1331;p34">
                <a:extLst>
                  <a:ext uri="{FF2B5EF4-FFF2-40B4-BE49-F238E27FC236}">
                    <a16:creationId xmlns:a16="http://schemas.microsoft.com/office/drawing/2014/main" id="{C4A7120A-0FBD-877F-2F01-9AA9F1503028}"/>
                  </a:ext>
                </a:extLst>
              </p:cNvPr>
              <p:cNvSpPr/>
              <p:nvPr/>
            </p:nvSpPr>
            <p:spPr>
              <a:xfrm>
                <a:off x="4036500" y="1009425"/>
                <a:ext cx="400400" cy="188625"/>
              </a:xfrm>
              <a:custGeom>
                <a:avLst/>
                <a:gdLst/>
                <a:ahLst/>
                <a:cxnLst/>
                <a:rect l="l" t="t" r="r" b="b"/>
                <a:pathLst>
                  <a:path w="16016" h="7545" extrusionOk="0">
                    <a:moveTo>
                      <a:pt x="8020" y="0"/>
                    </a:moveTo>
                    <a:cubicBezTo>
                      <a:pt x="3735" y="0"/>
                      <a:pt x="251" y="3334"/>
                      <a:pt x="0" y="7544"/>
                    </a:cubicBezTo>
                    <a:lnTo>
                      <a:pt x="16015" y="7544"/>
                    </a:lnTo>
                    <a:cubicBezTo>
                      <a:pt x="15765" y="3334"/>
                      <a:pt x="12281" y="0"/>
                      <a:pt x="8020" y="0"/>
                    </a:cubicBezTo>
                    <a:close/>
                  </a:path>
                </a:pathLst>
              </a:custGeom>
              <a:solidFill>
                <a:srgbClr val="CBE5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Google Shape;1332;p34">
                <a:extLst>
                  <a:ext uri="{FF2B5EF4-FFF2-40B4-BE49-F238E27FC236}">
                    <a16:creationId xmlns:a16="http://schemas.microsoft.com/office/drawing/2014/main" id="{A3A65A30-5D4C-1D3E-DF4C-41AB2795F3BF}"/>
                  </a:ext>
                </a:extLst>
              </p:cNvPr>
              <p:cNvSpPr/>
              <p:nvPr/>
            </p:nvSpPr>
            <p:spPr>
              <a:xfrm>
                <a:off x="3748900" y="238125"/>
                <a:ext cx="2662950" cy="1755025"/>
              </a:xfrm>
              <a:custGeom>
                <a:avLst/>
                <a:gdLst/>
                <a:ahLst/>
                <a:cxnLst/>
                <a:rect l="l" t="t" r="r" b="b"/>
                <a:pathLst>
                  <a:path w="106518" h="70201" extrusionOk="0">
                    <a:moveTo>
                      <a:pt x="0" y="0"/>
                    </a:moveTo>
                    <a:lnTo>
                      <a:pt x="89023" y="70201"/>
                    </a:lnTo>
                    <a:lnTo>
                      <a:pt x="106517" y="70201"/>
                    </a:lnTo>
                    <a:lnTo>
                      <a:pt x="106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Google Shape;1333;p34">
                <a:extLst>
                  <a:ext uri="{FF2B5EF4-FFF2-40B4-BE49-F238E27FC236}">
                    <a16:creationId xmlns:a16="http://schemas.microsoft.com/office/drawing/2014/main" id="{0866795E-FFA9-6BC0-3A65-AF2C4E70115E}"/>
                  </a:ext>
                </a:extLst>
              </p:cNvPr>
              <p:cNvSpPr/>
              <p:nvPr/>
            </p:nvSpPr>
            <p:spPr>
              <a:xfrm>
                <a:off x="3790875" y="394750"/>
                <a:ext cx="2381000" cy="981875"/>
              </a:xfrm>
              <a:custGeom>
                <a:avLst/>
                <a:gdLst/>
                <a:ahLst/>
                <a:cxnLst/>
                <a:rect l="l" t="t" r="r" b="b"/>
                <a:pathLst>
                  <a:path w="95240" h="39275" extrusionOk="0">
                    <a:moveTo>
                      <a:pt x="1" y="1"/>
                    </a:moveTo>
                    <a:lnTo>
                      <a:pt x="1" y="39274"/>
                    </a:lnTo>
                    <a:lnTo>
                      <a:pt x="95239" y="39274"/>
                    </a:lnTo>
                    <a:lnTo>
                      <a:pt x="9523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Google Shape;1334;p34">
                <a:extLst>
                  <a:ext uri="{FF2B5EF4-FFF2-40B4-BE49-F238E27FC236}">
                    <a16:creationId xmlns:a16="http://schemas.microsoft.com/office/drawing/2014/main" id="{6EBDD361-9732-EF6C-8ABA-CA2A2E772C12}"/>
                  </a:ext>
                </a:extLst>
              </p:cNvPr>
              <p:cNvSpPr/>
              <p:nvPr/>
            </p:nvSpPr>
            <p:spPr>
              <a:xfrm>
                <a:off x="4124850" y="248775"/>
                <a:ext cx="94000" cy="448650"/>
              </a:xfrm>
              <a:custGeom>
                <a:avLst/>
                <a:gdLst/>
                <a:ahLst/>
                <a:cxnLst/>
                <a:rect l="l" t="t" r="r" b="b"/>
                <a:pathLst>
                  <a:path w="3760" h="17946" extrusionOk="0">
                    <a:moveTo>
                      <a:pt x="0" y="0"/>
                    </a:moveTo>
                    <a:lnTo>
                      <a:pt x="0" y="17945"/>
                    </a:lnTo>
                    <a:lnTo>
                      <a:pt x="3759" y="17945"/>
                    </a:lnTo>
                    <a:lnTo>
                      <a:pt x="37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Google Shape;1335;p34">
                <a:extLst>
                  <a:ext uri="{FF2B5EF4-FFF2-40B4-BE49-F238E27FC236}">
                    <a16:creationId xmlns:a16="http://schemas.microsoft.com/office/drawing/2014/main" id="{B588E626-6B22-157D-183E-F84EA6CAEED9}"/>
                  </a:ext>
                </a:extLst>
              </p:cNvPr>
              <p:cNvSpPr/>
              <p:nvPr/>
            </p:nvSpPr>
            <p:spPr>
              <a:xfrm>
                <a:off x="5659925" y="248775"/>
                <a:ext cx="94025" cy="448650"/>
              </a:xfrm>
              <a:custGeom>
                <a:avLst/>
                <a:gdLst/>
                <a:ahLst/>
                <a:cxnLst/>
                <a:rect l="l" t="t" r="r" b="b"/>
                <a:pathLst>
                  <a:path w="3761" h="17946" extrusionOk="0">
                    <a:moveTo>
                      <a:pt x="1" y="0"/>
                    </a:moveTo>
                    <a:lnTo>
                      <a:pt x="1" y="17945"/>
                    </a:lnTo>
                    <a:lnTo>
                      <a:pt x="3760" y="17945"/>
                    </a:lnTo>
                    <a:lnTo>
                      <a:pt x="37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Google Shape;1336;p34">
                <a:extLst>
                  <a:ext uri="{FF2B5EF4-FFF2-40B4-BE49-F238E27FC236}">
                    <a16:creationId xmlns:a16="http://schemas.microsoft.com/office/drawing/2014/main" id="{A1521747-604B-B144-6332-1F211A0F257A}"/>
                  </a:ext>
                </a:extLst>
              </p:cNvPr>
              <p:cNvSpPr/>
              <p:nvPr/>
            </p:nvSpPr>
            <p:spPr>
              <a:xfrm>
                <a:off x="3895525" y="501275"/>
                <a:ext cx="2171700" cy="770075"/>
              </a:xfrm>
              <a:custGeom>
                <a:avLst/>
                <a:gdLst/>
                <a:ahLst/>
                <a:cxnLst/>
                <a:rect l="l" t="t" r="r" b="b"/>
                <a:pathLst>
                  <a:path w="86868" h="30803" extrusionOk="0">
                    <a:moveTo>
                      <a:pt x="0" y="0"/>
                    </a:moveTo>
                    <a:lnTo>
                      <a:pt x="0" y="30803"/>
                    </a:lnTo>
                    <a:lnTo>
                      <a:pt x="86868" y="30803"/>
                    </a:lnTo>
                    <a:lnTo>
                      <a:pt x="8686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Google Shape;1337;p34">
                <a:extLst>
                  <a:ext uri="{FF2B5EF4-FFF2-40B4-BE49-F238E27FC236}">
                    <a16:creationId xmlns:a16="http://schemas.microsoft.com/office/drawing/2014/main" id="{F1D57DF5-BE9D-400A-EDF1-4CB0A6A4669B}"/>
                  </a:ext>
                </a:extLst>
              </p:cNvPr>
              <p:cNvSpPr/>
              <p:nvPr/>
            </p:nvSpPr>
            <p:spPr>
              <a:xfrm>
                <a:off x="4452525" y="666675"/>
                <a:ext cx="133500" cy="151050"/>
              </a:xfrm>
              <a:custGeom>
                <a:avLst/>
                <a:gdLst/>
                <a:ahLst/>
                <a:cxnLst/>
                <a:rect l="l" t="t" r="r" b="b"/>
                <a:pathLst>
                  <a:path w="5340" h="6042" extrusionOk="0">
                    <a:moveTo>
                      <a:pt x="2933" y="1"/>
                    </a:moveTo>
                    <a:cubicBezTo>
                      <a:pt x="2457" y="1"/>
                      <a:pt x="2056" y="101"/>
                      <a:pt x="1680" y="277"/>
                    </a:cubicBezTo>
                    <a:cubicBezTo>
                      <a:pt x="1329" y="452"/>
                      <a:pt x="1028" y="678"/>
                      <a:pt x="778" y="953"/>
                    </a:cubicBezTo>
                    <a:cubicBezTo>
                      <a:pt x="527" y="1229"/>
                      <a:pt x="327" y="1555"/>
                      <a:pt x="201" y="1906"/>
                    </a:cubicBezTo>
                    <a:cubicBezTo>
                      <a:pt x="51" y="2257"/>
                      <a:pt x="1" y="2607"/>
                      <a:pt x="1" y="2983"/>
                    </a:cubicBezTo>
                    <a:cubicBezTo>
                      <a:pt x="1" y="3359"/>
                      <a:pt x="76" y="3735"/>
                      <a:pt x="201" y="4086"/>
                    </a:cubicBezTo>
                    <a:cubicBezTo>
                      <a:pt x="352" y="4462"/>
                      <a:pt x="552" y="4788"/>
                      <a:pt x="803" y="5089"/>
                    </a:cubicBezTo>
                    <a:cubicBezTo>
                      <a:pt x="1054" y="5364"/>
                      <a:pt x="1354" y="5590"/>
                      <a:pt x="1705" y="5765"/>
                    </a:cubicBezTo>
                    <a:cubicBezTo>
                      <a:pt x="2056" y="5941"/>
                      <a:pt x="2457" y="6041"/>
                      <a:pt x="2883" y="6041"/>
                    </a:cubicBezTo>
                    <a:cubicBezTo>
                      <a:pt x="3134" y="6041"/>
                      <a:pt x="3359" y="6016"/>
                      <a:pt x="3610" y="5941"/>
                    </a:cubicBezTo>
                    <a:cubicBezTo>
                      <a:pt x="3861" y="5891"/>
                      <a:pt x="4111" y="5790"/>
                      <a:pt x="4312" y="5690"/>
                    </a:cubicBezTo>
                    <a:cubicBezTo>
                      <a:pt x="4537" y="5565"/>
                      <a:pt x="4738" y="5415"/>
                      <a:pt x="4913" y="5264"/>
                    </a:cubicBezTo>
                    <a:cubicBezTo>
                      <a:pt x="5089" y="5089"/>
                      <a:pt x="5239" y="4888"/>
                      <a:pt x="5339" y="4663"/>
                    </a:cubicBezTo>
                    <a:lnTo>
                      <a:pt x="4387" y="4111"/>
                    </a:lnTo>
                    <a:cubicBezTo>
                      <a:pt x="4312" y="4287"/>
                      <a:pt x="4237" y="4412"/>
                      <a:pt x="4111" y="4537"/>
                    </a:cubicBezTo>
                    <a:cubicBezTo>
                      <a:pt x="4011" y="4638"/>
                      <a:pt x="3886" y="4738"/>
                      <a:pt x="3735" y="4813"/>
                    </a:cubicBezTo>
                    <a:cubicBezTo>
                      <a:pt x="3610" y="4888"/>
                      <a:pt x="3485" y="4938"/>
                      <a:pt x="3334" y="4963"/>
                    </a:cubicBezTo>
                    <a:cubicBezTo>
                      <a:pt x="3184" y="5014"/>
                      <a:pt x="3059" y="5014"/>
                      <a:pt x="2908" y="5014"/>
                    </a:cubicBezTo>
                    <a:cubicBezTo>
                      <a:pt x="2658" y="5014"/>
                      <a:pt x="2432" y="4963"/>
                      <a:pt x="2206" y="4863"/>
                    </a:cubicBezTo>
                    <a:cubicBezTo>
                      <a:pt x="1981" y="4738"/>
                      <a:pt x="1805" y="4587"/>
                      <a:pt x="1655" y="4412"/>
                    </a:cubicBezTo>
                    <a:cubicBezTo>
                      <a:pt x="1505" y="4211"/>
                      <a:pt x="1379" y="4011"/>
                      <a:pt x="1304" y="3760"/>
                    </a:cubicBezTo>
                    <a:cubicBezTo>
                      <a:pt x="1204" y="3535"/>
                      <a:pt x="1179" y="3259"/>
                      <a:pt x="1179" y="3008"/>
                    </a:cubicBezTo>
                    <a:cubicBezTo>
                      <a:pt x="1179" y="2783"/>
                      <a:pt x="1204" y="2532"/>
                      <a:pt x="1279" y="2307"/>
                    </a:cubicBezTo>
                    <a:cubicBezTo>
                      <a:pt x="1354" y="2056"/>
                      <a:pt x="1455" y="1856"/>
                      <a:pt x="1605" y="1655"/>
                    </a:cubicBezTo>
                    <a:cubicBezTo>
                      <a:pt x="1755" y="1480"/>
                      <a:pt x="1931" y="1329"/>
                      <a:pt x="2131" y="1204"/>
                    </a:cubicBezTo>
                    <a:cubicBezTo>
                      <a:pt x="2357" y="1079"/>
                      <a:pt x="2607" y="1029"/>
                      <a:pt x="2908" y="1029"/>
                    </a:cubicBezTo>
                    <a:cubicBezTo>
                      <a:pt x="3033" y="1029"/>
                      <a:pt x="3159" y="1054"/>
                      <a:pt x="3309" y="1079"/>
                    </a:cubicBezTo>
                    <a:cubicBezTo>
                      <a:pt x="3460" y="1104"/>
                      <a:pt x="3585" y="1154"/>
                      <a:pt x="3710" y="1229"/>
                    </a:cubicBezTo>
                    <a:cubicBezTo>
                      <a:pt x="3836" y="1279"/>
                      <a:pt x="3961" y="1379"/>
                      <a:pt x="4061" y="1505"/>
                    </a:cubicBezTo>
                    <a:cubicBezTo>
                      <a:pt x="4186" y="1605"/>
                      <a:pt x="4287" y="1755"/>
                      <a:pt x="4362" y="1931"/>
                    </a:cubicBezTo>
                    <a:lnTo>
                      <a:pt x="5239" y="1304"/>
                    </a:lnTo>
                    <a:cubicBezTo>
                      <a:pt x="5039" y="928"/>
                      <a:pt x="4738" y="602"/>
                      <a:pt x="4337" y="377"/>
                    </a:cubicBezTo>
                    <a:cubicBezTo>
                      <a:pt x="3961" y="126"/>
                      <a:pt x="3485" y="1"/>
                      <a:pt x="29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Google Shape;1338;p34">
                <a:extLst>
                  <a:ext uri="{FF2B5EF4-FFF2-40B4-BE49-F238E27FC236}">
                    <a16:creationId xmlns:a16="http://schemas.microsoft.com/office/drawing/2014/main" id="{B2572A4D-9FB8-54A5-D9EC-F5B474DD1BC9}"/>
                  </a:ext>
                </a:extLst>
              </p:cNvPr>
              <p:cNvSpPr/>
              <p:nvPr/>
            </p:nvSpPr>
            <p:spPr>
              <a:xfrm>
                <a:off x="4621700" y="667950"/>
                <a:ext cx="103425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4137" h="5940" extrusionOk="0">
                    <a:moveTo>
                      <a:pt x="1" y="0"/>
                    </a:moveTo>
                    <a:lnTo>
                      <a:pt x="1" y="5940"/>
                    </a:lnTo>
                    <a:lnTo>
                      <a:pt x="4136" y="5940"/>
                    </a:lnTo>
                    <a:lnTo>
                      <a:pt x="4136" y="4937"/>
                    </a:lnTo>
                    <a:lnTo>
                      <a:pt x="1179" y="4937"/>
                    </a:lnTo>
                    <a:lnTo>
                      <a:pt x="1179" y="3384"/>
                    </a:lnTo>
                    <a:lnTo>
                      <a:pt x="3660" y="3384"/>
                    </a:lnTo>
                    <a:lnTo>
                      <a:pt x="3660" y="2431"/>
                    </a:lnTo>
                    <a:lnTo>
                      <a:pt x="1179" y="2431"/>
                    </a:lnTo>
                    <a:lnTo>
                      <a:pt x="1179" y="1003"/>
                    </a:lnTo>
                    <a:lnTo>
                      <a:pt x="4061" y="1003"/>
                    </a:lnTo>
                    <a:lnTo>
                      <a:pt x="406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Google Shape;1339;p34">
                <a:extLst>
                  <a:ext uri="{FF2B5EF4-FFF2-40B4-BE49-F238E27FC236}">
                    <a16:creationId xmlns:a16="http://schemas.microsoft.com/office/drawing/2014/main" id="{213D533C-AD09-F6BD-89FB-9B21E2BB7DC8}"/>
                  </a:ext>
                </a:extLst>
              </p:cNvPr>
              <p:cNvSpPr/>
              <p:nvPr/>
            </p:nvSpPr>
            <p:spPr>
              <a:xfrm>
                <a:off x="4764575" y="667950"/>
                <a:ext cx="129100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5164" h="5940" extrusionOk="0">
                    <a:moveTo>
                      <a:pt x="0" y="0"/>
                    </a:moveTo>
                    <a:lnTo>
                      <a:pt x="0" y="5940"/>
                    </a:lnTo>
                    <a:lnTo>
                      <a:pt x="1153" y="5940"/>
                    </a:lnTo>
                    <a:lnTo>
                      <a:pt x="1153" y="2130"/>
                    </a:lnTo>
                    <a:lnTo>
                      <a:pt x="4211" y="5940"/>
                    </a:lnTo>
                    <a:lnTo>
                      <a:pt x="5163" y="5940"/>
                    </a:lnTo>
                    <a:lnTo>
                      <a:pt x="5163" y="0"/>
                    </a:lnTo>
                    <a:lnTo>
                      <a:pt x="3985" y="0"/>
                    </a:lnTo>
                    <a:lnTo>
                      <a:pt x="3985" y="3885"/>
                    </a:lnTo>
                    <a:lnTo>
                      <a:pt x="9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Google Shape;1340;p34">
                <a:extLst>
                  <a:ext uri="{FF2B5EF4-FFF2-40B4-BE49-F238E27FC236}">
                    <a16:creationId xmlns:a16="http://schemas.microsoft.com/office/drawing/2014/main" id="{B4B5C89A-5FAC-B254-71E3-75BEB87F7079}"/>
                  </a:ext>
                </a:extLst>
              </p:cNvPr>
              <p:cNvSpPr/>
              <p:nvPr/>
            </p:nvSpPr>
            <p:spPr>
              <a:xfrm>
                <a:off x="4928725" y="667950"/>
                <a:ext cx="123450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5940" extrusionOk="0">
                    <a:moveTo>
                      <a:pt x="1" y="0"/>
                    </a:moveTo>
                    <a:lnTo>
                      <a:pt x="1" y="1003"/>
                    </a:lnTo>
                    <a:lnTo>
                      <a:pt x="1905" y="1003"/>
                    </a:lnTo>
                    <a:lnTo>
                      <a:pt x="1905" y="5940"/>
                    </a:lnTo>
                    <a:lnTo>
                      <a:pt x="3033" y="5940"/>
                    </a:lnTo>
                    <a:lnTo>
                      <a:pt x="3033" y="1003"/>
                    </a:lnTo>
                    <a:lnTo>
                      <a:pt x="4938" y="1003"/>
                    </a:lnTo>
                    <a:lnTo>
                      <a:pt x="493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Google Shape;1341;p34">
                <a:extLst>
                  <a:ext uri="{FF2B5EF4-FFF2-40B4-BE49-F238E27FC236}">
                    <a16:creationId xmlns:a16="http://schemas.microsoft.com/office/drawing/2014/main" id="{BFEE318F-F0E6-B386-71FE-1A0BA9AD0E8B}"/>
                  </a:ext>
                </a:extLst>
              </p:cNvPr>
              <p:cNvSpPr/>
              <p:nvPr/>
            </p:nvSpPr>
            <p:spPr>
              <a:xfrm>
                <a:off x="5087875" y="667950"/>
                <a:ext cx="119700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4788" h="5940" extrusionOk="0">
                    <a:moveTo>
                      <a:pt x="2532" y="1003"/>
                    </a:moveTo>
                    <a:cubicBezTo>
                      <a:pt x="2632" y="1003"/>
                      <a:pt x="2732" y="1028"/>
                      <a:pt x="2833" y="1078"/>
                    </a:cubicBezTo>
                    <a:cubicBezTo>
                      <a:pt x="2933" y="1128"/>
                      <a:pt x="3033" y="1203"/>
                      <a:pt x="3108" y="1278"/>
                    </a:cubicBezTo>
                    <a:cubicBezTo>
                      <a:pt x="3184" y="1353"/>
                      <a:pt x="3234" y="1454"/>
                      <a:pt x="3284" y="1579"/>
                    </a:cubicBezTo>
                    <a:cubicBezTo>
                      <a:pt x="3334" y="1704"/>
                      <a:pt x="3359" y="1830"/>
                      <a:pt x="3359" y="1980"/>
                    </a:cubicBezTo>
                    <a:cubicBezTo>
                      <a:pt x="3359" y="2105"/>
                      <a:pt x="3334" y="2231"/>
                      <a:pt x="3284" y="2356"/>
                    </a:cubicBezTo>
                    <a:cubicBezTo>
                      <a:pt x="3259" y="2456"/>
                      <a:pt x="3209" y="2556"/>
                      <a:pt x="3133" y="2657"/>
                    </a:cubicBezTo>
                    <a:cubicBezTo>
                      <a:pt x="3058" y="2732"/>
                      <a:pt x="2983" y="2807"/>
                      <a:pt x="2883" y="2857"/>
                    </a:cubicBezTo>
                    <a:cubicBezTo>
                      <a:pt x="2808" y="2907"/>
                      <a:pt x="2707" y="2932"/>
                      <a:pt x="2582" y="2932"/>
                    </a:cubicBezTo>
                    <a:lnTo>
                      <a:pt x="1153" y="2932"/>
                    </a:lnTo>
                    <a:lnTo>
                      <a:pt x="1153" y="1003"/>
                    </a:lnTo>
                    <a:close/>
                    <a:moveTo>
                      <a:pt x="1" y="0"/>
                    </a:moveTo>
                    <a:lnTo>
                      <a:pt x="1" y="5940"/>
                    </a:lnTo>
                    <a:lnTo>
                      <a:pt x="1153" y="5940"/>
                    </a:lnTo>
                    <a:lnTo>
                      <a:pt x="1153" y="3935"/>
                    </a:lnTo>
                    <a:lnTo>
                      <a:pt x="2281" y="3935"/>
                    </a:lnTo>
                    <a:lnTo>
                      <a:pt x="3509" y="5940"/>
                    </a:lnTo>
                    <a:lnTo>
                      <a:pt x="4788" y="5940"/>
                    </a:lnTo>
                    <a:lnTo>
                      <a:pt x="3434" y="3709"/>
                    </a:lnTo>
                    <a:cubicBezTo>
                      <a:pt x="3760" y="3559"/>
                      <a:pt x="4036" y="3333"/>
                      <a:pt x="4211" y="3033"/>
                    </a:cubicBezTo>
                    <a:cubicBezTo>
                      <a:pt x="4412" y="2707"/>
                      <a:pt x="4512" y="2356"/>
                      <a:pt x="4512" y="1980"/>
                    </a:cubicBezTo>
                    <a:cubicBezTo>
                      <a:pt x="4512" y="1729"/>
                      <a:pt x="4462" y="1479"/>
                      <a:pt x="4361" y="1253"/>
                    </a:cubicBezTo>
                    <a:cubicBezTo>
                      <a:pt x="4286" y="1028"/>
                      <a:pt x="4136" y="802"/>
                      <a:pt x="3986" y="627"/>
                    </a:cubicBezTo>
                    <a:cubicBezTo>
                      <a:pt x="3810" y="426"/>
                      <a:pt x="3610" y="276"/>
                      <a:pt x="3384" y="176"/>
                    </a:cubicBezTo>
                    <a:cubicBezTo>
                      <a:pt x="3133" y="50"/>
                      <a:pt x="2883" y="0"/>
                      <a:pt x="26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Google Shape;1342;p34">
                <a:extLst>
                  <a:ext uri="{FF2B5EF4-FFF2-40B4-BE49-F238E27FC236}">
                    <a16:creationId xmlns:a16="http://schemas.microsoft.com/office/drawing/2014/main" id="{5C68E4AB-F9B5-5E64-0737-22FAD1A1C295}"/>
                  </a:ext>
                </a:extLst>
              </p:cNvPr>
              <p:cNvSpPr/>
              <p:nvPr/>
            </p:nvSpPr>
            <p:spPr>
              <a:xfrm>
                <a:off x="5226975" y="667950"/>
                <a:ext cx="138500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5540" h="5940" extrusionOk="0">
                    <a:moveTo>
                      <a:pt x="2782" y="1303"/>
                    </a:moveTo>
                    <a:lnTo>
                      <a:pt x="3610" y="3634"/>
                    </a:lnTo>
                    <a:lnTo>
                      <a:pt x="1930" y="3634"/>
                    </a:lnTo>
                    <a:lnTo>
                      <a:pt x="2782" y="1303"/>
                    </a:lnTo>
                    <a:close/>
                    <a:moveTo>
                      <a:pt x="2256" y="0"/>
                    </a:moveTo>
                    <a:lnTo>
                      <a:pt x="1" y="5940"/>
                    </a:lnTo>
                    <a:lnTo>
                      <a:pt x="1178" y="5940"/>
                    </a:lnTo>
                    <a:lnTo>
                      <a:pt x="1730" y="4461"/>
                    </a:lnTo>
                    <a:lnTo>
                      <a:pt x="3810" y="4461"/>
                    </a:lnTo>
                    <a:lnTo>
                      <a:pt x="4361" y="5940"/>
                    </a:lnTo>
                    <a:lnTo>
                      <a:pt x="5539" y="5940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34">
                <a:extLst>
                  <a:ext uri="{FF2B5EF4-FFF2-40B4-BE49-F238E27FC236}">
                    <a16:creationId xmlns:a16="http://schemas.microsoft.com/office/drawing/2014/main" id="{8BB9AC9C-6E43-D1EB-CB9A-6433DB3D4DC3}"/>
                  </a:ext>
                </a:extLst>
              </p:cNvPr>
              <p:cNvSpPr/>
              <p:nvPr/>
            </p:nvSpPr>
            <p:spPr>
              <a:xfrm>
                <a:off x="5398650" y="667950"/>
                <a:ext cx="104675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4187" h="5940" extrusionOk="0">
                    <a:moveTo>
                      <a:pt x="1" y="0"/>
                    </a:moveTo>
                    <a:lnTo>
                      <a:pt x="1" y="5940"/>
                    </a:lnTo>
                    <a:lnTo>
                      <a:pt x="4186" y="5940"/>
                    </a:lnTo>
                    <a:lnTo>
                      <a:pt x="4186" y="4937"/>
                    </a:lnTo>
                    <a:lnTo>
                      <a:pt x="1154" y="4937"/>
                    </a:lnTo>
                    <a:lnTo>
                      <a:pt x="115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34">
                <a:extLst>
                  <a:ext uri="{FF2B5EF4-FFF2-40B4-BE49-F238E27FC236}">
                    <a16:creationId xmlns:a16="http://schemas.microsoft.com/office/drawing/2014/main" id="{DAAAAC01-1B59-0F4E-702F-36BAEB3C70CD}"/>
                  </a:ext>
                </a:extLst>
              </p:cNvPr>
              <p:cNvSpPr/>
              <p:nvPr/>
            </p:nvSpPr>
            <p:spPr>
              <a:xfrm>
                <a:off x="4235125" y="885350"/>
                <a:ext cx="177950" cy="229350"/>
              </a:xfrm>
              <a:custGeom>
                <a:avLst/>
                <a:gdLst/>
                <a:ahLst/>
                <a:cxnLst/>
                <a:rect l="l" t="t" r="r" b="b"/>
                <a:pathLst>
                  <a:path w="7118" h="9174" extrusionOk="0">
                    <a:moveTo>
                      <a:pt x="3659" y="1"/>
                    </a:moveTo>
                    <a:cubicBezTo>
                      <a:pt x="3183" y="1"/>
                      <a:pt x="2757" y="51"/>
                      <a:pt x="2356" y="176"/>
                    </a:cubicBezTo>
                    <a:cubicBezTo>
                      <a:pt x="1980" y="302"/>
                      <a:pt x="1604" y="477"/>
                      <a:pt x="1303" y="703"/>
                    </a:cubicBezTo>
                    <a:cubicBezTo>
                      <a:pt x="1003" y="953"/>
                      <a:pt x="777" y="1254"/>
                      <a:pt x="602" y="1605"/>
                    </a:cubicBezTo>
                    <a:cubicBezTo>
                      <a:pt x="451" y="1956"/>
                      <a:pt x="351" y="2357"/>
                      <a:pt x="351" y="2833"/>
                    </a:cubicBezTo>
                    <a:cubicBezTo>
                      <a:pt x="351" y="3159"/>
                      <a:pt x="401" y="3460"/>
                      <a:pt x="501" y="3735"/>
                    </a:cubicBezTo>
                    <a:cubicBezTo>
                      <a:pt x="627" y="3961"/>
                      <a:pt x="777" y="4186"/>
                      <a:pt x="1003" y="4387"/>
                    </a:cubicBezTo>
                    <a:cubicBezTo>
                      <a:pt x="1203" y="4562"/>
                      <a:pt x="1479" y="4738"/>
                      <a:pt x="1780" y="4888"/>
                    </a:cubicBezTo>
                    <a:cubicBezTo>
                      <a:pt x="2105" y="5013"/>
                      <a:pt x="2481" y="5139"/>
                      <a:pt x="2907" y="5264"/>
                    </a:cubicBezTo>
                    <a:cubicBezTo>
                      <a:pt x="3258" y="5364"/>
                      <a:pt x="3584" y="5465"/>
                      <a:pt x="3885" y="5540"/>
                    </a:cubicBezTo>
                    <a:cubicBezTo>
                      <a:pt x="4161" y="5640"/>
                      <a:pt x="4411" y="5715"/>
                      <a:pt x="4612" y="5815"/>
                    </a:cubicBezTo>
                    <a:cubicBezTo>
                      <a:pt x="4812" y="5916"/>
                      <a:pt x="4988" y="6041"/>
                      <a:pt x="5088" y="6166"/>
                    </a:cubicBezTo>
                    <a:cubicBezTo>
                      <a:pt x="5188" y="6317"/>
                      <a:pt x="5263" y="6467"/>
                      <a:pt x="5263" y="6668"/>
                    </a:cubicBezTo>
                    <a:cubicBezTo>
                      <a:pt x="5263" y="7294"/>
                      <a:pt x="4762" y="7595"/>
                      <a:pt x="3810" y="7595"/>
                    </a:cubicBezTo>
                    <a:cubicBezTo>
                      <a:pt x="3459" y="7595"/>
                      <a:pt x="3108" y="7570"/>
                      <a:pt x="2782" y="7470"/>
                    </a:cubicBezTo>
                    <a:cubicBezTo>
                      <a:pt x="2456" y="7394"/>
                      <a:pt x="2156" y="7294"/>
                      <a:pt x="1880" y="7169"/>
                    </a:cubicBezTo>
                    <a:cubicBezTo>
                      <a:pt x="1604" y="7044"/>
                      <a:pt x="1379" y="6918"/>
                      <a:pt x="1178" y="6793"/>
                    </a:cubicBezTo>
                    <a:cubicBezTo>
                      <a:pt x="978" y="6668"/>
                      <a:pt x="852" y="6567"/>
                      <a:pt x="777" y="6492"/>
                    </a:cubicBezTo>
                    <a:lnTo>
                      <a:pt x="0" y="8021"/>
                    </a:lnTo>
                    <a:cubicBezTo>
                      <a:pt x="526" y="8372"/>
                      <a:pt x="1103" y="8673"/>
                      <a:pt x="1780" y="8873"/>
                    </a:cubicBezTo>
                    <a:cubicBezTo>
                      <a:pt x="2431" y="9074"/>
                      <a:pt x="3108" y="9174"/>
                      <a:pt x="3785" y="9174"/>
                    </a:cubicBezTo>
                    <a:cubicBezTo>
                      <a:pt x="4211" y="9174"/>
                      <a:pt x="4637" y="9124"/>
                      <a:pt x="5038" y="9049"/>
                    </a:cubicBezTo>
                    <a:cubicBezTo>
                      <a:pt x="5439" y="8948"/>
                      <a:pt x="5790" y="8773"/>
                      <a:pt x="6115" y="8572"/>
                    </a:cubicBezTo>
                    <a:cubicBezTo>
                      <a:pt x="6416" y="8347"/>
                      <a:pt x="6667" y="8071"/>
                      <a:pt x="6842" y="7745"/>
                    </a:cubicBezTo>
                    <a:cubicBezTo>
                      <a:pt x="7018" y="7394"/>
                      <a:pt x="7118" y="6968"/>
                      <a:pt x="7118" y="6492"/>
                    </a:cubicBezTo>
                    <a:cubicBezTo>
                      <a:pt x="7118" y="6091"/>
                      <a:pt x="7043" y="5740"/>
                      <a:pt x="6917" y="5465"/>
                    </a:cubicBezTo>
                    <a:cubicBezTo>
                      <a:pt x="6792" y="5164"/>
                      <a:pt x="6592" y="4913"/>
                      <a:pt x="6341" y="4713"/>
                    </a:cubicBezTo>
                    <a:cubicBezTo>
                      <a:pt x="6090" y="4512"/>
                      <a:pt x="5790" y="4337"/>
                      <a:pt x="5414" y="4211"/>
                    </a:cubicBezTo>
                    <a:cubicBezTo>
                      <a:pt x="5063" y="4061"/>
                      <a:pt x="4662" y="3936"/>
                      <a:pt x="4211" y="3835"/>
                    </a:cubicBezTo>
                    <a:cubicBezTo>
                      <a:pt x="3885" y="3735"/>
                      <a:pt x="3584" y="3660"/>
                      <a:pt x="3308" y="3585"/>
                    </a:cubicBezTo>
                    <a:cubicBezTo>
                      <a:pt x="3058" y="3510"/>
                      <a:pt x="2857" y="3434"/>
                      <a:pt x="2682" y="3334"/>
                    </a:cubicBezTo>
                    <a:cubicBezTo>
                      <a:pt x="2506" y="3234"/>
                      <a:pt x="2381" y="3134"/>
                      <a:pt x="2281" y="3008"/>
                    </a:cubicBezTo>
                    <a:cubicBezTo>
                      <a:pt x="2206" y="2883"/>
                      <a:pt x="2156" y="2733"/>
                      <a:pt x="2156" y="2532"/>
                    </a:cubicBezTo>
                    <a:cubicBezTo>
                      <a:pt x="2156" y="2231"/>
                      <a:pt x="2281" y="1981"/>
                      <a:pt x="2506" y="1805"/>
                    </a:cubicBezTo>
                    <a:cubicBezTo>
                      <a:pt x="2757" y="1605"/>
                      <a:pt x="3108" y="1530"/>
                      <a:pt x="3609" y="1530"/>
                    </a:cubicBezTo>
                    <a:cubicBezTo>
                      <a:pt x="3860" y="1530"/>
                      <a:pt x="4135" y="1555"/>
                      <a:pt x="4411" y="1630"/>
                    </a:cubicBezTo>
                    <a:cubicBezTo>
                      <a:pt x="4662" y="1705"/>
                      <a:pt x="4912" y="1780"/>
                      <a:pt x="5113" y="1881"/>
                    </a:cubicBezTo>
                    <a:cubicBezTo>
                      <a:pt x="5364" y="1981"/>
                      <a:pt x="5539" y="2081"/>
                      <a:pt x="5689" y="2181"/>
                    </a:cubicBezTo>
                    <a:cubicBezTo>
                      <a:pt x="5865" y="2282"/>
                      <a:pt x="5965" y="2357"/>
                      <a:pt x="6015" y="2407"/>
                    </a:cubicBezTo>
                    <a:lnTo>
                      <a:pt x="6792" y="1003"/>
                    </a:lnTo>
                    <a:cubicBezTo>
                      <a:pt x="6416" y="728"/>
                      <a:pt x="5940" y="477"/>
                      <a:pt x="5414" y="302"/>
                    </a:cubicBezTo>
                    <a:cubicBezTo>
                      <a:pt x="4862" y="101"/>
                      <a:pt x="4286" y="1"/>
                      <a:pt x="36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34">
                <a:extLst>
                  <a:ext uri="{FF2B5EF4-FFF2-40B4-BE49-F238E27FC236}">
                    <a16:creationId xmlns:a16="http://schemas.microsoft.com/office/drawing/2014/main" id="{825AF33E-4650-4978-7C4B-0E69A80F7DE9}"/>
                  </a:ext>
                </a:extLst>
              </p:cNvPr>
              <p:cNvSpPr/>
              <p:nvPr/>
            </p:nvSpPr>
            <p:spPr>
              <a:xfrm>
                <a:off x="4450650" y="886600"/>
                <a:ext cx="188000" cy="225600"/>
              </a:xfrm>
              <a:custGeom>
                <a:avLst/>
                <a:gdLst/>
                <a:ahLst/>
                <a:cxnLst/>
                <a:rect l="l" t="t" r="r" b="b"/>
                <a:pathLst>
                  <a:path w="7520" h="9024" extrusionOk="0">
                    <a:moveTo>
                      <a:pt x="1" y="1"/>
                    </a:moveTo>
                    <a:lnTo>
                      <a:pt x="1" y="1530"/>
                    </a:lnTo>
                    <a:lnTo>
                      <a:pt x="2908" y="1530"/>
                    </a:lnTo>
                    <a:lnTo>
                      <a:pt x="2908" y="9024"/>
                    </a:lnTo>
                    <a:lnTo>
                      <a:pt x="4637" y="9024"/>
                    </a:lnTo>
                    <a:lnTo>
                      <a:pt x="4637" y="1530"/>
                    </a:lnTo>
                    <a:lnTo>
                      <a:pt x="7520" y="1530"/>
                    </a:lnTo>
                    <a:lnTo>
                      <a:pt x="752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Google Shape;1346;p34">
                <a:extLst>
                  <a:ext uri="{FF2B5EF4-FFF2-40B4-BE49-F238E27FC236}">
                    <a16:creationId xmlns:a16="http://schemas.microsoft.com/office/drawing/2014/main" id="{D7F0FA18-DBC6-A26C-5AA7-1712BD08E905}"/>
                  </a:ext>
                </a:extLst>
              </p:cNvPr>
              <p:cNvSpPr/>
              <p:nvPr/>
            </p:nvSpPr>
            <p:spPr>
              <a:xfrm>
                <a:off x="4648025" y="886600"/>
                <a:ext cx="210550" cy="225600"/>
              </a:xfrm>
              <a:custGeom>
                <a:avLst/>
                <a:gdLst/>
                <a:ahLst/>
                <a:cxnLst/>
                <a:rect l="l" t="t" r="r" b="b"/>
                <a:pathLst>
                  <a:path w="8422" h="9024" extrusionOk="0">
                    <a:moveTo>
                      <a:pt x="4211" y="2006"/>
                    </a:moveTo>
                    <a:lnTo>
                      <a:pt x="5464" y="5540"/>
                    </a:lnTo>
                    <a:lnTo>
                      <a:pt x="2908" y="5540"/>
                    </a:lnTo>
                    <a:lnTo>
                      <a:pt x="4211" y="2006"/>
                    </a:lnTo>
                    <a:close/>
                    <a:moveTo>
                      <a:pt x="3434" y="1"/>
                    </a:moveTo>
                    <a:lnTo>
                      <a:pt x="0" y="9024"/>
                    </a:lnTo>
                    <a:lnTo>
                      <a:pt x="1805" y="9024"/>
                    </a:lnTo>
                    <a:lnTo>
                      <a:pt x="2632" y="6768"/>
                    </a:lnTo>
                    <a:lnTo>
                      <a:pt x="5790" y="6768"/>
                    </a:lnTo>
                    <a:lnTo>
                      <a:pt x="6617" y="9024"/>
                    </a:lnTo>
                    <a:lnTo>
                      <a:pt x="8422" y="9024"/>
                    </a:lnTo>
                    <a:lnTo>
                      <a:pt x="498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Google Shape;1347;p34">
                <a:extLst>
                  <a:ext uri="{FF2B5EF4-FFF2-40B4-BE49-F238E27FC236}">
                    <a16:creationId xmlns:a16="http://schemas.microsoft.com/office/drawing/2014/main" id="{976E9917-30EE-9654-9EEB-A1260E3B87C1}"/>
                  </a:ext>
                </a:extLst>
              </p:cNvPr>
              <p:cNvSpPr/>
              <p:nvPr/>
            </p:nvSpPr>
            <p:spPr>
              <a:xfrm>
                <a:off x="4867325" y="886600"/>
                <a:ext cx="188000" cy="225600"/>
              </a:xfrm>
              <a:custGeom>
                <a:avLst/>
                <a:gdLst/>
                <a:ahLst/>
                <a:cxnLst/>
                <a:rect l="l" t="t" r="r" b="b"/>
                <a:pathLst>
                  <a:path w="7520" h="9024" extrusionOk="0">
                    <a:moveTo>
                      <a:pt x="0" y="1"/>
                    </a:moveTo>
                    <a:lnTo>
                      <a:pt x="0" y="1530"/>
                    </a:lnTo>
                    <a:lnTo>
                      <a:pt x="2883" y="1530"/>
                    </a:lnTo>
                    <a:lnTo>
                      <a:pt x="2883" y="9024"/>
                    </a:lnTo>
                    <a:lnTo>
                      <a:pt x="4637" y="9024"/>
                    </a:lnTo>
                    <a:lnTo>
                      <a:pt x="4637" y="1530"/>
                    </a:lnTo>
                    <a:lnTo>
                      <a:pt x="7519" y="1530"/>
                    </a:lnTo>
                    <a:lnTo>
                      <a:pt x="751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Google Shape;1348;p34">
                <a:extLst>
                  <a:ext uri="{FF2B5EF4-FFF2-40B4-BE49-F238E27FC236}">
                    <a16:creationId xmlns:a16="http://schemas.microsoft.com/office/drawing/2014/main" id="{CE985648-1EE1-97F3-B956-A9892B7BD11F}"/>
                  </a:ext>
                </a:extLst>
              </p:cNvPr>
              <p:cNvSpPr/>
              <p:nvPr/>
            </p:nvSpPr>
            <p:spPr>
              <a:xfrm>
                <a:off x="5108550" y="886600"/>
                <a:ext cx="43900" cy="225600"/>
              </a:xfrm>
              <a:custGeom>
                <a:avLst/>
                <a:gdLst/>
                <a:ahLst/>
                <a:cxnLst/>
                <a:rect l="l" t="t" r="r" b="b"/>
                <a:pathLst>
                  <a:path w="1756" h="9024" extrusionOk="0">
                    <a:moveTo>
                      <a:pt x="1" y="1"/>
                    </a:moveTo>
                    <a:lnTo>
                      <a:pt x="1" y="9024"/>
                    </a:lnTo>
                    <a:lnTo>
                      <a:pt x="1755" y="9024"/>
                    </a:lnTo>
                    <a:lnTo>
                      <a:pt x="175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34">
                <a:extLst>
                  <a:ext uri="{FF2B5EF4-FFF2-40B4-BE49-F238E27FC236}">
                    <a16:creationId xmlns:a16="http://schemas.microsoft.com/office/drawing/2014/main" id="{6F0313D7-07C0-DD4A-0B9C-0CAD3DA6BEEB}"/>
                  </a:ext>
                </a:extLst>
              </p:cNvPr>
              <p:cNvSpPr/>
              <p:nvPr/>
            </p:nvSpPr>
            <p:spPr>
              <a:xfrm>
                <a:off x="5211300" y="885350"/>
                <a:ext cx="219950" cy="228725"/>
              </a:xfrm>
              <a:custGeom>
                <a:avLst/>
                <a:gdLst/>
                <a:ahLst/>
                <a:cxnLst/>
                <a:rect l="l" t="t" r="r" b="b"/>
                <a:pathLst>
                  <a:path w="8798" h="9149" extrusionOk="0">
                    <a:moveTo>
                      <a:pt x="4412" y="1555"/>
                    </a:moveTo>
                    <a:cubicBezTo>
                      <a:pt x="4813" y="1555"/>
                      <a:pt x="5189" y="1630"/>
                      <a:pt x="5490" y="1805"/>
                    </a:cubicBezTo>
                    <a:cubicBezTo>
                      <a:pt x="5841" y="1956"/>
                      <a:pt x="6116" y="2181"/>
                      <a:pt x="6317" y="2457"/>
                    </a:cubicBezTo>
                    <a:cubicBezTo>
                      <a:pt x="6567" y="2758"/>
                      <a:pt x="6743" y="3059"/>
                      <a:pt x="6843" y="3434"/>
                    </a:cubicBezTo>
                    <a:cubicBezTo>
                      <a:pt x="6968" y="3785"/>
                      <a:pt x="7044" y="4186"/>
                      <a:pt x="7044" y="4562"/>
                    </a:cubicBezTo>
                    <a:cubicBezTo>
                      <a:pt x="7044" y="4938"/>
                      <a:pt x="6968" y="5314"/>
                      <a:pt x="6868" y="5665"/>
                    </a:cubicBezTo>
                    <a:cubicBezTo>
                      <a:pt x="6743" y="6016"/>
                      <a:pt x="6592" y="6342"/>
                      <a:pt x="6342" y="6643"/>
                    </a:cubicBezTo>
                    <a:cubicBezTo>
                      <a:pt x="6141" y="6918"/>
                      <a:pt x="5866" y="7169"/>
                      <a:pt x="5540" y="7344"/>
                    </a:cubicBezTo>
                    <a:cubicBezTo>
                      <a:pt x="5214" y="7495"/>
                      <a:pt x="4838" y="7595"/>
                      <a:pt x="4412" y="7595"/>
                    </a:cubicBezTo>
                    <a:cubicBezTo>
                      <a:pt x="3986" y="7595"/>
                      <a:pt x="3610" y="7495"/>
                      <a:pt x="3284" y="7344"/>
                    </a:cubicBezTo>
                    <a:cubicBezTo>
                      <a:pt x="2958" y="7169"/>
                      <a:pt x="2683" y="6943"/>
                      <a:pt x="2457" y="6668"/>
                    </a:cubicBezTo>
                    <a:cubicBezTo>
                      <a:pt x="2257" y="6392"/>
                      <a:pt x="2081" y="6066"/>
                      <a:pt x="1956" y="5690"/>
                    </a:cubicBezTo>
                    <a:cubicBezTo>
                      <a:pt x="1831" y="5339"/>
                      <a:pt x="1780" y="4963"/>
                      <a:pt x="1780" y="4562"/>
                    </a:cubicBezTo>
                    <a:cubicBezTo>
                      <a:pt x="1780" y="4186"/>
                      <a:pt x="1831" y="3835"/>
                      <a:pt x="1931" y="3460"/>
                    </a:cubicBezTo>
                    <a:cubicBezTo>
                      <a:pt x="2056" y="3109"/>
                      <a:pt x="2232" y="2783"/>
                      <a:pt x="2457" y="2507"/>
                    </a:cubicBezTo>
                    <a:cubicBezTo>
                      <a:pt x="2683" y="2206"/>
                      <a:pt x="2958" y="1981"/>
                      <a:pt x="3284" y="1830"/>
                    </a:cubicBezTo>
                    <a:cubicBezTo>
                      <a:pt x="3610" y="1630"/>
                      <a:pt x="3986" y="1555"/>
                      <a:pt x="4412" y="1555"/>
                    </a:cubicBezTo>
                    <a:close/>
                    <a:moveTo>
                      <a:pt x="4437" y="1"/>
                    </a:moveTo>
                    <a:cubicBezTo>
                      <a:pt x="3810" y="1"/>
                      <a:pt x="3209" y="126"/>
                      <a:pt x="2658" y="377"/>
                    </a:cubicBezTo>
                    <a:cubicBezTo>
                      <a:pt x="2131" y="627"/>
                      <a:pt x="1655" y="953"/>
                      <a:pt x="1254" y="1379"/>
                    </a:cubicBezTo>
                    <a:cubicBezTo>
                      <a:pt x="878" y="1805"/>
                      <a:pt x="552" y="2282"/>
                      <a:pt x="327" y="2833"/>
                    </a:cubicBezTo>
                    <a:cubicBezTo>
                      <a:pt x="101" y="3384"/>
                      <a:pt x="1" y="3961"/>
                      <a:pt x="1" y="4562"/>
                    </a:cubicBezTo>
                    <a:cubicBezTo>
                      <a:pt x="1" y="5139"/>
                      <a:pt x="101" y="5715"/>
                      <a:pt x="327" y="6267"/>
                    </a:cubicBezTo>
                    <a:cubicBezTo>
                      <a:pt x="527" y="6793"/>
                      <a:pt x="828" y="7294"/>
                      <a:pt x="1204" y="7720"/>
                    </a:cubicBezTo>
                    <a:cubicBezTo>
                      <a:pt x="1605" y="8146"/>
                      <a:pt x="2056" y="8497"/>
                      <a:pt x="2582" y="8748"/>
                    </a:cubicBezTo>
                    <a:cubicBezTo>
                      <a:pt x="3134" y="9023"/>
                      <a:pt x="3735" y="9149"/>
                      <a:pt x="4387" y="9149"/>
                    </a:cubicBezTo>
                    <a:cubicBezTo>
                      <a:pt x="5039" y="9149"/>
                      <a:pt x="5615" y="9023"/>
                      <a:pt x="6166" y="8773"/>
                    </a:cubicBezTo>
                    <a:cubicBezTo>
                      <a:pt x="6693" y="8522"/>
                      <a:pt x="7169" y="8171"/>
                      <a:pt x="7570" y="7770"/>
                    </a:cubicBezTo>
                    <a:cubicBezTo>
                      <a:pt x="7946" y="7344"/>
                      <a:pt x="8247" y="6868"/>
                      <a:pt x="8472" y="6317"/>
                    </a:cubicBezTo>
                    <a:cubicBezTo>
                      <a:pt x="8698" y="5765"/>
                      <a:pt x="8798" y="5189"/>
                      <a:pt x="8798" y="4587"/>
                    </a:cubicBezTo>
                    <a:cubicBezTo>
                      <a:pt x="8798" y="4011"/>
                      <a:pt x="8698" y="3460"/>
                      <a:pt x="8497" y="2908"/>
                    </a:cubicBezTo>
                    <a:cubicBezTo>
                      <a:pt x="8272" y="2357"/>
                      <a:pt x="7971" y="1881"/>
                      <a:pt x="7595" y="1429"/>
                    </a:cubicBezTo>
                    <a:cubicBezTo>
                      <a:pt x="7219" y="1003"/>
                      <a:pt x="6768" y="652"/>
                      <a:pt x="6217" y="402"/>
                    </a:cubicBezTo>
                    <a:cubicBezTo>
                      <a:pt x="5690" y="126"/>
                      <a:pt x="5089" y="1"/>
                      <a:pt x="443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34">
                <a:extLst>
                  <a:ext uri="{FF2B5EF4-FFF2-40B4-BE49-F238E27FC236}">
                    <a16:creationId xmlns:a16="http://schemas.microsoft.com/office/drawing/2014/main" id="{6AA7191B-8D7E-5893-6CF4-B647808F1B42}"/>
                  </a:ext>
                </a:extLst>
              </p:cNvPr>
              <p:cNvSpPr/>
              <p:nvPr/>
            </p:nvSpPr>
            <p:spPr>
              <a:xfrm>
                <a:off x="5490750" y="886600"/>
                <a:ext cx="195525" cy="225600"/>
              </a:xfrm>
              <a:custGeom>
                <a:avLst/>
                <a:gdLst/>
                <a:ahLst/>
                <a:cxnLst/>
                <a:rect l="l" t="t" r="r" b="b"/>
                <a:pathLst>
                  <a:path w="7821" h="9024" extrusionOk="0">
                    <a:moveTo>
                      <a:pt x="1" y="1"/>
                    </a:moveTo>
                    <a:lnTo>
                      <a:pt x="1" y="9024"/>
                    </a:lnTo>
                    <a:lnTo>
                      <a:pt x="1755" y="9024"/>
                    </a:lnTo>
                    <a:lnTo>
                      <a:pt x="1755" y="3234"/>
                    </a:lnTo>
                    <a:lnTo>
                      <a:pt x="6392" y="9024"/>
                    </a:lnTo>
                    <a:lnTo>
                      <a:pt x="7821" y="9024"/>
                    </a:lnTo>
                    <a:lnTo>
                      <a:pt x="7821" y="26"/>
                    </a:lnTo>
                    <a:lnTo>
                      <a:pt x="6066" y="26"/>
                    </a:lnTo>
                    <a:lnTo>
                      <a:pt x="6066" y="5916"/>
                    </a:lnTo>
                    <a:lnTo>
                      <a:pt x="13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34">
                <a:extLst>
                  <a:ext uri="{FF2B5EF4-FFF2-40B4-BE49-F238E27FC236}">
                    <a16:creationId xmlns:a16="http://schemas.microsoft.com/office/drawing/2014/main" id="{21C6941F-A1F8-E376-B3EE-C506D66C36C3}"/>
                  </a:ext>
                </a:extLst>
              </p:cNvPr>
              <p:cNvSpPr/>
              <p:nvPr/>
            </p:nvSpPr>
            <p:spPr>
              <a:xfrm>
                <a:off x="6297150" y="1991250"/>
                <a:ext cx="114700" cy="1138500"/>
              </a:xfrm>
              <a:custGeom>
                <a:avLst/>
                <a:gdLst/>
                <a:ahLst/>
                <a:cxnLst/>
                <a:rect l="l" t="t" r="r" b="b"/>
                <a:pathLst>
                  <a:path w="4588" h="45540" extrusionOk="0">
                    <a:moveTo>
                      <a:pt x="1" y="1"/>
                    </a:moveTo>
                    <a:lnTo>
                      <a:pt x="1" y="45540"/>
                    </a:lnTo>
                    <a:lnTo>
                      <a:pt x="4587" y="45540"/>
                    </a:lnTo>
                    <a:lnTo>
                      <a:pt x="45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34">
                <a:extLst>
                  <a:ext uri="{FF2B5EF4-FFF2-40B4-BE49-F238E27FC236}">
                    <a16:creationId xmlns:a16="http://schemas.microsoft.com/office/drawing/2014/main" id="{262191B7-0759-5DBE-8A40-9405B87911AE}"/>
                  </a:ext>
                </a:extLst>
              </p:cNvPr>
              <p:cNvSpPr/>
              <p:nvPr/>
            </p:nvSpPr>
            <p:spPr>
              <a:xfrm>
                <a:off x="4166825" y="5218725"/>
                <a:ext cx="2245025" cy="244375"/>
              </a:xfrm>
              <a:custGeom>
                <a:avLst/>
                <a:gdLst/>
                <a:ahLst/>
                <a:cxnLst/>
                <a:rect l="l" t="t" r="r" b="b"/>
                <a:pathLst>
                  <a:path w="89801" h="9775" extrusionOk="0">
                    <a:moveTo>
                      <a:pt x="89800" y="0"/>
                    </a:moveTo>
                    <a:lnTo>
                      <a:pt x="0" y="401"/>
                    </a:lnTo>
                    <a:lnTo>
                      <a:pt x="0" y="9775"/>
                    </a:lnTo>
                    <a:lnTo>
                      <a:pt x="89800" y="9775"/>
                    </a:lnTo>
                    <a:lnTo>
                      <a:pt x="8980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34">
                <a:extLst>
                  <a:ext uri="{FF2B5EF4-FFF2-40B4-BE49-F238E27FC236}">
                    <a16:creationId xmlns:a16="http://schemas.microsoft.com/office/drawing/2014/main" id="{46A9132F-A334-384C-B61F-5A8B07146B8C}"/>
                  </a:ext>
                </a:extLst>
              </p:cNvPr>
              <p:cNvSpPr/>
              <p:nvPr/>
            </p:nvSpPr>
            <p:spPr>
              <a:xfrm>
                <a:off x="4166825" y="3055800"/>
                <a:ext cx="2245025" cy="2172975"/>
              </a:xfrm>
              <a:custGeom>
                <a:avLst/>
                <a:gdLst/>
                <a:ahLst/>
                <a:cxnLst/>
                <a:rect l="l" t="t" r="r" b="b"/>
                <a:pathLst>
                  <a:path w="89801" h="86919" extrusionOk="0">
                    <a:moveTo>
                      <a:pt x="72306" y="0"/>
                    </a:moveTo>
                    <a:lnTo>
                      <a:pt x="0" y="86918"/>
                    </a:lnTo>
                    <a:lnTo>
                      <a:pt x="89800" y="86918"/>
                    </a:lnTo>
                    <a:lnTo>
                      <a:pt x="8980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Google Shape;1354;p34">
                <a:extLst>
                  <a:ext uri="{FF2B5EF4-FFF2-40B4-BE49-F238E27FC236}">
                    <a16:creationId xmlns:a16="http://schemas.microsoft.com/office/drawing/2014/main" id="{A27B12EE-8400-84BC-5775-25AE86A9DFFF}"/>
                  </a:ext>
                </a:extLst>
              </p:cNvPr>
              <p:cNvSpPr/>
              <p:nvPr/>
            </p:nvSpPr>
            <p:spPr>
              <a:xfrm>
                <a:off x="4741375" y="4978125"/>
                <a:ext cx="15996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63987" h="1" fill="none" extrusionOk="0">
                    <a:moveTo>
                      <a:pt x="1" y="0"/>
                    </a:moveTo>
                    <a:lnTo>
                      <a:pt x="63986" y="0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Google Shape;1355;p34">
                <a:extLst>
                  <a:ext uri="{FF2B5EF4-FFF2-40B4-BE49-F238E27FC236}">
                    <a16:creationId xmlns:a16="http://schemas.microsoft.com/office/drawing/2014/main" id="{8CF69CD6-6683-5DB3-0FA8-1F13FA8FCCDF}"/>
                  </a:ext>
                </a:extLst>
              </p:cNvPr>
              <p:cNvSpPr/>
              <p:nvPr/>
            </p:nvSpPr>
            <p:spPr>
              <a:xfrm>
                <a:off x="5002025" y="4716825"/>
                <a:ext cx="13384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53536" h="1" fill="none" extrusionOk="0">
                    <a:moveTo>
                      <a:pt x="1" y="1"/>
                    </a:moveTo>
                    <a:lnTo>
                      <a:pt x="53535" y="1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Google Shape;1356;p34">
                <a:extLst>
                  <a:ext uri="{FF2B5EF4-FFF2-40B4-BE49-F238E27FC236}">
                    <a16:creationId xmlns:a16="http://schemas.microsoft.com/office/drawing/2014/main" id="{E6EC4270-E330-192C-AA81-EF399E377845}"/>
                  </a:ext>
                </a:extLst>
              </p:cNvPr>
              <p:cNvSpPr/>
              <p:nvPr/>
            </p:nvSpPr>
            <p:spPr>
              <a:xfrm>
                <a:off x="5263325" y="4455550"/>
                <a:ext cx="10745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42983" h="1" fill="none" extrusionOk="0">
                    <a:moveTo>
                      <a:pt x="0" y="1"/>
                    </a:moveTo>
                    <a:lnTo>
                      <a:pt x="42983" y="1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Google Shape;1357;p34">
                <a:extLst>
                  <a:ext uri="{FF2B5EF4-FFF2-40B4-BE49-F238E27FC236}">
                    <a16:creationId xmlns:a16="http://schemas.microsoft.com/office/drawing/2014/main" id="{6946AA7D-288A-FCF0-A63D-0C8940FB0EBC}"/>
                  </a:ext>
                </a:extLst>
              </p:cNvPr>
              <p:cNvSpPr/>
              <p:nvPr/>
            </p:nvSpPr>
            <p:spPr>
              <a:xfrm>
                <a:off x="5482625" y="4194900"/>
                <a:ext cx="8559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34236" h="1" fill="none" extrusionOk="0">
                    <a:moveTo>
                      <a:pt x="0" y="1"/>
                    </a:moveTo>
                    <a:lnTo>
                      <a:pt x="34236" y="1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Google Shape;1358;p34">
                <a:extLst>
                  <a:ext uri="{FF2B5EF4-FFF2-40B4-BE49-F238E27FC236}">
                    <a16:creationId xmlns:a16="http://schemas.microsoft.com/office/drawing/2014/main" id="{1316E5B4-C9AE-5824-E323-183B9C3384E9}"/>
                  </a:ext>
                </a:extLst>
              </p:cNvPr>
              <p:cNvSpPr/>
              <p:nvPr/>
            </p:nvSpPr>
            <p:spPr>
              <a:xfrm>
                <a:off x="5659925" y="3933625"/>
                <a:ext cx="6773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7094" h="1" fill="none" extrusionOk="0">
                    <a:moveTo>
                      <a:pt x="1" y="0"/>
                    </a:moveTo>
                    <a:lnTo>
                      <a:pt x="27094" y="0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34">
                <a:extLst>
                  <a:ext uri="{FF2B5EF4-FFF2-40B4-BE49-F238E27FC236}">
                    <a16:creationId xmlns:a16="http://schemas.microsoft.com/office/drawing/2014/main" id="{AC98CA30-AC59-B085-4F28-0C468376B94E}"/>
                  </a:ext>
                </a:extLst>
              </p:cNvPr>
              <p:cNvSpPr/>
              <p:nvPr/>
            </p:nvSpPr>
            <p:spPr>
              <a:xfrm>
                <a:off x="5921225" y="3672350"/>
                <a:ext cx="4204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6818" h="1" fill="none" extrusionOk="0">
                    <a:moveTo>
                      <a:pt x="0" y="0"/>
                    </a:moveTo>
                    <a:lnTo>
                      <a:pt x="16817" y="0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34">
                <a:extLst>
                  <a:ext uri="{FF2B5EF4-FFF2-40B4-BE49-F238E27FC236}">
                    <a16:creationId xmlns:a16="http://schemas.microsoft.com/office/drawing/2014/main" id="{390B8611-62E5-7C37-492A-D46328C473E6}"/>
                  </a:ext>
                </a:extLst>
              </p:cNvPr>
              <p:cNvSpPr/>
              <p:nvPr/>
            </p:nvSpPr>
            <p:spPr>
              <a:xfrm>
                <a:off x="6098525" y="3411700"/>
                <a:ext cx="2431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9726" h="1" fill="none" extrusionOk="0">
                    <a:moveTo>
                      <a:pt x="1" y="0"/>
                    </a:moveTo>
                    <a:lnTo>
                      <a:pt x="9725" y="0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34">
                <a:extLst>
                  <a:ext uri="{FF2B5EF4-FFF2-40B4-BE49-F238E27FC236}">
                    <a16:creationId xmlns:a16="http://schemas.microsoft.com/office/drawing/2014/main" id="{A13D50FA-1E1B-5C94-BE06-B6A4622FA5D8}"/>
                  </a:ext>
                </a:extLst>
              </p:cNvPr>
              <p:cNvSpPr/>
              <p:nvPr/>
            </p:nvSpPr>
            <p:spPr>
              <a:xfrm>
                <a:off x="6216325" y="3228725"/>
                <a:ext cx="1253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5014" h="1" fill="none" extrusionOk="0">
                    <a:moveTo>
                      <a:pt x="1" y="1"/>
                    </a:moveTo>
                    <a:lnTo>
                      <a:pt x="5013" y="1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62" name="Google Shape;1362;p34">
            <a:extLst>
              <a:ext uri="{FF2B5EF4-FFF2-40B4-BE49-F238E27FC236}">
                <a16:creationId xmlns:a16="http://schemas.microsoft.com/office/drawing/2014/main" id="{16735CDD-1A73-5EA2-88A6-80E78E93C667}"/>
              </a:ext>
            </a:extLst>
          </p:cNvPr>
          <p:cNvSpPr/>
          <p:nvPr/>
        </p:nvSpPr>
        <p:spPr>
          <a:xfrm>
            <a:off x="3743350" y="359025"/>
            <a:ext cx="1149750" cy="1149725"/>
          </a:xfrm>
          <a:custGeom>
            <a:avLst/>
            <a:gdLst/>
            <a:ahLst/>
            <a:cxnLst/>
            <a:rect l="l" t="t" r="r" b="b"/>
            <a:pathLst>
              <a:path w="45990" h="45989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3" name="Google Shape;1363;p34">
            <a:extLst>
              <a:ext uri="{FF2B5EF4-FFF2-40B4-BE49-F238E27FC236}">
                <a16:creationId xmlns:a16="http://schemas.microsoft.com/office/drawing/2014/main" id="{72B2EB8C-D068-9E29-9441-288A53CDBCF1}"/>
              </a:ext>
            </a:extLst>
          </p:cNvPr>
          <p:cNvSpPr/>
          <p:nvPr/>
        </p:nvSpPr>
        <p:spPr>
          <a:xfrm>
            <a:off x="1704525" y="271725"/>
            <a:ext cx="3403700" cy="364450"/>
          </a:xfrm>
          <a:custGeom>
            <a:avLst/>
            <a:gdLst/>
            <a:ahLst/>
            <a:cxnLst/>
            <a:rect l="l" t="t" r="r" b="b"/>
            <a:pathLst>
              <a:path w="136148" h="14578" extrusionOk="0">
                <a:moveTo>
                  <a:pt x="102228" y="0"/>
                </a:moveTo>
                <a:cubicBezTo>
                  <a:pt x="82573" y="0"/>
                  <a:pt x="77181" y="2414"/>
                  <a:pt x="85034" y="3088"/>
                </a:cubicBezTo>
                <a:cubicBezTo>
                  <a:pt x="92886" y="3762"/>
                  <a:pt x="106946" y="7900"/>
                  <a:pt x="64140" y="7900"/>
                </a:cubicBezTo>
                <a:cubicBezTo>
                  <a:pt x="46663" y="7900"/>
                  <a:pt x="0" y="14577"/>
                  <a:pt x="71460" y="14577"/>
                </a:cubicBezTo>
                <a:lnTo>
                  <a:pt x="116790" y="14577"/>
                </a:lnTo>
                <a:cubicBezTo>
                  <a:pt x="136147" y="14577"/>
                  <a:pt x="125849" y="8997"/>
                  <a:pt x="112542" y="8997"/>
                </a:cubicBezTo>
                <a:cubicBezTo>
                  <a:pt x="106225" y="8997"/>
                  <a:pt x="134110" y="0"/>
                  <a:pt x="102228" y="0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4" name="Google Shape;1364;p34">
            <a:extLst>
              <a:ext uri="{FF2B5EF4-FFF2-40B4-BE49-F238E27FC236}">
                <a16:creationId xmlns:a16="http://schemas.microsoft.com/office/drawing/2014/main" id="{35B38A63-FF3C-3734-5E88-0A19EB8BC1EF}"/>
              </a:ext>
            </a:extLst>
          </p:cNvPr>
          <p:cNvSpPr/>
          <p:nvPr/>
        </p:nvSpPr>
        <p:spPr>
          <a:xfrm rot="-2231248" flipH="1">
            <a:off x="5706368" y="747535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54556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6">
          <a:extLst>
            <a:ext uri="{FF2B5EF4-FFF2-40B4-BE49-F238E27FC236}">
              <a16:creationId xmlns:a16="http://schemas.microsoft.com/office/drawing/2014/main" id="{CB12850E-CBB6-6142-4EF5-3FCAC5BEF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33">
            <a:extLst>
              <a:ext uri="{FF2B5EF4-FFF2-40B4-BE49-F238E27FC236}">
                <a16:creationId xmlns:a16="http://schemas.microsoft.com/office/drawing/2014/main" id="{3E7ADC37-25A2-3BDB-62E4-EF8B51422658}"/>
              </a:ext>
            </a:extLst>
          </p:cNvPr>
          <p:cNvSpPr/>
          <p:nvPr/>
        </p:nvSpPr>
        <p:spPr>
          <a:xfrm>
            <a:off x="-1682887" y="1208938"/>
            <a:ext cx="10828625" cy="1112950"/>
          </a:xfrm>
          <a:custGeom>
            <a:avLst/>
            <a:gdLst/>
            <a:ahLst/>
            <a:cxnLst/>
            <a:rect l="l" t="t" r="r" b="b"/>
            <a:pathLst>
              <a:path w="313487" h="44518" extrusionOk="0">
                <a:moveTo>
                  <a:pt x="313487" y="1"/>
                </a:moveTo>
                <a:cubicBezTo>
                  <a:pt x="313487" y="1"/>
                  <a:pt x="213140" y="16051"/>
                  <a:pt x="210068" y="16051"/>
                </a:cubicBezTo>
                <a:cubicBezTo>
                  <a:pt x="207011" y="16051"/>
                  <a:pt x="103075" y="10487"/>
                  <a:pt x="103075" y="10487"/>
                </a:cubicBezTo>
                <a:lnTo>
                  <a:pt x="0" y="16051"/>
                </a:lnTo>
                <a:lnTo>
                  <a:pt x="0" y="29421"/>
                </a:lnTo>
                <a:cubicBezTo>
                  <a:pt x="1815" y="29204"/>
                  <a:pt x="5448" y="29107"/>
                  <a:pt x="10266" y="29107"/>
                </a:cubicBezTo>
                <a:cubicBezTo>
                  <a:pt x="33210" y="29107"/>
                  <a:pt x="83034" y="31301"/>
                  <a:pt x="91350" y="33089"/>
                </a:cubicBezTo>
                <a:cubicBezTo>
                  <a:pt x="101315" y="35234"/>
                  <a:pt x="223068" y="44518"/>
                  <a:pt x="227337" y="44518"/>
                </a:cubicBezTo>
                <a:cubicBezTo>
                  <a:pt x="227373" y="44518"/>
                  <a:pt x="227400" y="44517"/>
                  <a:pt x="227419" y="44516"/>
                </a:cubicBezTo>
                <a:cubicBezTo>
                  <a:pt x="229755" y="44343"/>
                  <a:pt x="313487" y="18575"/>
                  <a:pt x="313487" y="18575"/>
                </a:cubicBezTo>
                <a:lnTo>
                  <a:pt x="313487" y="1"/>
                </a:ln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8" name="Google Shape;1248;p33">
            <a:extLst>
              <a:ext uri="{FF2B5EF4-FFF2-40B4-BE49-F238E27FC236}">
                <a16:creationId xmlns:a16="http://schemas.microsoft.com/office/drawing/2014/main" id="{980A6E2F-4BF5-92B9-CF28-47B5E7209FE9}"/>
              </a:ext>
            </a:extLst>
          </p:cNvPr>
          <p:cNvSpPr/>
          <p:nvPr/>
        </p:nvSpPr>
        <p:spPr>
          <a:xfrm>
            <a:off x="124025" y="580325"/>
            <a:ext cx="2262175" cy="302175"/>
          </a:xfrm>
          <a:custGeom>
            <a:avLst/>
            <a:gdLst/>
            <a:ahLst/>
            <a:cxnLst/>
            <a:rect l="l" t="t" r="r" b="b"/>
            <a:pathLst>
              <a:path w="90487" h="12087" extrusionOk="0">
                <a:moveTo>
                  <a:pt x="19156" y="1"/>
                </a:moveTo>
                <a:cubicBezTo>
                  <a:pt x="0" y="1"/>
                  <a:pt x="15345" y="11802"/>
                  <a:pt x="15345" y="11802"/>
                </a:cubicBezTo>
                <a:cubicBezTo>
                  <a:pt x="15345" y="11802"/>
                  <a:pt x="31496" y="12086"/>
                  <a:pt x="48288" y="12086"/>
                </a:cubicBezTo>
                <a:cubicBezTo>
                  <a:pt x="68904" y="12086"/>
                  <a:pt x="90487" y="11658"/>
                  <a:pt x="84327" y="9749"/>
                </a:cubicBezTo>
                <a:cubicBezTo>
                  <a:pt x="73152" y="6285"/>
                  <a:pt x="34373" y="5846"/>
                  <a:pt x="37493" y="4514"/>
                </a:cubicBezTo>
                <a:cubicBezTo>
                  <a:pt x="40596" y="3166"/>
                  <a:pt x="44656" y="1097"/>
                  <a:pt x="21693" y="62"/>
                </a:cubicBezTo>
                <a:cubicBezTo>
                  <a:pt x="20787" y="21"/>
                  <a:pt x="19942" y="1"/>
                  <a:pt x="19156" y="1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9" name="Google Shape;1249;p33">
            <a:extLst>
              <a:ext uri="{FF2B5EF4-FFF2-40B4-BE49-F238E27FC236}">
                <a16:creationId xmlns:a16="http://schemas.microsoft.com/office/drawing/2014/main" id="{ED739BF9-4689-F630-218A-44A54D38CB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7590" y="295288"/>
            <a:ext cx="5908963" cy="8722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Animation</a:t>
            </a:r>
            <a:endParaRPr dirty="0"/>
          </a:p>
        </p:txBody>
      </p:sp>
      <p:sp>
        <p:nvSpPr>
          <p:cNvPr id="1250" name="Google Shape;1250;p33">
            <a:extLst>
              <a:ext uri="{FF2B5EF4-FFF2-40B4-BE49-F238E27FC236}">
                <a16:creationId xmlns:a16="http://schemas.microsoft.com/office/drawing/2014/main" id="{BC147F79-252F-2DB5-C453-7FDF371F3D5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062858" y="1628570"/>
            <a:ext cx="3938100" cy="19833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/>
              <a:t>Syncro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" dirty="0">
              <a:sym typeface="Wingdings" panose="05000000000000000000" pitchFamily="2" charset="2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>
                <a:sym typeface="Wingdings" panose="05000000000000000000" pitchFamily="2" charset="2"/>
              </a:rPr>
              <a:t>Random trains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" dirty="0">
              <a:sym typeface="Wingdings" panose="05000000000000000000" pitchFamily="2" charset="2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>
                <a:sym typeface="Wingdings" panose="05000000000000000000" pitchFamily="2" charset="2"/>
              </a:rPr>
              <a:t>Can accelerate</a:t>
            </a:r>
          </a:p>
        </p:txBody>
      </p:sp>
      <p:sp>
        <p:nvSpPr>
          <p:cNvPr id="1251" name="Google Shape;1251;p33">
            <a:extLst>
              <a:ext uri="{FF2B5EF4-FFF2-40B4-BE49-F238E27FC236}">
                <a16:creationId xmlns:a16="http://schemas.microsoft.com/office/drawing/2014/main" id="{848B2144-7D10-3C6B-25A7-B6635F29CA92}"/>
              </a:ext>
            </a:extLst>
          </p:cNvPr>
          <p:cNvSpPr/>
          <p:nvPr/>
        </p:nvSpPr>
        <p:spPr>
          <a:xfrm rot="-2231248" flipH="1">
            <a:off x="3001543" y="964960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1250;p33">
            <a:extLst>
              <a:ext uri="{FF2B5EF4-FFF2-40B4-BE49-F238E27FC236}">
                <a16:creationId xmlns:a16="http://schemas.microsoft.com/office/drawing/2014/main" id="{D550502B-0D4C-B315-8E3D-F5782F714597}"/>
              </a:ext>
            </a:extLst>
          </p:cNvPr>
          <p:cNvSpPr txBox="1">
            <a:spLocks/>
          </p:cNvSpPr>
          <p:nvPr/>
        </p:nvSpPr>
        <p:spPr>
          <a:xfrm>
            <a:off x="614731" y="981117"/>
            <a:ext cx="2448127" cy="414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16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0" indent="0"/>
            <a:r>
              <a:rPr lang="en" sz="2400" b="1" i="1" dirty="0"/>
              <a:t>Train</a:t>
            </a:r>
            <a:endParaRPr lang="en" sz="2400" b="1" i="1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9816068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6">
          <a:extLst>
            <a:ext uri="{FF2B5EF4-FFF2-40B4-BE49-F238E27FC236}">
              <a16:creationId xmlns:a16="http://schemas.microsoft.com/office/drawing/2014/main" id="{88941D8A-F5D0-FB07-7FDC-210EAA6CE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33">
            <a:extLst>
              <a:ext uri="{FF2B5EF4-FFF2-40B4-BE49-F238E27FC236}">
                <a16:creationId xmlns:a16="http://schemas.microsoft.com/office/drawing/2014/main" id="{8E00E9DE-0553-B604-BCE6-38CB48E3646F}"/>
              </a:ext>
            </a:extLst>
          </p:cNvPr>
          <p:cNvSpPr/>
          <p:nvPr/>
        </p:nvSpPr>
        <p:spPr>
          <a:xfrm>
            <a:off x="-1682887" y="1208938"/>
            <a:ext cx="10828625" cy="1112950"/>
          </a:xfrm>
          <a:custGeom>
            <a:avLst/>
            <a:gdLst/>
            <a:ahLst/>
            <a:cxnLst/>
            <a:rect l="l" t="t" r="r" b="b"/>
            <a:pathLst>
              <a:path w="313487" h="44518" extrusionOk="0">
                <a:moveTo>
                  <a:pt x="313487" y="1"/>
                </a:moveTo>
                <a:cubicBezTo>
                  <a:pt x="313487" y="1"/>
                  <a:pt x="213140" y="16051"/>
                  <a:pt x="210068" y="16051"/>
                </a:cubicBezTo>
                <a:cubicBezTo>
                  <a:pt x="207011" y="16051"/>
                  <a:pt x="103075" y="10487"/>
                  <a:pt x="103075" y="10487"/>
                </a:cubicBezTo>
                <a:lnTo>
                  <a:pt x="0" y="16051"/>
                </a:lnTo>
                <a:lnTo>
                  <a:pt x="0" y="29421"/>
                </a:lnTo>
                <a:cubicBezTo>
                  <a:pt x="1815" y="29204"/>
                  <a:pt x="5448" y="29107"/>
                  <a:pt x="10266" y="29107"/>
                </a:cubicBezTo>
                <a:cubicBezTo>
                  <a:pt x="33210" y="29107"/>
                  <a:pt x="83034" y="31301"/>
                  <a:pt x="91350" y="33089"/>
                </a:cubicBezTo>
                <a:cubicBezTo>
                  <a:pt x="101315" y="35234"/>
                  <a:pt x="223068" y="44518"/>
                  <a:pt x="227337" y="44518"/>
                </a:cubicBezTo>
                <a:cubicBezTo>
                  <a:pt x="227373" y="44518"/>
                  <a:pt x="227400" y="44517"/>
                  <a:pt x="227419" y="44516"/>
                </a:cubicBezTo>
                <a:cubicBezTo>
                  <a:pt x="229755" y="44343"/>
                  <a:pt x="313487" y="18575"/>
                  <a:pt x="313487" y="18575"/>
                </a:cubicBezTo>
                <a:lnTo>
                  <a:pt x="313487" y="1"/>
                </a:ln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8" name="Google Shape;1248;p33">
            <a:extLst>
              <a:ext uri="{FF2B5EF4-FFF2-40B4-BE49-F238E27FC236}">
                <a16:creationId xmlns:a16="http://schemas.microsoft.com/office/drawing/2014/main" id="{F5C78F0A-C729-3CF4-64A2-FCB6BB821420}"/>
              </a:ext>
            </a:extLst>
          </p:cNvPr>
          <p:cNvSpPr/>
          <p:nvPr/>
        </p:nvSpPr>
        <p:spPr>
          <a:xfrm>
            <a:off x="124025" y="580325"/>
            <a:ext cx="2262175" cy="302175"/>
          </a:xfrm>
          <a:custGeom>
            <a:avLst/>
            <a:gdLst/>
            <a:ahLst/>
            <a:cxnLst/>
            <a:rect l="l" t="t" r="r" b="b"/>
            <a:pathLst>
              <a:path w="90487" h="12087" extrusionOk="0">
                <a:moveTo>
                  <a:pt x="19156" y="1"/>
                </a:moveTo>
                <a:cubicBezTo>
                  <a:pt x="0" y="1"/>
                  <a:pt x="15345" y="11802"/>
                  <a:pt x="15345" y="11802"/>
                </a:cubicBezTo>
                <a:cubicBezTo>
                  <a:pt x="15345" y="11802"/>
                  <a:pt x="31496" y="12086"/>
                  <a:pt x="48288" y="12086"/>
                </a:cubicBezTo>
                <a:cubicBezTo>
                  <a:pt x="68904" y="12086"/>
                  <a:pt x="90487" y="11658"/>
                  <a:pt x="84327" y="9749"/>
                </a:cubicBezTo>
                <a:cubicBezTo>
                  <a:pt x="73152" y="6285"/>
                  <a:pt x="34373" y="5846"/>
                  <a:pt x="37493" y="4514"/>
                </a:cubicBezTo>
                <a:cubicBezTo>
                  <a:pt x="40596" y="3166"/>
                  <a:pt x="44656" y="1097"/>
                  <a:pt x="21693" y="62"/>
                </a:cubicBezTo>
                <a:cubicBezTo>
                  <a:pt x="20787" y="21"/>
                  <a:pt x="19942" y="1"/>
                  <a:pt x="19156" y="1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9" name="Google Shape;1249;p33">
            <a:extLst>
              <a:ext uri="{FF2B5EF4-FFF2-40B4-BE49-F238E27FC236}">
                <a16:creationId xmlns:a16="http://schemas.microsoft.com/office/drawing/2014/main" id="{68193C01-A942-182B-D55A-9055E3CEAF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7590" y="295288"/>
            <a:ext cx="5908963" cy="8722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Animation</a:t>
            </a:r>
            <a:endParaRPr dirty="0"/>
          </a:p>
        </p:txBody>
      </p:sp>
      <p:sp>
        <p:nvSpPr>
          <p:cNvPr id="1251" name="Google Shape;1251;p33">
            <a:extLst>
              <a:ext uri="{FF2B5EF4-FFF2-40B4-BE49-F238E27FC236}">
                <a16:creationId xmlns:a16="http://schemas.microsoft.com/office/drawing/2014/main" id="{6667892A-64DD-EB60-394B-A14E16E9DEAE}"/>
              </a:ext>
            </a:extLst>
          </p:cNvPr>
          <p:cNvSpPr/>
          <p:nvPr/>
        </p:nvSpPr>
        <p:spPr>
          <a:xfrm rot="-2231248" flipH="1">
            <a:off x="3001543" y="964960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1250;p33">
            <a:extLst>
              <a:ext uri="{FF2B5EF4-FFF2-40B4-BE49-F238E27FC236}">
                <a16:creationId xmlns:a16="http://schemas.microsoft.com/office/drawing/2014/main" id="{468C386E-182D-C23E-9122-ECEFC0917926}"/>
              </a:ext>
            </a:extLst>
          </p:cNvPr>
          <p:cNvSpPr txBox="1">
            <a:spLocks/>
          </p:cNvSpPr>
          <p:nvPr/>
        </p:nvSpPr>
        <p:spPr>
          <a:xfrm>
            <a:off x="614731" y="981117"/>
            <a:ext cx="2448127" cy="414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16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0" indent="0"/>
            <a:r>
              <a:rPr lang="en" sz="2400" b="1" i="1" dirty="0"/>
              <a:t>Shapes</a:t>
            </a:r>
            <a:endParaRPr lang="en" sz="2400" b="1" i="1" dirty="0">
              <a:sym typeface="Wingdings" panose="05000000000000000000" pitchFamily="2" charset="2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D012739-D4B6-D54E-D31A-62983B4A0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4063" y="1269456"/>
            <a:ext cx="6092826" cy="2478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3935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6">
          <a:extLst>
            <a:ext uri="{FF2B5EF4-FFF2-40B4-BE49-F238E27FC236}">
              <a16:creationId xmlns:a16="http://schemas.microsoft.com/office/drawing/2014/main" id="{78830C12-61B2-AC04-E504-5F80DB7E4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33">
            <a:extLst>
              <a:ext uri="{FF2B5EF4-FFF2-40B4-BE49-F238E27FC236}">
                <a16:creationId xmlns:a16="http://schemas.microsoft.com/office/drawing/2014/main" id="{90D67CB5-11B3-C80A-059D-CB4AB55F4CB1}"/>
              </a:ext>
            </a:extLst>
          </p:cNvPr>
          <p:cNvSpPr/>
          <p:nvPr/>
        </p:nvSpPr>
        <p:spPr>
          <a:xfrm>
            <a:off x="-1682887" y="1208938"/>
            <a:ext cx="10828625" cy="1112950"/>
          </a:xfrm>
          <a:custGeom>
            <a:avLst/>
            <a:gdLst/>
            <a:ahLst/>
            <a:cxnLst/>
            <a:rect l="l" t="t" r="r" b="b"/>
            <a:pathLst>
              <a:path w="313487" h="44518" extrusionOk="0">
                <a:moveTo>
                  <a:pt x="313487" y="1"/>
                </a:moveTo>
                <a:cubicBezTo>
                  <a:pt x="313487" y="1"/>
                  <a:pt x="213140" y="16051"/>
                  <a:pt x="210068" y="16051"/>
                </a:cubicBezTo>
                <a:cubicBezTo>
                  <a:pt x="207011" y="16051"/>
                  <a:pt x="103075" y="10487"/>
                  <a:pt x="103075" y="10487"/>
                </a:cubicBezTo>
                <a:lnTo>
                  <a:pt x="0" y="16051"/>
                </a:lnTo>
                <a:lnTo>
                  <a:pt x="0" y="29421"/>
                </a:lnTo>
                <a:cubicBezTo>
                  <a:pt x="1815" y="29204"/>
                  <a:pt x="5448" y="29107"/>
                  <a:pt x="10266" y="29107"/>
                </a:cubicBezTo>
                <a:cubicBezTo>
                  <a:pt x="33210" y="29107"/>
                  <a:pt x="83034" y="31301"/>
                  <a:pt x="91350" y="33089"/>
                </a:cubicBezTo>
                <a:cubicBezTo>
                  <a:pt x="101315" y="35234"/>
                  <a:pt x="223068" y="44518"/>
                  <a:pt x="227337" y="44518"/>
                </a:cubicBezTo>
                <a:cubicBezTo>
                  <a:pt x="227373" y="44518"/>
                  <a:pt x="227400" y="44517"/>
                  <a:pt x="227419" y="44516"/>
                </a:cubicBezTo>
                <a:cubicBezTo>
                  <a:pt x="229755" y="44343"/>
                  <a:pt x="313487" y="18575"/>
                  <a:pt x="313487" y="18575"/>
                </a:cubicBezTo>
                <a:lnTo>
                  <a:pt x="313487" y="1"/>
                </a:ln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8" name="Google Shape;1248;p33">
            <a:extLst>
              <a:ext uri="{FF2B5EF4-FFF2-40B4-BE49-F238E27FC236}">
                <a16:creationId xmlns:a16="http://schemas.microsoft.com/office/drawing/2014/main" id="{9509FB73-78C0-E2CB-D88E-2296209B3D5C}"/>
              </a:ext>
            </a:extLst>
          </p:cNvPr>
          <p:cNvSpPr/>
          <p:nvPr/>
        </p:nvSpPr>
        <p:spPr>
          <a:xfrm>
            <a:off x="124025" y="580325"/>
            <a:ext cx="2262175" cy="302175"/>
          </a:xfrm>
          <a:custGeom>
            <a:avLst/>
            <a:gdLst/>
            <a:ahLst/>
            <a:cxnLst/>
            <a:rect l="l" t="t" r="r" b="b"/>
            <a:pathLst>
              <a:path w="90487" h="12087" extrusionOk="0">
                <a:moveTo>
                  <a:pt x="19156" y="1"/>
                </a:moveTo>
                <a:cubicBezTo>
                  <a:pt x="0" y="1"/>
                  <a:pt x="15345" y="11802"/>
                  <a:pt x="15345" y="11802"/>
                </a:cubicBezTo>
                <a:cubicBezTo>
                  <a:pt x="15345" y="11802"/>
                  <a:pt x="31496" y="12086"/>
                  <a:pt x="48288" y="12086"/>
                </a:cubicBezTo>
                <a:cubicBezTo>
                  <a:pt x="68904" y="12086"/>
                  <a:pt x="90487" y="11658"/>
                  <a:pt x="84327" y="9749"/>
                </a:cubicBezTo>
                <a:cubicBezTo>
                  <a:pt x="73152" y="6285"/>
                  <a:pt x="34373" y="5846"/>
                  <a:pt x="37493" y="4514"/>
                </a:cubicBezTo>
                <a:cubicBezTo>
                  <a:pt x="40596" y="3166"/>
                  <a:pt x="44656" y="1097"/>
                  <a:pt x="21693" y="62"/>
                </a:cubicBezTo>
                <a:cubicBezTo>
                  <a:pt x="20787" y="21"/>
                  <a:pt x="19942" y="1"/>
                  <a:pt x="19156" y="1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9" name="Google Shape;1249;p33">
            <a:extLst>
              <a:ext uri="{FF2B5EF4-FFF2-40B4-BE49-F238E27FC236}">
                <a16:creationId xmlns:a16="http://schemas.microsoft.com/office/drawing/2014/main" id="{8CFE856F-AF83-CE79-1B13-B99A94DCC4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7590" y="295288"/>
            <a:ext cx="5908963" cy="8722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Animation</a:t>
            </a:r>
            <a:endParaRPr dirty="0"/>
          </a:p>
        </p:txBody>
      </p:sp>
      <p:sp>
        <p:nvSpPr>
          <p:cNvPr id="1250" name="Google Shape;1250;p33">
            <a:extLst>
              <a:ext uri="{FF2B5EF4-FFF2-40B4-BE49-F238E27FC236}">
                <a16:creationId xmlns:a16="http://schemas.microsoft.com/office/drawing/2014/main" id="{356D154D-CBC4-88A7-E3EC-00A5E2BA420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762886" y="403696"/>
            <a:ext cx="3938100" cy="19833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>
                <a:sym typeface="Wingdings" panose="05000000000000000000" pitchFamily="2" charset="2"/>
              </a:rPr>
              <a:t>Clouds moving to the right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" dirty="0">
              <a:sym typeface="Wingdings" panose="05000000000000000000" pitchFamily="2" charset="2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>
                <a:sym typeface="Wingdings" panose="05000000000000000000" pitchFamily="2" charset="2"/>
              </a:rPr>
              <a:t>Based on a circle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" dirty="0">
              <a:sym typeface="Wingdings" panose="05000000000000000000" pitchFamily="2" charset="2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>
                <a:sym typeface="Wingdings" panose="05000000000000000000" pitchFamily="2" charset="2"/>
              </a:rPr>
              <a:t>Changes due to additions of sinus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" dirty="0">
              <a:sym typeface="Wingdings" panose="05000000000000000000" pitchFamily="2" charset="2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" dirty="0">
              <a:sym typeface="Wingdings" panose="05000000000000000000" pitchFamily="2" charset="2"/>
            </a:endParaRPr>
          </a:p>
        </p:txBody>
      </p:sp>
      <p:sp>
        <p:nvSpPr>
          <p:cNvPr id="1251" name="Google Shape;1251;p33">
            <a:extLst>
              <a:ext uri="{FF2B5EF4-FFF2-40B4-BE49-F238E27FC236}">
                <a16:creationId xmlns:a16="http://schemas.microsoft.com/office/drawing/2014/main" id="{C7D2D4D2-FA67-D759-BE08-E0AEE3A8BB8F}"/>
              </a:ext>
            </a:extLst>
          </p:cNvPr>
          <p:cNvSpPr/>
          <p:nvPr/>
        </p:nvSpPr>
        <p:spPr>
          <a:xfrm rot="-2231248" flipH="1">
            <a:off x="3001543" y="964960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1250;p33">
            <a:extLst>
              <a:ext uri="{FF2B5EF4-FFF2-40B4-BE49-F238E27FC236}">
                <a16:creationId xmlns:a16="http://schemas.microsoft.com/office/drawing/2014/main" id="{C9EA8414-7D50-B48B-7B57-E8CE79BBBC8B}"/>
              </a:ext>
            </a:extLst>
          </p:cNvPr>
          <p:cNvSpPr txBox="1">
            <a:spLocks/>
          </p:cNvSpPr>
          <p:nvPr/>
        </p:nvSpPr>
        <p:spPr>
          <a:xfrm>
            <a:off x="614731" y="981117"/>
            <a:ext cx="2448127" cy="414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16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0" indent="0"/>
            <a:r>
              <a:rPr lang="en" sz="2400" b="1" i="1" dirty="0">
                <a:sym typeface="Wingdings" panose="05000000000000000000" pitchFamily="2" charset="2"/>
              </a:rPr>
              <a:t>Cloud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Google Shape;1250;p33">
                <a:extLst>
                  <a:ext uri="{FF2B5EF4-FFF2-40B4-BE49-F238E27FC236}">
                    <a16:creationId xmlns:a16="http://schemas.microsoft.com/office/drawing/2014/main" id="{C31012DD-6E52-DAC0-2450-1E67D3C6E79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62886" y="1911540"/>
                <a:ext cx="4081945" cy="14929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100"/>
                  <a:buFont typeface="Abel"/>
                  <a:buNone/>
                  <a:defRPr sz="1600" b="0" i="0" u="none" strike="noStrike" cap="none" spc="0">
                    <a:solidFill>
                      <a:schemeClr val="dk1"/>
                    </a:solidFill>
                    <a:latin typeface="Abel"/>
                    <a:ea typeface="Abel"/>
                    <a:cs typeface="Abel"/>
                    <a:sym typeface="Abel"/>
                  </a:defRPr>
                </a:lvl1pPr>
                <a:lvl2pPr marL="914400" marR="0" lvl="1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100"/>
                  <a:buFont typeface="Abel"/>
                  <a:buNone/>
                  <a:defRPr sz="2100" b="0" i="0" u="none" strike="noStrike" cap="none" spc="0">
                    <a:solidFill>
                      <a:schemeClr val="dk1"/>
                    </a:solidFill>
                    <a:latin typeface="Abel"/>
                    <a:ea typeface="Abel"/>
                    <a:cs typeface="Abel"/>
                    <a:sym typeface="Abel"/>
                  </a:defRPr>
                </a:lvl2pPr>
                <a:lvl3pPr marL="1371600" marR="0" lvl="2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100"/>
                  <a:buFont typeface="Abel"/>
                  <a:buNone/>
                  <a:defRPr sz="2100" b="0" i="0" u="none" strike="noStrike" cap="none" spc="0">
                    <a:solidFill>
                      <a:schemeClr val="dk1"/>
                    </a:solidFill>
                    <a:latin typeface="Abel"/>
                    <a:ea typeface="Abel"/>
                    <a:cs typeface="Abel"/>
                    <a:sym typeface="Abel"/>
                  </a:defRPr>
                </a:lvl3pPr>
                <a:lvl4pPr marL="1828800" marR="0" lvl="3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100"/>
                  <a:buFont typeface="Abel"/>
                  <a:buNone/>
                  <a:defRPr sz="2100" b="0" i="0" u="none" strike="noStrike" cap="none" spc="0">
                    <a:solidFill>
                      <a:schemeClr val="dk1"/>
                    </a:solidFill>
                    <a:latin typeface="Abel"/>
                    <a:ea typeface="Abel"/>
                    <a:cs typeface="Abel"/>
                    <a:sym typeface="Abel"/>
                  </a:defRPr>
                </a:lvl4pPr>
                <a:lvl5pPr marL="2286000" marR="0" lvl="4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100"/>
                  <a:buFont typeface="Abel"/>
                  <a:buNone/>
                  <a:defRPr sz="2100" b="0" i="0" u="none" strike="noStrike" cap="none" spc="0">
                    <a:solidFill>
                      <a:schemeClr val="dk1"/>
                    </a:solidFill>
                    <a:latin typeface="Abel"/>
                    <a:ea typeface="Abel"/>
                    <a:cs typeface="Abel"/>
                    <a:sym typeface="Abel"/>
                  </a:defRPr>
                </a:lvl5pPr>
                <a:lvl6pPr marL="2743200" marR="0" lvl="5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100"/>
                  <a:buFont typeface="Abel"/>
                  <a:buNone/>
                  <a:defRPr sz="2100" b="0" i="0" u="none" strike="noStrike" cap="none" spc="0">
                    <a:solidFill>
                      <a:schemeClr val="dk1"/>
                    </a:solidFill>
                    <a:latin typeface="Abel"/>
                    <a:ea typeface="Abel"/>
                    <a:cs typeface="Abel"/>
                    <a:sym typeface="Abel"/>
                  </a:defRPr>
                </a:lvl6pPr>
                <a:lvl7pPr marL="3200400" marR="0" lvl="6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100"/>
                  <a:buFont typeface="Abel"/>
                  <a:buNone/>
                  <a:defRPr sz="2100" b="0" i="0" u="none" strike="noStrike" cap="none" spc="0">
                    <a:solidFill>
                      <a:schemeClr val="dk1"/>
                    </a:solidFill>
                    <a:latin typeface="Abel"/>
                    <a:ea typeface="Abel"/>
                    <a:cs typeface="Abel"/>
                    <a:sym typeface="Abel"/>
                  </a:defRPr>
                </a:lvl7pPr>
                <a:lvl8pPr marL="3657600" marR="0" lvl="7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100"/>
                  <a:buFont typeface="Abel"/>
                  <a:buNone/>
                  <a:defRPr sz="2100" b="0" i="0" u="none" strike="noStrike" cap="none" spc="0">
                    <a:solidFill>
                      <a:schemeClr val="dk1"/>
                    </a:solidFill>
                    <a:latin typeface="Abel"/>
                    <a:ea typeface="Abel"/>
                    <a:cs typeface="Abel"/>
                    <a:sym typeface="Abel"/>
                  </a:defRPr>
                </a:lvl8pPr>
                <a:lvl9pPr marL="4114800" marR="0" lvl="8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100"/>
                  <a:buFont typeface="Abel"/>
                  <a:buNone/>
                  <a:defRPr sz="2100" b="0" i="0" u="none" strike="noStrike" cap="none" spc="0">
                    <a:solidFill>
                      <a:schemeClr val="dk1"/>
                    </a:solidFill>
                    <a:latin typeface="Abel"/>
                    <a:ea typeface="Abel"/>
                    <a:cs typeface="Abel"/>
                    <a:sym typeface="Abel"/>
                  </a:defRPr>
                </a:lvl9pPr>
              </a:lstStyle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CH" sz="1400" i="1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fr-CH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H" sz="1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fr-CH" sz="1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CH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H" sz="1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m:rPr>
                            <m:nor/>
                          </m:rPr>
                          <a:rPr lang="fr-CH" sz="1400" i="1">
                            <a:latin typeface="Cambria Math" panose="02040503050406030204" pitchFamily="18" charset="0"/>
                          </a:rPr>
                          <m:t>base</m:t>
                        </m:r>
                      </m:sub>
                    </m:sSub>
                    <m:r>
                      <a:rPr lang="fr-CH" sz="1400" i="1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fr-CH" sz="14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d>
                          <m:dPr>
                            <m:ctrlPr>
                              <a:rPr lang="fr-CH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CH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CH" sz="14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fr-CH" sz="1400" i="1">
                                    <a:latin typeface="Cambria Math" panose="02040503050406030204" pitchFamily="18" charset="0"/>
                                  </a:rPr>
                                  <m:t>base</m:t>
                                </m:r>
                              </m:sub>
                            </m:sSub>
                            <m:r>
                              <a:rPr lang="fr-CH" sz="1400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b>
                              <m:sSubPr>
                                <m:ctrlPr>
                                  <a:rPr lang="fr-CH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CH" sz="14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fr-CH" sz="1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fr-CH" sz="1400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func>
                              <m:funcPr>
                                <m:ctrlPr>
                                  <a:rPr lang="fr-CH" sz="14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CH" sz="1400" i="1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fr-CH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fr-CH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CH" sz="1400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fr-CH" sz="1400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 lang="fr-CH" sz="1400" i="1"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r>
                                      <a:rPr lang="fr-CH" sz="14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  <m:r>
                                      <a:rPr lang="fr-CH" sz="14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fr-CH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CH" sz="1400" i="1">
                                            <a:latin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  <m:sub>
                                        <m:r>
                                          <a:rPr lang="fr-CH" sz="1400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</m:e>
                        </m:d>
                      </m:e>
                    </m:nary>
                  </m:oMath>
                </a14:m>
                <a:endParaRPr lang="fr-CH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fr-CH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CH" i="1" dirty="0">
                    <a:latin typeface="Cambria Math" panose="02040503050406030204" pitchFamily="18" charset="0"/>
                  </a:rPr>
                  <a:t>A = Amplitude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CH" i="1" dirty="0">
                    <a:latin typeface="Cambria Math" panose="02040503050406030204" pitchFamily="18" charset="0"/>
                  </a:rPr>
                  <a:t>f = Frequency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CH" i="1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fr-CH" i="1" dirty="0">
                    <a:latin typeface="Cambria Math" panose="02040503050406030204" pitchFamily="18" charset="0"/>
                  </a:rPr>
                  <a:t>= Phase</a:t>
                </a:r>
              </a:p>
              <a:p>
                <a:pPr marL="0" indent="0"/>
                <a:r>
                  <a:rPr lang="fr-CH" i="1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 </a:t>
                </a:r>
                <a:r>
                  <a:rPr lang="fr-CH" i="1" dirty="0" err="1">
                    <a:latin typeface="Cambria Math" panose="02040503050406030204" pitchFamily="18" charset="0"/>
                    <a:sym typeface="Wingdings" panose="05000000000000000000" pitchFamily="2" charset="2"/>
                  </a:rPr>
                  <a:t>returns</a:t>
                </a:r>
                <a:r>
                  <a:rPr lang="fr-CH" i="1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 </a:t>
                </a:r>
                <a:r>
                  <a:rPr lang="fr-CH" i="1" dirty="0" err="1">
                    <a:latin typeface="Cambria Math" panose="02040503050406030204" pitchFamily="18" charset="0"/>
                    <a:sym typeface="Wingdings" panose="05000000000000000000" pitchFamily="2" charset="2"/>
                  </a:rPr>
                  <a:t>list</a:t>
                </a:r>
                <a:r>
                  <a:rPr lang="fr-CH" i="1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 of points</a:t>
                </a:r>
                <a:endParaRPr lang="en" dirty="0">
                  <a:sym typeface="Wingdings" panose="05000000000000000000" pitchFamily="2" charset="2"/>
                </a:endParaRPr>
              </a:p>
            </p:txBody>
          </p:sp>
        </mc:Choice>
        <mc:Fallback>
          <p:sp>
            <p:nvSpPr>
              <p:cNvPr id="5" name="Google Shape;1250;p33">
                <a:extLst>
                  <a:ext uri="{FF2B5EF4-FFF2-40B4-BE49-F238E27FC236}">
                    <a16:creationId xmlns:a16="http://schemas.microsoft.com/office/drawing/2014/main" id="{C31012DD-6E52-DAC0-2450-1E67D3C6E7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886" y="1911540"/>
                <a:ext cx="4081945" cy="1492980"/>
              </a:xfrm>
              <a:prstGeom prst="rect">
                <a:avLst/>
              </a:prstGeom>
              <a:blipFill>
                <a:blip r:embed="rId3"/>
                <a:stretch>
                  <a:fillRect l="-1493" t="-17213" b="-1229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 6">
            <a:extLst>
              <a:ext uri="{FF2B5EF4-FFF2-40B4-BE49-F238E27FC236}">
                <a16:creationId xmlns:a16="http://schemas.microsoft.com/office/drawing/2014/main" id="{0CA21404-FC39-7563-7C71-F102AEA5AF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1744" y="270942"/>
            <a:ext cx="5981074" cy="1630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1897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indefinite"/>
                                        <p:tgtEl>
                                          <p:spTgt spid="1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1" dur="indefinite"/>
                                        <p:tgtEl>
                                          <p:spTgt spid="1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indefinite"/>
                                        <p:tgtEl>
                                          <p:spTgt spid="12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4" dur="indefinite"/>
                                        <p:tgtEl>
                                          <p:spTgt spid="12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/>
                                        <p:tgtEl>
                                          <p:spTgt spid="12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7" dur="indefinite"/>
                                        <p:tgtEl>
                                          <p:spTgt spid="12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2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2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1" dur="indefinite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0" grpId="0" uiExpand="1" build="p"/>
      <p:bldP spid="1250" grpId="1" uiExpand="1" build="p"/>
      <p:bldP spid="1250" grpId="2" uiExpand="1" build="p"/>
      <p:bldP spid="5" grpId="0"/>
      <p:bldP spid="5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6">
          <a:extLst>
            <a:ext uri="{FF2B5EF4-FFF2-40B4-BE49-F238E27FC236}">
              <a16:creationId xmlns:a16="http://schemas.microsoft.com/office/drawing/2014/main" id="{0C496D40-92E2-8DF7-3863-9E2330AEE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33">
            <a:extLst>
              <a:ext uri="{FF2B5EF4-FFF2-40B4-BE49-F238E27FC236}">
                <a16:creationId xmlns:a16="http://schemas.microsoft.com/office/drawing/2014/main" id="{B44B1E5A-5141-9C7F-CFC8-D0A812E7D41E}"/>
              </a:ext>
            </a:extLst>
          </p:cNvPr>
          <p:cNvSpPr/>
          <p:nvPr/>
        </p:nvSpPr>
        <p:spPr>
          <a:xfrm>
            <a:off x="-1682887" y="1208938"/>
            <a:ext cx="10828625" cy="1112950"/>
          </a:xfrm>
          <a:custGeom>
            <a:avLst/>
            <a:gdLst/>
            <a:ahLst/>
            <a:cxnLst/>
            <a:rect l="l" t="t" r="r" b="b"/>
            <a:pathLst>
              <a:path w="313487" h="44518" extrusionOk="0">
                <a:moveTo>
                  <a:pt x="313487" y="1"/>
                </a:moveTo>
                <a:cubicBezTo>
                  <a:pt x="313487" y="1"/>
                  <a:pt x="213140" y="16051"/>
                  <a:pt x="210068" y="16051"/>
                </a:cubicBezTo>
                <a:cubicBezTo>
                  <a:pt x="207011" y="16051"/>
                  <a:pt x="103075" y="10487"/>
                  <a:pt x="103075" y="10487"/>
                </a:cubicBezTo>
                <a:lnTo>
                  <a:pt x="0" y="16051"/>
                </a:lnTo>
                <a:lnTo>
                  <a:pt x="0" y="29421"/>
                </a:lnTo>
                <a:cubicBezTo>
                  <a:pt x="1815" y="29204"/>
                  <a:pt x="5448" y="29107"/>
                  <a:pt x="10266" y="29107"/>
                </a:cubicBezTo>
                <a:cubicBezTo>
                  <a:pt x="33210" y="29107"/>
                  <a:pt x="83034" y="31301"/>
                  <a:pt x="91350" y="33089"/>
                </a:cubicBezTo>
                <a:cubicBezTo>
                  <a:pt x="101315" y="35234"/>
                  <a:pt x="223068" y="44518"/>
                  <a:pt x="227337" y="44518"/>
                </a:cubicBezTo>
                <a:cubicBezTo>
                  <a:pt x="227373" y="44518"/>
                  <a:pt x="227400" y="44517"/>
                  <a:pt x="227419" y="44516"/>
                </a:cubicBezTo>
                <a:cubicBezTo>
                  <a:pt x="229755" y="44343"/>
                  <a:pt x="313487" y="18575"/>
                  <a:pt x="313487" y="18575"/>
                </a:cubicBezTo>
                <a:lnTo>
                  <a:pt x="313487" y="1"/>
                </a:ln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8" name="Google Shape;1248;p33">
            <a:extLst>
              <a:ext uri="{FF2B5EF4-FFF2-40B4-BE49-F238E27FC236}">
                <a16:creationId xmlns:a16="http://schemas.microsoft.com/office/drawing/2014/main" id="{EEF39DB1-955C-F751-7D05-0A99E793687C}"/>
              </a:ext>
            </a:extLst>
          </p:cNvPr>
          <p:cNvSpPr/>
          <p:nvPr/>
        </p:nvSpPr>
        <p:spPr>
          <a:xfrm>
            <a:off x="124025" y="580325"/>
            <a:ext cx="2262175" cy="302175"/>
          </a:xfrm>
          <a:custGeom>
            <a:avLst/>
            <a:gdLst/>
            <a:ahLst/>
            <a:cxnLst/>
            <a:rect l="l" t="t" r="r" b="b"/>
            <a:pathLst>
              <a:path w="90487" h="12087" extrusionOk="0">
                <a:moveTo>
                  <a:pt x="19156" y="1"/>
                </a:moveTo>
                <a:cubicBezTo>
                  <a:pt x="0" y="1"/>
                  <a:pt x="15345" y="11802"/>
                  <a:pt x="15345" y="11802"/>
                </a:cubicBezTo>
                <a:cubicBezTo>
                  <a:pt x="15345" y="11802"/>
                  <a:pt x="31496" y="12086"/>
                  <a:pt x="48288" y="12086"/>
                </a:cubicBezTo>
                <a:cubicBezTo>
                  <a:pt x="68904" y="12086"/>
                  <a:pt x="90487" y="11658"/>
                  <a:pt x="84327" y="9749"/>
                </a:cubicBezTo>
                <a:cubicBezTo>
                  <a:pt x="73152" y="6285"/>
                  <a:pt x="34373" y="5846"/>
                  <a:pt x="37493" y="4514"/>
                </a:cubicBezTo>
                <a:cubicBezTo>
                  <a:pt x="40596" y="3166"/>
                  <a:pt x="44656" y="1097"/>
                  <a:pt x="21693" y="62"/>
                </a:cubicBezTo>
                <a:cubicBezTo>
                  <a:pt x="20787" y="21"/>
                  <a:pt x="19942" y="1"/>
                  <a:pt x="19156" y="1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9" name="Google Shape;1249;p33">
            <a:extLst>
              <a:ext uri="{FF2B5EF4-FFF2-40B4-BE49-F238E27FC236}">
                <a16:creationId xmlns:a16="http://schemas.microsoft.com/office/drawing/2014/main" id="{58C73AD8-69B2-E6A8-939F-8AB9E7169B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7590" y="295288"/>
            <a:ext cx="5908963" cy="8722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Animation</a:t>
            </a:r>
            <a:endParaRPr dirty="0"/>
          </a:p>
        </p:txBody>
      </p:sp>
      <p:sp>
        <p:nvSpPr>
          <p:cNvPr id="1250" name="Google Shape;1250;p33">
            <a:extLst>
              <a:ext uri="{FF2B5EF4-FFF2-40B4-BE49-F238E27FC236}">
                <a16:creationId xmlns:a16="http://schemas.microsoft.com/office/drawing/2014/main" id="{2B490955-8F89-2278-89D6-4640AF1333B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762886" y="403696"/>
            <a:ext cx="3938100" cy="19833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>
                <a:sym typeface="Wingdings" panose="05000000000000000000" pitchFamily="2" charset="2"/>
              </a:rPr>
              <a:t>Groupe of triangles (rays)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" dirty="0">
              <a:sym typeface="Wingdings" panose="05000000000000000000" pitchFamily="2" charset="2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>
                <a:sym typeface="Wingdings" panose="05000000000000000000" pitchFamily="2" charset="2"/>
              </a:rPr>
              <a:t>Random angle of projection and speed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" dirty="0">
              <a:sym typeface="Wingdings" panose="05000000000000000000" pitchFamily="2" charset="2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>
                <a:sym typeface="Wingdings" panose="05000000000000000000" pitchFamily="2" charset="2"/>
              </a:rPr>
              <a:t>Changes due to additions of sinus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" dirty="0">
              <a:sym typeface="Wingdings" panose="05000000000000000000" pitchFamily="2" charset="2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" dirty="0">
              <a:sym typeface="Wingdings" panose="05000000000000000000" pitchFamily="2" charset="2"/>
            </a:endParaRPr>
          </a:p>
        </p:txBody>
      </p:sp>
      <p:sp>
        <p:nvSpPr>
          <p:cNvPr id="1251" name="Google Shape;1251;p33">
            <a:extLst>
              <a:ext uri="{FF2B5EF4-FFF2-40B4-BE49-F238E27FC236}">
                <a16:creationId xmlns:a16="http://schemas.microsoft.com/office/drawing/2014/main" id="{B2CCEAC5-2751-12D3-8A5E-D70AFE3B4259}"/>
              </a:ext>
            </a:extLst>
          </p:cNvPr>
          <p:cNvSpPr/>
          <p:nvPr/>
        </p:nvSpPr>
        <p:spPr>
          <a:xfrm rot="-2231248" flipH="1">
            <a:off x="3001543" y="964960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1250;p33">
            <a:extLst>
              <a:ext uri="{FF2B5EF4-FFF2-40B4-BE49-F238E27FC236}">
                <a16:creationId xmlns:a16="http://schemas.microsoft.com/office/drawing/2014/main" id="{9A092E9A-8D62-4C7A-7ABF-DD24CD29B9D4}"/>
              </a:ext>
            </a:extLst>
          </p:cNvPr>
          <p:cNvSpPr txBox="1">
            <a:spLocks/>
          </p:cNvSpPr>
          <p:nvPr/>
        </p:nvSpPr>
        <p:spPr>
          <a:xfrm>
            <a:off x="614731" y="981117"/>
            <a:ext cx="2448127" cy="414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16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0" indent="0"/>
            <a:r>
              <a:rPr lang="en" sz="2400" b="1" i="1" dirty="0">
                <a:sym typeface="Wingdings" panose="05000000000000000000" pitchFamily="2" charset="2"/>
              </a:rPr>
              <a:t>Fireworks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5164B2A-A60B-44B8-E99B-4ADB36FA4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25" y="2196601"/>
            <a:ext cx="5275117" cy="1023341"/>
          </a:xfrm>
          <a:prstGeom prst="rect">
            <a:avLst/>
          </a:prstGeom>
        </p:spPr>
      </p:pic>
      <p:sp>
        <p:nvSpPr>
          <p:cNvPr id="6" name="Flèche : droite 5">
            <a:extLst>
              <a:ext uri="{FF2B5EF4-FFF2-40B4-BE49-F238E27FC236}">
                <a16:creationId xmlns:a16="http://schemas.microsoft.com/office/drawing/2014/main" id="{B1A3699F-2DA1-A8F4-BBB6-DF87F1F2F257}"/>
              </a:ext>
            </a:extLst>
          </p:cNvPr>
          <p:cNvSpPr/>
          <p:nvPr/>
        </p:nvSpPr>
        <p:spPr>
          <a:xfrm>
            <a:off x="5521923" y="2465955"/>
            <a:ext cx="498764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Google Shape;1250;p33">
                <a:extLst>
                  <a:ext uri="{FF2B5EF4-FFF2-40B4-BE49-F238E27FC236}">
                    <a16:creationId xmlns:a16="http://schemas.microsoft.com/office/drawing/2014/main" id="{3C2CC9D4-400F-51B3-2D24-40E785D672F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43469" y="2159647"/>
                <a:ext cx="3224645" cy="4250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100"/>
                  <a:buFont typeface="Abel"/>
                  <a:buNone/>
                  <a:defRPr sz="1600" b="0" i="0" u="none" strike="noStrike" cap="none" spc="0">
                    <a:solidFill>
                      <a:schemeClr val="dk1"/>
                    </a:solidFill>
                    <a:latin typeface="Abel"/>
                    <a:ea typeface="Abel"/>
                    <a:cs typeface="Abel"/>
                    <a:sym typeface="Abel"/>
                  </a:defRPr>
                </a:lvl1pPr>
                <a:lvl2pPr marL="914400" marR="0" lvl="1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100"/>
                  <a:buFont typeface="Abel"/>
                  <a:buNone/>
                  <a:defRPr sz="2100" b="0" i="0" u="none" strike="noStrike" cap="none" spc="0">
                    <a:solidFill>
                      <a:schemeClr val="dk1"/>
                    </a:solidFill>
                    <a:latin typeface="Abel"/>
                    <a:ea typeface="Abel"/>
                    <a:cs typeface="Abel"/>
                    <a:sym typeface="Abel"/>
                  </a:defRPr>
                </a:lvl2pPr>
                <a:lvl3pPr marL="1371600" marR="0" lvl="2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100"/>
                  <a:buFont typeface="Abel"/>
                  <a:buNone/>
                  <a:defRPr sz="2100" b="0" i="0" u="none" strike="noStrike" cap="none" spc="0">
                    <a:solidFill>
                      <a:schemeClr val="dk1"/>
                    </a:solidFill>
                    <a:latin typeface="Abel"/>
                    <a:ea typeface="Abel"/>
                    <a:cs typeface="Abel"/>
                    <a:sym typeface="Abel"/>
                  </a:defRPr>
                </a:lvl3pPr>
                <a:lvl4pPr marL="1828800" marR="0" lvl="3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100"/>
                  <a:buFont typeface="Abel"/>
                  <a:buNone/>
                  <a:defRPr sz="2100" b="0" i="0" u="none" strike="noStrike" cap="none" spc="0">
                    <a:solidFill>
                      <a:schemeClr val="dk1"/>
                    </a:solidFill>
                    <a:latin typeface="Abel"/>
                    <a:ea typeface="Abel"/>
                    <a:cs typeface="Abel"/>
                    <a:sym typeface="Abel"/>
                  </a:defRPr>
                </a:lvl4pPr>
                <a:lvl5pPr marL="2286000" marR="0" lvl="4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100"/>
                  <a:buFont typeface="Abel"/>
                  <a:buNone/>
                  <a:defRPr sz="2100" b="0" i="0" u="none" strike="noStrike" cap="none" spc="0">
                    <a:solidFill>
                      <a:schemeClr val="dk1"/>
                    </a:solidFill>
                    <a:latin typeface="Abel"/>
                    <a:ea typeface="Abel"/>
                    <a:cs typeface="Abel"/>
                    <a:sym typeface="Abel"/>
                  </a:defRPr>
                </a:lvl5pPr>
                <a:lvl6pPr marL="2743200" marR="0" lvl="5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100"/>
                  <a:buFont typeface="Abel"/>
                  <a:buNone/>
                  <a:defRPr sz="2100" b="0" i="0" u="none" strike="noStrike" cap="none" spc="0">
                    <a:solidFill>
                      <a:schemeClr val="dk1"/>
                    </a:solidFill>
                    <a:latin typeface="Abel"/>
                    <a:ea typeface="Abel"/>
                    <a:cs typeface="Abel"/>
                    <a:sym typeface="Abel"/>
                  </a:defRPr>
                </a:lvl6pPr>
                <a:lvl7pPr marL="3200400" marR="0" lvl="6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100"/>
                  <a:buFont typeface="Abel"/>
                  <a:buNone/>
                  <a:defRPr sz="2100" b="0" i="0" u="none" strike="noStrike" cap="none" spc="0">
                    <a:solidFill>
                      <a:schemeClr val="dk1"/>
                    </a:solidFill>
                    <a:latin typeface="Abel"/>
                    <a:ea typeface="Abel"/>
                    <a:cs typeface="Abel"/>
                    <a:sym typeface="Abel"/>
                  </a:defRPr>
                </a:lvl7pPr>
                <a:lvl8pPr marL="3657600" marR="0" lvl="7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100"/>
                  <a:buFont typeface="Abel"/>
                  <a:buNone/>
                  <a:defRPr sz="2100" b="0" i="0" u="none" strike="noStrike" cap="none" spc="0">
                    <a:solidFill>
                      <a:schemeClr val="dk1"/>
                    </a:solidFill>
                    <a:latin typeface="Abel"/>
                    <a:ea typeface="Abel"/>
                    <a:cs typeface="Abel"/>
                    <a:sym typeface="Abel"/>
                  </a:defRPr>
                </a:lvl8pPr>
                <a:lvl9pPr marL="4114800" marR="0" lvl="8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100"/>
                  <a:buFont typeface="Abel"/>
                  <a:buNone/>
                  <a:defRPr sz="2100" b="0" i="0" u="none" strike="noStrike" cap="none" spc="0">
                    <a:solidFill>
                      <a:schemeClr val="dk1"/>
                    </a:solidFill>
                    <a:latin typeface="Abel"/>
                    <a:ea typeface="Abel"/>
                    <a:cs typeface="Abel"/>
                    <a:sym typeface="Abel"/>
                  </a:defRPr>
                </a:lvl9pPr>
              </a:lstStyle>
              <a:p>
                <a:pPr marL="0" indent="0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fr-CH" i="1" smtClean="0"/>
                        <m:t>𝑥</m:t>
                      </m:r>
                      <m:d>
                        <m:dPr>
                          <m:ctrlPr>
                            <a:rPr lang="fr-CH" i="1"/>
                          </m:ctrlPr>
                        </m:dPr>
                        <m:e>
                          <m:r>
                            <a:rPr lang="fr-CH" i="1"/>
                            <m:t>𝑡</m:t>
                          </m:r>
                        </m:e>
                      </m:d>
                      <m:r>
                        <a:rPr lang="fr-CH"/>
                        <m:t>=</m:t>
                      </m:r>
                      <m:sSub>
                        <m:sSubPr>
                          <m:ctrlPr>
                            <a:rPr lang="fr-CH" i="1"/>
                          </m:ctrlPr>
                        </m:sSubPr>
                        <m:e>
                          <m:r>
                            <a:rPr lang="fr-CH" i="1"/>
                            <m:t>𝑥</m:t>
                          </m:r>
                        </m:e>
                        <m:sub>
                          <m:r>
                            <a:rPr lang="fr-CH"/>
                            <m:t>0</m:t>
                          </m:r>
                        </m:sub>
                      </m:sSub>
                      <m:r>
                        <a:rPr lang="fr-CH"/>
                        <m:t>+</m:t>
                      </m:r>
                      <m:r>
                        <a:rPr lang="fr-CH" i="1"/>
                        <m:t>𝑣</m:t>
                      </m:r>
                      <m:r>
                        <a:rPr lang="fr-CH"/>
                        <m:t>⋅</m:t>
                      </m:r>
                      <m:func>
                        <m:funcPr>
                          <m:ctrlPr>
                            <a:rPr lang="fr-CH"/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CH"/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fr-CH" i="1"/>
                              </m:ctrlPr>
                            </m:dPr>
                            <m:e>
                              <m:r>
                                <a:rPr lang="fr-CH" i="1"/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fr-CH"/>
                        <m:t>⋅</m:t>
                      </m:r>
                      <m:r>
                        <a:rPr lang="fr-CH" i="1"/>
                        <m:t>𝑡</m:t>
                      </m:r>
                    </m:oMath>
                  </m:oMathPara>
                </a14:m>
                <a:endParaRPr lang="fr-CH" dirty="0"/>
              </a:p>
              <a:p>
                <a:pPr marL="0" indent="0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fr-CH" i="1"/>
                        <m:t>𝑦</m:t>
                      </m:r>
                      <m:d>
                        <m:dPr>
                          <m:ctrlPr>
                            <a:rPr lang="fr-CH" i="1"/>
                          </m:ctrlPr>
                        </m:dPr>
                        <m:e>
                          <m:r>
                            <a:rPr lang="fr-CH" i="1"/>
                            <m:t>𝑡</m:t>
                          </m:r>
                        </m:e>
                      </m:d>
                      <m:r>
                        <a:rPr lang="fr-CH"/>
                        <m:t>=</m:t>
                      </m:r>
                      <m:sSub>
                        <m:sSubPr>
                          <m:ctrlPr>
                            <a:rPr lang="fr-CH" i="1"/>
                          </m:ctrlPr>
                        </m:sSubPr>
                        <m:e>
                          <m:r>
                            <a:rPr lang="fr-CH" i="1"/>
                            <m:t>𝑦</m:t>
                          </m:r>
                        </m:e>
                        <m:sub>
                          <m:r>
                            <a:rPr lang="fr-CH"/>
                            <m:t>0</m:t>
                          </m:r>
                        </m:sub>
                      </m:sSub>
                      <m:r>
                        <a:rPr lang="fr-CH"/>
                        <m:t>+</m:t>
                      </m:r>
                      <m:r>
                        <a:rPr lang="fr-CH" i="1"/>
                        <m:t>𝑣</m:t>
                      </m:r>
                      <m:r>
                        <a:rPr lang="fr-CH"/>
                        <m:t>⋅</m:t>
                      </m:r>
                      <m:func>
                        <m:funcPr>
                          <m:ctrlPr>
                            <a:rPr lang="fr-CH"/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CH"/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fr-CH" i="1"/>
                              </m:ctrlPr>
                            </m:dPr>
                            <m:e>
                              <m:r>
                                <a:rPr lang="fr-CH" i="1"/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fr-CH"/>
                        <m:t>⋅</m:t>
                      </m:r>
                      <m:r>
                        <a:rPr lang="fr-CH" i="1"/>
                        <m:t>𝑡</m:t>
                      </m:r>
                      <m:r>
                        <a:rPr lang="fr-CH"/>
                        <m:t>+</m:t>
                      </m:r>
                      <m:f>
                        <m:fPr>
                          <m:ctrlPr>
                            <a:rPr lang="fr-CH"/>
                          </m:ctrlPr>
                        </m:fPr>
                        <m:num>
                          <m:r>
                            <a:rPr lang="fr-CH"/>
                            <m:t>1</m:t>
                          </m:r>
                        </m:num>
                        <m:den>
                          <m:r>
                            <a:rPr lang="fr-CH"/>
                            <m:t>2</m:t>
                          </m:r>
                        </m:den>
                      </m:f>
                      <m:r>
                        <a:rPr lang="fr-CH" i="1"/>
                        <m:t>𝑔</m:t>
                      </m:r>
                      <m:sSup>
                        <m:sSupPr>
                          <m:ctrlPr>
                            <a:rPr lang="fr-CH" i="1"/>
                          </m:ctrlPr>
                        </m:sSupPr>
                        <m:e>
                          <m:r>
                            <a:rPr lang="fr-CH" i="1"/>
                            <m:t>𝑡</m:t>
                          </m:r>
                        </m:e>
                        <m:sup>
                          <m:r>
                            <a:rPr lang="fr-CH"/>
                            <m:t>2</m:t>
                          </m:r>
                        </m:sup>
                      </m:sSup>
                    </m:oMath>
                  </m:oMathPara>
                </a14:m>
                <a:endParaRPr lang="fr-CH" dirty="0"/>
              </a:p>
              <a:p>
                <a:pPr marL="0" indent="0"/>
                <a:r>
                  <a:rPr lang="en-US" noProof="0" dirty="0"/>
                  <a:t>Ballistics</a:t>
                </a:r>
              </a:p>
            </p:txBody>
          </p:sp>
        </mc:Choice>
        <mc:Fallback>
          <p:sp>
            <p:nvSpPr>
              <p:cNvPr id="8" name="Google Shape;1250;p33">
                <a:extLst>
                  <a:ext uri="{FF2B5EF4-FFF2-40B4-BE49-F238E27FC236}">
                    <a16:creationId xmlns:a16="http://schemas.microsoft.com/office/drawing/2014/main" id="{3C2CC9D4-400F-51B3-2D24-40E785D672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3469" y="2159647"/>
                <a:ext cx="3224645" cy="425021"/>
              </a:xfrm>
              <a:prstGeom prst="rect">
                <a:avLst/>
              </a:prstGeom>
              <a:blipFill>
                <a:blip r:embed="rId4"/>
                <a:stretch>
                  <a:fillRect l="-1134" b="-1742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83548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indefinite"/>
                                        <p:tgtEl>
                                          <p:spTgt spid="1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8" dur="indefinite"/>
                                        <p:tgtEl>
                                          <p:spTgt spid="1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indefinite"/>
                                        <p:tgtEl>
                                          <p:spTgt spid="12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1" dur="indefinite"/>
                                        <p:tgtEl>
                                          <p:spTgt spid="12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indefinite"/>
                                        <p:tgtEl>
                                          <p:spTgt spid="12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4" dur="indefinite"/>
                                        <p:tgtEl>
                                          <p:spTgt spid="12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5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5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5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5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0" grpId="0" uiExpand="1" build="p"/>
      <p:bldP spid="1250" grpId="1" uiExpand="1" build="p"/>
      <p:bldP spid="6" grpId="0" animBg="1"/>
      <p:bldP spid="8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" name="Google Shape;1946;p43"/>
          <p:cNvSpPr/>
          <p:nvPr/>
        </p:nvSpPr>
        <p:spPr>
          <a:xfrm flipH="1">
            <a:off x="-1626062" y="314463"/>
            <a:ext cx="10828625" cy="1112950"/>
          </a:xfrm>
          <a:custGeom>
            <a:avLst/>
            <a:gdLst/>
            <a:ahLst/>
            <a:cxnLst/>
            <a:rect l="l" t="t" r="r" b="b"/>
            <a:pathLst>
              <a:path w="313487" h="44518" extrusionOk="0">
                <a:moveTo>
                  <a:pt x="313487" y="1"/>
                </a:moveTo>
                <a:cubicBezTo>
                  <a:pt x="313487" y="1"/>
                  <a:pt x="213140" y="16051"/>
                  <a:pt x="210068" y="16051"/>
                </a:cubicBezTo>
                <a:cubicBezTo>
                  <a:pt x="207011" y="16051"/>
                  <a:pt x="103075" y="10487"/>
                  <a:pt x="103075" y="10487"/>
                </a:cubicBezTo>
                <a:lnTo>
                  <a:pt x="0" y="16051"/>
                </a:lnTo>
                <a:lnTo>
                  <a:pt x="0" y="29421"/>
                </a:lnTo>
                <a:cubicBezTo>
                  <a:pt x="1815" y="29204"/>
                  <a:pt x="5448" y="29107"/>
                  <a:pt x="10266" y="29107"/>
                </a:cubicBezTo>
                <a:cubicBezTo>
                  <a:pt x="33210" y="29107"/>
                  <a:pt x="83034" y="31301"/>
                  <a:pt x="91350" y="33089"/>
                </a:cubicBezTo>
                <a:cubicBezTo>
                  <a:pt x="101315" y="35234"/>
                  <a:pt x="223068" y="44518"/>
                  <a:pt x="227337" y="44518"/>
                </a:cubicBezTo>
                <a:cubicBezTo>
                  <a:pt x="227373" y="44518"/>
                  <a:pt x="227400" y="44517"/>
                  <a:pt x="227419" y="44516"/>
                </a:cubicBezTo>
                <a:cubicBezTo>
                  <a:pt x="229755" y="44343"/>
                  <a:pt x="313487" y="18575"/>
                  <a:pt x="313487" y="18575"/>
                </a:cubicBezTo>
                <a:lnTo>
                  <a:pt x="313487" y="1"/>
                </a:ln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7" name="Google Shape;1947;p43"/>
          <p:cNvSpPr txBox="1">
            <a:spLocks noGrp="1"/>
          </p:cNvSpPr>
          <p:nvPr>
            <p:ph type="title"/>
          </p:nvPr>
        </p:nvSpPr>
        <p:spPr>
          <a:xfrm>
            <a:off x="713275" y="146671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Planification - Prototype</a:t>
            </a:r>
            <a:endParaRPr i="1" dirty="0"/>
          </a:p>
        </p:txBody>
      </p:sp>
      <p:sp>
        <p:nvSpPr>
          <p:cNvPr id="1949" name="Google Shape;1949;p43"/>
          <p:cNvSpPr/>
          <p:nvPr/>
        </p:nvSpPr>
        <p:spPr>
          <a:xfrm flipH="1">
            <a:off x="617242" y="272963"/>
            <a:ext cx="883583" cy="883564"/>
          </a:xfrm>
          <a:custGeom>
            <a:avLst/>
            <a:gdLst/>
            <a:ahLst/>
            <a:cxnLst/>
            <a:rect l="l" t="t" r="r" b="b"/>
            <a:pathLst>
              <a:path w="45990" h="45989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0" name="Google Shape;1950;p43"/>
          <p:cNvSpPr/>
          <p:nvPr/>
        </p:nvSpPr>
        <p:spPr>
          <a:xfrm rot="-2231248" flipH="1">
            <a:off x="8503393" y="813760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22AB356-87A7-D8C3-5196-6B3073479F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051634"/>
              </p:ext>
            </p:extLst>
          </p:nvPr>
        </p:nvGraphicFramePr>
        <p:xfrm>
          <a:off x="262436" y="752736"/>
          <a:ext cx="8619128" cy="3562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4793">
                  <a:extLst>
                    <a:ext uri="{9D8B030D-6E8A-4147-A177-3AD203B41FA5}">
                      <a16:colId xmlns:a16="http://schemas.microsoft.com/office/drawing/2014/main" val="2431094111"/>
                    </a:ext>
                  </a:extLst>
                </a:gridCol>
                <a:gridCol w="954013">
                  <a:extLst>
                    <a:ext uri="{9D8B030D-6E8A-4147-A177-3AD203B41FA5}">
                      <a16:colId xmlns:a16="http://schemas.microsoft.com/office/drawing/2014/main" val="1065424234"/>
                    </a:ext>
                  </a:extLst>
                </a:gridCol>
                <a:gridCol w="944110">
                  <a:extLst>
                    <a:ext uri="{9D8B030D-6E8A-4147-A177-3AD203B41FA5}">
                      <a16:colId xmlns:a16="http://schemas.microsoft.com/office/drawing/2014/main" val="3158201859"/>
                    </a:ext>
                  </a:extLst>
                </a:gridCol>
                <a:gridCol w="4730539">
                  <a:extLst>
                    <a:ext uri="{9D8B030D-6E8A-4147-A177-3AD203B41FA5}">
                      <a16:colId xmlns:a16="http://schemas.microsoft.com/office/drawing/2014/main" val="3333416292"/>
                    </a:ext>
                  </a:extLst>
                </a:gridCol>
                <a:gridCol w="945673">
                  <a:extLst>
                    <a:ext uri="{9D8B030D-6E8A-4147-A177-3AD203B41FA5}">
                      <a16:colId xmlns:a16="http://schemas.microsoft.com/office/drawing/2014/main" val="2645933403"/>
                    </a:ext>
                  </a:extLst>
                </a:gridCol>
              </a:tblGrid>
              <a:tr h="676219">
                <a:tc>
                  <a:txBody>
                    <a:bodyPr/>
                    <a:lstStyle/>
                    <a:p>
                      <a:pPr algn="ctr"/>
                      <a:r>
                        <a:rPr lang="fr-CH" b="1" dirty="0" err="1"/>
                        <a:t>Task</a:t>
                      </a:r>
                      <a:r>
                        <a:rPr lang="fr-CH" b="1" dirty="0"/>
                        <a:t> </a:t>
                      </a:r>
                      <a:r>
                        <a:rPr lang="fr-CH" b="1" dirty="0" err="1"/>
                        <a:t>name</a:t>
                      </a:r>
                      <a:endParaRPr lang="fr-CH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b="1" dirty="0"/>
                        <a:t>Duration </a:t>
                      </a:r>
                    </a:p>
                    <a:p>
                      <a:pPr algn="ctr"/>
                      <a:r>
                        <a:rPr lang="fr-CH" sz="1400" b="0" dirty="0"/>
                        <a:t>(in </a:t>
                      </a:r>
                      <a:r>
                        <a:rPr lang="fr-CH" sz="1400" b="0" dirty="0" err="1"/>
                        <a:t>half</a:t>
                      </a:r>
                      <a:r>
                        <a:rPr lang="fr-CH" sz="1400" b="0" dirty="0"/>
                        <a:t> </a:t>
                      </a:r>
                      <a:r>
                        <a:rPr lang="fr-CH" sz="1400" b="0" dirty="0" err="1"/>
                        <a:t>days</a:t>
                      </a:r>
                      <a:r>
                        <a:rPr lang="fr-CH" sz="1400" b="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/>
                        <a:t>Assigné à</a:t>
                      </a:r>
                      <a:endParaRPr lang="fr-CH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b="1" dirty="0"/>
                        <a:t>Content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b="1"/>
                        <a:t>Risk</a:t>
                      </a:r>
                    </a:p>
                    <a:p>
                      <a:pPr algn="ctr"/>
                      <a:r>
                        <a:rPr lang="fr-CH" b="1"/>
                        <a:t>&amp; </a:t>
                      </a:r>
                      <a:r>
                        <a:rPr lang="fr-CH" b="1" err="1"/>
                        <a:t>why</a:t>
                      </a:r>
                      <a:r>
                        <a:rPr lang="fr-CH" b="1"/>
                        <a:t> 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5782644"/>
                  </a:ext>
                </a:extLst>
              </a:tr>
              <a:tr h="656226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Recherche</a:t>
                      </a:r>
                      <a:endParaRPr lang="fr-CH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2</a:t>
                      </a:r>
                      <a:endParaRPr lang="fr-CH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All</a:t>
                      </a:r>
                      <a:endParaRPr lang="fr-CH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fr-FR" sz="1400" b="0" i="0" u="none" strike="noStrike" cap="none" spc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Faire des recherches sur les outils et sur la modélisation</a:t>
                      </a:r>
                      <a:endParaRPr lang="fr-CH" sz="1400" b="0" i="0" u="none" strike="noStrike" cap="none" spc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 dirty="0"/>
                        <a:t>Moyen</a:t>
                      </a:r>
                      <a:endParaRPr lang="fr-CH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3503875"/>
                  </a:ext>
                </a:extLst>
              </a:tr>
              <a:tr h="656226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Analyse de la musique</a:t>
                      </a:r>
                      <a:endParaRPr lang="fr-CH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4</a:t>
                      </a:r>
                      <a:endParaRPr lang="fr-CH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R, G</a:t>
                      </a:r>
                      <a:endParaRPr lang="fr-CH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 dirty="0"/>
                        <a:t>Modifier les fichiers audios en fichiers midi</a:t>
                      </a:r>
                    </a:p>
                    <a:p>
                      <a:pPr rtl="0"/>
                      <a:r>
                        <a:rPr lang="fr-FR" sz="1400" b="0" i="0" u="none" strike="noStrike" cap="none" spc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Gérer les plages de fréquences (Hz) via MIDI </a:t>
                      </a:r>
                    </a:p>
                    <a:p>
                      <a:pPr rtl="0"/>
                      <a:r>
                        <a:rPr lang="fr-FR" sz="1400" b="0" i="0" u="none" strike="noStrike" cap="none" spc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Détecter les notes de musique</a:t>
                      </a:r>
                      <a:endParaRPr lang="fr-CH" sz="1400" b="0" i="0" u="none" strike="noStrike" cap="none" spc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 dirty="0"/>
                        <a:t>Très risqué</a:t>
                      </a:r>
                      <a:endParaRPr lang="fr-CH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3003516"/>
                  </a:ext>
                </a:extLst>
              </a:tr>
              <a:tr h="92294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Génération</a:t>
                      </a:r>
                      <a:endParaRPr lang="fr-CH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4</a:t>
                      </a:r>
                      <a:endParaRPr lang="fr-CH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A, D</a:t>
                      </a:r>
                      <a:endParaRPr lang="fr-CH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 dirty="0"/>
                        <a:t>Créer le train</a:t>
                      </a:r>
                    </a:p>
                    <a:p>
                      <a:pPr algn="l"/>
                      <a:r>
                        <a:rPr lang="fr-CH" sz="1400" dirty="0"/>
                        <a:t>Créer l’animation des nuages procéduralement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CH" sz="1400" dirty="0"/>
                        <a:t>Créer l’animation des feu d’artifices procéduralement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CH" sz="1400" dirty="0"/>
                        <a:t>Créer la synchronisation de la musique et des animations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 dirty="0"/>
                        <a:t>Moyen</a:t>
                      </a:r>
                      <a:endParaRPr lang="fr-CH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0464522"/>
                  </a:ext>
                </a:extLst>
              </a:tr>
              <a:tr h="49819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Présentation</a:t>
                      </a:r>
                      <a:endParaRPr lang="fr-CH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1</a:t>
                      </a:r>
                      <a:endParaRPr lang="fr-CH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All</a:t>
                      </a:r>
                      <a:endParaRPr lang="fr-CH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 dirty="0"/>
                        <a:t>Préparer le support</a:t>
                      </a:r>
                      <a:endParaRPr lang="fr-CH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 dirty="0"/>
                        <a:t>Aucun</a:t>
                      </a:r>
                      <a:endParaRPr lang="fr-CH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31776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5">
          <a:extLst>
            <a:ext uri="{FF2B5EF4-FFF2-40B4-BE49-F238E27FC236}">
              <a16:creationId xmlns:a16="http://schemas.microsoft.com/office/drawing/2014/main" id="{38F5C7ED-345A-77FE-F29C-508666E89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" name="Google Shape;1946;p43">
            <a:extLst>
              <a:ext uri="{FF2B5EF4-FFF2-40B4-BE49-F238E27FC236}">
                <a16:creationId xmlns:a16="http://schemas.microsoft.com/office/drawing/2014/main" id="{1592BD7B-C624-E771-6BB3-A99131A1A7E8}"/>
              </a:ext>
            </a:extLst>
          </p:cNvPr>
          <p:cNvSpPr/>
          <p:nvPr/>
        </p:nvSpPr>
        <p:spPr>
          <a:xfrm flipH="1">
            <a:off x="-1626062" y="314463"/>
            <a:ext cx="10828625" cy="1112950"/>
          </a:xfrm>
          <a:custGeom>
            <a:avLst/>
            <a:gdLst/>
            <a:ahLst/>
            <a:cxnLst/>
            <a:rect l="l" t="t" r="r" b="b"/>
            <a:pathLst>
              <a:path w="313487" h="44518" extrusionOk="0">
                <a:moveTo>
                  <a:pt x="313487" y="1"/>
                </a:moveTo>
                <a:cubicBezTo>
                  <a:pt x="313487" y="1"/>
                  <a:pt x="213140" y="16051"/>
                  <a:pt x="210068" y="16051"/>
                </a:cubicBezTo>
                <a:cubicBezTo>
                  <a:pt x="207011" y="16051"/>
                  <a:pt x="103075" y="10487"/>
                  <a:pt x="103075" y="10487"/>
                </a:cubicBezTo>
                <a:lnTo>
                  <a:pt x="0" y="16051"/>
                </a:lnTo>
                <a:lnTo>
                  <a:pt x="0" y="29421"/>
                </a:lnTo>
                <a:cubicBezTo>
                  <a:pt x="1815" y="29204"/>
                  <a:pt x="5448" y="29107"/>
                  <a:pt x="10266" y="29107"/>
                </a:cubicBezTo>
                <a:cubicBezTo>
                  <a:pt x="33210" y="29107"/>
                  <a:pt x="83034" y="31301"/>
                  <a:pt x="91350" y="33089"/>
                </a:cubicBezTo>
                <a:cubicBezTo>
                  <a:pt x="101315" y="35234"/>
                  <a:pt x="223068" y="44518"/>
                  <a:pt x="227337" y="44518"/>
                </a:cubicBezTo>
                <a:cubicBezTo>
                  <a:pt x="227373" y="44518"/>
                  <a:pt x="227400" y="44517"/>
                  <a:pt x="227419" y="44516"/>
                </a:cubicBezTo>
                <a:cubicBezTo>
                  <a:pt x="229755" y="44343"/>
                  <a:pt x="313487" y="18575"/>
                  <a:pt x="313487" y="18575"/>
                </a:cubicBezTo>
                <a:lnTo>
                  <a:pt x="313487" y="1"/>
                </a:ln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7" name="Google Shape;1947;p43">
            <a:extLst>
              <a:ext uri="{FF2B5EF4-FFF2-40B4-BE49-F238E27FC236}">
                <a16:creationId xmlns:a16="http://schemas.microsoft.com/office/drawing/2014/main" id="{A65FEF81-C723-4ACC-6ADD-B68BBAE405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75" y="146671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Planification - Alpha</a:t>
            </a:r>
            <a:endParaRPr i="1" dirty="0"/>
          </a:p>
        </p:txBody>
      </p:sp>
      <p:sp>
        <p:nvSpPr>
          <p:cNvPr id="1949" name="Google Shape;1949;p43">
            <a:extLst>
              <a:ext uri="{FF2B5EF4-FFF2-40B4-BE49-F238E27FC236}">
                <a16:creationId xmlns:a16="http://schemas.microsoft.com/office/drawing/2014/main" id="{11B80D22-7F8C-6FDA-53B2-4D9A6039B82B}"/>
              </a:ext>
            </a:extLst>
          </p:cNvPr>
          <p:cNvSpPr/>
          <p:nvPr/>
        </p:nvSpPr>
        <p:spPr>
          <a:xfrm flipH="1">
            <a:off x="617242" y="272963"/>
            <a:ext cx="883583" cy="883564"/>
          </a:xfrm>
          <a:custGeom>
            <a:avLst/>
            <a:gdLst/>
            <a:ahLst/>
            <a:cxnLst/>
            <a:rect l="l" t="t" r="r" b="b"/>
            <a:pathLst>
              <a:path w="45990" h="45989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0" name="Google Shape;1950;p43">
            <a:extLst>
              <a:ext uri="{FF2B5EF4-FFF2-40B4-BE49-F238E27FC236}">
                <a16:creationId xmlns:a16="http://schemas.microsoft.com/office/drawing/2014/main" id="{4B750DF0-98EA-EFFF-ACC2-6B32D860B43D}"/>
              </a:ext>
            </a:extLst>
          </p:cNvPr>
          <p:cNvSpPr/>
          <p:nvPr/>
        </p:nvSpPr>
        <p:spPr>
          <a:xfrm rot="-2231248" flipH="1">
            <a:off x="8503393" y="813760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D851C8F-772C-C98A-717A-EAFF1A65F5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2880526"/>
              </p:ext>
            </p:extLst>
          </p:nvPr>
        </p:nvGraphicFramePr>
        <p:xfrm>
          <a:off x="262436" y="752736"/>
          <a:ext cx="8619128" cy="2830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4793">
                  <a:extLst>
                    <a:ext uri="{9D8B030D-6E8A-4147-A177-3AD203B41FA5}">
                      <a16:colId xmlns:a16="http://schemas.microsoft.com/office/drawing/2014/main" val="2431094111"/>
                    </a:ext>
                  </a:extLst>
                </a:gridCol>
                <a:gridCol w="954013">
                  <a:extLst>
                    <a:ext uri="{9D8B030D-6E8A-4147-A177-3AD203B41FA5}">
                      <a16:colId xmlns:a16="http://schemas.microsoft.com/office/drawing/2014/main" val="1065424234"/>
                    </a:ext>
                  </a:extLst>
                </a:gridCol>
                <a:gridCol w="944110">
                  <a:extLst>
                    <a:ext uri="{9D8B030D-6E8A-4147-A177-3AD203B41FA5}">
                      <a16:colId xmlns:a16="http://schemas.microsoft.com/office/drawing/2014/main" val="3158201859"/>
                    </a:ext>
                  </a:extLst>
                </a:gridCol>
                <a:gridCol w="4730539">
                  <a:extLst>
                    <a:ext uri="{9D8B030D-6E8A-4147-A177-3AD203B41FA5}">
                      <a16:colId xmlns:a16="http://schemas.microsoft.com/office/drawing/2014/main" val="3333416292"/>
                    </a:ext>
                  </a:extLst>
                </a:gridCol>
                <a:gridCol w="945673">
                  <a:extLst>
                    <a:ext uri="{9D8B030D-6E8A-4147-A177-3AD203B41FA5}">
                      <a16:colId xmlns:a16="http://schemas.microsoft.com/office/drawing/2014/main" val="2645933403"/>
                    </a:ext>
                  </a:extLst>
                </a:gridCol>
              </a:tblGrid>
              <a:tr h="695883">
                <a:tc>
                  <a:txBody>
                    <a:bodyPr/>
                    <a:lstStyle/>
                    <a:p>
                      <a:pPr algn="ctr"/>
                      <a:r>
                        <a:rPr lang="fr-CH" b="1" dirty="0" err="1"/>
                        <a:t>Task</a:t>
                      </a:r>
                      <a:r>
                        <a:rPr lang="fr-CH" b="1" dirty="0"/>
                        <a:t> </a:t>
                      </a:r>
                      <a:r>
                        <a:rPr lang="fr-CH" b="1" dirty="0" err="1"/>
                        <a:t>name</a:t>
                      </a:r>
                      <a:endParaRPr lang="fr-CH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b="1" dirty="0"/>
                        <a:t>Duration </a:t>
                      </a:r>
                    </a:p>
                    <a:p>
                      <a:pPr algn="ctr"/>
                      <a:r>
                        <a:rPr lang="fr-CH" sz="1400" b="0" dirty="0"/>
                        <a:t>(in </a:t>
                      </a:r>
                      <a:r>
                        <a:rPr lang="fr-CH" sz="1400" b="0" dirty="0" err="1"/>
                        <a:t>half</a:t>
                      </a:r>
                      <a:r>
                        <a:rPr lang="fr-CH" sz="1400" b="0" dirty="0"/>
                        <a:t> </a:t>
                      </a:r>
                      <a:r>
                        <a:rPr lang="fr-CH" sz="1400" b="0" dirty="0" err="1"/>
                        <a:t>days</a:t>
                      </a:r>
                      <a:r>
                        <a:rPr lang="fr-CH" sz="1400" b="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/>
                        <a:t>Assigné à</a:t>
                      </a:r>
                      <a:endParaRPr lang="fr-CH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b="1" dirty="0"/>
                        <a:t>Content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b="1"/>
                        <a:t>Risk</a:t>
                      </a:r>
                    </a:p>
                    <a:p>
                      <a:pPr algn="ctr"/>
                      <a:r>
                        <a:rPr lang="fr-CH" b="1"/>
                        <a:t>&amp; </a:t>
                      </a:r>
                      <a:r>
                        <a:rPr lang="fr-CH" b="1" err="1"/>
                        <a:t>why</a:t>
                      </a:r>
                      <a:r>
                        <a:rPr lang="fr-CH" b="1"/>
                        <a:t> 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5782644"/>
                  </a:ext>
                </a:extLst>
              </a:tr>
              <a:tr h="656226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Analyse de la musique</a:t>
                      </a:r>
                      <a:endParaRPr lang="fr-CH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10</a:t>
                      </a:r>
                      <a:endParaRPr lang="fr-CH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R, G</a:t>
                      </a:r>
                      <a:endParaRPr lang="fr-CH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 dirty="0"/>
                        <a:t>Analyser la musique</a:t>
                      </a:r>
                    </a:p>
                    <a:p>
                      <a:pPr algn="l"/>
                      <a:r>
                        <a:rPr lang="fr-FR" sz="1400" dirty="0"/>
                        <a:t>Détecter les différents instruments de musique</a:t>
                      </a:r>
                      <a:endParaRPr lang="fr-CH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 dirty="0"/>
                        <a:t>Très risqué</a:t>
                      </a:r>
                      <a:endParaRPr lang="fr-CH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3003516"/>
                  </a:ext>
                </a:extLst>
              </a:tr>
              <a:tr h="92294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Génération</a:t>
                      </a:r>
                      <a:endParaRPr lang="fr-CH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10</a:t>
                      </a:r>
                      <a:endParaRPr lang="fr-CH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A, D</a:t>
                      </a:r>
                      <a:endParaRPr lang="fr-CH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CH" sz="1400" dirty="0"/>
                        <a:t>Créer l’animation de la fumée procéduralement</a:t>
                      </a:r>
                    </a:p>
                    <a:p>
                      <a:pPr algn="l"/>
                      <a:r>
                        <a:rPr lang="fr-CH" sz="1400" dirty="0"/>
                        <a:t>Créer l’animation des oiseaux procéduralement</a:t>
                      </a:r>
                    </a:p>
                    <a:p>
                      <a:pPr algn="l"/>
                      <a:r>
                        <a:rPr lang="fr-CH" sz="1400" dirty="0"/>
                        <a:t>Créer l’animation de la pluie procéduralement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CH" sz="1400" dirty="0"/>
                        <a:t>Créer différents environnement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 dirty="0"/>
                        <a:t>Moyen</a:t>
                      </a:r>
                      <a:endParaRPr lang="fr-CH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0464522"/>
                  </a:ext>
                </a:extLst>
              </a:tr>
              <a:tr h="49819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Présentation</a:t>
                      </a:r>
                      <a:endParaRPr lang="fr-CH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2</a:t>
                      </a:r>
                      <a:endParaRPr lang="fr-CH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All</a:t>
                      </a:r>
                      <a:endParaRPr lang="fr-CH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 dirty="0"/>
                        <a:t>Préparer le support</a:t>
                      </a:r>
                      <a:endParaRPr lang="fr-CH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 dirty="0"/>
                        <a:t>Aucun</a:t>
                      </a:r>
                      <a:endParaRPr lang="fr-CH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3177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95602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5">
          <a:extLst>
            <a:ext uri="{FF2B5EF4-FFF2-40B4-BE49-F238E27FC236}">
              <a16:creationId xmlns:a16="http://schemas.microsoft.com/office/drawing/2014/main" id="{2F537678-F0DC-38BD-BBDD-892BF76E0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" name="Google Shape;1946;p43">
            <a:extLst>
              <a:ext uri="{FF2B5EF4-FFF2-40B4-BE49-F238E27FC236}">
                <a16:creationId xmlns:a16="http://schemas.microsoft.com/office/drawing/2014/main" id="{8AE79C19-BBC3-1F18-769C-839A95DC9E3E}"/>
              </a:ext>
            </a:extLst>
          </p:cNvPr>
          <p:cNvSpPr/>
          <p:nvPr/>
        </p:nvSpPr>
        <p:spPr>
          <a:xfrm flipH="1">
            <a:off x="-1626062" y="314463"/>
            <a:ext cx="10828625" cy="1112950"/>
          </a:xfrm>
          <a:custGeom>
            <a:avLst/>
            <a:gdLst/>
            <a:ahLst/>
            <a:cxnLst/>
            <a:rect l="l" t="t" r="r" b="b"/>
            <a:pathLst>
              <a:path w="313487" h="44518" extrusionOk="0">
                <a:moveTo>
                  <a:pt x="313487" y="1"/>
                </a:moveTo>
                <a:cubicBezTo>
                  <a:pt x="313487" y="1"/>
                  <a:pt x="213140" y="16051"/>
                  <a:pt x="210068" y="16051"/>
                </a:cubicBezTo>
                <a:cubicBezTo>
                  <a:pt x="207011" y="16051"/>
                  <a:pt x="103075" y="10487"/>
                  <a:pt x="103075" y="10487"/>
                </a:cubicBezTo>
                <a:lnTo>
                  <a:pt x="0" y="16051"/>
                </a:lnTo>
                <a:lnTo>
                  <a:pt x="0" y="29421"/>
                </a:lnTo>
                <a:cubicBezTo>
                  <a:pt x="1815" y="29204"/>
                  <a:pt x="5448" y="29107"/>
                  <a:pt x="10266" y="29107"/>
                </a:cubicBezTo>
                <a:cubicBezTo>
                  <a:pt x="33210" y="29107"/>
                  <a:pt x="83034" y="31301"/>
                  <a:pt x="91350" y="33089"/>
                </a:cubicBezTo>
                <a:cubicBezTo>
                  <a:pt x="101315" y="35234"/>
                  <a:pt x="223068" y="44518"/>
                  <a:pt x="227337" y="44518"/>
                </a:cubicBezTo>
                <a:cubicBezTo>
                  <a:pt x="227373" y="44518"/>
                  <a:pt x="227400" y="44517"/>
                  <a:pt x="227419" y="44516"/>
                </a:cubicBezTo>
                <a:cubicBezTo>
                  <a:pt x="229755" y="44343"/>
                  <a:pt x="313487" y="18575"/>
                  <a:pt x="313487" y="18575"/>
                </a:cubicBezTo>
                <a:lnTo>
                  <a:pt x="313487" y="1"/>
                </a:ln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7" name="Google Shape;1947;p43">
            <a:extLst>
              <a:ext uri="{FF2B5EF4-FFF2-40B4-BE49-F238E27FC236}">
                <a16:creationId xmlns:a16="http://schemas.microsoft.com/office/drawing/2014/main" id="{546E857B-80FA-E876-DFE1-DCA1060443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75" y="146671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Planification - Final</a:t>
            </a:r>
            <a:endParaRPr i="1" dirty="0"/>
          </a:p>
        </p:txBody>
      </p:sp>
      <p:sp>
        <p:nvSpPr>
          <p:cNvPr id="1949" name="Google Shape;1949;p43">
            <a:extLst>
              <a:ext uri="{FF2B5EF4-FFF2-40B4-BE49-F238E27FC236}">
                <a16:creationId xmlns:a16="http://schemas.microsoft.com/office/drawing/2014/main" id="{4F4CBF6E-FDFF-6CCE-B76F-1763B7CFE8D4}"/>
              </a:ext>
            </a:extLst>
          </p:cNvPr>
          <p:cNvSpPr/>
          <p:nvPr/>
        </p:nvSpPr>
        <p:spPr>
          <a:xfrm flipH="1">
            <a:off x="617242" y="272963"/>
            <a:ext cx="883583" cy="883564"/>
          </a:xfrm>
          <a:custGeom>
            <a:avLst/>
            <a:gdLst/>
            <a:ahLst/>
            <a:cxnLst/>
            <a:rect l="l" t="t" r="r" b="b"/>
            <a:pathLst>
              <a:path w="45990" h="45989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0" name="Google Shape;1950;p43">
            <a:extLst>
              <a:ext uri="{FF2B5EF4-FFF2-40B4-BE49-F238E27FC236}">
                <a16:creationId xmlns:a16="http://schemas.microsoft.com/office/drawing/2014/main" id="{A52AEC67-1714-AB37-EFEA-954354B0C127}"/>
              </a:ext>
            </a:extLst>
          </p:cNvPr>
          <p:cNvSpPr/>
          <p:nvPr/>
        </p:nvSpPr>
        <p:spPr>
          <a:xfrm rot="-2231248" flipH="1">
            <a:off x="8503393" y="813760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38C4321-451B-E806-7952-2A88527AAA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4486283"/>
              </p:ext>
            </p:extLst>
          </p:nvPr>
        </p:nvGraphicFramePr>
        <p:xfrm>
          <a:off x="262436" y="752736"/>
          <a:ext cx="8619128" cy="28088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4793">
                  <a:extLst>
                    <a:ext uri="{9D8B030D-6E8A-4147-A177-3AD203B41FA5}">
                      <a16:colId xmlns:a16="http://schemas.microsoft.com/office/drawing/2014/main" val="2431094111"/>
                    </a:ext>
                  </a:extLst>
                </a:gridCol>
                <a:gridCol w="954013">
                  <a:extLst>
                    <a:ext uri="{9D8B030D-6E8A-4147-A177-3AD203B41FA5}">
                      <a16:colId xmlns:a16="http://schemas.microsoft.com/office/drawing/2014/main" val="1065424234"/>
                    </a:ext>
                  </a:extLst>
                </a:gridCol>
                <a:gridCol w="944110">
                  <a:extLst>
                    <a:ext uri="{9D8B030D-6E8A-4147-A177-3AD203B41FA5}">
                      <a16:colId xmlns:a16="http://schemas.microsoft.com/office/drawing/2014/main" val="3158201859"/>
                    </a:ext>
                  </a:extLst>
                </a:gridCol>
                <a:gridCol w="4730539">
                  <a:extLst>
                    <a:ext uri="{9D8B030D-6E8A-4147-A177-3AD203B41FA5}">
                      <a16:colId xmlns:a16="http://schemas.microsoft.com/office/drawing/2014/main" val="3333416292"/>
                    </a:ext>
                  </a:extLst>
                </a:gridCol>
                <a:gridCol w="945673">
                  <a:extLst>
                    <a:ext uri="{9D8B030D-6E8A-4147-A177-3AD203B41FA5}">
                      <a16:colId xmlns:a16="http://schemas.microsoft.com/office/drawing/2014/main" val="2645933403"/>
                    </a:ext>
                  </a:extLst>
                </a:gridCol>
              </a:tblGrid>
              <a:tr h="646722">
                <a:tc>
                  <a:txBody>
                    <a:bodyPr/>
                    <a:lstStyle/>
                    <a:p>
                      <a:pPr algn="ctr"/>
                      <a:r>
                        <a:rPr lang="fr-CH" b="1" dirty="0" err="1"/>
                        <a:t>Task</a:t>
                      </a:r>
                      <a:r>
                        <a:rPr lang="fr-CH" b="1" dirty="0"/>
                        <a:t> </a:t>
                      </a:r>
                      <a:r>
                        <a:rPr lang="fr-CH" b="1" dirty="0" err="1"/>
                        <a:t>name</a:t>
                      </a:r>
                      <a:endParaRPr lang="fr-CH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b="1" dirty="0"/>
                        <a:t>Duration </a:t>
                      </a:r>
                    </a:p>
                    <a:p>
                      <a:pPr algn="ctr"/>
                      <a:r>
                        <a:rPr lang="fr-CH" sz="1400" b="0" dirty="0"/>
                        <a:t>(in </a:t>
                      </a:r>
                      <a:r>
                        <a:rPr lang="fr-CH" sz="1400" b="0" dirty="0" err="1"/>
                        <a:t>half</a:t>
                      </a:r>
                      <a:r>
                        <a:rPr lang="fr-CH" sz="1400" b="0" dirty="0"/>
                        <a:t> </a:t>
                      </a:r>
                      <a:r>
                        <a:rPr lang="fr-CH" sz="1400" b="0" dirty="0" err="1"/>
                        <a:t>days</a:t>
                      </a:r>
                      <a:r>
                        <a:rPr lang="fr-CH" sz="1400" b="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/>
                        <a:t>Assigné à</a:t>
                      </a:r>
                      <a:endParaRPr lang="fr-CH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b="1" dirty="0"/>
                        <a:t>Content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b="1"/>
                        <a:t>Risk</a:t>
                      </a:r>
                    </a:p>
                    <a:p>
                      <a:pPr algn="ctr"/>
                      <a:r>
                        <a:rPr lang="fr-CH" b="1"/>
                        <a:t>&amp; </a:t>
                      </a:r>
                      <a:r>
                        <a:rPr lang="fr-CH" b="1" err="1"/>
                        <a:t>why</a:t>
                      </a:r>
                      <a:r>
                        <a:rPr lang="fr-CH" b="1"/>
                        <a:t> 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5782644"/>
                  </a:ext>
                </a:extLst>
              </a:tr>
              <a:tr h="656226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Analyse de la musique</a:t>
                      </a:r>
                      <a:endParaRPr lang="fr-CH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7</a:t>
                      </a:r>
                      <a:endParaRPr lang="fr-CH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R, G</a:t>
                      </a:r>
                      <a:endParaRPr lang="fr-CH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 dirty="0"/>
                        <a:t>Détecter le volume de la musique</a:t>
                      </a:r>
                      <a:endParaRPr lang="fr-CH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 dirty="0"/>
                        <a:t>Très risqué</a:t>
                      </a:r>
                      <a:endParaRPr lang="fr-CH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3003516"/>
                  </a:ext>
                </a:extLst>
              </a:tr>
              <a:tr h="92294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Génération</a:t>
                      </a:r>
                      <a:endParaRPr lang="fr-CH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7</a:t>
                      </a:r>
                      <a:endParaRPr lang="fr-CH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A, D</a:t>
                      </a:r>
                      <a:endParaRPr lang="fr-CH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CH" sz="1400" dirty="0"/>
                        <a:t>Créer l’animation des fleurs procéduralement</a:t>
                      </a:r>
                    </a:p>
                    <a:p>
                      <a:pPr algn="l"/>
                      <a:r>
                        <a:rPr lang="fr-CH" sz="1400" dirty="0"/>
                        <a:t>Créer l’animation de jour/nuit</a:t>
                      </a:r>
                    </a:p>
                    <a:p>
                      <a:pPr algn="l"/>
                      <a:r>
                        <a:rPr lang="fr-CH" sz="1400" dirty="0"/>
                        <a:t>Gérer taille en fonction de volume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 dirty="0"/>
                        <a:t>Moyen</a:t>
                      </a:r>
                      <a:endParaRPr lang="fr-CH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0464522"/>
                  </a:ext>
                </a:extLst>
              </a:tr>
              <a:tr h="49819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Présentation</a:t>
                      </a:r>
                      <a:endParaRPr lang="fr-CH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2</a:t>
                      </a:r>
                      <a:endParaRPr lang="fr-CH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All</a:t>
                      </a:r>
                      <a:endParaRPr lang="fr-CH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 dirty="0"/>
                        <a:t>Préparer le support</a:t>
                      </a:r>
                      <a:endParaRPr lang="fr-CH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 dirty="0"/>
                        <a:t>Aucun</a:t>
                      </a:r>
                      <a:endParaRPr lang="fr-CH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3177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54992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5">
          <a:extLst>
            <a:ext uri="{FF2B5EF4-FFF2-40B4-BE49-F238E27FC236}">
              <a16:creationId xmlns:a16="http://schemas.microsoft.com/office/drawing/2014/main" id="{EE3DBACA-A879-0082-A1CF-9451B69AD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34">
            <a:extLst>
              <a:ext uri="{FF2B5EF4-FFF2-40B4-BE49-F238E27FC236}">
                <a16:creationId xmlns:a16="http://schemas.microsoft.com/office/drawing/2014/main" id="{4F6F7E04-DD08-9791-9DE3-D1B9DBB1AE66}"/>
              </a:ext>
            </a:extLst>
          </p:cNvPr>
          <p:cNvSpPr/>
          <p:nvPr/>
        </p:nvSpPr>
        <p:spPr>
          <a:xfrm>
            <a:off x="-94225" y="3782425"/>
            <a:ext cx="4442125" cy="1160325"/>
          </a:xfrm>
          <a:custGeom>
            <a:avLst/>
            <a:gdLst/>
            <a:ahLst/>
            <a:cxnLst/>
            <a:rect l="l" t="t" r="r" b="b"/>
            <a:pathLst>
              <a:path w="177685" h="46413" extrusionOk="0">
                <a:moveTo>
                  <a:pt x="53027" y="1"/>
                </a:moveTo>
                <a:cubicBezTo>
                  <a:pt x="53027" y="1"/>
                  <a:pt x="79109" y="2070"/>
                  <a:pt x="70927" y="2540"/>
                </a:cubicBezTo>
                <a:cubicBezTo>
                  <a:pt x="62761" y="3026"/>
                  <a:pt x="21224" y="5706"/>
                  <a:pt x="20644" y="7838"/>
                </a:cubicBezTo>
                <a:cubicBezTo>
                  <a:pt x="20064" y="9969"/>
                  <a:pt x="61977" y="9076"/>
                  <a:pt x="62369" y="12462"/>
                </a:cubicBezTo>
                <a:cubicBezTo>
                  <a:pt x="62761" y="15847"/>
                  <a:pt x="1" y="12462"/>
                  <a:pt x="1458" y="16098"/>
                </a:cubicBezTo>
                <a:cubicBezTo>
                  <a:pt x="2932" y="19750"/>
                  <a:pt x="51851" y="19202"/>
                  <a:pt x="51459" y="21380"/>
                </a:cubicBezTo>
                <a:cubicBezTo>
                  <a:pt x="51295" y="22331"/>
                  <a:pt x="42835" y="22437"/>
                  <a:pt x="33312" y="22437"/>
                </a:cubicBezTo>
                <a:cubicBezTo>
                  <a:pt x="30561" y="22437"/>
                  <a:pt x="27722" y="22428"/>
                  <a:pt x="24968" y="22428"/>
                </a:cubicBezTo>
                <a:cubicBezTo>
                  <a:pt x="15398" y="22428"/>
                  <a:pt x="6865" y="22536"/>
                  <a:pt x="6694" y="23496"/>
                </a:cubicBezTo>
                <a:cubicBezTo>
                  <a:pt x="6302" y="25691"/>
                  <a:pt x="55362" y="31240"/>
                  <a:pt x="52635" y="32964"/>
                </a:cubicBezTo>
                <a:cubicBezTo>
                  <a:pt x="51598" y="33619"/>
                  <a:pt x="46686" y="33692"/>
                  <a:pt x="40946" y="33692"/>
                </a:cubicBezTo>
                <a:cubicBezTo>
                  <a:pt x="39300" y="33692"/>
                  <a:pt x="37585" y="33686"/>
                  <a:pt x="35874" y="33686"/>
                </a:cubicBezTo>
                <a:cubicBezTo>
                  <a:pt x="27866" y="33686"/>
                  <a:pt x="19940" y="33818"/>
                  <a:pt x="19468" y="35315"/>
                </a:cubicBezTo>
                <a:cubicBezTo>
                  <a:pt x="18559" y="38246"/>
                  <a:pt x="53811" y="46412"/>
                  <a:pt x="53811" y="46412"/>
                </a:cubicBezTo>
                <a:lnTo>
                  <a:pt x="123875" y="46412"/>
                </a:lnTo>
                <a:cubicBezTo>
                  <a:pt x="123875" y="46412"/>
                  <a:pt x="159126" y="38246"/>
                  <a:pt x="158202" y="35315"/>
                </a:cubicBezTo>
                <a:cubicBezTo>
                  <a:pt x="157729" y="33818"/>
                  <a:pt x="149803" y="33686"/>
                  <a:pt x="141795" y="33686"/>
                </a:cubicBezTo>
                <a:cubicBezTo>
                  <a:pt x="140085" y="33686"/>
                  <a:pt x="138370" y="33692"/>
                  <a:pt x="136724" y="33692"/>
                </a:cubicBezTo>
                <a:cubicBezTo>
                  <a:pt x="130984" y="33692"/>
                  <a:pt x="126072" y="33619"/>
                  <a:pt x="125035" y="32964"/>
                </a:cubicBezTo>
                <a:cubicBezTo>
                  <a:pt x="122307" y="31240"/>
                  <a:pt x="171368" y="25691"/>
                  <a:pt x="170976" y="23496"/>
                </a:cubicBezTo>
                <a:cubicBezTo>
                  <a:pt x="170811" y="22536"/>
                  <a:pt x="162283" y="22428"/>
                  <a:pt x="152713" y="22428"/>
                </a:cubicBezTo>
                <a:cubicBezTo>
                  <a:pt x="149960" y="22428"/>
                  <a:pt x="147120" y="22437"/>
                  <a:pt x="144369" y="22437"/>
                </a:cubicBezTo>
                <a:cubicBezTo>
                  <a:pt x="134846" y="22437"/>
                  <a:pt x="126381" y="22331"/>
                  <a:pt x="126210" y="21380"/>
                </a:cubicBezTo>
                <a:cubicBezTo>
                  <a:pt x="125818" y="19202"/>
                  <a:pt x="174738" y="19750"/>
                  <a:pt x="176211" y="16098"/>
                </a:cubicBezTo>
                <a:cubicBezTo>
                  <a:pt x="177685" y="12462"/>
                  <a:pt x="114909" y="15847"/>
                  <a:pt x="115301" y="12462"/>
                </a:cubicBezTo>
                <a:cubicBezTo>
                  <a:pt x="115693" y="9076"/>
                  <a:pt x="157622" y="9969"/>
                  <a:pt x="157026" y="7838"/>
                </a:cubicBezTo>
                <a:cubicBezTo>
                  <a:pt x="156446" y="5706"/>
                  <a:pt x="114909" y="3026"/>
                  <a:pt x="106743" y="2540"/>
                </a:cubicBezTo>
                <a:cubicBezTo>
                  <a:pt x="98561" y="2070"/>
                  <a:pt x="124643" y="1"/>
                  <a:pt x="124643" y="1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7" name="Google Shape;1257;p34">
            <a:extLst>
              <a:ext uri="{FF2B5EF4-FFF2-40B4-BE49-F238E27FC236}">
                <a16:creationId xmlns:a16="http://schemas.microsoft.com/office/drawing/2014/main" id="{C7D768DB-A0BB-1A7E-F6B3-BE6C645D3BB4}"/>
              </a:ext>
            </a:extLst>
          </p:cNvPr>
          <p:cNvSpPr/>
          <p:nvPr/>
        </p:nvSpPr>
        <p:spPr>
          <a:xfrm>
            <a:off x="-838450" y="4242475"/>
            <a:ext cx="5219975" cy="901025"/>
          </a:xfrm>
          <a:custGeom>
            <a:avLst/>
            <a:gdLst/>
            <a:ahLst/>
            <a:cxnLst/>
            <a:rect l="l" t="t" r="r" b="b"/>
            <a:pathLst>
              <a:path w="208799" h="36041" extrusionOk="0">
                <a:moveTo>
                  <a:pt x="11178" y="0"/>
                </a:moveTo>
                <a:lnTo>
                  <a:pt x="0" y="8522"/>
                </a:lnTo>
                <a:lnTo>
                  <a:pt x="0" y="36041"/>
                </a:lnTo>
                <a:lnTo>
                  <a:pt x="208798" y="36041"/>
                </a:lnTo>
                <a:lnTo>
                  <a:pt x="208798" y="19925"/>
                </a:lnTo>
                <a:lnTo>
                  <a:pt x="161254" y="27018"/>
                </a:lnTo>
                <a:lnTo>
                  <a:pt x="129800" y="19925"/>
                </a:lnTo>
                <a:lnTo>
                  <a:pt x="113259" y="16166"/>
                </a:lnTo>
                <a:lnTo>
                  <a:pt x="98021" y="23284"/>
                </a:lnTo>
                <a:lnTo>
                  <a:pt x="71955" y="3735"/>
                </a:lnTo>
                <a:lnTo>
                  <a:pt x="48472" y="23108"/>
                </a:lnTo>
                <a:lnTo>
                  <a:pt x="111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58" name="Google Shape;1258;p34">
            <a:extLst>
              <a:ext uri="{FF2B5EF4-FFF2-40B4-BE49-F238E27FC236}">
                <a16:creationId xmlns:a16="http://schemas.microsoft.com/office/drawing/2014/main" id="{583B7726-612E-48CA-ED0F-49CE859C25FB}"/>
              </a:ext>
            </a:extLst>
          </p:cNvPr>
          <p:cNvGrpSpPr/>
          <p:nvPr/>
        </p:nvGrpSpPr>
        <p:grpSpPr>
          <a:xfrm>
            <a:off x="4766341" y="1416933"/>
            <a:ext cx="1530872" cy="2106828"/>
            <a:chOff x="4219225" y="4565175"/>
            <a:chExt cx="389525" cy="536075"/>
          </a:xfrm>
        </p:grpSpPr>
        <p:grpSp>
          <p:nvGrpSpPr>
            <p:cNvPr id="1259" name="Google Shape;1259;p34">
              <a:extLst>
                <a:ext uri="{FF2B5EF4-FFF2-40B4-BE49-F238E27FC236}">
                  <a16:creationId xmlns:a16="http://schemas.microsoft.com/office/drawing/2014/main" id="{9B104533-08F9-DA0C-B75B-E83EA02E9B22}"/>
                </a:ext>
              </a:extLst>
            </p:cNvPr>
            <p:cNvGrpSpPr/>
            <p:nvPr/>
          </p:nvGrpSpPr>
          <p:grpSpPr>
            <a:xfrm>
              <a:off x="4295625" y="4565175"/>
              <a:ext cx="237100" cy="294300"/>
              <a:chOff x="4295625" y="4565175"/>
              <a:chExt cx="237100" cy="294300"/>
            </a:xfrm>
          </p:grpSpPr>
          <p:sp>
            <p:nvSpPr>
              <p:cNvPr id="1260" name="Google Shape;1260;p34">
                <a:extLst>
                  <a:ext uri="{FF2B5EF4-FFF2-40B4-BE49-F238E27FC236}">
                    <a16:creationId xmlns:a16="http://schemas.microsoft.com/office/drawing/2014/main" id="{B1859F73-2204-6EFB-B8C7-86AF4B561E03}"/>
                  </a:ext>
                </a:extLst>
              </p:cNvPr>
              <p:cNvSpPr/>
              <p:nvPr/>
            </p:nvSpPr>
            <p:spPr>
              <a:xfrm>
                <a:off x="4330900" y="4565175"/>
                <a:ext cx="166175" cy="189675"/>
              </a:xfrm>
              <a:custGeom>
                <a:avLst/>
                <a:gdLst/>
                <a:ahLst/>
                <a:cxnLst/>
                <a:rect l="l" t="t" r="r" b="b"/>
                <a:pathLst>
                  <a:path w="6647" h="7587" extrusionOk="0">
                    <a:moveTo>
                      <a:pt x="3323" y="0"/>
                    </a:moveTo>
                    <a:cubicBezTo>
                      <a:pt x="3323" y="0"/>
                      <a:pt x="2461" y="6850"/>
                      <a:pt x="1" y="6850"/>
                    </a:cubicBezTo>
                    <a:cubicBezTo>
                      <a:pt x="1" y="6850"/>
                      <a:pt x="1286" y="7587"/>
                      <a:pt x="3323" y="7587"/>
                    </a:cubicBezTo>
                    <a:cubicBezTo>
                      <a:pt x="5361" y="7587"/>
                      <a:pt x="6646" y="6850"/>
                      <a:pt x="6646" y="6850"/>
                    </a:cubicBezTo>
                    <a:cubicBezTo>
                      <a:pt x="4186" y="6850"/>
                      <a:pt x="3323" y="0"/>
                      <a:pt x="332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Google Shape;1261;p34">
                <a:extLst>
                  <a:ext uri="{FF2B5EF4-FFF2-40B4-BE49-F238E27FC236}">
                    <a16:creationId xmlns:a16="http://schemas.microsoft.com/office/drawing/2014/main" id="{A70D45EB-E052-84AA-9692-9BF202FE94DE}"/>
                  </a:ext>
                </a:extLst>
              </p:cNvPr>
              <p:cNvSpPr/>
              <p:nvPr/>
            </p:nvSpPr>
            <p:spPr>
              <a:xfrm>
                <a:off x="4295625" y="4689000"/>
                <a:ext cx="237100" cy="170475"/>
              </a:xfrm>
              <a:custGeom>
                <a:avLst/>
                <a:gdLst/>
                <a:ahLst/>
                <a:cxnLst/>
                <a:rect l="l" t="t" r="r" b="b"/>
                <a:pathLst>
                  <a:path w="9484" h="6819" extrusionOk="0">
                    <a:moveTo>
                      <a:pt x="4734" y="0"/>
                    </a:moveTo>
                    <a:cubicBezTo>
                      <a:pt x="4734" y="0"/>
                      <a:pt x="3214" y="5330"/>
                      <a:pt x="1" y="5330"/>
                    </a:cubicBezTo>
                    <a:cubicBezTo>
                      <a:pt x="1" y="5330"/>
                      <a:pt x="1882" y="6819"/>
                      <a:pt x="4734" y="6819"/>
                    </a:cubicBezTo>
                    <a:cubicBezTo>
                      <a:pt x="7587" y="6819"/>
                      <a:pt x="9484" y="5330"/>
                      <a:pt x="9484" y="5330"/>
                    </a:cubicBezTo>
                    <a:cubicBezTo>
                      <a:pt x="6255" y="5330"/>
                      <a:pt x="4734" y="0"/>
                      <a:pt x="473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62" name="Google Shape;1262;p34">
              <a:extLst>
                <a:ext uri="{FF2B5EF4-FFF2-40B4-BE49-F238E27FC236}">
                  <a16:creationId xmlns:a16="http://schemas.microsoft.com/office/drawing/2014/main" id="{C1169136-1975-4337-27E8-26FC58CD9130}"/>
                </a:ext>
              </a:extLst>
            </p:cNvPr>
            <p:cNvGrpSpPr/>
            <p:nvPr/>
          </p:nvGrpSpPr>
          <p:grpSpPr>
            <a:xfrm>
              <a:off x="4219225" y="4744250"/>
              <a:ext cx="389525" cy="357000"/>
              <a:chOff x="4219225" y="4744250"/>
              <a:chExt cx="389525" cy="357000"/>
            </a:xfrm>
          </p:grpSpPr>
          <p:sp>
            <p:nvSpPr>
              <p:cNvPr id="1263" name="Google Shape;1263;p34">
                <a:extLst>
                  <a:ext uri="{FF2B5EF4-FFF2-40B4-BE49-F238E27FC236}">
                    <a16:creationId xmlns:a16="http://schemas.microsoft.com/office/drawing/2014/main" id="{BE1DCAA3-09EB-15BC-13F5-CE45A20234BB}"/>
                  </a:ext>
                </a:extLst>
              </p:cNvPr>
              <p:cNvSpPr/>
              <p:nvPr/>
            </p:nvSpPr>
            <p:spPr>
              <a:xfrm>
                <a:off x="4271725" y="4744250"/>
                <a:ext cx="284525" cy="204175"/>
              </a:xfrm>
              <a:custGeom>
                <a:avLst/>
                <a:gdLst/>
                <a:ahLst/>
                <a:cxnLst/>
                <a:rect l="l" t="t" r="r" b="b"/>
                <a:pathLst>
                  <a:path w="11381" h="8167" extrusionOk="0">
                    <a:moveTo>
                      <a:pt x="5690" y="0"/>
                    </a:moveTo>
                    <a:cubicBezTo>
                      <a:pt x="5690" y="0"/>
                      <a:pt x="3872" y="6396"/>
                      <a:pt x="1" y="6396"/>
                    </a:cubicBezTo>
                    <a:cubicBezTo>
                      <a:pt x="1" y="6396"/>
                      <a:pt x="2273" y="8167"/>
                      <a:pt x="5690" y="8167"/>
                    </a:cubicBezTo>
                    <a:cubicBezTo>
                      <a:pt x="9107" y="8167"/>
                      <a:pt x="11380" y="6396"/>
                      <a:pt x="11380" y="6396"/>
                    </a:cubicBezTo>
                    <a:cubicBezTo>
                      <a:pt x="7509" y="6396"/>
                      <a:pt x="5690" y="0"/>
                      <a:pt x="569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Google Shape;1264;p34">
                <a:extLst>
                  <a:ext uri="{FF2B5EF4-FFF2-40B4-BE49-F238E27FC236}">
                    <a16:creationId xmlns:a16="http://schemas.microsoft.com/office/drawing/2014/main" id="{A589DEF1-DBB3-4B40-AD20-BC9132AE3C81}"/>
                  </a:ext>
                </a:extLst>
              </p:cNvPr>
              <p:cNvSpPr/>
              <p:nvPr/>
            </p:nvSpPr>
            <p:spPr>
              <a:xfrm>
                <a:off x="4219225" y="4821450"/>
                <a:ext cx="389525" cy="279800"/>
              </a:xfrm>
              <a:custGeom>
                <a:avLst/>
                <a:gdLst/>
                <a:ahLst/>
                <a:cxnLst/>
                <a:rect l="l" t="t" r="r" b="b"/>
                <a:pathLst>
                  <a:path w="15581" h="11192" extrusionOk="0">
                    <a:moveTo>
                      <a:pt x="7790" y="0"/>
                    </a:moveTo>
                    <a:cubicBezTo>
                      <a:pt x="7790" y="0"/>
                      <a:pt x="5298" y="8762"/>
                      <a:pt x="0" y="8762"/>
                    </a:cubicBezTo>
                    <a:cubicBezTo>
                      <a:pt x="0" y="8762"/>
                      <a:pt x="3120" y="11192"/>
                      <a:pt x="7790" y="11192"/>
                    </a:cubicBezTo>
                    <a:cubicBezTo>
                      <a:pt x="12461" y="11192"/>
                      <a:pt x="15581" y="8762"/>
                      <a:pt x="15581" y="8762"/>
                    </a:cubicBezTo>
                    <a:cubicBezTo>
                      <a:pt x="10283" y="8762"/>
                      <a:pt x="7790" y="0"/>
                      <a:pt x="779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65" name="Google Shape;1265;p34">
            <a:extLst>
              <a:ext uri="{FF2B5EF4-FFF2-40B4-BE49-F238E27FC236}">
                <a16:creationId xmlns:a16="http://schemas.microsoft.com/office/drawing/2014/main" id="{89EF7C86-822A-A650-11BE-36B6D94BBBAF}"/>
              </a:ext>
            </a:extLst>
          </p:cNvPr>
          <p:cNvGrpSpPr/>
          <p:nvPr/>
        </p:nvGrpSpPr>
        <p:grpSpPr>
          <a:xfrm>
            <a:off x="4293618" y="1788397"/>
            <a:ext cx="945961" cy="1301858"/>
            <a:chOff x="4219225" y="4565175"/>
            <a:chExt cx="389525" cy="536075"/>
          </a:xfrm>
        </p:grpSpPr>
        <p:grpSp>
          <p:nvGrpSpPr>
            <p:cNvPr id="1266" name="Google Shape;1266;p34">
              <a:extLst>
                <a:ext uri="{FF2B5EF4-FFF2-40B4-BE49-F238E27FC236}">
                  <a16:creationId xmlns:a16="http://schemas.microsoft.com/office/drawing/2014/main" id="{F4A3D57F-8E5C-8750-B8AF-F75E74BC9D14}"/>
                </a:ext>
              </a:extLst>
            </p:cNvPr>
            <p:cNvGrpSpPr/>
            <p:nvPr/>
          </p:nvGrpSpPr>
          <p:grpSpPr>
            <a:xfrm>
              <a:off x="4295625" y="4565175"/>
              <a:ext cx="237100" cy="294300"/>
              <a:chOff x="4295625" y="4565175"/>
              <a:chExt cx="237100" cy="294300"/>
            </a:xfrm>
          </p:grpSpPr>
          <p:sp>
            <p:nvSpPr>
              <p:cNvPr id="1267" name="Google Shape;1267;p34">
                <a:extLst>
                  <a:ext uri="{FF2B5EF4-FFF2-40B4-BE49-F238E27FC236}">
                    <a16:creationId xmlns:a16="http://schemas.microsoft.com/office/drawing/2014/main" id="{57B3C485-A1F2-81F4-BD40-FB5C3B3E4A44}"/>
                  </a:ext>
                </a:extLst>
              </p:cNvPr>
              <p:cNvSpPr/>
              <p:nvPr/>
            </p:nvSpPr>
            <p:spPr>
              <a:xfrm>
                <a:off x="4330900" y="4565175"/>
                <a:ext cx="166175" cy="189675"/>
              </a:xfrm>
              <a:custGeom>
                <a:avLst/>
                <a:gdLst/>
                <a:ahLst/>
                <a:cxnLst/>
                <a:rect l="l" t="t" r="r" b="b"/>
                <a:pathLst>
                  <a:path w="6647" h="7587" extrusionOk="0">
                    <a:moveTo>
                      <a:pt x="3323" y="0"/>
                    </a:moveTo>
                    <a:cubicBezTo>
                      <a:pt x="3323" y="0"/>
                      <a:pt x="2461" y="6850"/>
                      <a:pt x="1" y="6850"/>
                    </a:cubicBezTo>
                    <a:cubicBezTo>
                      <a:pt x="1" y="6850"/>
                      <a:pt x="1286" y="7587"/>
                      <a:pt x="3323" y="7587"/>
                    </a:cubicBezTo>
                    <a:cubicBezTo>
                      <a:pt x="5361" y="7587"/>
                      <a:pt x="6646" y="6850"/>
                      <a:pt x="6646" y="6850"/>
                    </a:cubicBezTo>
                    <a:cubicBezTo>
                      <a:pt x="4186" y="6850"/>
                      <a:pt x="3323" y="0"/>
                      <a:pt x="33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Google Shape;1268;p34">
                <a:extLst>
                  <a:ext uri="{FF2B5EF4-FFF2-40B4-BE49-F238E27FC236}">
                    <a16:creationId xmlns:a16="http://schemas.microsoft.com/office/drawing/2014/main" id="{BC8F52D3-3D04-25AD-CA94-19C8E24CB98B}"/>
                  </a:ext>
                </a:extLst>
              </p:cNvPr>
              <p:cNvSpPr/>
              <p:nvPr/>
            </p:nvSpPr>
            <p:spPr>
              <a:xfrm>
                <a:off x="4295625" y="4689000"/>
                <a:ext cx="237100" cy="170475"/>
              </a:xfrm>
              <a:custGeom>
                <a:avLst/>
                <a:gdLst/>
                <a:ahLst/>
                <a:cxnLst/>
                <a:rect l="l" t="t" r="r" b="b"/>
                <a:pathLst>
                  <a:path w="9484" h="6819" extrusionOk="0">
                    <a:moveTo>
                      <a:pt x="4734" y="0"/>
                    </a:moveTo>
                    <a:cubicBezTo>
                      <a:pt x="4734" y="0"/>
                      <a:pt x="3214" y="5330"/>
                      <a:pt x="1" y="5330"/>
                    </a:cubicBezTo>
                    <a:cubicBezTo>
                      <a:pt x="1" y="5330"/>
                      <a:pt x="1882" y="6819"/>
                      <a:pt x="4734" y="6819"/>
                    </a:cubicBezTo>
                    <a:cubicBezTo>
                      <a:pt x="7587" y="6819"/>
                      <a:pt x="9484" y="5330"/>
                      <a:pt x="9484" y="5330"/>
                    </a:cubicBezTo>
                    <a:cubicBezTo>
                      <a:pt x="6255" y="5330"/>
                      <a:pt x="4734" y="0"/>
                      <a:pt x="473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69" name="Google Shape;1269;p34">
              <a:extLst>
                <a:ext uri="{FF2B5EF4-FFF2-40B4-BE49-F238E27FC236}">
                  <a16:creationId xmlns:a16="http://schemas.microsoft.com/office/drawing/2014/main" id="{F83F63A6-1F99-5919-DD51-721EF1DC3A80}"/>
                </a:ext>
              </a:extLst>
            </p:cNvPr>
            <p:cNvGrpSpPr/>
            <p:nvPr/>
          </p:nvGrpSpPr>
          <p:grpSpPr>
            <a:xfrm>
              <a:off x="4219225" y="4744250"/>
              <a:ext cx="389525" cy="357000"/>
              <a:chOff x="4219225" y="4744250"/>
              <a:chExt cx="389525" cy="357000"/>
            </a:xfrm>
          </p:grpSpPr>
          <p:sp>
            <p:nvSpPr>
              <p:cNvPr id="1270" name="Google Shape;1270;p34">
                <a:extLst>
                  <a:ext uri="{FF2B5EF4-FFF2-40B4-BE49-F238E27FC236}">
                    <a16:creationId xmlns:a16="http://schemas.microsoft.com/office/drawing/2014/main" id="{B5840831-6407-A9D6-C721-5217699A4219}"/>
                  </a:ext>
                </a:extLst>
              </p:cNvPr>
              <p:cNvSpPr/>
              <p:nvPr/>
            </p:nvSpPr>
            <p:spPr>
              <a:xfrm>
                <a:off x="4271725" y="4744250"/>
                <a:ext cx="284525" cy="204175"/>
              </a:xfrm>
              <a:custGeom>
                <a:avLst/>
                <a:gdLst/>
                <a:ahLst/>
                <a:cxnLst/>
                <a:rect l="l" t="t" r="r" b="b"/>
                <a:pathLst>
                  <a:path w="11381" h="8167" extrusionOk="0">
                    <a:moveTo>
                      <a:pt x="5690" y="0"/>
                    </a:moveTo>
                    <a:cubicBezTo>
                      <a:pt x="5690" y="0"/>
                      <a:pt x="3872" y="6396"/>
                      <a:pt x="1" y="6396"/>
                    </a:cubicBezTo>
                    <a:cubicBezTo>
                      <a:pt x="1" y="6396"/>
                      <a:pt x="2273" y="8167"/>
                      <a:pt x="5690" y="8167"/>
                    </a:cubicBezTo>
                    <a:cubicBezTo>
                      <a:pt x="9107" y="8167"/>
                      <a:pt x="11380" y="6396"/>
                      <a:pt x="11380" y="6396"/>
                    </a:cubicBezTo>
                    <a:cubicBezTo>
                      <a:pt x="7509" y="6396"/>
                      <a:pt x="5690" y="0"/>
                      <a:pt x="56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Google Shape;1271;p34">
                <a:extLst>
                  <a:ext uri="{FF2B5EF4-FFF2-40B4-BE49-F238E27FC236}">
                    <a16:creationId xmlns:a16="http://schemas.microsoft.com/office/drawing/2014/main" id="{8722ECD8-CCB4-C34C-91ED-7C6DF6E98E3F}"/>
                  </a:ext>
                </a:extLst>
              </p:cNvPr>
              <p:cNvSpPr/>
              <p:nvPr/>
            </p:nvSpPr>
            <p:spPr>
              <a:xfrm>
                <a:off x="4219225" y="4821450"/>
                <a:ext cx="389525" cy="279800"/>
              </a:xfrm>
              <a:custGeom>
                <a:avLst/>
                <a:gdLst/>
                <a:ahLst/>
                <a:cxnLst/>
                <a:rect l="l" t="t" r="r" b="b"/>
                <a:pathLst>
                  <a:path w="15581" h="11192" extrusionOk="0">
                    <a:moveTo>
                      <a:pt x="7790" y="0"/>
                    </a:moveTo>
                    <a:cubicBezTo>
                      <a:pt x="7790" y="0"/>
                      <a:pt x="5298" y="8762"/>
                      <a:pt x="0" y="8762"/>
                    </a:cubicBezTo>
                    <a:cubicBezTo>
                      <a:pt x="0" y="8762"/>
                      <a:pt x="3120" y="11192"/>
                      <a:pt x="7790" y="11192"/>
                    </a:cubicBezTo>
                    <a:cubicBezTo>
                      <a:pt x="12461" y="11192"/>
                      <a:pt x="15581" y="8762"/>
                      <a:pt x="15581" y="8762"/>
                    </a:cubicBezTo>
                    <a:cubicBezTo>
                      <a:pt x="10283" y="8762"/>
                      <a:pt x="7790" y="0"/>
                      <a:pt x="77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72" name="Google Shape;1272;p34">
            <a:extLst>
              <a:ext uri="{FF2B5EF4-FFF2-40B4-BE49-F238E27FC236}">
                <a16:creationId xmlns:a16="http://schemas.microsoft.com/office/drawing/2014/main" id="{3CD4873D-95A3-C384-53FC-B02FEE716F58}"/>
              </a:ext>
            </a:extLst>
          </p:cNvPr>
          <p:cNvSpPr/>
          <p:nvPr/>
        </p:nvSpPr>
        <p:spPr>
          <a:xfrm flipH="1">
            <a:off x="-1057094" y="1476025"/>
            <a:ext cx="8629070" cy="2306396"/>
          </a:xfrm>
          <a:custGeom>
            <a:avLst/>
            <a:gdLst/>
            <a:ahLst/>
            <a:cxnLst/>
            <a:rect l="l" t="t" r="r" b="b"/>
            <a:pathLst>
              <a:path w="195272" h="47557" extrusionOk="0">
                <a:moveTo>
                  <a:pt x="169456" y="6161"/>
                </a:moveTo>
                <a:cubicBezTo>
                  <a:pt x="153343" y="18559"/>
                  <a:pt x="158233" y="14907"/>
                  <a:pt x="149001" y="12290"/>
                </a:cubicBezTo>
                <a:lnTo>
                  <a:pt x="149001" y="12290"/>
                </a:lnTo>
                <a:cubicBezTo>
                  <a:pt x="139753" y="9688"/>
                  <a:pt x="141070" y="6020"/>
                  <a:pt x="130489" y="13340"/>
                </a:cubicBezTo>
                <a:lnTo>
                  <a:pt x="130489" y="13340"/>
                </a:lnTo>
                <a:cubicBezTo>
                  <a:pt x="125160" y="17023"/>
                  <a:pt x="118279" y="16318"/>
                  <a:pt x="111147" y="15628"/>
                </a:cubicBezTo>
                <a:lnTo>
                  <a:pt x="111147" y="15628"/>
                </a:lnTo>
                <a:cubicBezTo>
                  <a:pt x="104125" y="14938"/>
                  <a:pt x="96868" y="14233"/>
                  <a:pt x="90645" y="17760"/>
                </a:cubicBezTo>
                <a:lnTo>
                  <a:pt x="90645" y="17760"/>
                </a:lnTo>
                <a:cubicBezTo>
                  <a:pt x="78106" y="24829"/>
                  <a:pt x="65990" y="32980"/>
                  <a:pt x="62416" y="32494"/>
                </a:cubicBezTo>
                <a:lnTo>
                  <a:pt x="62416" y="32494"/>
                </a:lnTo>
                <a:cubicBezTo>
                  <a:pt x="29515" y="28058"/>
                  <a:pt x="1" y="47557"/>
                  <a:pt x="1" y="47557"/>
                </a:cubicBezTo>
                <a:lnTo>
                  <a:pt x="1" y="47557"/>
                </a:lnTo>
                <a:lnTo>
                  <a:pt x="195271" y="47557"/>
                </a:lnTo>
                <a:lnTo>
                  <a:pt x="195271" y="3935"/>
                </a:lnTo>
                <a:cubicBezTo>
                  <a:pt x="195271" y="3935"/>
                  <a:pt x="191525" y="1"/>
                  <a:pt x="184817" y="1"/>
                </a:cubicBezTo>
                <a:lnTo>
                  <a:pt x="184817" y="1"/>
                </a:lnTo>
                <a:cubicBezTo>
                  <a:pt x="180726" y="1"/>
                  <a:pt x="175553" y="1459"/>
                  <a:pt x="169456" y="616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3" name="Google Shape;1273;p34">
            <a:extLst>
              <a:ext uri="{FF2B5EF4-FFF2-40B4-BE49-F238E27FC236}">
                <a16:creationId xmlns:a16="http://schemas.microsoft.com/office/drawing/2014/main" id="{ADC5E585-DD31-64FB-1AF0-2B66CE46FC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1053" y="2530246"/>
            <a:ext cx="4825419" cy="111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Outils</a:t>
            </a:r>
            <a:endParaRPr i="1" dirty="0"/>
          </a:p>
        </p:txBody>
      </p:sp>
      <p:sp>
        <p:nvSpPr>
          <p:cNvPr id="1274" name="Google Shape;1274;p34">
            <a:extLst>
              <a:ext uri="{FF2B5EF4-FFF2-40B4-BE49-F238E27FC236}">
                <a16:creationId xmlns:a16="http://schemas.microsoft.com/office/drawing/2014/main" id="{74657970-C71F-0C77-0D16-FABF12FDEA3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3224" y="686500"/>
            <a:ext cx="1597533" cy="133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grpSp>
        <p:nvGrpSpPr>
          <p:cNvPr id="1276" name="Google Shape;1276;p34">
            <a:extLst>
              <a:ext uri="{FF2B5EF4-FFF2-40B4-BE49-F238E27FC236}">
                <a16:creationId xmlns:a16="http://schemas.microsoft.com/office/drawing/2014/main" id="{E5F5206A-1D81-B4DB-3A8B-D772F3749735}"/>
              </a:ext>
            </a:extLst>
          </p:cNvPr>
          <p:cNvGrpSpPr/>
          <p:nvPr/>
        </p:nvGrpSpPr>
        <p:grpSpPr>
          <a:xfrm>
            <a:off x="4012765" y="-2"/>
            <a:ext cx="5136119" cy="5858475"/>
            <a:chOff x="1190625" y="238125"/>
            <a:chExt cx="5221225" cy="5955550"/>
          </a:xfrm>
        </p:grpSpPr>
        <p:sp>
          <p:nvSpPr>
            <p:cNvPr id="1277" name="Google Shape;1277;p34">
              <a:extLst>
                <a:ext uri="{FF2B5EF4-FFF2-40B4-BE49-F238E27FC236}">
                  <a16:creationId xmlns:a16="http://schemas.microsoft.com/office/drawing/2014/main" id="{71BAA285-8C0C-C27D-C445-A25DAF639E48}"/>
                </a:ext>
              </a:extLst>
            </p:cNvPr>
            <p:cNvSpPr/>
            <p:nvPr/>
          </p:nvSpPr>
          <p:spPr>
            <a:xfrm>
              <a:off x="1195625" y="3411700"/>
              <a:ext cx="2401675" cy="1947400"/>
            </a:xfrm>
            <a:custGeom>
              <a:avLst/>
              <a:gdLst/>
              <a:ahLst/>
              <a:cxnLst/>
              <a:rect l="l" t="t" r="r" b="b"/>
              <a:pathLst>
                <a:path w="96067" h="77896" extrusionOk="0">
                  <a:moveTo>
                    <a:pt x="93685" y="0"/>
                  </a:moveTo>
                  <a:lnTo>
                    <a:pt x="1" y="77895"/>
                  </a:lnTo>
                  <a:lnTo>
                    <a:pt x="13434" y="77895"/>
                  </a:lnTo>
                  <a:lnTo>
                    <a:pt x="96066" y="3634"/>
                  </a:lnTo>
                  <a:lnTo>
                    <a:pt x="9368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34">
              <a:extLst>
                <a:ext uri="{FF2B5EF4-FFF2-40B4-BE49-F238E27FC236}">
                  <a16:creationId xmlns:a16="http://schemas.microsoft.com/office/drawing/2014/main" id="{F19362EB-E722-CD6D-96B0-2A4AFD3E2E83}"/>
                </a:ext>
              </a:extLst>
            </p:cNvPr>
            <p:cNvSpPr/>
            <p:nvPr/>
          </p:nvSpPr>
          <p:spPr>
            <a:xfrm>
              <a:off x="1190625" y="5355300"/>
              <a:ext cx="344625" cy="104050"/>
            </a:xfrm>
            <a:custGeom>
              <a:avLst/>
              <a:gdLst/>
              <a:ahLst/>
              <a:cxnLst/>
              <a:rect l="l" t="t" r="r" b="b"/>
              <a:pathLst>
                <a:path w="13785" h="4162" extrusionOk="0">
                  <a:moveTo>
                    <a:pt x="0" y="1"/>
                  </a:moveTo>
                  <a:lnTo>
                    <a:pt x="0" y="4161"/>
                  </a:lnTo>
                  <a:lnTo>
                    <a:pt x="13785" y="4161"/>
                  </a:lnTo>
                  <a:lnTo>
                    <a:pt x="1378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34">
              <a:extLst>
                <a:ext uri="{FF2B5EF4-FFF2-40B4-BE49-F238E27FC236}">
                  <a16:creationId xmlns:a16="http://schemas.microsoft.com/office/drawing/2014/main" id="{A8914F5C-3477-1E35-0BC0-7EF2F4AB3FCB}"/>
                </a:ext>
              </a:extLst>
            </p:cNvPr>
            <p:cNvSpPr/>
            <p:nvPr/>
          </p:nvSpPr>
          <p:spPr>
            <a:xfrm>
              <a:off x="1524575" y="3787625"/>
              <a:ext cx="1754425" cy="1671725"/>
            </a:xfrm>
            <a:custGeom>
              <a:avLst/>
              <a:gdLst/>
              <a:ahLst/>
              <a:cxnLst/>
              <a:rect l="l" t="t" r="r" b="b"/>
              <a:pathLst>
                <a:path w="70177" h="66869" extrusionOk="0">
                  <a:moveTo>
                    <a:pt x="70176" y="1"/>
                  </a:moveTo>
                  <a:lnTo>
                    <a:pt x="0" y="62658"/>
                  </a:lnTo>
                  <a:lnTo>
                    <a:pt x="0" y="66868"/>
                  </a:lnTo>
                  <a:lnTo>
                    <a:pt x="1680" y="66868"/>
                  </a:lnTo>
                  <a:lnTo>
                    <a:pt x="701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34">
              <a:extLst>
                <a:ext uri="{FF2B5EF4-FFF2-40B4-BE49-F238E27FC236}">
                  <a16:creationId xmlns:a16="http://schemas.microsoft.com/office/drawing/2014/main" id="{14AF110B-8114-5B9C-D691-64ACD2310F4A}"/>
                </a:ext>
              </a:extLst>
            </p:cNvPr>
            <p:cNvSpPr/>
            <p:nvPr/>
          </p:nvSpPr>
          <p:spPr>
            <a:xfrm>
              <a:off x="1725075" y="3382250"/>
              <a:ext cx="2440525" cy="2658550"/>
            </a:xfrm>
            <a:custGeom>
              <a:avLst/>
              <a:gdLst/>
              <a:ahLst/>
              <a:cxnLst/>
              <a:rect l="l" t="t" r="r" b="b"/>
              <a:pathLst>
                <a:path w="97621" h="106342" fill="none" extrusionOk="0">
                  <a:moveTo>
                    <a:pt x="1" y="106342"/>
                  </a:moveTo>
                  <a:lnTo>
                    <a:pt x="97620" y="0"/>
                  </a:lnTo>
                </a:path>
              </a:pathLst>
            </a:custGeom>
            <a:solidFill>
              <a:schemeClr val="lt2"/>
            </a:solidFill>
            <a:ln w="73300" cap="flat" cmpd="sng">
              <a:solidFill>
                <a:schemeClr val="lt2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34">
              <a:extLst>
                <a:ext uri="{FF2B5EF4-FFF2-40B4-BE49-F238E27FC236}">
                  <a16:creationId xmlns:a16="http://schemas.microsoft.com/office/drawing/2014/main" id="{C2103AD4-37ED-CC59-E27F-EE5F57E9E6E7}"/>
                </a:ext>
              </a:extLst>
            </p:cNvPr>
            <p:cNvSpPr/>
            <p:nvPr/>
          </p:nvSpPr>
          <p:spPr>
            <a:xfrm>
              <a:off x="1781475" y="3434250"/>
              <a:ext cx="2436750" cy="2654800"/>
            </a:xfrm>
            <a:custGeom>
              <a:avLst/>
              <a:gdLst/>
              <a:ahLst/>
              <a:cxnLst/>
              <a:rect l="l" t="t" r="r" b="b"/>
              <a:pathLst>
                <a:path w="97470" h="106192" fill="none" extrusionOk="0">
                  <a:moveTo>
                    <a:pt x="0" y="106191"/>
                  </a:moveTo>
                  <a:lnTo>
                    <a:pt x="97469" y="0"/>
                  </a:lnTo>
                </a:path>
              </a:pathLst>
            </a:custGeom>
            <a:solidFill>
              <a:schemeClr val="dk1"/>
            </a:solidFill>
            <a:ln w="73300" cap="flat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34">
              <a:extLst>
                <a:ext uri="{FF2B5EF4-FFF2-40B4-BE49-F238E27FC236}">
                  <a16:creationId xmlns:a16="http://schemas.microsoft.com/office/drawing/2014/main" id="{63A4F72F-B0EC-6713-9DAA-3E667A8CBC81}"/>
                </a:ext>
              </a:extLst>
            </p:cNvPr>
            <p:cNvSpPr/>
            <p:nvPr/>
          </p:nvSpPr>
          <p:spPr>
            <a:xfrm>
              <a:off x="2853525" y="4020725"/>
              <a:ext cx="1728725" cy="2124700"/>
            </a:xfrm>
            <a:custGeom>
              <a:avLst/>
              <a:gdLst/>
              <a:ahLst/>
              <a:cxnLst/>
              <a:rect l="l" t="t" r="r" b="b"/>
              <a:pathLst>
                <a:path w="69149" h="84988" fill="none" extrusionOk="0">
                  <a:moveTo>
                    <a:pt x="1" y="84988"/>
                  </a:moveTo>
                  <a:lnTo>
                    <a:pt x="69149" y="0"/>
                  </a:lnTo>
                </a:path>
              </a:pathLst>
            </a:custGeom>
            <a:solidFill>
              <a:schemeClr val="lt2"/>
            </a:solidFill>
            <a:ln w="73300" cap="flat" cmpd="sng">
              <a:solidFill>
                <a:schemeClr val="lt2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34">
              <a:extLst>
                <a:ext uri="{FF2B5EF4-FFF2-40B4-BE49-F238E27FC236}">
                  <a16:creationId xmlns:a16="http://schemas.microsoft.com/office/drawing/2014/main" id="{C6A1353C-DDCC-F583-5D49-673C7620EF45}"/>
                </a:ext>
              </a:extLst>
            </p:cNvPr>
            <p:cNvSpPr/>
            <p:nvPr/>
          </p:nvSpPr>
          <p:spPr>
            <a:xfrm>
              <a:off x="2909300" y="4152925"/>
              <a:ext cx="1649150" cy="2040750"/>
            </a:xfrm>
            <a:custGeom>
              <a:avLst/>
              <a:gdLst/>
              <a:ahLst/>
              <a:cxnLst/>
              <a:rect l="l" t="t" r="r" b="b"/>
              <a:pathLst>
                <a:path w="65966" h="81630" fill="none" extrusionOk="0">
                  <a:moveTo>
                    <a:pt x="0" y="81630"/>
                  </a:moveTo>
                  <a:lnTo>
                    <a:pt x="65966" y="0"/>
                  </a:lnTo>
                </a:path>
              </a:pathLst>
            </a:custGeom>
            <a:solidFill>
              <a:schemeClr val="dk1"/>
            </a:solidFill>
            <a:ln w="73300" cap="flat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34">
              <a:extLst>
                <a:ext uri="{FF2B5EF4-FFF2-40B4-BE49-F238E27FC236}">
                  <a16:creationId xmlns:a16="http://schemas.microsoft.com/office/drawing/2014/main" id="{9BEC3F41-DECD-1D90-6134-CBBF17880CC6}"/>
                </a:ext>
              </a:extLst>
            </p:cNvPr>
            <p:cNvSpPr/>
            <p:nvPr/>
          </p:nvSpPr>
          <p:spPr>
            <a:xfrm>
              <a:off x="2349775" y="4713700"/>
              <a:ext cx="276325" cy="276350"/>
            </a:xfrm>
            <a:custGeom>
              <a:avLst/>
              <a:gdLst/>
              <a:ahLst/>
              <a:cxnLst/>
              <a:rect l="l" t="t" r="r" b="b"/>
              <a:pathLst>
                <a:path w="11053" h="11054" fill="none" extrusionOk="0">
                  <a:moveTo>
                    <a:pt x="0" y="11053"/>
                  </a:moveTo>
                  <a:lnTo>
                    <a:pt x="11053" y="1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34">
              <a:extLst>
                <a:ext uri="{FF2B5EF4-FFF2-40B4-BE49-F238E27FC236}">
                  <a16:creationId xmlns:a16="http://schemas.microsoft.com/office/drawing/2014/main" id="{5A7C0FBC-9C62-0AAC-BAF8-F268B656E4B9}"/>
                </a:ext>
              </a:extLst>
            </p:cNvPr>
            <p:cNvSpPr/>
            <p:nvPr/>
          </p:nvSpPr>
          <p:spPr>
            <a:xfrm>
              <a:off x="3414925" y="4473725"/>
              <a:ext cx="276350" cy="276350"/>
            </a:xfrm>
            <a:custGeom>
              <a:avLst/>
              <a:gdLst/>
              <a:ahLst/>
              <a:cxnLst/>
              <a:rect l="l" t="t" r="r" b="b"/>
              <a:pathLst>
                <a:path w="11054" h="11054" fill="none" extrusionOk="0">
                  <a:moveTo>
                    <a:pt x="1" y="11053"/>
                  </a:moveTo>
                  <a:lnTo>
                    <a:pt x="11054" y="0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34">
              <a:extLst>
                <a:ext uri="{FF2B5EF4-FFF2-40B4-BE49-F238E27FC236}">
                  <a16:creationId xmlns:a16="http://schemas.microsoft.com/office/drawing/2014/main" id="{C9F546BA-BF7D-B766-9D87-56B08D0D3B7F}"/>
                </a:ext>
              </a:extLst>
            </p:cNvPr>
            <p:cNvSpPr/>
            <p:nvPr/>
          </p:nvSpPr>
          <p:spPr>
            <a:xfrm>
              <a:off x="1785850" y="4985000"/>
              <a:ext cx="276350" cy="276350"/>
            </a:xfrm>
            <a:custGeom>
              <a:avLst/>
              <a:gdLst/>
              <a:ahLst/>
              <a:cxnLst/>
              <a:rect l="l" t="t" r="r" b="b"/>
              <a:pathLst>
                <a:path w="11054" h="11054" fill="none" extrusionOk="0">
                  <a:moveTo>
                    <a:pt x="1" y="11053"/>
                  </a:moveTo>
                  <a:lnTo>
                    <a:pt x="11053" y="1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34">
              <a:extLst>
                <a:ext uri="{FF2B5EF4-FFF2-40B4-BE49-F238E27FC236}">
                  <a16:creationId xmlns:a16="http://schemas.microsoft.com/office/drawing/2014/main" id="{D09D83B5-8C0F-3DE8-0EB2-5EDE3C172A4D}"/>
                </a:ext>
              </a:extLst>
            </p:cNvPr>
            <p:cNvSpPr/>
            <p:nvPr/>
          </p:nvSpPr>
          <p:spPr>
            <a:xfrm>
              <a:off x="3288375" y="4996900"/>
              <a:ext cx="256900" cy="294525"/>
            </a:xfrm>
            <a:custGeom>
              <a:avLst/>
              <a:gdLst/>
              <a:ahLst/>
              <a:cxnLst/>
              <a:rect l="l" t="t" r="r" b="b"/>
              <a:pathLst>
                <a:path w="10276" h="11781" fill="none" extrusionOk="0">
                  <a:moveTo>
                    <a:pt x="0" y="11780"/>
                  </a:moveTo>
                  <a:lnTo>
                    <a:pt x="10276" y="1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34">
              <a:extLst>
                <a:ext uri="{FF2B5EF4-FFF2-40B4-BE49-F238E27FC236}">
                  <a16:creationId xmlns:a16="http://schemas.microsoft.com/office/drawing/2014/main" id="{C96ADBDF-5320-26A8-6E14-8A0CEA27F33D}"/>
                </a:ext>
              </a:extLst>
            </p:cNvPr>
            <p:cNvSpPr/>
            <p:nvPr/>
          </p:nvSpPr>
          <p:spPr>
            <a:xfrm>
              <a:off x="4345400" y="4399800"/>
              <a:ext cx="252525" cy="298250"/>
            </a:xfrm>
            <a:custGeom>
              <a:avLst/>
              <a:gdLst/>
              <a:ahLst/>
              <a:cxnLst/>
              <a:rect l="l" t="t" r="r" b="b"/>
              <a:pathLst>
                <a:path w="10101" h="11930" fill="none" extrusionOk="0">
                  <a:moveTo>
                    <a:pt x="0" y="11930"/>
                  </a:moveTo>
                  <a:lnTo>
                    <a:pt x="10100" y="0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34">
              <a:extLst>
                <a:ext uri="{FF2B5EF4-FFF2-40B4-BE49-F238E27FC236}">
                  <a16:creationId xmlns:a16="http://schemas.microsoft.com/office/drawing/2014/main" id="{9E08905D-41E2-0216-EB0D-1D65E4F60019}"/>
                </a:ext>
              </a:extLst>
            </p:cNvPr>
            <p:cNvSpPr/>
            <p:nvPr/>
          </p:nvSpPr>
          <p:spPr>
            <a:xfrm>
              <a:off x="3990125" y="4243150"/>
              <a:ext cx="253150" cy="298275"/>
            </a:xfrm>
            <a:custGeom>
              <a:avLst/>
              <a:gdLst/>
              <a:ahLst/>
              <a:cxnLst/>
              <a:rect l="l" t="t" r="r" b="b"/>
              <a:pathLst>
                <a:path w="10126" h="11931" fill="none" extrusionOk="0">
                  <a:moveTo>
                    <a:pt x="1" y="11930"/>
                  </a:moveTo>
                  <a:lnTo>
                    <a:pt x="10126" y="0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34">
              <a:extLst>
                <a:ext uri="{FF2B5EF4-FFF2-40B4-BE49-F238E27FC236}">
                  <a16:creationId xmlns:a16="http://schemas.microsoft.com/office/drawing/2014/main" id="{665ED7EA-CEB8-7047-CC60-3FBCCF531A84}"/>
                </a:ext>
              </a:extLst>
            </p:cNvPr>
            <p:cNvSpPr/>
            <p:nvPr/>
          </p:nvSpPr>
          <p:spPr>
            <a:xfrm>
              <a:off x="3708175" y="2313625"/>
              <a:ext cx="2599025" cy="2064925"/>
            </a:xfrm>
            <a:custGeom>
              <a:avLst/>
              <a:gdLst/>
              <a:ahLst/>
              <a:cxnLst/>
              <a:rect l="l" t="t" r="r" b="b"/>
              <a:pathLst>
                <a:path w="103961" h="82597" extrusionOk="0">
                  <a:moveTo>
                    <a:pt x="1611" y="0"/>
                  </a:moveTo>
                  <a:cubicBezTo>
                    <a:pt x="524" y="0"/>
                    <a:pt x="0" y="63"/>
                    <a:pt x="0" y="63"/>
                  </a:cubicBezTo>
                  <a:lnTo>
                    <a:pt x="15088" y="76079"/>
                  </a:lnTo>
                  <a:cubicBezTo>
                    <a:pt x="15088" y="76079"/>
                    <a:pt x="23905" y="82597"/>
                    <a:pt x="30841" y="82597"/>
                  </a:cubicBezTo>
                  <a:cubicBezTo>
                    <a:pt x="33009" y="82597"/>
                    <a:pt x="34993" y="81960"/>
                    <a:pt x="36467" y="80289"/>
                  </a:cubicBezTo>
                  <a:cubicBezTo>
                    <a:pt x="45640" y="69913"/>
                    <a:pt x="83660" y="37958"/>
                    <a:pt x="88196" y="34174"/>
                  </a:cubicBezTo>
                  <a:cubicBezTo>
                    <a:pt x="91892" y="31097"/>
                    <a:pt x="97933" y="30614"/>
                    <a:pt x="101365" y="30614"/>
                  </a:cubicBezTo>
                  <a:cubicBezTo>
                    <a:pt x="102937" y="30614"/>
                    <a:pt x="103961" y="30715"/>
                    <a:pt x="103961" y="30715"/>
                  </a:cubicBezTo>
                  <a:lnTo>
                    <a:pt x="103585" y="12695"/>
                  </a:lnTo>
                  <a:cubicBezTo>
                    <a:pt x="103585" y="12695"/>
                    <a:pt x="91065" y="14257"/>
                    <a:pt x="76115" y="14257"/>
                  </a:cubicBezTo>
                  <a:cubicBezTo>
                    <a:pt x="63887" y="14257"/>
                    <a:pt x="50033" y="13212"/>
                    <a:pt x="40076" y="9412"/>
                  </a:cubicBezTo>
                  <a:cubicBezTo>
                    <a:pt x="17828" y="893"/>
                    <a:pt x="5712" y="0"/>
                    <a:pt x="1611" y="0"/>
                  </a:cubicBezTo>
                  <a:close/>
                </a:path>
              </a:pathLst>
            </a:custGeom>
            <a:solidFill>
              <a:srgbClr val="71C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34">
              <a:extLst>
                <a:ext uri="{FF2B5EF4-FFF2-40B4-BE49-F238E27FC236}">
                  <a16:creationId xmlns:a16="http://schemas.microsoft.com/office/drawing/2014/main" id="{E6D0846F-6DB3-D7D0-5173-EB889D8B6619}"/>
                </a:ext>
              </a:extLst>
            </p:cNvPr>
            <p:cNvSpPr/>
            <p:nvPr/>
          </p:nvSpPr>
          <p:spPr>
            <a:xfrm>
              <a:off x="3708175" y="2313625"/>
              <a:ext cx="2599025" cy="2064925"/>
            </a:xfrm>
            <a:custGeom>
              <a:avLst/>
              <a:gdLst/>
              <a:ahLst/>
              <a:cxnLst/>
              <a:rect l="l" t="t" r="r" b="b"/>
              <a:pathLst>
                <a:path w="103961" h="82597" extrusionOk="0">
                  <a:moveTo>
                    <a:pt x="1611" y="0"/>
                  </a:moveTo>
                  <a:cubicBezTo>
                    <a:pt x="524" y="0"/>
                    <a:pt x="0" y="63"/>
                    <a:pt x="0" y="63"/>
                  </a:cubicBezTo>
                  <a:lnTo>
                    <a:pt x="15088" y="76079"/>
                  </a:lnTo>
                  <a:cubicBezTo>
                    <a:pt x="15088" y="76079"/>
                    <a:pt x="23905" y="82597"/>
                    <a:pt x="30841" y="82597"/>
                  </a:cubicBezTo>
                  <a:cubicBezTo>
                    <a:pt x="33009" y="82597"/>
                    <a:pt x="34993" y="81960"/>
                    <a:pt x="36467" y="80289"/>
                  </a:cubicBezTo>
                  <a:cubicBezTo>
                    <a:pt x="45640" y="69913"/>
                    <a:pt x="83660" y="37958"/>
                    <a:pt x="88196" y="34174"/>
                  </a:cubicBezTo>
                  <a:cubicBezTo>
                    <a:pt x="91892" y="31097"/>
                    <a:pt x="97933" y="30614"/>
                    <a:pt x="101365" y="30614"/>
                  </a:cubicBezTo>
                  <a:cubicBezTo>
                    <a:pt x="102937" y="30614"/>
                    <a:pt x="103961" y="30715"/>
                    <a:pt x="103961" y="30715"/>
                  </a:cubicBezTo>
                  <a:lnTo>
                    <a:pt x="103585" y="12695"/>
                  </a:lnTo>
                  <a:cubicBezTo>
                    <a:pt x="103585" y="12695"/>
                    <a:pt x="91065" y="14257"/>
                    <a:pt x="76115" y="14257"/>
                  </a:cubicBezTo>
                  <a:cubicBezTo>
                    <a:pt x="63887" y="14257"/>
                    <a:pt x="50033" y="13212"/>
                    <a:pt x="40076" y="9412"/>
                  </a:cubicBezTo>
                  <a:cubicBezTo>
                    <a:pt x="17828" y="893"/>
                    <a:pt x="5712" y="0"/>
                    <a:pt x="161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34">
              <a:extLst>
                <a:ext uri="{FF2B5EF4-FFF2-40B4-BE49-F238E27FC236}">
                  <a16:creationId xmlns:a16="http://schemas.microsoft.com/office/drawing/2014/main" id="{53BC4614-8D79-CE64-A8F2-909736960F4C}"/>
                </a:ext>
              </a:extLst>
            </p:cNvPr>
            <p:cNvSpPr/>
            <p:nvPr/>
          </p:nvSpPr>
          <p:spPr>
            <a:xfrm>
              <a:off x="6079100" y="2824200"/>
              <a:ext cx="231250" cy="214075"/>
            </a:xfrm>
            <a:custGeom>
              <a:avLst/>
              <a:gdLst/>
              <a:ahLst/>
              <a:cxnLst/>
              <a:rect l="l" t="t" r="r" b="b"/>
              <a:pathLst>
                <a:path w="9250" h="8563" extrusionOk="0">
                  <a:moveTo>
                    <a:pt x="8900" y="1"/>
                  </a:moveTo>
                  <a:cubicBezTo>
                    <a:pt x="8029" y="1"/>
                    <a:pt x="7085" y="257"/>
                    <a:pt x="6215" y="257"/>
                  </a:cubicBezTo>
                  <a:cubicBezTo>
                    <a:pt x="6097" y="257"/>
                    <a:pt x="5980" y="252"/>
                    <a:pt x="5866" y="242"/>
                  </a:cubicBezTo>
                  <a:lnTo>
                    <a:pt x="26" y="442"/>
                  </a:lnTo>
                  <a:lnTo>
                    <a:pt x="1" y="8563"/>
                  </a:lnTo>
                  <a:cubicBezTo>
                    <a:pt x="3059" y="7861"/>
                    <a:pt x="5540" y="7836"/>
                    <a:pt x="9149" y="7786"/>
                  </a:cubicBezTo>
                  <a:lnTo>
                    <a:pt x="9249" y="16"/>
                  </a:lnTo>
                  <a:cubicBezTo>
                    <a:pt x="9134" y="6"/>
                    <a:pt x="9018" y="1"/>
                    <a:pt x="89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34">
              <a:extLst>
                <a:ext uri="{FF2B5EF4-FFF2-40B4-BE49-F238E27FC236}">
                  <a16:creationId xmlns:a16="http://schemas.microsoft.com/office/drawing/2014/main" id="{746DF53C-6717-B62E-95B0-2F78100A00A1}"/>
                </a:ext>
              </a:extLst>
            </p:cNvPr>
            <p:cNvSpPr/>
            <p:nvPr/>
          </p:nvSpPr>
          <p:spPr>
            <a:xfrm>
              <a:off x="5775225" y="2846525"/>
              <a:ext cx="231850" cy="296400"/>
            </a:xfrm>
            <a:custGeom>
              <a:avLst/>
              <a:gdLst/>
              <a:ahLst/>
              <a:cxnLst/>
              <a:rect l="l" t="t" r="r" b="b"/>
              <a:pathLst>
                <a:path w="9274" h="11856" extrusionOk="0">
                  <a:moveTo>
                    <a:pt x="51" y="0"/>
                  </a:moveTo>
                  <a:lnTo>
                    <a:pt x="0" y="11855"/>
                  </a:lnTo>
                  <a:cubicBezTo>
                    <a:pt x="3083" y="10702"/>
                    <a:pt x="6141" y="9725"/>
                    <a:pt x="9224" y="8898"/>
                  </a:cubicBezTo>
                  <a:lnTo>
                    <a:pt x="9274" y="101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34">
              <a:extLst>
                <a:ext uri="{FF2B5EF4-FFF2-40B4-BE49-F238E27FC236}">
                  <a16:creationId xmlns:a16="http://schemas.microsoft.com/office/drawing/2014/main" id="{B3ECAB23-7CDE-2D92-3FC5-25A0CBE483F7}"/>
                </a:ext>
              </a:extLst>
            </p:cNvPr>
            <p:cNvSpPr/>
            <p:nvPr/>
          </p:nvSpPr>
          <p:spPr>
            <a:xfrm>
              <a:off x="5124225" y="2813950"/>
              <a:ext cx="236850" cy="688000"/>
            </a:xfrm>
            <a:custGeom>
              <a:avLst/>
              <a:gdLst/>
              <a:ahLst/>
              <a:cxnLst/>
              <a:rect l="l" t="t" r="r" b="b"/>
              <a:pathLst>
                <a:path w="9474" h="27520" extrusionOk="0">
                  <a:moveTo>
                    <a:pt x="301" y="0"/>
                  </a:moveTo>
                  <a:lnTo>
                    <a:pt x="0" y="27519"/>
                  </a:lnTo>
                  <a:cubicBezTo>
                    <a:pt x="2958" y="25238"/>
                    <a:pt x="6316" y="22707"/>
                    <a:pt x="9449" y="21003"/>
                  </a:cubicBezTo>
                  <a:lnTo>
                    <a:pt x="9474" y="1128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34">
              <a:extLst>
                <a:ext uri="{FF2B5EF4-FFF2-40B4-BE49-F238E27FC236}">
                  <a16:creationId xmlns:a16="http://schemas.microsoft.com/office/drawing/2014/main" id="{E031AA20-AE18-7B40-150C-064611B8CE46}"/>
                </a:ext>
              </a:extLst>
            </p:cNvPr>
            <p:cNvSpPr/>
            <p:nvPr/>
          </p:nvSpPr>
          <p:spPr>
            <a:xfrm>
              <a:off x="5457550" y="2827100"/>
              <a:ext cx="235000" cy="457425"/>
            </a:xfrm>
            <a:custGeom>
              <a:avLst/>
              <a:gdLst/>
              <a:ahLst/>
              <a:cxnLst/>
              <a:rect l="l" t="t" r="r" b="b"/>
              <a:pathLst>
                <a:path w="9400" h="18297" extrusionOk="0">
                  <a:moveTo>
                    <a:pt x="201" y="0"/>
                  </a:moveTo>
                  <a:lnTo>
                    <a:pt x="1" y="18296"/>
                  </a:lnTo>
                  <a:cubicBezTo>
                    <a:pt x="2532" y="16993"/>
                    <a:pt x="5063" y="15740"/>
                    <a:pt x="7620" y="14612"/>
                  </a:cubicBezTo>
                  <a:cubicBezTo>
                    <a:pt x="8171" y="14361"/>
                    <a:pt x="8697" y="14136"/>
                    <a:pt x="9249" y="13910"/>
                  </a:cubicBezTo>
                  <a:lnTo>
                    <a:pt x="9399" y="602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34">
              <a:extLst>
                <a:ext uri="{FF2B5EF4-FFF2-40B4-BE49-F238E27FC236}">
                  <a16:creationId xmlns:a16="http://schemas.microsoft.com/office/drawing/2014/main" id="{AE0F5C31-FA6A-5138-B169-7E5FFA7D778F}"/>
                </a:ext>
              </a:extLst>
            </p:cNvPr>
            <p:cNvSpPr/>
            <p:nvPr/>
          </p:nvSpPr>
          <p:spPr>
            <a:xfrm>
              <a:off x="4741375" y="2710550"/>
              <a:ext cx="291400" cy="1037000"/>
            </a:xfrm>
            <a:custGeom>
              <a:avLst/>
              <a:gdLst/>
              <a:ahLst/>
              <a:cxnLst/>
              <a:rect l="l" t="t" r="r" b="b"/>
              <a:pathLst>
                <a:path w="11656" h="41480" extrusionOk="0">
                  <a:moveTo>
                    <a:pt x="1" y="1"/>
                  </a:moveTo>
                  <a:lnTo>
                    <a:pt x="2056" y="41480"/>
                  </a:lnTo>
                  <a:cubicBezTo>
                    <a:pt x="5615" y="38522"/>
                    <a:pt x="8071" y="36417"/>
                    <a:pt x="11329" y="34136"/>
                  </a:cubicBezTo>
                  <a:lnTo>
                    <a:pt x="11655" y="33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34">
              <a:extLst>
                <a:ext uri="{FF2B5EF4-FFF2-40B4-BE49-F238E27FC236}">
                  <a16:creationId xmlns:a16="http://schemas.microsoft.com/office/drawing/2014/main" id="{B0E99D91-593E-4A18-B16D-609385A0A405}"/>
                </a:ext>
              </a:extLst>
            </p:cNvPr>
            <p:cNvSpPr/>
            <p:nvPr/>
          </p:nvSpPr>
          <p:spPr>
            <a:xfrm>
              <a:off x="4741375" y="2630975"/>
              <a:ext cx="1478750" cy="111500"/>
            </a:xfrm>
            <a:custGeom>
              <a:avLst/>
              <a:gdLst/>
              <a:ahLst/>
              <a:cxnLst/>
              <a:rect l="l" t="t" r="r" b="b"/>
              <a:pathLst>
                <a:path w="59150" h="4460" extrusionOk="0">
                  <a:moveTo>
                    <a:pt x="1" y="1"/>
                  </a:moveTo>
                  <a:cubicBezTo>
                    <a:pt x="1" y="1"/>
                    <a:pt x="201" y="101"/>
                    <a:pt x="627" y="251"/>
                  </a:cubicBezTo>
                  <a:cubicBezTo>
                    <a:pt x="1028" y="377"/>
                    <a:pt x="1630" y="577"/>
                    <a:pt x="2432" y="828"/>
                  </a:cubicBezTo>
                  <a:cubicBezTo>
                    <a:pt x="3209" y="1053"/>
                    <a:pt x="4161" y="1329"/>
                    <a:pt x="5264" y="1580"/>
                  </a:cubicBezTo>
                  <a:cubicBezTo>
                    <a:pt x="6367" y="1855"/>
                    <a:pt x="7620" y="2156"/>
                    <a:pt x="8998" y="2407"/>
                  </a:cubicBezTo>
                  <a:cubicBezTo>
                    <a:pt x="9675" y="2532"/>
                    <a:pt x="10402" y="2683"/>
                    <a:pt x="11129" y="2808"/>
                  </a:cubicBezTo>
                  <a:cubicBezTo>
                    <a:pt x="11881" y="2908"/>
                    <a:pt x="12658" y="3058"/>
                    <a:pt x="13460" y="3159"/>
                  </a:cubicBezTo>
                  <a:cubicBezTo>
                    <a:pt x="14237" y="3284"/>
                    <a:pt x="15064" y="3384"/>
                    <a:pt x="15891" y="3510"/>
                  </a:cubicBezTo>
                  <a:cubicBezTo>
                    <a:pt x="16718" y="3610"/>
                    <a:pt x="17595" y="3685"/>
                    <a:pt x="18447" y="3785"/>
                  </a:cubicBezTo>
                  <a:cubicBezTo>
                    <a:pt x="19324" y="3886"/>
                    <a:pt x="20201" y="3936"/>
                    <a:pt x="21104" y="4011"/>
                  </a:cubicBezTo>
                  <a:cubicBezTo>
                    <a:pt x="22006" y="4086"/>
                    <a:pt x="22908" y="4161"/>
                    <a:pt x="23836" y="4211"/>
                  </a:cubicBezTo>
                  <a:cubicBezTo>
                    <a:pt x="24738" y="4261"/>
                    <a:pt x="25665" y="4312"/>
                    <a:pt x="26592" y="4362"/>
                  </a:cubicBezTo>
                  <a:cubicBezTo>
                    <a:pt x="27520" y="4387"/>
                    <a:pt x="28447" y="4412"/>
                    <a:pt x="29400" y="4437"/>
                  </a:cubicBezTo>
                  <a:cubicBezTo>
                    <a:pt x="30018" y="4454"/>
                    <a:pt x="30639" y="4459"/>
                    <a:pt x="31260" y="4459"/>
                  </a:cubicBezTo>
                  <a:cubicBezTo>
                    <a:pt x="32502" y="4459"/>
                    <a:pt x="33744" y="4437"/>
                    <a:pt x="34963" y="4437"/>
                  </a:cubicBezTo>
                  <a:cubicBezTo>
                    <a:pt x="36793" y="4412"/>
                    <a:pt x="38598" y="4312"/>
                    <a:pt x="40352" y="4261"/>
                  </a:cubicBezTo>
                  <a:cubicBezTo>
                    <a:pt x="42081" y="4136"/>
                    <a:pt x="43786" y="4011"/>
                    <a:pt x="45365" y="3911"/>
                  </a:cubicBezTo>
                  <a:cubicBezTo>
                    <a:pt x="46969" y="3810"/>
                    <a:pt x="48472" y="3660"/>
                    <a:pt x="49876" y="3560"/>
                  </a:cubicBezTo>
                  <a:cubicBezTo>
                    <a:pt x="51279" y="3434"/>
                    <a:pt x="52532" y="3309"/>
                    <a:pt x="53685" y="3184"/>
                  </a:cubicBezTo>
                  <a:cubicBezTo>
                    <a:pt x="54813" y="3084"/>
                    <a:pt x="55791" y="2983"/>
                    <a:pt x="56593" y="2883"/>
                  </a:cubicBezTo>
                  <a:cubicBezTo>
                    <a:pt x="58221" y="2708"/>
                    <a:pt x="59149" y="2607"/>
                    <a:pt x="59149" y="2607"/>
                  </a:cubicBezTo>
                  <a:lnTo>
                    <a:pt x="59149" y="2607"/>
                  </a:lnTo>
                  <a:cubicBezTo>
                    <a:pt x="59149" y="2607"/>
                    <a:pt x="58221" y="2683"/>
                    <a:pt x="56593" y="2808"/>
                  </a:cubicBezTo>
                  <a:cubicBezTo>
                    <a:pt x="55791" y="2883"/>
                    <a:pt x="54788" y="2958"/>
                    <a:pt x="53660" y="3058"/>
                  </a:cubicBezTo>
                  <a:cubicBezTo>
                    <a:pt x="52532" y="3159"/>
                    <a:pt x="51254" y="3234"/>
                    <a:pt x="49851" y="3334"/>
                  </a:cubicBezTo>
                  <a:cubicBezTo>
                    <a:pt x="48472" y="3434"/>
                    <a:pt x="46969" y="3560"/>
                    <a:pt x="45365" y="3635"/>
                  </a:cubicBezTo>
                  <a:cubicBezTo>
                    <a:pt x="43760" y="3710"/>
                    <a:pt x="42081" y="3810"/>
                    <a:pt x="40327" y="3911"/>
                  </a:cubicBezTo>
                  <a:cubicBezTo>
                    <a:pt x="38598" y="3936"/>
                    <a:pt x="36793" y="4036"/>
                    <a:pt x="34963" y="4036"/>
                  </a:cubicBezTo>
                  <a:cubicBezTo>
                    <a:pt x="33904" y="4036"/>
                    <a:pt x="32844" y="4052"/>
                    <a:pt x="31784" y="4052"/>
                  </a:cubicBezTo>
                  <a:cubicBezTo>
                    <a:pt x="30989" y="4052"/>
                    <a:pt x="30194" y="4043"/>
                    <a:pt x="29400" y="4011"/>
                  </a:cubicBezTo>
                  <a:cubicBezTo>
                    <a:pt x="28472" y="3986"/>
                    <a:pt x="27545" y="3961"/>
                    <a:pt x="26618" y="3936"/>
                  </a:cubicBezTo>
                  <a:cubicBezTo>
                    <a:pt x="25690" y="3911"/>
                    <a:pt x="24763" y="3860"/>
                    <a:pt x="23861" y="3810"/>
                  </a:cubicBezTo>
                  <a:cubicBezTo>
                    <a:pt x="22933" y="3785"/>
                    <a:pt x="22031" y="3710"/>
                    <a:pt x="21129" y="3635"/>
                  </a:cubicBezTo>
                  <a:cubicBezTo>
                    <a:pt x="20252" y="3560"/>
                    <a:pt x="19349" y="3510"/>
                    <a:pt x="18497" y="3409"/>
                  </a:cubicBezTo>
                  <a:cubicBezTo>
                    <a:pt x="17620" y="3334"/>
                    <a:pt x="16768" y="3234"/>
                    <a:pt x="15941" y="3159"/>
                  </a:cubicBezTo>
                  <a:cubicBezTo>
                    <a:pt x="15089" y="3058"/>
                    <a:pt x="14287" y="2958"/>
                    <a:pt x="13485" y="2858"/>
                  </a:cubicBezTo>
                  <a:cubicBezTo>
                    <a:pt x="12708" y="2758"/>
                    <a:pt x="11931" y="2632"/>
                    <a:pt x="11179" y="2532"/>
                  </a:cubicBezTo>
                  <a:cubicBezTo>
                    <a:pt x="10452" y="2407"/>
                    <a:pt x="9725" y="2282"/>
                    <a:pt x="9049" y="2156"/>
                  </a:cubicBezTo>
                  <a:cubicBezTo>
                    <a:pt x="8347" y="2056"/>
                    <a:pt x="7695" y="1931"/>
                    <a:pt x="7069" y="1805"/>
                  </a:cubicBezTo>
                  <a:cubicBezTo>
                    <a:pt x="6442" y="1680"/>
                    <a:pt x="5840" y="1555"/>
                    <a:pt x="5289" y="1429"/>
                  </a:cubicBezTo>
                  <a:cubicBezTo>
                    <a:pt x="4186" y="1179"/>
                    <a:pt x="3234" y="953"/>
                    <a:pt x="2457" y="753"/>
                  </a:cubicBezTo>
                  <a:cubicBezTo>
                    <a:pt x="1655" y="527"/>
                    <a:pt x="1053" y="352"/>
                    <a:pt x="627" y="226"/>
                  </a:cubicBezTo>
                  <a:cubicBezTo>
                    <a:pt x="202" y="7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CBE5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34">
              <a:extLst>
                <a:ext uri="{FF2B5EF4-FFF2-40B4-BE49-F238E27FC236}">
                  <a16:creationId xmlns:a16="http://schemas.microsoft.com/office/drawing/2014/main" id="{7B2D134B-23C4-B745-512D-C712C6371F83}"/>
                </a:ext>
              </a:extLst>
            </p:cNvPr>
            <p:cNvSpPr/>
            <p:nvPr/>
          </p:nvSpPr>
          <p:spPr>
            <a:xfrm>
              <a:off x="2813425" y="2315200"/>
              <a:ext cx="1819575" cy="2078425"/>
            </a:xfrm>
            <a:custGeom>
              <a:avLst/>
              <a:gdLst/>
              <a:ahLst/>
              <a:cxnLst/>
              <a:rect l="l" t="t" r="r" b="b"/>
              <a:pathLst>
                <a:path w="72783" h="83137" extrusionOk="0">
                  <a:moveTo>
                    <a:pt x="36392" y="0"/>
                  </a:moveTo>
                  <a:cubicBezTo>
                    <a:pt x="16291" y="0"/>
                    <a:pt x="1" y="16291"/>
                    <a:pt x="1" y="36391"/>
                  </a:cubicBezTo>
                  <a:lnTo>
                    <a:pt x="201" y="79048"/>
                  </a:lnTo>
                  <a:cubicBezTo>
                    <a:pt x="201" y="82729"/>
                    <a:pt x="6614" y="83137"/>
                    <a:pt x="8887" y="83137"/>
                  </a:cubicBezTo>
                  <a:cubicBezTo>
                    <a:pt x="9385" y="83137"/>
                    <a:pt x="9684" y="83117"/>
                    <a:pt x="9675" y="83108"/>
                  </a:cubicBezTo>
                  <a:lnTo>
                    <a:pt x="63084" y="83108"/>
                  </a:lnTo>
                  <a:cubicBezTo>
                    <a:pt x="63134" y="83033"/>
                    <a:pt x="72432" y="76843"/>
                    <a:pt x="72432" y="72356"/>
                  </a:cubicBezTo>
                  <a:lnTo>
                    <a:pt x="72783" y="36391"/>
                  </a:lnTo>
                  <a:cubicBezTo>
                    <a:pt x="72783" y="16291"/>
                    <a:pt x="56492" y="0"/>
                    <a:pt x="363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34">
              <a:extLst>
                <a:ext uri="{FF2B5EF4-FFF2-40B4-BE49-F238E27FC236}">
                  <a16:creationId xmlns:a16="http://schemas.microsoft.com/office/drawing/2014/main" id="{E554FA33-7A3F-52D9-F287-E96C47777A48}"/>
                </a:ext>
              </a:extLst>
            </p:cNvPr>
            <p:cNvSpPr/>
            <p:nvPr/>
          </p:nvSpPr>
          <p:spPr>
            <a:xfrm>
              <a:off x="2990750" y="2492500"/>
              <a:ext cx="1464325" cy="1724350"/>
            </a:xfrm>
            <a:custGeom>
              <a:avLst/>
              <a:gdLst/>
              <a:ahLst/>
              <a:cxnLst/>
              <a:rect l="l" t="t" r="r" b="b"/>
              <a:pathLst>
                <a:path w="58573" h="68974" extrusionOk="0">
                  <a:moveTo>
                    <a:pt x="29299" y="1"/>
                  </a:moveTo>
                  <a:cubicBezTo>
                    <a:pt x="13133" y="1"/>
                    <a:pt x="0" y="13159"/>
                    <a:pt x="0" y="29274"/>
                  </a:cubicBezTo>
                  <a:lnTo>
                    <a:pt x="201" y="65239"/>
                  </a:lnTo>
                  <a:cubicBezTo>
                    <a:pt x="928" y="66167"/>
                    <a:pt x="2757" y="67721"/>
                    <a:pt x="4612" y="68974"/>
                  </a:cubicBezTo>
                  <a:lnTo>
                    <a:pt x="53635" y="68974"/>
                  </a:lnTo>
                  <a:cubicBezTo>
                    <a:pt x="56692" y="66467"/>
                    <a:pt x="57870" y="65114"/>
                    <a:pt x="58246" y="64538"/>
                  </a:cubicBezTo>
                  <a:lnTo>
                    <a:pt x="58572" y="29274"/>
                  </a:lnTo>
                  <a:cubicBezTo>
                    <a:pt x="58572" y="13134"/>
                    <a:pt x="45439" y="1"/>
                    <a:pt x="2929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34">
              <a:extLst>
                <a:ext uri="{FF2B5EF4-FFF2-40B4-BE49-F238E27FC236}">
                  <a16:creationId xmlns:a16="http://schemas.microsoft.com/office/drawing/2014/main" id="{FDFABF81-CE08-D2B2-1E6D-882CCEA17E71}"/>
                </a:ext>
              </a:extLst>
            </p:cNvPr>
            <p:cNvSpPr/>
            <p:nvPr/>
          </p:nvSpPr>
          <p:spPr>
            <a:xfrm>
              <a:off x="2817825" y="3984375"/>
              <a:ext cx="1822075" cy="419200"/>
            </a:xfrm>
            <a:custGeom>
              <a:avLst/>
              <a:gdLst/>
              <a:ahLst/>
              <a:cxnLst/>
              <a:rect l="l" t="t" r="r" b="b"/>
              <a:pathLst>
                <a:path w="72883" h="16768" extrusionOk="0">
                  <a:moveTo>
                    <a:pt x="72883" y="0"/>
                  </a:moveTo>
                  <a:lnTo>
                    <a:pt x="0" y="51"/>
                  </a:lnTo>
                  <a:lnTo>
                    <a:pt x="25" y="12281"/>
                  </a:lnTo>
                  <a:cubicBezTo>
                    <a:pt x="25" y="15962"/>
                    <a:pt x="6438" y="16370"/>
                    <a:pt x="8711" y="16370"/>
                  </a:cubicBezTo>
                  <a:cubicBezTo>
                    <a:pt x="9209" y="16370"/>
                    <a:pt x="9508" y="16350"/>
                    <a:pt x="9499" y="16341"/>
                  </a:cubicBezTo>
                  <a:lnTo>
                    <a:pt x="62908" y="16341"/>
                  </a:lnTo>
                  <a:cubicBezTo>
                    <a:pt x="62958" y="16266"/>
                    <a:pt x="72256" y="16767"/>
                    <a:pt x="72256" y="12281"/>
                  </a:cubicBezTo>
                  <a:lnTo>
                    <a:pt x="72883" y="0"/>
                  </a:lnTo>
                  <a:close/>
                </a:path>
              </a:pathLst>
            </a:custGeom>
            <a:solidFill>
              <a:srgbClr val="5595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34">
              <a:extLst>
                <a:ext uri="{FF2B5EF4-FFF2-40B4-BE49-F238E27FC236}">
                  <a16:creationId xmlns:a16="http://schemas.microsoft.com/office/drawing/2014/main" id="{8E0335F4-C9A4-7D67-7D63-35687BE443A7}"/>
                </a:ext>
              </a:extLst>
            </p:cNvPr>
            <p:cNvSpPr/>
            <p:nvPr/>
          </p:nvSpPr>
          <p:spPr>
            <a:xfrm>
              <a:off x="2817825" y="3984375"/>
              <a:ext cx="1822075" cy="419200"/>
            </a:xfrm>
            <a:custGeom>
              <a:avLst/>
              <a:gdLst/>
              <a:ahLst/>
              <a:cxnLst/>
              <a:rect l="l" t="t" r="r" b="b"/>
              <a:pathLst>
                <a:path w="72883" h="16768" extrusionOk="0">
                  <a:moveTo>
                    <a:pt x="72883" y="0"/>
                  </a:moveTo>
                  <a:lnTo>
                    <a:pt x="0" y="51"/>
                  </a:lnTo>
                  <a:lnTo>
                    <a:pt x="25" y="12281"/>
                  </a:lnTo>
                  <a:cubicBezTo>
                    <a:pt x="25" y="15962"/>
                    <a:pt x="6438" y="16370"/>
                    <a:pt x="8711" y="16370"/>
                  </a:cubicBezTo>
                  <a:cubicBezTo>
                    <a:pt x="9209" y="16370"/>
                    <a:pt x="9508" y="16350"/>
                    <a:pt x="9499" y="16341"/>
                  </a:cubicBezTo>
                  <a:lnTo>
                    <a:pt x="62908" y="16341"/>
                  </a:lnTo>
                  <a:cubicBezTo>
                    <a:pt x="62958" y="16266"/>
                    <a:pt x="72256" y="16767"/>
                    <a:pt x="72256" y="12281"/>
                  </a:cubicBezTo>
                  <a:lnTo>
                    <a:pt x="7288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34">
              <a:extLst>
                <a:ext uri="{FF2B5EF4-FFF2-40B4-BE49-F238E27FC236}">
                  <a16:creationId xmlns:a16="http://schemas.microsoft.com/office/drawing/2014/main" id="{0B6E3FA5-715A-338B-8A3E-3875F0BF108C}"/>
                </a:ext>
              </a:extLst>
            </p:cNvPr>
            <p:cNvSpPr/>
            <p:nvPr/>
          </p:nvSpPr>
          <p:spPr>
            <a:xfrm>
              <a:off x="2965050" y="4074600"/>
              <a:ext cx="198650" cy="198650"/>
            </a:xfrm>
            <a:custGeom>
              <a:avLst/>
              <a:gdLst/>
              <a:ahLst/>
              <a:cxnLst/>
              <a:rect l="l" t="t" r="r" b="b"/>
              <a:pathLst>
                <a:path w="7946" h="7946" extrusionOk="0">
                  <a:moveTo>
                    <a:pt x="3961" y="0"/>
                  </a:moveTo>
                  <a:cubicBezTo>
                    <a:pt x="1780" y="0"/>
                    <a:pt x="1" y="1780"/>
                    <a:pt x="1" y="3960"/>
                  </a:cubicBezTo>
                  <a:cubicBezTo>
                    <a:pt x="1" y="6166"/>
                    <a:pt x="1780" y="7945"/>
                    <a:pt x="3961" y="7945"/>
                  </a:cubicBezTo>
                  <a:cubicBezTo>
                    <a:pt x="6166" y="7945"/>
                    <a:pt x="7946" y="6166"/>
                    <a:pt x="7946" y="3960"/>
                  </a:cubicBezTo>
                  <a:cubicBezTo>
                    <a:pt x="7946" y="1780"/>
                    <a:pt x="6166" y="0"/>
                    <a:pt x="3961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34">
              <a:extLst>
                <a:ext uri="{FF2B5EF4-FFF2-40B4-BE49-F238E27FC236}">
                  <a16:creationId xmlns:a16="http://schemas.microsoft.com/office/drawing/2014/main" id="{0BB6C915-5385-1FE1-42FF-C4CAAAE07A73}"/>
                </a:ext>
              </a:extLst>
            </p:cNvPr>
            <p:cNvSpPr/>
            <p:nvPr/>
          </p:nvSpPr>
          <p:spPr>
            <a:xfrm>
              <a:off x="2975700" y="4085875"/>
              <a:ext cx="176725" cy="176100"/>
            </a:xfrm>
            <a:custGeom>
              <a:avLst/>
              <a:gdLst/>
              <a:ahLst/>
              <a:cxnLst/>
              <a:rect l="l" t="t" r="r" b="b"/>
              <a:pathLst>
                <a:path w="7069" h="7044" extrusionOk="0">
                  <a:moveTo>
                    <a:pt x="3535" y="1"/>
                  </a:moveTo>
                  <a:cubicBezTo>
                    <a:pt x="1580" y="1"/>
                    <a:pt x="1" y="1580"/>
                    <a:pt x="1" y="3509"/>
                  </a:cubicBezTo>
                  <a:cubicBezTo>
                    <a:pt x="1" y="5464"/>
                    <a:pt x="1580" y="7043"/>
                    <a:pt x="3535" y="7043"/>
                  </a:cubicBezTo>
                  <a:cubicBezTo>
                    <a:pt x="5490" y="7043"/>
                    <a:pt x="7069" y="5464"/>
                    <a:pt x="7069" y="3509"/>
                  </a:cubicBezTo>
                  <a:cubicBezTo>
                    <a:pt x="7069" y="1580"/>
                    <a:pt x="5490" y="1"/>
                    <a:pt x="35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34">
              <a:extLst>
                <a:ext uri="{FF2B5EF4-FFF2-40B4-BE49-F238E27FC236}">
                  <a16:creationId xmlns:a16="http://schemas.microsoft.com/office/drawing/2014/main" id="{EDF36729-ECFE-99C7-D0C6-43880599B65B}"/>
                </a:ext>
              </a:extLst>
            </p:cNvPr>
            <p:cNvSpPr/>
            <p:nvPr/>
          </p:nvSpPr>
          <p:spPr>
            <a:xfrm>
              <a:off x="4270200" y="4074600"/>
              <a:ext cx="198650" cy="198650"/>
            </a:xfrm>
            <a:custGeom>
              <a:avLst/>
              <a:gdLst/>
              <a:ahLst/>
              <a:cxnLst/>
              <a:rect l="l" t="t" r="r" b="b"/>
              <a:pathLst>
                <a:path w="7946" h="7946" extrusionOk="0">
                  <a:moveTo>
                    <a:pt x="3961" y="0"/>
                  </a:moveTo>
                  <a:cubicBezTo>
                    <a:pt x="1780" y="0"/>
                    <a:pt x="1" y="1780"/>
                    <a:pt x="1" y="3960"/>
                  </a:cubicBezTo>
                  <a:cubicBezTo>
                    <a:pt x="1" y="6166"/>
                    <a:pt x="1780" y="7945"/>
                    <a:pt x="3961" y="7945"/>
                  </a:cubicBezTo>
                  <a:cubicBezTo>
                    <a:pt x="6166" y="7945"/>
                    <a:pt x="7946" y="6166"/>
                    <a:pt x="7946" y="3960"/>
                  </a:cubicBezTo>
                  <a:cubicBezTo>
                    <a:pt x="7946" y="1780"/>
                    <a:pt x="6166" y="0"/>
                    <a:pt x="3961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34">
              <a:extLst>
                <a:ext uri="{FF2B5EF4-FFF2-40B4-BE49-F238E27FC236}">
                  <a16:creationId xmlns:a16="http://schemas.microsoft.com/office/drawing/2014/main" id="{2EB4FAA4-F095-82DC-AE19-31C4AAC3CA52}"/>
                </a:ext>
              </a:extLst>
            </p:cNvPr>
            <p:cNvSpPr/>
            <p:nvPr/>
          </p:nvSpPr>
          <p:spPr>
            <a:xfrm>
              <a:off x="4281475" y="4085875"/>
              <a:ext cx="176100" cy="176100"/>
            </a:xfrm>
            <a:custGeom>
              <a:avLst/>
              <a:gdLst/>
              <a:ahLst/>
              <a:cxnLst/>
              <a:rect l="l" t="t" r="r" b="b"/>
              <a:pathLst>
                <a:path w="7044" h="7044" extrusionOk="0">
                  <a:moveTo>
                    <a:pt x="3510" y="1"/>
                  </a:moveTo>
                  <a:cubicBezTo>
                    <a:pt x="1580" y="1"/>
                    <a:pt x="1" y="1580"/>
                    <a:pt x="1" y="3509"/>
                  </a:cubicBezTo>
                  <a:cubicBezTo>
                    <a:pt x="1" y="5464"/>
                    <a:pt x="1580" y="7043"/>
                    <a:pt x="3510" y="7043"/>
                  </a:cubicBezTo>
                  <a:cubicBezTo>
                    <a:pt x="5464" y="7043"/>
                    <a:pt x="7043" y="5464"/>
                    <a:pt x="7043" y="3509"/>
                  </a:cubicBezTo>
                  <a:cubicBezTo>
                    <a:pt x="7043" y="1580"/>
                    <a:pt x="5464" y="1"/>
                    <a:pt x="35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34">
              <a:extLst>
                <a:ext uri="{FF2B5EF4-FFF2-40B4-BE49-F238E27FC236}">
                  <a16:creationId xmlns:a16="http://schemas.microsoft.com/office/drawing/2014/main" id="{00AC4C0E-351D-A8C4-9641-CD5942307C3C}"/>
                </a:ext>
              </a:extLst>
            </p:cNvPr>
            <p:cNvSpPr/>
            <p:nvPr/>
          </p:nvSpPr>
          <p:spPr>
            <a:xfrm>
              <a:off x="3237625" y="4080875"/>
              <a:ext cx="960550" cy="21325"/>
            </a:xfrm>
            <a:custGeom>
              <a:avLst/>
              <a:gdLst/>
              <a:ahLst/>
              <a:cxnLst/>
              <a:rect l="l" t="t" r="r" b="b"/>
              <a:pathLst>
                <a:path w="38422" h="853" extrusionOk="0">
                  <a:moveTo>
                    <a:pt x="401" y="0"/>
                  </a:moveTo>
                  <a:cubicBezTo>
                    <a:pt x="176" y="0"/>
                    <a:pt x="0" y="176"/>
                    <a:pt x="0" y="401"/>
                  </a:cubicBezTo>
                  <a:lnTo>
                    <a:pt x="0" y="451"/>
                  </a:lnTo>
                  <a:cubicBezTo>
                    <a:pt x="0" y="677"/>
                    <a:pt x="176" y="852"/>
                    <a:pt x="401" y="852"/>
                  </a:cubicBezTo>
                  <a:lnTo>
                    <a:pt x="38020" y="852"/>
                  </a:lnTo>
                  <a:cubicBezTo>
                    <a:pt x="38246" y="852"/>
                    <a:pt x="38421" y="677"/>
                    <a:pt x="38421" y="451"/>
                  </a:cubicBezTo>
                  <a:lnTo>
                    <a:pt x="38421" y="401"/>
                  </a:lnTo>
                  <a:cubicBezTo>
                    <a:pt x="38421" y="176"/>
                    <a:pt x="38246" y="0"/>
                    <a:pt x="38020" y="0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34">
              <a:extLst>
                <a:ext uri="{FF2B5EF4-FFF2-40B4-BE49-F238E27FC236}">
                  <a16:creationId xmlns:a16="http://schemas.microsoft.com/office/drawing/2014/main" id="{3A2001AB-078E-8A71-016A-9EF35E08D92A}"/>
                </a:ext>
              </a:extLst>
            </p:cNvPr>
            <p:cNvSpPr/>
            <p:nvPr/>
          </p:nvSpPr>
          <p:spPr>
            <a:xfrm>
              <a:off x="3237625" y="4164825"/>
              <a:ext cx="960550" cy="20700"/>
            </a:xfrm>
            <a:custGeom>
              <a:avLst/>
              <a:gdLst/>
              <a:ahLst/>
              <a:cxnLst/>
              <a:rect l="l" t="t" r="r" b="b"/>
              <a:pathLst>
                <a:path w="38422" h="828" extrusionOk="0">
                  <a:moveTo>
                    <a:pt x="401" y="1"/>
                  </a:moveTo>
                  <a:cubicBezTo>
                    <a:pt x="176" y="1"/>
                    <a:pt x="0" y="176"/>
                    <a:pt x="0" y="402"/>
                  </a:cubicBezTo>
                  <a:lnTo>
                    <a:pt x="0" y="427"/>
                  </a:lnTo>
                  <a:cubicBezTo>
                    <a:pt x="0" y="652"/>
                    <a:pt x="176" y="828"/>
                    <a:pt x="401" y="828"/>
                  </a:cubicBezTo>
                  <a:lnTo>
                    <a:pt x="38020" y="828"/>
                  </a:lnTo>
                  <a:cubicBezTo>
                    <a:pt x="38246" y="828"/>
                    <a:pt x="38421" y="652"/>
                    <a:pt x="38421" y="427"/>
                  </a:cubicBezTo>
                  <a:lnTo>
                    <a:pt x="38421" y="402"/>
                  </a:lnTo>
                  <a:cubicBezTo>
                    <a:pt x="38421" y="176"/>
                    <a:pt x="38246" y="1"/>
                    <a:pt x="38020" y="1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34">
              <a:extLst>
                <a:ext uri="{FF2B5EF4-FFF2-40B4-BE49-F238E27FC236}">
                  <a16:creationId xmlns:a16="http://schemas.microsoft.com/office/drawing/2014/main" id="{D0A3D80F-17B6-8BCC-E07C-360C5C20E917}"/>
                </a:ext>
              </a:extLst>
            </p:cNvPr>
            <p:cNvSpPr/>
            <p:nvPr/>
          </p:nvSpPr>
          <p:spPr>
            <a:xfrm>
              <a:off x="3237625" y="4248150"/>
              <a:ext cx="960550" cy="20700"/>
            </a:xfrm>
            <a:custGeom>
              <a:avLst/>
              <a:gdLst/>
              <a:ahLst/>
              <a:cxnLst/>
              <a:rect l="l" t="t" r="r" b="b"/>
              <a:pathLst>
                <a:path w="38422" h="828" extrusionOk="0">
                  <a:moveTo>
                    <a:pt x="401" y="1"/>
                  </a:moveTo>
                  <a:cubicBezTo>
                    <a:pt x="176" y="1"/>
                    <a:pt x="0" y="176"/>
                    <a:pt x="0" y="402"/>
                  </a:cubicBezTo>
                  <a:lnTo>
                    <a:pt x="0" y="427"/>
                  </a:lnTo>
                  <a:cubicBezTo>
                    <a:pt x="0" y="653"/>
                    <a:pt x="176" y="828"/>
                    <a:pt x="401" y="828"/>
                  </a:cubicBezTo>
                  <a:lnTo>
                    <a:pt x="38020" y="828"/>
                  </a:lnTo>
                  <a:cubicBezTo>
                    <a:pt x="38246" y="828"/>
                    <a:pt x="38421" y="653"/>
                    <a:pt x="38421" y="427"/>
                  </a:cubicBezTo>
                  <a:lnTo>
                    <a:pt x="38421" y="402"/>
                  </a:lnTo>
                  <a:cubicBezTo>
                    <a:pt x="38421" y="176"/>
                    <a:pt x="38246" y="1"/>
                    <a:pt x="38020" y="1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34">
              <a:extLst>
                <a:ext uri="{FF2B5EF4-FFF2-40B4-BE49-F238E27FC236}">
                  <a16:creationId xmlns:a16="http://schemas.microsoft.com/office/drawing/2014/main" id="{A843DEAC-F1F9-DD30-715D-2C5F5A81C2E6}"/>
                </a:ext>
              </a:extLst>
            </p:cNvPr>
            <p:cNvSpPr/>
            <p:nvPr/>
          </p:nvSpPr>
          <p:spPr>
            <a:xfrm>
              <a:off x="3132975" y="3026350"/>
              <a:ext cx="1201175" cy="647275"/>
            </a:xfrm>
            <a:custGeom>
              <a:avLst/>
              <a:gdLst/>
              <a:ahLst/>
              <a:cxnLst/>
              <a:rect l="l" t="t" r="r" b="b"/>
              <a:pathLst>
                <a:path w="48047" h="25891" extrusionOk="0">
                  <a:moveTo>
                    <a:pt x="1329" y="0"/>
                  </a:moveTo>
                  <a:cubicBezTo>
                    <a:pt x="602" y="0"/>
                    <a:pt x="1" y="602"/>
                    <a:pt x="1" y="1329"/>
                  </a:cubicBezTo>
                  <a:lnTo>
                    <a:pt x="1" y="24562"/>
                  </a:lnTo>
                  <a:cubicBezTo>
                    <a:pt x="1" y="25314"/>
                    <a:pt x="602" y="25890"/>
                    <a:pt x="1329" y="25890"/>
                  </a:cubicBezTo>
                  <a:lnTo>
                    <a:pt x="46718" y="25890"/>
                  </a:lnTo>
                  <a:cubicBezTo>
                    <a:pt x="47445" y="25890"/>
                    <a:pt x="48046" y="25314"/>
                    <a:pt x="48046" y="24562"/>
                  </a:cubicBezTo>
                  <a:lnTo>
                    <a:pt x="48046" y="1329"/>
                  </a:lnTo>
                  <a:cubicBezTo>
                    <a:pt x="48046" y="602"/>
                    <a:pt x="47445" y="0"/>
                    <a:pt x="467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34">
              <a:extLst>
                <a:ext uri="{FF2B5EF4-FFF2-40B4-BE49-F238E27FC236}">
                  <a16:creationId xmlns:a16="http://schemas.microsoft.com/office/drawing/2014/main" id="{14E8EB7B-3A64-A962-C2BF-F24CBD33984F}"/>
                </a:ext>
              </a:extLst>
            </p:cNvPr>
            <p:cNvSpPr/>
            <p:nvPr/>
          </p:nvSpPr>
          <p:spPr>
            <a:xfrm>
              <a:off x="3362925" y="2733750"/>
              <a:ext cx="678600" cy="198625"/>
            </a:xfrm>
            <a:custGeom>
              <a:avLst/>
              <a:gdLst/>
              <a:ahLst/>
              <a:cxnLst/>
              <a:rect l="l" t="t" r="r" b="b"/>
              <a:pathLst>
                <a:path w="27144" h="7945" extrusionOk="0">
                  <a:moveTo>
                    <a:pt x="1580" y="0"/>
                  </a:moveTo>
                  <a:cubicBezTo>
                    <a:pt x="803" y="0"/>
                    <a:pt x="1" y="652"/>
                    <a:pt x="1" y="1479"/>
                  </a:cubicBezTo>
                  <a:lnTo>
                    <a:pt x="1" y="6441"/>
                  </a:lnTo>
                  <a:cubicBezTo>
                    <a:pt x="1" y="7268"/>
                    <a:pt x="803" y="7945"/>
                    <a:pt x="1580" y="7945"/>
                  </a:cubicBezTo>
                  <a:lnTo>
                    <a:pt x="25565" y="7945"/>
                  </a:lnTo>
                  <a:cubicBezTo>
                    <a:pt x="26342" y="7945"/>
                    <a:pt x="27144" y="7268"/>
                    <a:pt x="27144" y="6441"/>
                  </a:cubicBezTo>
                  <a:lnTo>
                    <a:pt x="27144" y="1479"/>
                  </a:lnTo>
                  <a:cubicBezTo>
                    <a:pt x="27144" y="652"/>
                    <a:pt x="26342" y="0"/>
                    <a:pt x="255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34">
              <a:extLst>
                <a:ext uri="{FF2B5EF4-FFF2-40B4-BE49-F238E27FC236}">
                  <a16:creationId xmlns:a16="http://schemas.microsoft.com/office/drawing/2014/main" id="{5709187A-7126-2DB4-5EE9-0AE6384FA6F9}"/>
                </a:ext>
              </a:extLst>
            </p:cNvPr>
            <p:cNvSpPr/>
            <p:nvPr/>
          </p:nvSpPr>
          <p:spPr>
            <a:xfrm>
              <a:off x="3404275" y="2765075"/>
              <a:ext cx="21325" cy="125325"/>
            </a:xfrm>
            <a:custGeom>
              <a:avLst/>
              <a:gdLst/>
              <a:ahLst/>
              <a:cxnLst/>
              <a:rect l="l" t="t" r="r" b="b"/>
              <a:pathLst>
                <a:path w="853" h="5013" extrusionOk="0">
                  <a:moveTo>
                    <a:pt x="427" y="0"/>
                  </a:moveTo>
                  <a:cubicBezTo>
                    <a:pt x="201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201" y="5013"/>
                    <a:pt x="427" y="5013"/>
                  </a:cubicBezTo>
                  <a:cubicBezTo>
                    <a:pt x="652" y="5013"/>
                    <a:pt x="853" y="4837"/>
                    <a:pt x="853" y="4612"/>
                  </a:cubicBezTo>
                  <a:lnTo>
                    <a:pt x="853" y="426"/>
                  </a:lnTo>
                  <a:cubicBezTo>
                    <a:pt x="853" y="201"/>
                    <a:pt x="652" y="0"/>
                    <a:pt x="427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34">
              <a:extLst>
                <a:ext uri="{FF2B5EF4-FFF2-40B4-BE49-F238E27FC236}">
                  <a16:creationId xmlns:a16="http://schemas.microsoft.com/office/drawing/2014/main" id="{421FE0BC-D1FF-CA59-CAD1-865945A22DB7}"/>
                </a:ext>
              </a:extLst>
            </p:cNvPr>
            <p:cNvSpPr/>
            <p:nvPr/>
          </p:nvSpPr>
          <p:spPr>
            <a:xfrm>
              <a:off x="3456925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01" y="0"/>
                  </a:moveTo>
                  <a:cubicBezTo>
                    <a:pt x="176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176" y="5013"/>
                    <a:pt x="401" y="5013"/>
                  </a:cubicBezTo>
                  <a:cubicBezTo>
                    <a:pt x="652" y="5013"/>
                    <a:pt x="827" y="4837"/>
                    <a:pt x="827" y="4612"/>
                  </a:cubicBezTo>
                  <a:lnTo>
                    <a:pt x="827" y="426"/>
                  </a:lnTo>
                  <a:cubicBezTo>
                    <a:pt x="827" y="201"/>
                    <a:pt x="652" y="0"/>
                    <a:pt x="401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34">
              <a:extLst>
                <a:ext uri="{FF2B5EF4-FFF2-40B4-BE49-F238E27FC236}">
                  <a16:creationId xmlns:a16="http://schemas.microsoft.com/office/drawing/2014/main" id="{C950E39B-6931-BA10-45C1-6E09C9B77B2C}"/>
                </a:ext>
              </a:extLst>
            </p:cNvPr>
            <p:cNvSpPr/>
            <p:nvPr/>
          </p:nvSpPr>
          <p:spPr>
            <a:xfrm>
              <a:off x="3508925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26" y="0"/>
                  </a:moveTo>
                  <a:cubicBezTo>
                    <a:pt x="176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176" y="5013"/>
                    <a:pt x="426" y="5013"/>
                  </a:cubicBezTo>
                  <a:cubicBezTo>
                    <a:pt x="652" y="5013"/>
                    <a:pt x="827" y="4837"/>
                    <a:pt x="827" y="4612"/>
                  </a:cubicBezTo>
                  <a:lnTo>
                    <a:pt x="827" y="426"/>
                  </a:lnTo>
                  <a:cubicBezTo>
                    <a:pt x="827" y="201"/>
                    <a:pt x="652" y="0"/>
                    <a:pt x="426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34">
              <a:extLst>
                <a:ext uri="{FF2B5EF4-FFF2-40B4-BE49-F238E27FC236}">
                  <a16:creationId xmlns:a16="http://schemas.microsoft.com/office/drawing/2014/main" id="{D64A0505-56D7-AD03-F43D-70AD41EE86E8}"/>
                </a:ext>
              </a:extLst>
            </p:cNvPr>
            <p:cNvSpPr/>
            <p:nvPr/>
          </p:nvSpPr>
          <p:spPr>
            <a:xfrm>
              <a:off x="3560925" y="2765075"/>
              <a:ext cx="21325" cy="125325"/>
            </a:xfrm>
            <a:custGeom>
              <a:avLst/>
              <a:gdLst/>
              <a:ahLst/>
              <a:cxnLst/>
              <a:rect l="l" t="t" r="r" b="b"/>
              <a:pathLst>
                <a:path w="853" h="5013" extrusionOk="0">
                  <a:moveTo>
                    <a:pt x="427" y="0"/>
                  </a:moveTo>
                  <a:cubicBezTo>
                    <a:pt x="201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201" y="5013"/>
                    <a:pt x="427" y="5013"/>
                  </a:cubicBezTo>
                  <a:cubicBezTo>
                    <a:pt x="652" y="5013"/>
                    <a:pt x="853" y="4837"/>
                    <a:pt x="853" y="4612"/>
                  </a:cubicBezTo>
                  <a:lnTo>
                    <a:pt x="853" y="426"/>
                  </a:lnTo>
                  <a:cubicBezTo>
                    <a:pt x="853" y="201"/>
                    <a:pt x="652" y="0"/>
                    <a:pt x="427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34">
              <a:extLst>
                <a:ext uri="{FF2B5EF4-FFF2-40B4-BE49-F238E27FC236}">
                  <a16:creationId xmlns:a16="http://schemas.microsoft.com/office/drawing/2014/main" id="{781C51C1-B7F0-2A3E-FAAE-29AFE6666592}"/>
                </a:ext>
              </a:extLst>
            </p:cNvPr>
            <p:cNvSpPr/>
            <p:nvPr/>
          </p:nvSpPr>
          <p:spPr>
            <a:xfrm>
              <a:off x="3613550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02" y="0"/>
                  </a:moveTo>
                  <a:cubicBezTo>
                    <a:pt x="176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176" y="5013"/>
                    <a:pt x="402" y="5013"/>
                  </a:cubicBezTo>
                  <a:cubicBezTo>
                    <a:pt x="652" y="5013"/>
                    <a:pt x="828" y="4837"/>
                    <a:pt x="828" y="4612"/>
                  </a:cubicBezTo>
                  <a:lnTo>
                    <a:pt x="828" y="426"/>
                  </a:lnTo>
                  <a:cubicBezTo>
                    <a:pt x="828" y="201"/>
                    <a:pt x="652" y="0"/>
                    <a:pt x="402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34">
              <a:extLst>
                <a:ext uri="{FF2B5EF4-FFF2-40B4-BE49-F238E27FC236}">
                  <a16:creationId xmlns:a16="http://schemas.microsoft.com/office/drawing/2014/main" id="{18973D73-D087-BDE0-5338-E10975FAB2E0}"/>
                </a:ext>
              </a:extLst>
            </p:cNvPr>
            <p:cNvSpPr/>
            <p:nvPr/>
          </p:nvSpPr>
          <p:spPr>
            <a:xfrm>
              <a:off x="3665575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26" y="0"/>
                  </a:moveTo>
                  <a:cubicBezTo>
                    <a:pt x="175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175" y="5013"/>
                    <a:pt x="426" y="5013"/>
                  </a:cubicBezTo>
                  <a:cubicBezTo>
                    <a:pt x="652" y="5013"/>
                    <a:pt x="827" y="4837"/>
                    <a:pt x="827" y="4612"/>
                  </a:cubicBezTo>
                  <a:lnTo>
                    <a:pt x="827" y="426"/>
                  </a:lnTo>
                  <a:cubicBezTo>
                    <a:pt x="827" y="201"/>
                    <a:pt x="652" y="0"/>
                    <a:pt x="426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34">
              <a:extLst>
                <a:ext uri="{FF2B5EF4-FFF2-40B4-BE49-F238E27FC236}">
                  <a16:creationId xmlns:a16="http://schemas.microsoft.com/office/drawing/2014/main" id="{1211E0EC-A585-C500-972F-F8B2492A15A6}"/>
                </a:ext>
              </a:extLst>
            </p:cNvPr>
            <p:cNvSpPr/>
            <p:nvPr/>
          </p:nvSpPr>
          <p:spPr>
            <a:xfrm>
              <a:off x="3717575" y="2765075"/>
              <a:ext cx="21325" cy="125325"/>
            </a:xfrm>
            <a:custGeom>
              <a:avLst/>
              <a:gdLst/>
              <a:ahLst/>
              <a:cxnLst/>
              <a:rect l="l" t="t" r="r" b="b"/>
              <a:pathLst>
                <a:path w="853" h="5013" extrusionOk="0">
                  <a:moveTo>
                    <a:pt x="426" y="0"/>
                  </a:moveTo>
                  <a:cubicBezTo>
                    <a:pt x="201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201" y="5013"/>
                    <a:pt x="426" y="5013"/>
                  </a:cubicBezTo>
                  <a:cubicBezTo>
                    <a:pt x="652" y="5013"/>
                    <a:pt x="852" y="4837"/>
                    <a:pt x="852" y="4612"/>
                  </a:cubicBezTo>
                  <a:lnTo>
                    <a:pt x="852" y="426"/>
                  </a:lnTo>
                  <a:cubicBezTo>
                    <a:pt x="852" y="201"/>
                    <a:pt x="652" y="0"/>
                    <a:pt x="426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34">
              <a:extLst>
                <a:ext uri="{FF2B5EF4-FFF2-40B4-BE49-F238E27FC236}">
                  <a16:creationId xmlns:a16="http://schemas.microsoft.com/office/drawing/2014/main" id="{16CAFD24-EC56-CD14-C3C1-F84305D00914}"/>
                </a:ext>
              </a:extLst>
            </p:cNvPr>
            <p:cNvSpPr/>
            <p:nvPr/>
          </p:nvSpPr>
          <p:spPr>
            <a:xfrm>
              <a:off x="3770200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02" y="0"/>
                  </a:moveTo>
                  <a:cubicBezTo>
                    <a:pt x="176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176" y="5013"/>
                    <a:pt x="402" y="5013"/>
                  </a:cubicBezTo>
                  <a:cubicBezTo>
                    <a:pt x="652" y="5013"/>
                    <a:pt x="828" y="4837"/>
                    <a:pt x="828" y="4612"/>
                  </a:cubicBezTo>
                  <a:lnTo>
                    <a:pt x="828" y="426"/>
                  </a:lnTo>
                  <a:cubicBezTo>
                    <a:pt x="828" y="201"/>
                    <a:pt x="652" y="0"/>
                    <a:pt x="402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34">
              <a:extLst>
                <a:ext uri="{FF2B5EF4-FFF2-40B4-BE49-F238E27FC236}">
                  <a16:creationId xmlns:a16="http://schemas.microsoft.com/office/drawing/2014/main" id="{D227FC5E-F135-7132-0A59-37A1AB2D73E5}"/>
                </a:ext>
              </a:extLst>
            </p:cNvPr>
            <p:cNvSpPr/>
            <p:nvPr/>
          </p:nvSpPr>
          <p:spPr>
            <a:xfrm>
              <a:off x="3822200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27" y="0"/>
                  </a:moveTo>
                  <a:cubicBezTo>
                    <a:pt x="176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176" y="5013"/>
                    <a:pt x="427" y="5013"/>
                  </a:cubicBezTo>
                  <a:cubicBezTo>
                    <a:pt x="652" y="5013"/>
                    <a:pt x="828" y="4837"/>
                    <a:pt x="828" y="4612"/>
                  </a:cubicBezTo>
                  <a:lnTo>
                    <a:pt x="828" y="426"/>
                  </a:lnTo>
                  <a:cubicBezTo>
                    <a:pt x="828" y="201"/>
                    <a:pt x="652" y="0"/>
                    <a:pt x="427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34">
              <a:extLst>
                <a:ext uri="{FF2B5EF4-FFF2-40B4-BE49-F238E27FC236}">
                  <a16:creationId xmlns:a16="http://schemas.microsoft.com/office/drawing/2014/main" id="{BBE330AE-6C04-7587-DE25-C471DB06DE33}"/>
                </a:ext>
              </a:extLst>
            </p:cNvPr>
            <p:cNvSpPr/>
            <p:nvPr/>
          </p:nvSpPr>
          <p:spPr>
            <a:xfrm>
              <a:off x="3874200" y="2765075"/>
              <a:ext cx="21350" cy="125325"/>
            </a:xfrm>
            <a:custGeom>
              <a:avLst/>
              <a:gdLst/>
              <a:ahLst/>
              <a:cxnLst/>
              <a:rect l="l" t="t" r="r" b="b"/>
              <a:pathLst>
                <a:path w="854" h="5013" extrusionOk="0">
                  <a:moveTo>
                    <a:pt x="427" y="0"/>
                  </a:moveTo>
                  <a:cubicBezTo>
                    <a:pt x="201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201" y="5013"/>
                    <a:pt x="427" y="5013"/>
                  </a:cubicBezTo>
                  <a:cubicBezTo>
                    <a:pt x="653" y="5013"/>
                    <a:pt x="853" y="4837"/>
                    <a:pt x="853" y="4612"/>
                  </a:cubicBezTo>
                  <a:lnTo>
                    <a:pt x="853" y="426"/>
                  </a:lnTo>
                  <a:cubicBezTo>
                    <a:pt x="853" y="201"/>
                    <a:pt x="653" y="0"/>
                    <a:pt x="427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34">
              <a:extLst>
                <a:ext uri="{FF2B5EF4-FFF2-40B4-BE49-F238E27FC236}">
                  <a16:creationId xmlns:a16="http://schemas.microsoft.com/office/drawing/2014/main" id="{2E161488-1FB5-3B9F-5A1F-96D46AC424E6}"/>
                </a:ext>
              </a:extLst>
            </p:cNvPr>
            <p:cNvSpPr/>
            <p:nvPr/>
          </p:nvSpPr>
          <p:spPr>
            <a:xfrm>
              <a:off x="3926850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01" y="0"/>
                  </a:moveTo>
                  <a:cubicBezTo>
                    <a:pt x="176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176" y="5013"/>
                    <a:pt x="401" y="5013"/>
                  </a:cubicBezTo>
                  <a:cubicBezTo>
                    <a:pt x="652" y="5013"/>
                    <a:pt x="827" y="4837"/>
                    <a:pt x="827" y="4612"/>
                  </a:cubicBezTo>
                  <a:lnTo>
                    <a:pt x="827" y="426"/>
                  </a:lnTo>
                  <a:cubicBezTo>
                    <a:pt x="827" y="201"/>
                    <a:pt x="652" y="0"/>
                    <a:pt x="401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34">
              <a:extLst>
                <a:ext uri="{FF2B5EF4-FFF2-40B4-BE49-F238E27FC236}">
                  <a16:creationId xmlns:a16="http://schemas.microsoft.com/office/drawing/2014/main" id="{5774DDB1-B560-619C-F420-F39BBE5E7DCE}"/>
                </a:ext>
              </a:extLst>
            </p:cNvPr>
            <p:cNvSpPr/>
            <p:nvPr/>
          </p:nvSpPr>
          <p:spPr>
            <a:xfrm>
              <a:off x="3978850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26" y="0"/>
                  </a:moveTo>
                  <a:cubicBezTo>
                    <a:pt x="176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176" y="5013"/>
                    <a:pt x="426" y="5013"/>
                  </a:cubicBezTo>
                  <a:cubicBezTo>
                    <a:pt x="652" y="5013"/>
                    <a:pt x="828" y="4837"/>
                    <a:pt x="828" y="4612"/>
                  </a:cubicBezTo>
                  <a:lnTo>
                    <a:pt x="828" y="426"/>
                  </a:lnTo>
                  <a:cubicBezTo>
                    <a:pt x="828" y="201"/>
                    <a:pt x="652" y="0"/>
                    <a:pt x="426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34">
              <a:extLst>
                <a:ext uri="{FF2B5EF4-FFF2-40B4-BE49-F238E27FC236}">
                  <a16:creationId xmlns:a16="http://schemas.microsoft.com/office/drawing/2014/main" id="{0A59D6C8-30DB-D34B-65B4-F7A1B5B90115}"/>
                </a:ext>
              </a:extLst>
            </p:cNvPr>
            <p:cNvSpPr/>
            <p:nvPr/>
          </p:nvSpPr>
          <p:spPr>
            <a:xfrm>
              <a:off x="3344125" y="3273225"/>
              <a:ext cx="193650" cy="193625"/>
            </a:xfrm>
            <a:custGeom>
              <a:avLst/>
              <a:gdLst/>
              <a:ahLst/>
              <a:cxnLst/>
              <a:rect l="l" t="t" r="r" b="b"/>
              <a:pathLst>
                <a:path w="7746" h="7745" fill="none" extrusionOk="0">
                  <a:moveTo>
                    <a:pt x="1" y="0"/>
                  </a:moveTo>
                  <a:lnTo>
                    <a:pt x="7745" y="7745"/>
                  </a:lnTo>
                </a:path>
              </a:pathLst>
            </a:custGeom>
            <a:noFill/>
            <a:ln w="20675" cap="flat" cmpd="sng">
              <a:solidFill>
                <a:srgbClr val="FCFCFC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34">
              <a:extLst>
                <a:ext uri="{FF2B5EF4-FFF2-40B4-BE49-F238E27FC236}">
                  <a16:creationId xmlns:a16="http://schemas.microsoft.com/office/drawing/2014/main" id="{1A5F5352-914C-A89B-37A2-9D63A44971A2}"/>
                </a:ext>
              </a:extLst>
            </p:cNvPr>
            <p:cNvSpPr/>
            <p:nvPr/>
          </p:nvSpPr>
          <p:spPr>
            <a:xfrm>
              <a:off x="3555275" y="3191775"/>
              <a:ext cx="355925" cy="355900"/>
            </a:xfrm>
            <a:custGeom>
              <a:avLst/>
              <a:gdLst/>
              <a:ahLst/>
              <a:cxnLst/>
              <a:rect l="l" t="t" r="r" b="b"/>
              <a:pathLst>
                <a:path w="14237" h="14236" fill="none" extrusionOk="0">
                  <a:moveTo>
                    <a:pt x="1" y="0"/>
                  </a:moveTo>
                  <a:lnTo>
                    <a:pt x="14237" y="14236"/>
                  </a:lnTo>
                </a:path>
              </a:pathLst>
            </a:custGeom>
            <a:noFill/>
            <a:ln w="20675" cap="flat" cmpd="sng">
              <a:solidFill>
                <a:srgbClr val="FCFCFC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34">
              <a:extLst>
                <a:ext uri="{FF2B5EF4-FFF2-40B4-BE49-F238E27FC236}">
                  <a16:creationId xmlns:a16="http://schemas.microsoft.com/office/drawing/2014/main" id="{7BB24F59-4DA4-401E-8C2F-4F52F14763FC}"/>
                </a:ext>
              </a:extLst>
            </p:cNvPr>
            <p:cNvSpPr/>
            <p:nvPr/>
          </p:nvSpPr>
          <p:spPr>
            <a:xfrm>
              <a:off x="3928725" y="3273225"/>
              <a:ext cx="194250" cy="193625"/>
            </a:xfrm>
            <a:custGeom>
              <a:avLst/>
              <a:gdLst/>
              <a:ahLst/>
              <a:cxnLst/>
              <a:rect l="l" t="t" r="r" b="b"/>
              <a:pathLst>
                <a:path w="7770" h="7745" fill="none" extrusionOk="0">
                  <a:moveTo>
                    <a:pt x="0" y="0"/>
                  </a:moveTo>
                  <a:lnTo>
                    <a:pt x="7770" y="7745"/>
                  </a:lnTo>
                </a:path>
              </a:pathLst>
            </a:custGeom>
            <a:noFill/>
            <a:ln w="20675" cap="flat" cmpd="sng">
              <a:solidFill>
                <a:srgbClr val="FCFCFC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34">
              <a:extLst>
                <a:ext uri="{FF2B5EF4-FFF2-40B4-BE49-F238E27FC236}">
                  <a16:creationId xmlns:a16="http://schemas.microsoft.com/office/drawing/2014/main" id="{274980AC-5148-63A7-4142-C7A149C0E9FC}"/>
                </a:ext>
              </a:extLst>
            </p:cNvPr>
            <p:cNvSpPr/>
            <p:nvPr/>
          </p:nvSpPr>
          <p:spPr>
            <a:xfrm>
              <a:off x="3132975" y="3788875"/>
              <a:ext cx="177350" cy="94025"/>
            </a:xfrm>
            <a:custGeom>
              <a:avLst/>
              <a:gdLst/>
              <a:ahLst/>
              <a:cxnLst/>
              <a:rect l="l" t="t" r="r" b="b"/>
              <a:pathLst>
                <a:path w="7094" h="3761" extrusionOk="0">
                  <a:moveTo>
                    <a:pt x="1254" y="1"/>
                  </a:moveTo>
                  <a:cubicBezTo>
                    <a:pt x="552" y="1"/>
                    <a:pt x="1" y="552"/>
                    <a:pt x="1" y="1254"/>
                  </a:cubicBezTo>
                  <a:lnTo>
                    <a:pt x="1" y="2507"/>
                  </a:lnTo>
                  <a:cubicBezTo>
                    <a:pt x="1" y="3184"/>
                    <a:pt x="552" y="3760"/>
                    <a:pt x="1254" y="3760"/>
                  </a:cubicBezTo>
                  <a:lnTo>
                    <a:pt x="5840" y="3760"/>
                  </a:lnTo>
                  <a:cubicBezTo>
                    <a:pt x="6542" y="3760"/>
                    <a:pt x="7093" y="3184"/>
                    <a:pt x="7093" y="2507"/>
                  </a:cubicBezTo>
                  <a:lnTo>
                    <a:pt x="7093" y="1254"/>
                  </a:lnTo>
                  <a:cubicBezTo>
                    <a:pt x="7093" y="552"/>
                    <a:pt x="6542" y="1"/>
                    <a:pt x="584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34">
              <a:extLst>
                <a:ext uri="{FF2B5EF4-FFF2-40B4-BE49-F238E27FC236}">
                  <a16:creationId xmlns:a16="http://schemas.microsoft.com/office/drawing/2014/main" id="{6857AEB9-A785-8C87-FAD4-2235F2D5E53D}"/>
                </a:ext>
              </a:extLst>
            </p:cNvPr>
            <p:cNvSpPr/>
            <p:nvPr/>
          </p:nvSpPr>
          <p:spPr>
            <a:xfrm>
              <a:off x="4156175" y="3788875"/>
              <a:ext cx="177975" cy="94025"/>
            </a:xfrm>
            <a:custGeom>
              <a:avLst/>
              <a:gdLst/>
              <a:ahLst/>
              <a:cxnLst/>
              <a:rect l="l" t="t" r="r" b="b"/>
              <a:pathLst>
                <a:path w="7119" h="3761" extrusionOk="0">
                  <a:moveTo>
                    <a:pt x="1253" y="1"/>
                  </a:moveTo>
                  <a:cubicBezTo>
                    <a:pt x="577" y="1"/>
                    <a:pt x="0" y="552"/>
                    <a:pt x="0" y="1254"/>
                  </a:cubicBezTo>
                  <a:lnTo>
                    <a:pt x="0" y="2507"/>
                  </a:lnTo>
                  <a:cubicBezTo>
                    <a:pt x="0" y="3184"/>
                    <a:pt x="577" y="3760"/>
                    <a:pt x="1253" y="3760"/>
                  </a:cubicBezTo>
                  <a:lnTo>
                    <a:pt x="5865" y="3760"/>
                  </a:lnTo>
                  <a:cubicBezTo>
                    <a:pt x="6542" y="3760"/>
                    <a:pt x="7118" y="3184"/>
                    <a:pt x="7118" y="2507"/>
                  </a:cubicBezTo>
                  <a:lnTo>
                    <a:pt x="7118" y="1254"/>
                  </a:lnTo>
                  <a:cubicBezTo>
                    <a:pt x="7118" y="552"/>
                    <a:pt x="6542" y="1"/>
                    <a:pt x="58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34">
              <a:extLst>
                <a:ext uri="{FF2B5EF4-FFF2-40B4-BE49-F238E27FC236}">
                  <a16:creationId xmlns:a16="http://schemas.microsoft.com/office/drawing/2014/main" id="{FA9B1FC4-6151-087F-F19A-DFE2876AF95C}"/>
                </a:ext>
              </a:extLst>
            </p:cNvPr>
            <p:cNvSpPr/>
            <p:nvPr/>
          </p:nvSpPr>
          <p:spPr>
            <a:xfrm>
              <a:off x="3341625" y="3798900"/>
              <a:ext cx="783250" cy="21325"/>
            </a:xfrm>
            <a:custGeom>
              <a:avLst/>
              <a:gdLst/>
              <a:ahLst/>
              <a:cxnLst/>
              <a:rect l="l" t="t" r="r" b="b"/>
              <a:pathLst>
                <a:path w="31330" h="853" extrusionOk="0">
                  <a:moveTo>
                    <a:pt x="427" y="1"/>
                  </a:moveTo>
                  <a:cubicBezTo>
                    <a:pt x="201" y="1"/>
                    <a:pt x="1" y="201"/>
                    <a:pt x="1" y="427"/>
                  </a:cubicBezTo>
                  <a:cubicBezTo>
                    <a:pt x="1" y="652"/>
                    <a:pt x="201" y="853"/>
                    <a:pt x="427" y="853"/>
                  </a:cubicBezTo>
                  <a:lnTo>
                    <a:pt x="30928" y="853"/>
                  </a:lnTo>
                  <a:cubicBezTo>
                    <a:pt x="31154" y="853"/>
                    <a:pt x="31329" y="652"/>
                    <a:pt x="31329" y="427"/>
                  </a:cubicBezTo>
                  <a:cubicBezTo>
                    <a:pt x="31329" y="201"/>
                    <a:pt x="31154" y="1"/>
                    <a:pt x="309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34">
              <a:extLst>
                <a:ext uri="{FF2B5EF4-FFF2-40B4-BE49-F238E27FC236}">
                  <a16:creationId xmlns:a16="http://schemas.microsoft.com/office/drawing/2014/main" id="{82F99B9B-1393-5E46-B799-7970E262F3AC}"/>
                </a:ext>
              </a:extLst>
            </p:cNvPr>
            <p:cNvSpPr/>
            <p:nvPr/>
          </p:nvSpPr>
          <p:spPr>
            <a:xfrm>
              <a:off x="3341625" y="3851550"/>
              <a:ext cx="783250" cy="20700"/>
            </a:xfrm>
            <a:custGeom>
              <a:avLst/>
              <a:gdLst/>
              <a:ahLst/>
              <a:cxnLst/>
              <a:rect l="l" t="t" r="r" b="b"/>
              <a:pathLst>
                <a:path w="31330" h="828" extrusionOk="0">
                  <a:moveTo>
                    <a:pt x="427" y="0"/>
                  </a:moveTo>
                  <a:cubicBezTo>
                    <a:pt x="201" y="0"/>
                    <a:pt x="1" y="176"/>
                    <a:pt x="1" y="401"/>
                  </a:cubicBezTo>
                  <a:cubicBezTo>
                    <a:pt x="1" y="652"/>
                    <a:pt x="201" y="827"/>
                    <a:pt x="427" y="827"/>
                  </a:cubicBezTo>
                  <a:lnTo>
                    <a:pt x="30928" y="827"/>
                  </a:lnTo>
                  <a:cubicBezTo>
                    <a:pt x="31154" y="827"/>
                    <a:pt x="31329" y="652"/>
                    <a:pt x="31329" y="401"/>
                  </a:cubicBezTo>
                  <a:cubicBezTo>
                    <a:pt x="31329" y="176"/>
                    <a:pt x="31154" y="0"/>
                    <a:pt x="30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30" name="Google Shape;1330;p34">
              <a:extLst>
                <a:ext uri="{FF2B5EF4-FFF2-40B4-BE49-F238E27FC236}">
                  <a16:creationId xmlns:a16="http://schemas.microsoft.com/office/drawing/2014/main" id="{AC216873-6AFA-413D-3A1A-75BD724BD8EC}"/>
                </a:ext>
              </a:extLst>
            </p:cNvPr>
            <p:cNvGrpSpPr/>
            <p:nvPr/>
          </p:nvGrpSpPr>
          <p:grpSpPr>
            <a:xfrm>
              <a:off x="3748900" y="238125"/>
              <a:ext cx="2662950" cy="5224975"/>
              <a:chOff x="3748900" y="238125"/>
              <a:chExt cx="2662950" cy="5224975"/>
            </a:xfrm>
          </p:grpSpPr>
          <p:sp>
            <p:nvSpPr>
              <p:cNvPr id="1331" name="Google Shape;1331;p34">
                <a:extLst>
                  <a:ext uri="{FF2B5EF4-FFF2-40B4-BE49-F238E27FC236}">
                    <a16:creationId xmlns:a16="http://schemas.microsoft.com/office/drawing/2014/main" id="{6CFD4FC0-7A4F-7FB9-3F0B-790768485BEF}"/>
                  </a:ext>
                </a:extLst>
              </p:cNvPr>
              <p:cNvSpPr/>
              <p:nvPr/>
            </p:nvSpPr>
            <p:spPr>
              <a:xfrm>
                <a:off x="4036500" y="1009425"/>
                <a:ext cx="400400" cy="188625"/>
              </a:xfrm>
              <a:custGeom>
                <a:avLst/>
                <a:gdLst/>
                <a:ahLst/>
                <a:cxnLst/>
                <a:rect l="l" t="t" r="r" b="b"/>
                <a:pathLst>
                  <a:path w="16016" h="7545" extrusionOk="0">
                    <a:moveTo>
                      <a:pt x="8020" y="0"/>
                    </a:moveTo>
                    <a:cubicBezTo>
                      <a:pt x="3735" y="0"/>
                      <a:pt x="251" y="3334"/>
                      <a:pt x="0" y="7544"/>
                    </a:cubicBezTo>
                    <a:lnTo>
                      <a:pt x="16015" y="7544"/>
                    </a:lnTo>
                    <a:cubicBezTo>
                      <a:pt x="15765" y="3334"/>
                      <a:pt x="12281" y="0"/>
                      <a:pt x="8020" y="0"/>
                    </a:cubicBezTo>
                    <a:close/>
                  </a:path>
                </a:pathLst>
              </a:custGeom>
              <a:solidFill>
                <a:srgbClr val="CBE5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Google Shape;1332;p34">
                <a:extLst>
                  <a:ext uri="{FF2B5EF4-FFF2-40B4-BE49-F238E27FC236}">
                    <a16:creationId xmlns:a16="http://schemas.microsoft.com/office/drawing/2014/main" id="{A57F956B-2970-79D5-E68D-4DBED2C49A80}"/>
                  </a:ext>
                </a:extLst>
              </p:cNvPr>
              <p:cNvSpPr/>
              <p:nvPr/>
            </p:nvSpPr>
            <p:spPr>
              <a:xfrm>
                <a:off x="3748900" y="238125"/>
                <a:ext cx="2662950" cy="1755025"/>
              </a:xfrm>
              <a:custGeom>
                <a:avLst/>
                <a:gdLst/>
                <a:ahLst/>
                <a:cxnLst/>
                <a:rect l="l" t="t" r="r" b="b"/>
                <a:pathLst>
                  <a:path w="106518" h="70201" extrusionOk="0">
                    <a:moveTo>
                      <a:pt x="0" y="0"/>
                    </a:moveTo>
                    <a:lnTo>
                      <a:pt x="89023" y="70201"/>
                    </a:lnTo>
                    <a:lnTo>
                      <a:pt x="106517" y="70201"/>
                    </a:lnTo>
                    <a:lnTo>
                      <a:pt x="106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Google Shape;1333;p34">
                <a:extLst>
                  <a:ext uri="{FF2B5EF4-FFF2-40B4-BE49-F238E27FC236}">
                    <a16:creationId xmlns:a16="http://schemas.microsoft.com/office/drawing/2014/main" id="{07F10F49-EB6A-53DA-9708-E82A93B82D98}"/>
                  </a:ext>
                </a:extLst>
              </p:cNvPr>
              <p:cNvSpPr/>
              <p:nvPr/>
            </p:nvSpPr>
            <p:spPr>
              <a:xfrm>
                <a:off x="3790875" y="394750"/>
                <a:ext cx="2381000" cy="981875"/>
              </a:xfrm>
              <a:custGeom>
                <a:avLst/>
                <a:gdLst/>
                <a:ahLst/>
                <a:cxnLst/>
                <a:rect l="l" t="t" r="r" b="b"/>
                <a:pathLst>
                  <a:path w="95240" h="39275" extrusionOk="0">
                    <a:moveTo>
                      <a:pt x="1" y="1"/>
                    </a:moveTo>
                    <a:lnTo>
                      <a:pt x="1" y="39274"/>
                    </a:lnTo>
                    <a:lnTo>
                      <a:pt x="95239" y="39274"/>
                    </a:lnTo>
                    <a:lnTo>
                      <a:pt x="9523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Google Shape;1334;p34">
                <a:extLst>
                  <a:ext uri="{FF2B5EF4-FFF2-40B4-BE49-F238E27FC236}">
                    <a16:creationId xmlns:a16="http://schemas.microsoft.com/office/drawing/2014/main" id="{E7BA9E98-0AA7-639E-B912-3CE4904B5B76}"/>
                  </a:ext>
                </a:extLst>
              </p:cNvPr>
              <p:cNvSpPr/>
              <p:nvPr/>
            </p:nvSpPr>
            <p:spPr>
              <a:xfrm>
                <a:off x="4124850" y="248775"/>
                <a:ext cx="94000" cy="448650"/>
              </a:xfrm>
              <a:custGeom>
                <a:avLst/>
                <a:gdLst/>
                <a:ahLst/>
                <a:cxnLst/>
                <a:rect l="l" t="t" r="r" b="b"/>
                <a:pathLst>
                  <a:path w="3760" h="17946" extrusionOk="0">
                    <a:moveTo>
                      <a:pt x="0" y="0"/>
                    </a:moveTo>
                    <a:lnTo>
                      <a:pt x="0" y="17945"/>
                    </a:lnTo>
                    <a:lnTo>
                      <a:pt x="3759" y="17945"/>
                    </a:lnTo>
                    <a:lnTo>
                      <a:pt x="37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Google Shape;1335;p34">
                <a:extLst>
                  <a:ext uri="{FF2B5EF4-FFF2-40B4-BE49-F238E27FC236}">
                    <a16:creationId xmlns:a16="http://schemas.microsoft.com/office/drawing/2014/main" id="{6DBBE83E-2420-105F-ACB4-06E508068C39}"/>
                  </a:ext>
                </a:extLst>
              </p:cNvPr>
              <p:cNvSpPr/>
              <p:nvPr/>
            </p:nvSpPr>
            <p:spPr>
              <a:xfrm>
                <a:off x="5659925" y="248775"/>
                <a:ext cx="94025" cy="448650"/>
              </a:xfrm>
              <a:custGeom>
                <a:avLst/>
                <a:gdLst/>
                <a:ahLst/>
                <a:cxnLst/>
                <a:rect l="l" t="t" r="r" b="b"/>
                <a:pathLst>
                  <a:path w="3761" h="17946" extrusionOk="0">
                    <a:moveTo>
                      <a:pt x="1" y="0"/>
                    </a:moveTo>
                    <a:lnTo>
                      <a:pt x="1" y="17945"/>
                    </a:lnTo>
                    <a:lnTo>
                      <a:pt x="3760" y="17945"/>
                    </a:lnTo>
                    <a:lnTo>
                      <a:pt x="37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Google Shape;1336;p34">
                <a:extLst>
                  <a:ext uri="{FF2B5EF4-FFF2-40B4-BE49-F238E27FC236}">
                    <a16:creationId xmlns:a16="http://schemas.microsoft.com/office/drawing/2014/main" id="{DD52EB39-0641-7A05-4DA4-0BEAA8C2E7B9}"/>
                  </a:ext>
                </a:extLst>
              </p:cNvPr>
              <p:cNvSpPr/>
              <p:nvPr/>
            </p:nvSpPr>
            <p:spPr>
              <a:xfrm>
                <a:off x="3895525" y="501275"/>
                <a:ext cx="2171700" cy="770075"/>
              </a:xfrm>
              <a:custGeom>
                <a:avLst/>
                <a:gdLst/>
                <a:ahLst/>
                <a:cxnLst/>
                <a:rect l="l" t="t" r="r" b="b"/>
                <a:pathLst>
                  <a:path w="86868" h="30803" extrusionOk="0">
                    <a:moveTo>
                      <a:pt x="0" y="0"/>
                    </a:moveTo>
                    <a:lnTo>
                      <a:pt x="0" y="30803"/>
                    </a:lnTo>
                    <a:lnTo>
                      <a:pt x="86868" y="30803"/>
                    </a:lnTo>
                    <a:lnTo>
                      <a:pt x="8686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Google Shape;1337;p34">
                <a:extLst>
                  <a:ext uri="{FF2B5EF4-FFF2-40B4-BE49-F238E27FC236}">
                    <a16:creationId xmlns:a16="http://schemas.microsoft.com/office/drawing/2014/main" id="{554D1D86-1A70-68CA-0BBF-7E8B4513A440}"/>
                  </a:ext>
                </a:extLst>
              </p:cNvPr>
              <p:cNvSpPr/>
              <p:nvPr/>
            </p:nvSpPr>
            <p:spPr>
              <a:xfrm>
                <a:off x="4452525" y="666675"/>
                <a:ext cx="133500" cy="151050"/>
              </a:xfrm>
              <a:custGeom>
                <a:avLst/>
                <a:gdLst/>
                <a:ahLst/>
                <a:cxnLst/>
                <a:rect l="l" t="t" r="r" b="b"/>
                <a:pathLst>
                  <a:path w="5340" h="6042" extrusionOk="0">
                    <a:moveTo>
                      <a:pt x="2933" y="1"/>
                    </a:moveTo>
                    <a:cubicBezTo>
                      <a:pt x="2457" y="1"/>
                      <a:pt x="2056" y="101"/>
                      <a:pt x="1680" y="277"/>
                    </a:cubicBezTo>
                    <a:cubicBezTo>
                      <a:pt x="1329" y="452"/>
                      <a:pt x="1028" y="678"/>
                      <a:pt x="778" y="953"/>
                    </a:cubicBezTo>
                    <a:cubicBezTo>
                      <a:pt x="527" y="1229"/>
                      <a:pt x="327" y="1555"/>
                      <a:pt x="201" y="1906"/>
                    </a:cubicBezTo>
                    <a:cubicBezTo>
                      <a:pt x="51" y="2257"/>
                      <a:pt x="1" y="2607"/>
                      <a:pt x="1" y="2983"/>
                    </a:cubicBezTo>
                    <a:cubicBezTo>
                      <a:pt x="1" y="3359"/>
                      <a:pt x="76" y="3735"/>
                      <a:pt x="201" y="4086"/>
                    </a:cubicBezTo>
                    <a:cubicBezTo>
                      <a:pt x="352" y="4462"/>
                      <a:pt x="552" y="4788"/>
                      <a:pt x="803" y="5089"/>
                    </a:cubicBezTo>
                    <a:cubicBezTo>
                      <a:pt x="1054" y="5364"/>
                      <a:pt x="1354" y="5590"/>
                      <a:pt x="1705" y="5765"/>
                    </a:cubicBezTo>
                    <a:cubicBezTo>
                      <a:pt x="2056" y="5941"/>
                      <a:pt x="2457" y="6041"/>
                      <a:pt x="2883" y="6041"/>
                    </a:cubicBezTo>
                    <a:cubicBezTo>
                      <a:pt x="3134" y="6041"/>
                      <a:pt x="3359" y="6016"/>
                      <a:pt x="3610" y="5941"/>
                    </a:cubicBezTo>
                    <a:cubicBezTo>
                      <a:pt x="3861" y="5891"/>
                      <a:pt x="4111" y="5790"/>
                      <a:pt x="4312" y="5690"/>
                    </a:cubicBezTo>
                    <a:cubicBezTo>
                      <a:pt x="4537" y="5565"/>
                      <a:pt x="4738" y="5415"/>
                      <a:pt x="4913" y="5264"/>
                    </a:cubicBezTo>
                    <a:cubicBezTo>
                      <a:pt x="5089" y="5089"/>
                      <a:pt x="5239" y="4888"/>
                      <a:pt x="5339" y="4663"/>
                    </a:cubicBezTo>
                    <a:lnTo>
                      <a:pt x="4387" y="4111"/>
                    </a:lnTo>
                    <a:cubicBezTo>
                      <a:pt x="4312" y="4287"/>
                      <a:pt x="4237" y="4412"/>
                      <a:pt x="4111" y="4537"/>
                    </a:cubicBezTo>
                    <a:cubicBezTo>
                      <a:pt x="4011" y="4638"/>
                      <a:pt x="3886" y="4738"/>
                      <a:pt x="3735" y="4813"/>
                    </a:cubicBezTo>
                    <a:cubicBezTo>
                      <a:pt x="3610" y="4888"/>
                      <a:pt x="3485" y="4938"/>
                      <a:pt x="3334" y="4963"/>
                    </a:cubicBezTo>
                    <a:cubicBezTo>
                      <a:pt x="3184" y="5014"/>
                      <a:pt x="3059" y="5014"/>
                      <a:pt x="2908" y="5014"/>
                    </a:cubicBezTo>
                    <a:cubicBezTo>
                      <a:pt x="2658" y="5014"/>
                      <a:pt x="2432" y="4963"/>
                      <a:pt x="2206" y="4863"/>
                    </a:cubicBezTo>
                    <a:cubicBezTo>
                      <a:pt x="1981" y="4738"/>
                      <a:pt x="1805" y="4587"/>
                      <a:pt x="1655" y="4412"/>
                    </a:cubicBezTo>
                    <a:cubicBezTo>
                      <a:pt x="1505" y="4211"/>
                      <a:pt x="1379" y="4011"/>
                      <a:pt x="1304" y="3760"/>
                    </a:cubicBezTo>
                    <a:cubicBezTo>
                      <a:pt x="1204" y="3535"/>
                      <a:pt x="1179" y="3259"/>
                      <a:pt x="1179" y="3008"/>
                    </a:cubicBezTo>
                    <a:cubicBezTo>
                      <a:pt x="1179" y="2783"/>
                      <a:pt x="1204" y="2532"/>
                      <a:pt x="1279" y="2307"/>
                    </a:cubicBezTo>
                    <a:cubicBezTo>
                      <a:pt x="1354" y="2056"/>
                      <a:pt x="1455" y="1856"/>
                      <a:pt x="1605" y="1655"/>
                    </a:cubicBezTo>
                    <a:cubicBezTo>
                      <a:pt x="1755" y="1480"/>
                      <a:pt x="1931" y="1329"/>
                      <a:pt x="2131" y="1204"/>
                    </a:cubicBezTo>
                    <a:cubicBezTo>
                      <a:pt x="2357" y="1079"/>
                      <a:pt x="2607" y="1029"/>
                      <a:pt x="2908" y="1029"/>
                    </a:cubicBezTo>
                    <a:cubicBezTo>
                      <a:pt x="3033" y="1029"/>
                      <a:pt x="3159" y="1054"/>
                      <a:pt x="3309" y="1079"/>
                    </a:cubicBezTo>
                    <a:cubicBezTo>
                      <a:pt x="3460" y="1104"/>
                      <a:pt x="3585" y="1154"/>
                      <a:pt x="3710" y="1229"/>
                    </a:cubicBezTo>
                    <a:cubicBezTo>
                      <a:pt x="3836" y="1279"/>
                      <a:pt x="3961" y="1379"/>
                      <a:pt x="4061" y="1505"/>
                    </a:cubicBezTo>
                    <a:cubicBezTo>
                      <a:pt x="4186" y="1605"/>
                      <a:pt x="4287" y="1755"/>
                      <a:pt x="4362" y="1931"/>
                    </a:cubicBezTo>
                    <a:lnTo>
                      <a:pt x="5239" y="1304"/>
                    </a:lnTo>
                    <a:cubicBezTo>
                      <a:pt x="5039" y="928"/>
                      <a:pt x="4738" y="602"/>
                      <a:pt x="4337" y="377"/>
                    </a:cubicBezTo>
                    <a:cubicBezTo>
                      <a:pt x="3961" y="126"/>
                      <a:pt x="3485" y="1"/>
                      <a:pt x="29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Google Shape;1338;p34">
                <a:extLst>
                  <a:ext uri="{FF2B5EF4-FFF2-40B4-BE49-F238E27FC236}">
                    <a16:creationId xmlns:a16="http://schemas.microsoft.com/office/drawing/2014/main" id="{BB099CFC-C430-64EC-1CC5-79819F70704C}"/>
                  </a:ext>
                </a:extLst>
              </p:cNvPr>
              <p:cNvSpPr/>
              <p:nvPr/>
            </p:nvSpPr>
            <p:spPr>
              <a:xfrm>
                <a:off x="4621700" y="667950"/>
                <a:ext cx="103425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4137" h="5940" extrusionOk="0">
                    <a:moveTo>
                      <a:pt x="1" y="0"/>
                    </a:moveTo>
                    <a:lnTo>
                      <a:pt x="1" y="5940"/>
                    </a:lnTo>
                    <a:lnTo>
                      <a:pt x="4136" y="5940"/>
                    </a:lnTo>
                    <a:lnTo>
                      <a:pt x="4136" y="4937"/>
                    </a:lnTo>
                    <a:lnTo>
                      <a:pt x="1179" y="4937"/>
                    </a:lnTo>
                    <a:lnTo>
                      <a:pt x="1179" y="3384"/>
                    </a:lnTo>
                    <a:lnTo>
                      <a:pt x="3660" y="3384"/>
                    </a:lnTo>
                    <a:lnTo>
                      <a:pt x="3660" y="2431"/>
                    </a:lnTo>
                    <a:lnTo>
                      <a:pt x="1179" y="2431"/>
                    </a:lnTo>
                    <a:lnTo>
                      <a:pt x="1179" y="1003"/>
                    </a:lnTo>
                    <a:lnTo>
                      <a:pt x="4061" y="1003"/>
                    </a:lnTo>
                    <a:lnTo>
                      <a:pt x="406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Google Shape;1339;p34">
                <a:extLst>
                  <a:ext uri="{FF2B5EF4-FFF2-40B4-BE49-F238E27FC236}">
                    <a16:creationId xmlns:a16="http://schemas.microsoft.com/office/drawing/2014/main" id="{A1EB6298-FC6B-32F2-8385-E224EFA53B65}"/>
                  </a:ext>
                </a:extLst>
              </p:cNvPr>
              <p:cNvSpPr/>
              <p:nvPr/>
            </p:nvSpPr>
            <p:spPr>
              <a:xfrm>
                <a:off x="4764575" y="667950"/>
                <a:ext cx="129100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5164" h="5940" extrusionOk="0">
                    <a:moveTo>
                      <a:pt x="0" y="0"/>
                    </a:moveTo>
                    <a:lnTo>
                      <a:pt x="0" y="5940"/>
                    </a:lnTo>
                    <a:lnTo>
                      <a:pt x="1153" y="5940"/>
                    </a:lnTo>
                    <a:lnTo>
                      <a:pt x="1153" y="2130"/>
                    </a:lnTo>
                    <a:lnTo>
                      <a:pt x="4211" y="5940"/>
                    </a:lnTo>
                    <a:lnTo>
                      <a:pt x="5163" y="5940"/>
                    </a:lnTo>
                    <a:lnTo>
                      <a:pt x="5163" y="0"/>
                    </a:lnTo>
                    <a:lnTo>
                      <a:pt x="3985" y="0"/>
                    </a:lnTo>
                    <a:lnTo>
                      <a:pt x="3985" y="3885"/>
                    </a:lnTo>
                    <a:lnTo>
                      <a:pt x="9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Google Shape;1340;p34">
                <a:extLst>
                  <a:ext uri="{FF2B5EF4-FFF2-40B4-BE49-F238E27FC236}">
                    <a16:creationId xmlns:a16="http://schemas.microsoft.com/office/drawing/2014/main" id="{B02D0F8C-12D4-EDF8-36F5-E10483099B1F}"/>
                  </a:ext>
                </a:extLst>
              </p:cNvPr>
              <p:cNvSpPr/>
              <p:nvPr/>
            </p:nvSpPr>
            <p:spPr>
              <a:xfrm>
                <a:off x="4928725" y="667950"/>
                <a:ext cx="123450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5940" extrusionOk="0">
                    <a:moveTo>
                      <a:pt x="1" y="0"/>
                    </a:moveTo>
                    <a:lnTo>
                      <a:pt x="1" y="1003"/>
                    </a:lnTo>
                    <a:lnTo>
                      <a:pt x="1905" y="1003"/>
                    </a:lnTo>
                    <a:lnTo>
                      <a:pt x="1905" y="5940"/>
                    </a:lnTo>
                    <a:lnTo>
                      <a:pt x="3033" y="5940"/>
                    </a:lnTo>
                    <a:lnTo>
                      <a:pt x="3033" y="1003"/>
                    </a:lnTo>
                    <a:lnTo>
                      <a:pt x="4938" y="1003"/>
                    </a:lnTo>
                    <a:lnTo>
                      <a:pt x="493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Google Shape;1341;p34">
                <a:extLst>
                  <a:ext uri="{FF2B5EF4-FFF2-40B4-BE49-F238E27FC236}">
                    <a16:creationId xmlns:a16="http://schemas.microsoft.com/office/drawing/2014/main" id="{163FC92B-5F50-5474-78C8-EA85DC5955FB}"/>
                  </a:ext>
                </a:extLst>
              </p:cNvPr>
              <p:cNvSpPr/>
              <p:nvPr/>
            </p:nvSpPr>
            <p:spPr>
              <a:xfrm>
                <a:off x="5087875" y="667950"/>
                <a:ext cx="119700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4788" h="5940" extrusionOk="0">
                    <a:moveTo>
                      <a:pt x="2532" y="1003"/>
                    </a:moveTo>
                    <a:cubicBezTo>
                      <a:pt x="2632" y="1003"/>
                      <a:pt x="2732" y="1028"/>
                      <a:pt x="2833" y="1078"/>
                    </a:cubicBezTo>
                    <a:cubicBezTo>
                      <a:pt x="2933" y="1128"/>
                      <a:pt x="3033" y="1203"/>
                      <a:pt x="3108" y="1278"/>
                    </a:cubicBezTo>
                    <a:cubicBezTo>
                      <a:pt x="3184" y="1353"/>
                      <a:pt x="3234" y="1454"/>
                      <a:pt x="3284" y="1579"/>
                    </a:cubicBezTo>
                    <a:cubicBezTo>
                      <a:pt x="3334" y="1704"/>
                      <a:pt x="3359" y="1830"/>
                      <a:pt x="3359" y="1980"/>
                    </a:cubicBezTo>
                    <a:cubicBezTo>
                      <a:pt x="3359" y="2105"/>
                      <a:pt x="3334" y="2231"/>
                      <a:pt x="3284" y="2356"/>
                    </a:cubicBezTo>
                    <a:cubicBezTo>
                      <a:pt x="3259" y="2456"/>
                      <a:pt x="3209" y="2556"/>
                      <a:pt x="3133" y="2657"/>
                    </a:cubicBezTo>
                    <a:cubicBezTo>
                      <a:pt x="3058" y="2732"/>
                      <a:pt x="2983" y="2807"/>
                      <a:pt x="2883" y="2857"/>
                    </a:cubicBezTo>
                    <a:cubicBezTo>
                      <a:pt x="2808" y="2907"/>
                      <a:pt x="2707" y="2932"/>
                      <a:pt x="2582" y="2932"/>
                    </a:cubicBezTo>
                    <a:lnTo>
                      <a:pt x="1153" y="2932"/>
                    </a:lnTo>
                    <a:lnTo>
                      <a:pt x="1153" y="1003"/>
                    </a:lnTo>
                    <a:close/>
                    <a:moveTo>
                      <a:pt x="1" y="0"/>
                    </a:moveTo>
                    <a:lnTo>
                      <a:pt x="1" y="5940"/>
                    </a:lnTo>
                    <a:lnTo>
                      <a:pt x="1153" y="5940"/>
                    </a:lnTo>
                    <a:lnTo>
                      <a:pt x="1153" y="3935"/>
                    </a:lnTo>
                    <a:lnTo>
                      <a:pt x="2281" y="3935"/>
                    </a:lnTo>
                    <a:lnTo>
                      <a:pt x="3509" y="5940"/>
                    </a:lnTo>
                    <a:lnTo>
                      <a:pt x="4788" y="5940"/>
                    </a:lnTo>
                    <a:lnTo>
                      <a:pt x="3434" y="3709"/>
                    </a:lnTo>
                    <a:cubicBezTo>
                      <a:pt x="3760" y="3559"/>
                      <a:pt x="4036" y="3333"/>
                      <a:pt x="4211" y="3033"/>
                    </a:cubicBezTo>
                    <a:cubicBezTo>
                      <a:pt x="4412" y="2707"/>
                      <a:pt x="4512" y="2356"/>
                      <a:pt x="4512" y="1980"/>
                    </a:cubicBezTo>
                    <a:cubicBezTo>
                      <a:pt x="4512" y="1729"/>
                      <a:pt x="4462" y="1479"/>
                      <a:pt x="4361" y="1253"/>
                    </a:cubicBezTo>
                    <a:cubicBezTo>
                      <a:pt x="4286" y="1028"/>
                      <a:pt x="4136" y="802"/>
                      <a:pt x="3986" y="627"/>
                    </a:cubicBezTo>
                    <a:cubicBezTo>
                      <a:pt x="3810" y="426"/>
                      <a:pt x="3610" y="276"/>
                      <a:pt x="3384" y="176"/>
                    </a:cubicBezTo>
                    <a:cubicBezTo>
                      <a:pt x="3133" y="50"/>
                      <a:pt x="2883" y="0"/>
                      <a:pt x="26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Google Shape;1342;p34">
                <a:extLst>
                  <a:ext uri="{FF2B5EF4-FFF2-40B4-BE49-F238E27FC236}">
                    <a16:creationId xmlns:a16="http://schemas.microsoft.com/office/drawing/2014/main" id="{3485FDDD-023C-259F-7355-9122CE228468}"/>
                  </a:ext>
                </a:extLst>
              </p:cNvPr>
              <p:cNvSpPr/>
              <p:nvPr/>
            </p:nvSpPr>
            <p:spPr>
              <a:xfrm>
                <a:off x="5226975" y="667950"/>
                <a:ext cx="138500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5540" h="5940" extrusionOk="0">
                    <a:moveTo>
                      <a:pt x="2782" y="1303"/>
                    </a:moveTo>
                    <a:lnTo>
                      <a:pt x="3610" y="3634"/>
                    </a:lnTo>
                    <a:lnTo>
                      <a:pt x="1930" y="3634"/>
                    </a:lnTo>
                    <a:lnTo>
                      <a:pt x="2782" y="1303"/>
                    </a:lnTo>
                    <a:close/>
                    <a:moveTo>
                      <a:pt x="2256" y="0"/>
                    </a:moveTo>
                    <a:lnTo>
                      <a:pt x="1" y="5940"/>
                    </a:lnTo>
                    <a:lnTo>
                      <a:pt x="1178" y="5940"/>
                    </a:lnTo>
                    <a:lnTo>
                      <a:pt x="1730" y="4461"/>
                    </a:lnTo>
                    <a:lnTo>
                      <a:pt x="3810" y="4461"/>
                    </a:lnTo>
                    <a:lnTo>
                      <a:pt x="4361" y="5940"/>
                    </a:lnTo>
                    <a:lnTo>
                      <a:pt x="5539" y="5940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34">
                <a:extLst>
                  <a:ext uri="{FF2B5EF4-FFF2-40B4-BE49-F238E27FC236}">
                    <a16:creationId xmlns:a16="http://schemas.microsoft.com/office/drawing/2014/main" id="{3EF4D53F-1DAE-478A-E112-4381CDBC91F5}"/>
                  </a:ext>
                </a:extLst>
              </p:cNvPr>
              <p:cNvSpPr/>
              <p:nvPr/>
            </p:nvSpPr>
            <p:spPr>
              <a:xfrm>
                <a:off x="5398650" y="667950"/>
                <a:ext cx="104675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4187" h="5940" extrusionOk="0">
                    <a:moveTo>
                      <a:pt x="1" y="0"/>
                    </a:moveTo>
                    <a:lnTo>
                      <a:pt x="1" y="5940"/>
                    </a:lnTo>
                    <a:lnTo>
                      <a:pt x="4186" y="5940"/>
                    </a:lnTo>
                    <a:lnTo>
                      <a:pt x="4186" y="4937"/>
                    </a:lnTo>
                    <a:lnTo>
                      <a:pt x="1154" y="4937"/>
                    </a:lnTo>
                    <a:lnTo>
                      <a:pt x="115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34">
                <a:extLst>
                  <a:ext uri="{FF2B5EF4-FFF2-40B4-BE49-F238E27FC236}">
                    <a16:creationId xmlns:a16="http://schemas.microsoft.com/office/drawing/2014/main" id="{BE4A88D4-9A0F-154B-ABD2-2B16ED64494F}"/>
                  </a:ext>
                </a:extLst>
              </p:cNvPr>
              <p:cNvSpPr/>
              <p:nvPr/>
            </p:nvSpPr>
            <p:spPr>
              <a:xfrm>
                <a:off x="4235125" y="885350"/>
                <a:ext cx="177950" cy="229350"/>
              </a:xfrm>
              <a:custGeom>
                <a:avLst/>
                <a:gdLst/>
                <a:ahLst/>
                <a:cxnLst/>
                <a:rect l="l" t="t" r="r" b="b"/>
                <a:pathLst>
                  <a:path w="7118" h="9174" extrusionOk="0">
                    <a:moveTo>
                      <a:pt x="3659" y="1"/>
                    </a:moveTo>
                    <a:cubicBezTo>
                      <a:pt x="3183" y="1"/>
                      <a:pt x="2757" y="51"/>
                      <a:pt x="2356" y="176"/>
                    </a:cubicBezTo>
                    <a:cubicBezTo>
                      <a:pt x="1980" y="302"/>
                      <a:pt x="1604" y="477"/>
                      <a:pt x="1303" y="703"/>
                    </a:cubicBezTo>
                    <a:cubicBezTo>
                      <a:pt x="1003" y="953"/>
                      <a:pt x="777" y="1254"/>
                      <a:pt x="602" y="1605"/>
                    </a:cubicBezTo>
                    <a:cubicBezTo>
                      <a:pt x="451" y="1956"/>
                      <a:pt x="351" y="2357"/>
                      <a:pt x="351" y="2833"/>
                    </a:cubicBezTo>
                    <a:cubicBezTo>
                      <a:pt x="351" y="3159"/>
                      <a:pt x="401" y="3460"/>
                      <a:pt x="501" y="3735"/>
                    </a:cubicBezTo>
                    <a:cubicBezTo>
                      <a:pt x="627" y="3961"/>
                      <a:pt x="777" y="4186"/>
                      <a:pt x="1003" y="4387"/>
                    </a:cubicBezTo>
                    <a:cubicBezTo>
                      <a:pt x="1203" y="4562"/>
                      <a:pt x="1479" y="4738"/>
                      <a:pt x="1780" y="4888"/>
                    </a:cubicBezTo>
                    <a:cubicBezTo>
                      <a:pt x="2105" y="5013"/>
                      <a:pt x="2481" y="5139"/>
                      <a:pt x="2907" y="5264"/>
                    </a:cubicBezTo>
                    <a:cubicBezTo>
                      <a:pt x="3258" y="5364"/>
                      <a:pt x="3584" y="5465"/>
                      <a:pt x="3885" y="5540"/>
                    </a:cubicBezTo>
                    <a:cubicBezTo>
                      <a:pt x="4161" y="5640"/>
                      <a:pt x="4411" y="5715"/>
                      <a:pt x="4612" y="5815"/>
                    </a:cubicBezTo>
                    <a:cubicBezTo>
                      <a:pt x="4812" y="5916"/>
                      <a:pt x="4988" y="6041"/>
                      <a:pt x="5088" y="6166"/>
                    </a:cubicBezTo>
                    <a:cubicBezTo>
                      <a:pt x="5188" y="6317"/>
                      <a:pt x="5263" y="6467"/>
                      <a:pt x="5263" y="6668"/>
                    </a:cubicBezTo>
                    <a:cubicBezTo>
                      <a:pt x="5263" y="7294"/>
                      <a:pt x="4762" y="7595"/>
                      <a:pt x="3810" y="7595"/>
                    </a:cubicBezTo>
                    <a:cubicBezTo>
                      <a:pt x="3459" y="7595"/>
                      <a:pt x="3108" y="7570"/>
                      <a:pt x="2782" y="7470"/>
                    </a:cubicBezTo>
                    <a:cubicBezTo>
                      <a:pt x="2456" y="7394"/>
                      <a:pt x="2156" y="7294"/>
                      <a:pt x="1880" y="7169"/>
                    </a:cubicBezTo>
                    <a:cubicBezTo>
                      <a:pt x="1604" y="7044"/>
                      <a:pt x="1379" y="6918"/>
                      <a:pt x="1178" y="6793"/>
                    </a:cubicBezTo>
                    <a:cubicBezTo>
                      <a:pt x="978" y="6668"/>
                      <a:pt x="852" y="6567"/>
                      <a:pt x="777" y="6492"/>
                    </a:cubicBezTo>
                    <a:lnTo>
                      <a:pt x="0" y="8021"/>
                    </a:lnTo>
                    <a:cubicBezTo>
                      <a:pt x="526" y="8372"/>
                      <a:pt x="1103" y="8673"/>
                      <a:pt x="1780" y="8873"/>
                    </a:cubicBezTo>
                    <a:cubicBezTo>
                      <a:pt x="2431" y="9074"/>
                      <a:pt x="3108" y="9174"/>
                      <a:pt x="3785" y="9174"/>
                    </a:cubicBezTo>
                    <a:cubicBezTo>
                      <a:pt x="4211" y="9174"/>
                      <a:pt x="4637" y="9124"/>
                      <a:pt x="5038" y="9049"/>
                    </a:cubicBezTo>
                    <a:cubicBezTo>
                      <a:pt x="5439" y="8948"/>
                      <a:pt x="5790" y="8773"/>
                      <a:pt x="6115" y="8572"/>
                    </a:cubicBezTo>
                    <a:cubicBezTo>
                      <a:pt x="6416" y="8347"/>
                      <a:pt x="6667" y="8071"/>
                      <a:pt x="6842" y="7745"/>
                    </a:cubicBezTo>
                    <a:cubicBezTo>
                      <a:pt x="7018" y="7394"/>
                      <a:pt x="7118" y="6968"/>
                      <a:pt x="7118" y="6492"/>
                    </a:cubicBezTo>
                    <a:cubicBezTo>
                      <a:pt x="7118" y="6091"/>
                      <a:pt x="7043" y="5740"/>
                      <a:pt x="6917" y="5465"/>
                    </a:cubicBezTo>
                    <a:cubicBezTo>
                      <a:pt x="6792" y="5164"/>
                      <a:pt x="6592" y="4913"/>
                      <a:pt x="6341" y="4713"/>
                    </a:cubicBezTo>
                    <a:cubicBezTo>
                      <a:pt x="6090" y="4512"/>
                      <a:pt x="5790" y="4337"/>
                      <a:pt x="5414" y="4211"/>
                    </a:cubicBezTo>
                    <a:cubicBezTo>
                      <a:pt x="5063" y="4061"/>
                      <a:pt x="4662" y="3936"/>
                      <a:pt x="4211" y="3835"/>
                    </a:cubicBezTo>
                    <a:cubicBezTo>
                      <a:pt x="3885" y="3735"/>
                      <a:pt x="3584" y="3660"/>
                      <a:pt x="3308" y="3585"/>
                    </a:cubicBezTo>
                    <a:cubicBezTo>
                      <a:pt x="3058" y="3510"/>
                      <a:pt x="2857" y="3434"/>
                      <a:pt x="2682" y="3334"/>
                    </a:cubicBezTo>
                    <a:cubicBezTo>
                      <a:pt x="2506" y="3234"/>
                      <a:pt x="2381" y="3134"/>
                      <a:pt x="2281" y="3008"/>
                    </a:cubicBezTo>
                    <a:cubicBezTo>
                      <a:pt x="2206" y="2883"/>
                      <a:pt x="2156" y="2733"/>
                      <a:pt x="2156" y="2532"/>
                    </a:cubicBezTo>
                    <a:cubicBezTo>
                      <a:pt x="2156" y="2231"/>
                      <a:pt x="2281" y="1981"/>
                      <a:pt x="2506" y="1805"/>
                    </a:cubicBezTo>
                    <a:cubicBezTo>
                      <a:pt x="2757" y="1605"/>
                      <a:pt x="3108" y="1530"/>
                      <a:pt x="3609" y="1530"/>
                    </a:cubicBezTo>
                    <a:cubicBezTo>
                      <a:pt x="3860" y="1530"/>
                      <a:pt x="4135" y="1555"/>
                      <a:pt x="4411" y="1630"/>
                    </a:cubicBezTo>
                    <a:cubicBezTo>
                      <a:pt x="4662" y="1705"/>
                      <a:pt x="4912" y="1780"/>
                      <a:pt x="5113" y="1881"/>
                    </a:cubicBezTo>
                    <a:cubicBezTo>
                      <a:pt x="5364" y="1981"/>
                      <a:pt x="5539" y="2081"/>
                      <a:pt x="5689" y="2181"/>
                    </a:cubicBezTo>
                    <a:cubicBezTo>
                      <a:pt x="5865" y="2282"/>
                      <a:pt x="5965" y="2357"/>
                      <a:pt x="6015" y="2407"/>
                    </a:cubicBezTo>
                    <a:lnTo>
                      <a:pt x="6792" y="1003"/>
                    </a:lnTo>
                    <a:cubicBezTo>
                      <a:pt x="6416" y="728"/>
                      <a:pt x="5940" y="477"/>
                      <a:pt x="5414" y="302"/>
                    </a:cubicBezTo>
                    <a:cubicBezTo>
                      <a:pt x="4862" y="101"/>
                      <a:pt x="4286" y="1"/>
                      <a:pt x="36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34">
                <a:extLst>
                  <a:ext uri="{FF2B5EF4-FFF2-40B4-BE49-F238E27FC236}">
                    <a16:creationId xmlns:a16="http://schemas.microsoft.com/office/drawing/2014/main" id="{7573566A-DA0D-1C27-F0DA-6393D43E9CB4}"/>
                  </a:ext>
                </a:extLst>
              </p:cNvPr>
              <p:cNvSpPr/>
              <p:nvPr/>
            </p:nvSpPr>
            <p:spPr>
              <a:xfrm>
                <a:off x="4450650" y="886600"/>
                <a:ext cx="188000" cy="225600"/>
              </a:xfrm>
              <a:custGeom>
                <a:avLst/>
                <a:gdLst/>
                <a:ahLst/>
                <a:cxnLst/>
                <a:rect l="l" t="t" r="r" b="b"/>
                <a:pathLst>
                  <a:path w="7520" h="9024" extrusionOk="0">
                    <a:moveTo>
                      <a:pt x="1" y="1"/>
                    </a:moveTo>
                    <a:lnTo>
                      <a:pt x="1" y="1530"/>
                    </a:lnTo>
                    <a:lnTo>
                      <a:pt x="2908" y="1530"/>
                    </a:lnTo>
                    <a:lnTo>
                      <a:pt x="2908" y="9024"/>
                    </a:lnTo>
                    <a:lnTo>
                      <a:pt x="4637" y="9024"/>
                    </a:lnTo>
                    <a:lnTo>
                      <a:pt x="4637" y="1530"/>
                    </a:lnTo>
                    <a:lnTo>
                      <a:pt x="7520" y="1530"/>
                    </a:lnTo>
                    <a:lnTo>
                      <a:pt x="752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Google Shape;1346;p34">
                <a:extLst>
                  <a:ext uri="{FF2B5EF4-FFF2-40B4-BE49-F238E27FC236}">
                    <a16:creationId xmlns:a16="http://schemas.microsoft.com/office/drawing/2014/main" id="{3F2E68B4-E37D-1FFB-DAC0-3B5BA5AA0D45}"/>
                  </a:ext>
                </a:extLst>
              </p:cNvPr>
              <p:cNvSpPr/>
              <p:nvPr/>
            </p:nvSpPr>
            <p:spPr>
              <a:xfrm>
                <a:off x="4648025" y="886600"/>
                <a:ext cx="210550" cy="225600"/>
              </a:xfrm>
              <a:custGeom>
                <a:avLst/>
                <a:gdLst/>
                <a:ahLst/>
                <a:cxnLst/>
                <a:rect l="l" t="t" r="r" b="b"/>
                <a:pathLst>
                  <a:path w="8422" h="9024" extrusionOk="0">
                    <a:moveTo>
                      <a:pt x="4211" y="2006"/>
                    </a:moveTo>
                    <a:lnTo>
                      <a:pt x="5464" y="5540"/>
                    </a:lnTo>
                    <a:lnTo>
                      <a:pt x="2908" y="5540"/>
                    </a:lnTo>
                    <a:lnTo>
                      <a:pt x="4211" y="2006"/>
                    </a:lnTo>
                    <a:close/>
                    <a:moveTo>
                      <a:pt x="3434" y="1"/>
                    </a:moveTo>
                    <a:lnTo>
                      <a:pt x="0" y="9024"/>
                    </a:lnTo>
                    <a:lnTo>
                      <a:pt x="1805" y="9024"/>
                    </a:lnTo>
                    <a:lnTo>
                      <a:pt x="2632" y="6768"/>
                    </a:lnTo>
                    <a:lnTo>
                      <a:pt x="5790" y="6768"/>
                    </a:lnTo>
                    <a:lnTo>
                      <a:pt x="6617" y="9024"/>
                    </a:lnTo>
                    <a:lnTo>
                      <a:pt x="8422" y="9024"/>
                    </a:lnTo>
                    <a:lnTo>
                      <a:pt x="498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Google Shape;1347;p34">
                <a:extLst>
                  <a:ext uri="{FF2B5EF4-FFF2-40B4-BE49-F238E27FC236}">
                    <a16:creationId xmlns:a16="http://schemas.microsoft.com/office/drawing/2014/main" id="{B706220E-BA00-985E-F12B-DE35D6853873}"/>
                  </a:ext>
                </a:extLst>
              </p:cNvPr>
              <p:cNvSpPr/>
              <p:nvPr/>
            </p:nvSpPr>
            <p:spPr>
              <a:xfrm>
                <a:off x="4867325" y="886600"/>
                <a:ext cx="188000" cy="225600"/>
              </a:xfrm>
              <a:custGeom>
                <a:avLst/>
                <a:gdLst/>
                <a:ahLst/>
                <a:cxnLst/>
                <a:rect l="l" t="t" r="r" b="b"/>
                <a:pathLst>
                  <a:path w="7520" h="9024" extrusionOk="0">
                    <a:moveTo>
                      <a:pt x="0" y="1"/>
                    </a:moveTo>
                    <a:lnTo>
                      <a:pt x="0" y="1530"/>
                    </a:lnTo>
                    <a:lnTo>
                      <a:pt x="2883" y="1530"/>
                    </a:lnTo>
                    <a:lnTo>
                      <a:pt x="2883" y="9024"/>
                    </a:lnTo>
                    <a:lnTo>
                      <a:pt x="4637" y="9024"/>
                    </a:lnTo>
                    <a:lnTo>
                      <a:pt x="4637" y="1530"/>
                    </a:lnTo>
                    <a:lnTo>
                      <a:pt x="7519" y="1530"/>
                    </a:lnTo>
                    <a:lnTo>
                      <a:pt x="751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Google Shape;1348;p34">
                <a:extLst>
                  <a:ext uri="{FF2B5EF4-FFF2-40B4-BE49-F238E27FC236}">
                    <a16:creationId xmlns:a16="http://schemas.microsoft.com/office/drawing/2014/main" id="{29D94686-63F3-76CA-B8A6-20B6C6522292}"/>
                  </a:ext>
                </a:extLst>
              </p:cNvPr>
              <p:cNvSpPr/>
              <p:nvPr/>
            </p:nvSpPr>
            <p:spPr>
              <a:xfrm>
                <a:off x="5108550" y="886600"/>
                <a:ext cx="43900" cy="225600"/>
              </a:xfrm>
              <a:custGeom>
                <a:avLst/>
                <a:gdLst/>
                <a:ahLst/>
                <a:cxnLst/>
                <a:rect l="l" t="t" r="r" b="b"/>
                <a:pathLst>
                  <a:path w="1756" h="9024" extrusionOk="0">
                    <a:moveTo>
                      <a:pt x="1" y="1"/>
                    </a:moveTo>
                    <a:lnTo>
                      <a:pt x="1" y="9024"/>
                    </a:lnTo>
                    <a:lnTo>
                      <a:pt x="1755" y="9024"/>
                    </a:lnTo>
                    <a:lnTo>
                      <a:pt x="175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34">
                <a:extLst>
                  <a:ext uri="{FF2B5EF4-FFF2-40B4-BE49-F238E27FC236}">
                    <a16:creationId xmlns:a16="http://schemas.microsoft.com/office/drawing/2014/main" id="{17AAB09F-28C6-E356-55B2-4FC93636B01B}"/>
                  </a:ext>
                </a:extLst>
              </p:cNvPr>
              <p:cNvSpPr/>
              <p:nvPr/>
            </p:nvSpPr>
            <p:spPr>
              <a:xfrm>
                <a:off x="5211300" y="885350"/>
                <a:ext cx="219950" cy="228725"/>
              </a:xfrm>
              <a:custGeom>
                <a:avLst/>
                <a:gdLst/>
                <a:ahLst/>
                <a:cxnLst/>
                <a:rect l="l" t="t" r="r" b="b"/>
                <a:pathLst>
                  <a:path w="8798" h="9149" extrusionOk="0">
                    <a:moveTo>
                      <a:pt x="4412" y="1555"/>
                    </a:moveTo>
                    <a:cubicBezTo>
                      <a:pt x="4813" y="1555"/>
                      <a:pt x="5189" y="1630"/>
                      <a:pt x="5490" y="1805"/>
                    </a:cubicBezTo>
                    <a:cubicBezTo>
                      <a:pt x="5841" y="1956"/>
                      <a:pt x="6116" y="2181"/>
                      <a:pt x="6317" y="2457"/>
                    </a:cubicBezTo>
                    <a:cubicBezTo>
                      <a:pt x="6567" y="2758"/>
                      <a:pt x="6743" y="3059"/>
                      <a:pt x="6843" y="3434"/>
                    </a:cubicBezTo>
                    <a:cubicBezTo>
                      <a:pt x="6968" y="3785"/>
                      <a:pt x="7044" y="4186"/>
                      <a:pt x="7044" y="4562"/>
                    </a:cubicBezTo>
                    <a:cubicBezTo>
                      <a:pt x="7044" y="4938"/>
                      <a:pt x="6968" y="5314"/>
                      <a:pt x="6868" y="5665"/>
                    </a:cubicBezTo>
                    <a:cubicBezTo>
                      <a:pt x="6743" y="6016"/>
                      <a:pt x="6592" y="6342"/>
                      <a:pt x="6342" y="6643"/>
                    </a:cubicBezTo>
                    <a:cubicBezTo>
                      <a:pt x="6141" y="6918"/>
                      <a:pt x="5866" y="7169"/>
                      <a:pt x="5540" y="7344"/>
                    </a:cubicBezTo>
                    <a:cubicBezTo>
                      <a:pt x="5214" y="7495"/>
                      <a:pt x="4838" y="7595"/>
                      <a:pt x="4412" y="7595"/>
                    </a:cubicBezTo>
                    <a:cubicBezTo>
                      <a:pt x="3986" y="7595"/>
                      <a:pt x="3610" y="7495"/>
                      <a:pt x="3284" y="7344"/>
                    </a:cubicBezTo>
                    <a:cubicBezTo>
                      <a:pt x="2958" y="7169"/>
                      <a:pt x="2683" y="6943"/>
                      <a:pt x="2457" y="6668"/>
                    </a:cubicBezTo>
                    <a:cubicBezTo>
                      <a:pt x="2257" y="6392"/>
                      <a:pt x="2081" y="6066"/>
                      <a:pt x="1956" y="5690"/>
                    </a:cubicBezTo>
                    <a:cubicBezTo>
                      <a:pt x="1831" y="5339"/>
                      <a:pt x="1780" y="4963"/>
                      <a:pt x="1780" y="4562"/>
                    </a:cubicBezTo>
                    <a:cubicBezTo>
                      <a:pt x="1780" y="4186"/>
                      <a:pt x="1831" y="3835"/>
                      <a:pt x="1931" y="3460"/>
                    </a:cubicBezTo>
                    <a:cubicBezTo>
                      <a:pt x="2056" y="3109"/>
                      <a:pt x="2232" y="2783"/>
                      <a:pt x="2457" y="2507"/>
                    </a:cubicBezTo>
                    <a:cubicBezTo>
                      <a:pt x="2683" y="2206"/>
                      <a:pt x="2958" y="1981"/>
                      <a:pt x="3284" y="1830"/>
                    </a:cubicBezTo>
                    <a:cubicBezTo>
                      <a:pt x="3610" y="1630"/>
                      <a:pt x="3986" y="1555"/>
                      <a:pt x="4412" y="1555"/>
                    </a:cubicBezTo>
                    <a:close/>
                    <a:moveTo>
                      <a:pt x="4437" y="1"/>
                    </a:moveTo>
                    <a:cubicBezTo>
                      <a:pt x="3810" y="1"/>
                      <a:pt x="3209" y="126"/>
                      <a:pt x="2658" y="377"/>
                    </a:cubicBezTo>
                    <a:cubicBezTo>
                      <a:pt x="2131" y="627"/>
                      <a:pt x="1655" y="953"/>
                      <a:pt x="1254" y="1379"/>
                    </a:cubicBezTo>
                    <a:cubicBezTo>
                      <a:pt x="878" y="1805"/>
                      <a:pt x="552" y="2282"/>
                      <a:pt x="327" y="2833"/>
                    </a:cubicBezTo>
                    <a:cubicBezTo>
                      <a:pt x="101" y="3384"/>
                      <a:pt x="1" y="3961"/>
                      <a:pt x="1" y="4562"/>
                    </a:cubicBezTo>
                    <a:cubicBezTo>
                      <a:pt x="1" y="5139"/>
                      <a:pt x="101" y="5715"/>
                      <a:pt x="327" y="6267"/>
                    </a:cubicBezTo>
                    <a:cubicBezTo>
                      <a:pt x="527" y="6793"/>
                      <a:pt x="828" y="7294"/>
                      <a:pt x="1204" y="7720"/>
                    </a:cubicBezTo>
                    <a:cubicBezTo>
                      <a:pt x="1605" y="8146"/>
                      <a:pt x="2056" y="8497"/>
                      <a:pt x="2582" y="8748"/>
                    </a:cubicBezTo>
                    <a:cubicBezTo>
                      <a:pt x="3134" y="9023"/>
                      <a:pt x="3735" y="9149"/>
                      <a:pt x="4387" y="9149"/>
                    </a:cubicBezTo>
                    <a:cubicBezTo>
                      <a:pt x="5039" y="9149"/>
                      <a:pt x="5615" y="9023"/>
                      <a:pt x="6166" y="8773"/>
                    </a:cubicBezTo>
                    <a:cubicBezTo>
                      <a:pt x="6693" y="8522"/>
                      <a:pt x="7169" y="8171"/>
                      <a:pt x="7570" y="7770"/>
                    </a:cubicBezTo>
                    <a:cubicBezTo>
                      <a:pt x="7946" y="7344"/>
                      <a:pt x="8247" y="6868"/>
                      <a:pt x="8472" y="6317"/>
                    </a:cubicBezTo>
                    <a:cubicBezTo>
                      <a:pt x="8698" y="5765"/>
                      <a:pt x="8798" y="5189"/>
                      <a:pt x="8798" y="4587"/>
                    </a:cubicBezTo>
                    <a:cubicBezTo>
                      <a:pt x="8798" y="4011"/>
                      <a:pt x="8698" y="3460"/>
                      <a:pt x="8497" y="2908"/>
                    </a:cubicBezTo>
                    <a:cubicBezTo>
                      <a:pt x="8272" y="2357"/>
                      <a:pt x="7971" y="1881"/>
                      <a:pt x="7595" y="1429"/>
                    </a:cubicBezTo>
                    <a:cubicBezTo>
                      <a:pt x="7219" y="1003"/>
                      <a:pt x="6768" y="652"/>
                      <a:pt x="6217" y="402"/>
                    </a:cubicBezTo>
                    <a:cubicBezTo>
                      <a:pt x="5690" y="126"/>
                      <a:pt x="5089" y="1"/>
                      <a:pt x="443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34">
                <a:extLst>
                  <a:ext uri="{FF2B5EF4-FFF2-40B4-BE49-F238E27FC236}">
                    <a16:creationId xmlns:a16="http://schemas.microsoft.com/office/drawing/2014/main" id="{A1E492BC-A644-9C34-CEF3-F56FA34BC099}"/>
                  </a:ext>
                </a:extLst>
              </p:cNvPr>
              <p:cNvSpPr/>
              <p:nvPr/>
            </p:nvSpPr>
            <p:spPr>
              <a:xfrm>
                <a:off x="5490750" y="886600"/>
                <a:ext cx="195525" cy="225600"/>
              </a:xfrm>
              <a:custGeom>
                <a:avLst/>
                <a:gdLst/>
                <a:ahLst/>
                <a:cxnLst/>
                <a:rect l="l" t="t" r="r" b="b"/>
                <a:pathLst>
                  <a:path w="7821" h="9024" extrusionOk="0">
                    <a:moveTo>
                      <a:pt x="1" y="1"/>
                    </a:moveTo>
                    <a:lnTo>
                      <a:pt x="1" y="9024"/>
                    </a:lnTo>
                    <a:lnTo>
                      <a:pt x="1755" y="9024"/>
                    </a:lnTo>
                    <a:lnTo>
                      <a:pt x="1755" y="3234"/>
                    </a:lnTo>
                    <a:lnTo>
                      <a:pt x="6392" y="9024"/>
                    </a:lnTo>
                    <a:lnTo>
                      <a:pt x="7821" y="9024"/>
                    </a:lnTo>
                    <a:lnTo>
                      <a:pt x="7821" y="26"/>
                    </a:lnTo>
                    <a:lnTo>
                      <a:pt x="6066" y="26"/>
                    </a:lnTo>
                    <a:lnTo>
                      <a:pt x="6066" y="5916"/>
                    </a:lnTo>
                    <a:lnTo>
                      <a:pt x="13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34">
                <a:extLst>
                  <a:ext uri="{FF2B5EF4-FFF2-40B4-BE49-F238E27FC236}">
                    <a16:creationId xmlns:a16="http://schemas.microsoft.com/office/drawing/2014/main" id="{BE06763D-1A47-3DB7-581A-2D8AFA448F8E}"/>
                  </a:ext>
                </a:extLst>
              </p:cNvPr>
              <p:cNvSpPr/>
              <p:nvPr/>
            </p:nvSpPr>
            <p:spPr>
              <a:xfrm>
                <a:off x="6297150" y="1991250"/>
                <a:ext cx="114700" cy="1138500"/>
              </a:xfrm>
              <a:custGeom>
                <a:avLst/>
                <a:gdLst/>
                <a:ahLst/>
                <a:cxnLst/>
                <a:rect l="l" t="t" r="r" b="b"/>
                <a:pathLst>
                  <a:path w="4588" h="45540" extrusionOk="0">
                    <a:moveTo>
                      <a:pt x="1" y="1"/>
                    </a:moveTo>
                    <a:lnTo>
                      <a:pt x="1" y="45540"/>
                    </a:lnTo>
                    <a:lnTo>
                      <a:pt x="4587" y="45540"/>
                    </a:lnTo>
                    <a:lnTo>
                      <a:pt x="45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34">
                <a:extLst>
                  <a:ext uri="{FF2B5EF4-FFF2-40B4-BE49-F238E27FC236}">
                    <a16:creationId xmlns:a16="http://schemas.microsoft.com/office/drawing/2014/main" id="{111626FE-8D5A-AA3A-39CF-B4259ACD4D2B}"/>
                  </a:ext>
                </a:extLst>
              </p:cNvPr>
              <p:cNvSpPr/>
              <p:nvPr/>
            </p:nvSpPr>
            <p:spPr>
              <a:xfrm>
                <a:off x="4166825" y="5218725"/>
                <a:ext cx="2245025" cy="244375"/>
              </a:xfrm>
              <a:custGeom>
                <a:avLst/>
                <a:gdLst/>
                <a:ahLst/>
                <a:cxnLst/>
                <a:rect l="l" t="t" r="r" b="b"/>
                <a:pathLst>
                  <a:path w="89801" h="9775" extrusionOk="0">
                    <a:moveTo>
                      <a:pt x="89800" y="0"/>
                    </a:moveTo>
                    <a:lnTo>
                      <a:pt x="0" y="401"/>
                    </a:lnTo>
                    <a:lnTo>
                      <a:pt x="0" y="9775"/>
                    </a:lnTo>
                    <a:lnTo>
                      <a:pt x="89800" y="9775"/>
                    </a:lnTo>
                    <a:lnTo>
                      <a:pt x="8980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34">
                <a:extLst>
                  <a:ext uri="{FF2B5EF4-FFF2-40B4-BE49-F238E27FC236}">
                    <a16:creationId xmlns:a16="http://schemas.microsoft.com/office/drawing/2014/main" id="{B73C287C-A3EB-CEB9-CE5A-505DD2861C63}"/>
                  </a:ext>
                </a:extLst>
              </p:cNvPr>
              <p:cNvSpPr/>
              <p:nvPr/>
            </p:nvSpPr>
            <p:spPr>
              <a:xfrm>
                <a:off x="4166825" y="3055800"/>
                <a:ext cx="2245025" cy="2172975"/>
              </a:xfrm>
              <a:custGeom>
                <a:avLst/>
                <a:gdLst/>
                <a:ahLst/>
                <a:cxnLst/>
                <a:rect l="l" t="t" r="r" b="b"/>
                <a:pathLst>
                  <a:path w="89801" h="86919" extrusionOk="0">
                    <a:moveTo>
                      <a:pt x="72306" y="0"/>
                    </a:moveTo>
                    <a:lnTo>
                      <a:pt x="0" y="86918"/>
                    </a:lnTo>
                    <a:lnTo>
                      <a:pt x="89800" y="86918"/>
                    </a:lnTo>
                    <a:lnTo>
                      <a:pt x="8980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Google Shape;1354;p34">
                <a:extLst>
                  <a:ext uri="{FF2B5EF4-FFF2-40B4-BE49-F238E27FC236}">
                    <a16:creationId xmlns:a16="http://schemas.microsoft.com/office/drawing/2014/main" id="{05C34C32-3B6B-B766-8BCE-FD616B247E0E}"/>
                  </a:ext>
                </a:extLst>
              </p:cNvPr>
              <p:cNvSpPr/>
              <p:nvPr/>
            </p:nvSpPr>
            <p:spPr>
              <a:xfrm>
                <a:off x="4741375" y="4978125"/>
                <a:ext cx="15996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63987" h="1" fill="none" extrusionOk="0">
                    <a:moveTo>
                      <a:pt x="1" y="0"/>
                    </a:moveTo>
                    <a:lnTo>
                      <a:pt x="63986" y="0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Google Shape;1355;p34">
                <a:extLst>
                  <a:ext uri="{FF2B5EF4-FFF2-40B4-BE49-F238E27FC236}">
                    <a16:creationId xmlns:a16="http://schemas.microsoft.com/office/drawing/2014/main" id="{44AB82DC-368D-2912-9343-C72D6F8B6F90}"/>
                  </a:ext>
                </a:extLst>
              </p:cNvPr>
              <p:cNvSpPr/>
              <p:nvPr/>
            </p:nvSpPr>
            <p:spPr>
              <a:xfrm>
                <a:off x="5002025" y="4716825"/>
                <a:ext cx="13384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53536" h="1" fill="none" extrusionOk="0">
                    <a:moveTo>
                      <a:pt x="1" y="1"/>
                    </a:moveTo>
                    <a:lnTo>
                      <a:pt x="53535" y="1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Google Shape;1356;p34">
                <a:extLst>
                  <a:ext uri="{FF2B5EF4-FFF2-40B4-BE49-F238E27FC236}">
                    <a16:creationId xmlns:a16="http://schemas.microsoft.com/office/drawing/2014/main" id="{BB7BA8F2-D767-EBC3-6EF3-CF5D6187B72C}"/>
                  </a:ext>
                </a:extLst>
              </p:cNvPr>
              <p:cNvSpPr/>
              <p:nvPr/>
            </p:nvSpPr>
            <p:spPr>
              <a:xfrm>
                <a:off x="5263325" y="4455550"/>
                <a:ext cx="10745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42983" h="1" fill="none" extrusionOk="0">
                    <a:moveTo>
                      <a:pt x="0" y="1"/>
                    </a:moveTo>
                    <a:lnTo>
                      <a:pt x="42983" y="1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Google Shape;1357;p34">
                <a:extLst>
                  <a:ext uri="{FF2B5EF4-FFF2-40B4-BE49-F238E27FC236}">
                    <a16:creationId xmlns:a16="http://schemas.microsoft.com/office/drawing/2014/main" id="{AD7D24DF-6971-C3C9-5295-71FF07ED3FAB}"/>
                  </a:ext>
                </a:extLst>
              </p:cNvPr>
              <p:cNvSpPr/>
              <p:nvPr/>
            </p:nvSpPr>
            <p:spPr>
              <a:xfrm>
                <a:off x="5482625" y="4194900"/>
                <a:ext cx="8559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34236" h="1" fill="none" extrusionOk="0">
                    <a:moveTo>
                      <a:pt x="0" y="1"/>
                    </a:moveTo>
                    <a:lnTo>
                      <a:pt x="34236" y="1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Google Shape;1358;p34">
                <a:extLst>
                  <a:ext uri="{FF2B5EF4-FFF2-40B4-BE49-F238E27FC236}">
                    <a16:creationId xmlns:a16="http://schemas.microsoft.com/office/drawing/2014/main" id="{DE07DA82-1F4E-3E04-3992-947D3A9C1608}"/>
                  </a:ext>
                </a:extLst>
              </p:cNvPr>
              <p:cNvSpPr/>
              <p:nvPr/>
            </p:nvSpPr>
            <p:spPr>
              <a:xfrm>
                <a:off x="5659925" y="3933625"/>
                <a:ext cx="6773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7094" h="1" fill="none" extrusionOk="0">
                    <a:moveTo>
                      <a:pt x="1" y="0"/>
                    </a:moveTo>
                    <a:lnTo>
                      <a:pt x="27094" y="0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34">
                <a:extLst>
                  <a:ext uri="{FF2B5EF4-FFF2-40B4-BE49-F238E27FC236}">
                    <a16:creationId xmlns:a16="http://schemas.microsoft.com/office/drawing/2014/main" id="{8CA9E0C6-B26A-FE15-C70B-639FED2DC488}"/>
                  </a:ext>
                </a:extLst>
              </p:cNvPr>
              <p:cNvSpPr/>
              <p:nvPr/>
            </p:nvSpPr>
            <p:spPr>
              <a:xfrm>
                <a:off x="5921225" y="3672350"/>
                <a:ext cx="4204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6818" h="1" fill="none" extrusionOk="0">
                    <a:moveTo>
                      <a:pt x="0" y="0"/>
                    </a:moveTo>
                    <a:lnTo>
                      <a:pt x="16817" y="0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34">
                <a:extLst>
                  <a:ext uri="{FF2B5EF4-FFF2-40B4-BE49-F238E27FC236}">
                    <a16:creationId xmlns:a16="http://schemas.microsoft.com/office/drawing/2014/main" id="{F18260BB-FF46-5C94-71BE-3A54622B8E40}"/>
                  </a:ext>
                </a:extLst>
              </p:cNvPr>
              <p:cNvSpPr/>
              <p:nvPr/>
            </p:nvSpPr>
            <p:spPr>
              <a:xfrm>
                <a:off x="6098525" y="3411700"/>
                <a:ext cx="2431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9726" h="1" fill="none" extrusionOk="0">
                    <a:moveTo>
                      <a:pt x="1" y="0"/>
                    </a:moveTo>
                    <a:lnTo>
                      <a:pt x="9725" y="0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34">
                <a:extLst>
                  <a:ext uri="{FF2B5EF4-FFF2-40B4-BE49-F238E27FC236}">
                    <a16:creationId xmlns:a16="http://schemas.microsoft.com/office/drawing/2014/main" id="{371E993A-88F3-F866-FCC0-C1AA0E5453F9}"/>
                  </a:ext>
                </a:extLst>
              </p:cNvPr>
              <p:cNvSpPr/>
              <p:nvPr/>
            </p:nvSpPr>
            <p:spPr>
              <a:xfrm>
                <a:off x="6216325" y="3228725"/>
                <a:ext cx="1253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5014" h="1" fill="none" extrusionOk="0">
                    <a:moveTo>
                      <a:pt x="1" y="1"/>
                    </a:moveTo>
                    <a:lnTo>
                      <a:pt x="5013" y="1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62" name="Google Shape;1362;p34">
            <a:extLst>
              <a:ext uri="{FF2B5EF4-FFF2-40B4-BE49-F238E27FC236}">
                <a16:creationId xmlns:a16="http://schemas.microsoft.com/office/drawing/2014/main" id="{923ECB04-4101-C99C-6620-14EAF10F6562}"/>
              </a:ext>
            </a:extLst>
          </p:cNvPr>
          <p:cNvSpPr/>
          <p:nvPr/>
        </p:nvSpPr>
        <p:spPr>
          <a:xfrm>
            <a:off x="3743350" y="359025"/>
            <a:ext cx="1149750" cy="1149725"/>
          </a:xfrm>
          <a:custGeom>
            <a:avLst/>
            <a:gdLst/>
            <a:ahLst/>
            <a:cxnLst/>
            <a:rect l="l" t="t" r="r" b="b"/>
            <a:pathLst>
              <a:path w="45990" h="45989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3" name="Google Shape;1363;p34">
            <a:extLst>
              <a:ext uri="{FF2B5EF4-FFF2-40B4-BE49-F238E27FC236}">
                <a16:creationId xmlns:a16="http://schemas.microsoft.com/office/drawing/2014/main" id="{1EBE92D5-C468-1376-BE05-21A0BCE245F6}"/>
              </a:ext>
            </a:extLst>
          </p:cNvPr>
          <p:cNvSpPr/>
          <p:nvPr/>
        </p:nvSpPr>
        <p:spPr>
          <a:xfrm>
            <a:off x="1704525" y="271725"/>
            <a:ext cx="3403700" cy="364450"/>
          </a:xfrm>
          <a:custGeom>
            <a:avLst/>
            <a:gdLst/>
            <a:ahLst/>
            <a:cxnLst/>
            <a:rect l="l" t="t" r="r" b="b"/>
            <a:pathLst>
              <a:path w="136148" h="14578" extrusionOk="0">
                <a:moveTo>
                  <a:pt x="102228" y="0"/>
                </a:moveTo>
                <a:cubicBezTo>
                  <a:pt x="82573" y="0"/>
                  <a:pt x="77181" y="2414"/>
                  <a:pt x="85034" y="3088"/>
                </a:cubicBezTo>
                <a:cubicBezTo>
                  <a:pt x="92886" y="3762"/>
                  <a:pt x="106946" y="7900"/>
                  <a:pt x="64140" y="7900"/>
                </a:cubicBezTo>
                <a:cubicBezTo>
                  <a:pt x="46663" y="7900"/>
                  <a:pt x="0" y="14577"/>
                  <a:pt x="71460" y="14577"/>
                </a:cubicBezTo>
                <a:lnTo>
                  <a:pt x="116790" y="14577"/>
                </a:lnTo>
                <a:cubicBezTo>
                  <a:pt x="136147" y="14577"/>
                  <a:pt x="125849" y="8997"/>
                  <a:pt x="112542" y="8997"/>
                </a:cubicBezTo>
                <a:cubicBezTo>
                  <a:pt x="106225" y="8997"/>
                  <a:pt x="134110" y="0"/>
                  <a:pt x="102228" y="0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4" name="Google Shape;1364;p34">
            <a:extLst>
              <a:ext uri="{FF2B5EF4-FFF2-40B4-BE49-F238E27FC236}">
                <a16:creationId xmlns:a16="http://schemas.microsoft.com/office/drawing/2014/main" id="{6553446E-6222-F76B-BD42-2961E3DD1B57}"/>
              </a:ext>
            </a:extLst>
          </p:cNvPr>
          <p:cNvSpPr/>
          <p:nvPr/>
        </p:nvSpPr>
        <p:spPr>
          <a:xfrm rot="-2231248" flipH="1">
            <a:off x="5706368" y="747535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69511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9" name="Google Shape;1199;p31"/>
          <p:cNvGrpSpPr/>
          <p:nvPr/>
        </p:nvGrpSpPr>
        <p:grpSpPr>
          <a:xfrm>
            <a:off x="543463" y="3301326"/>
            <a:ext cx="8057030" cy="1458716"/>
            <a:chOff x="3775764" y="2993756"/>
            <a:chExt cx="3262087" cy="590621"/>
          </a:xfrm>
        </p:grpSpPr>
        <p:sp>
          <p:nvSpPr>
            <p:cNvPr id="1200" name="Google Shape;1200;p31"/>
            <p:cNvSpPr/>
            <p:nvPr/>
          </p:nvSpPr>
          <p:spPr>
            <a:xfrm>
              <a:off x="3775764" y="3227752"/>
              <a:ext cx="3262087" cy="356625"/>
            </a:xfrm>
            <a:custGeom>
              <a:avLst/>
              <a:gdLst/>
              <a:ahLst/>
              <a:cxnLst/>
              <a:rect l="l" t="t" r="r" b="b"/>
              <a:pathLst>
                <a:path w="123028" h="14265" extrusionOk="0">
                  <a:moveTo>
                    <a:pt x="114046" y="1"/>
                  </a:moveTo>
                  <a:lnTo>
                    <a:pt x="114046" y="1239"/>
                  </a:lnTo>
                  <a:lnTo>
                    <a:pt x="114579" y="1239"/>
                  </a:lnTo>
                  <a:lnTo>
                    <a:pt x="114579" y="3167"/>
                  </a:lnTo>
                  <a:lnTo>
                    <a:pt x="109877" y="3167"/>
                  </a:lnTo>
                  <a:lnTo>
                    <a:pt x="109877" y="2728"/>
                  </a:lnTo>
                  <a:lnTo>
                    <a:pt x="108984" y="2728"/>
                  </a:lnTo>
                  <a:lnTo>
                    <a:pt x="108984" y="1913"/>
                  </a:lnTo>
                  <a:cubicBezTo>
                    <a:pt x="108984" y="1411"/>
                    <a:pt x="108513" y="1004"/>
                    <a:pt x="107980" y="1098"/>
                  </a:cubicBezTo>
                  <a:lnTo>
                    <a:pt x="107980" y="1098"/>
                  </a:lnTo>
                  <a:cubicBezTo>
                    <a:pt x="107573" y="1161"/>
                    <a:pt x="107291" y="1553"/>
                    <a:pt x="107291" y="1960"/>
                  </a:cubicBezTo>
                  <a:lnTo>
                    <a:pt x="107291" y="1960"/>
                  </a:lnTo>
                  <a:lnTo>
                    <a:pt x="107291" y="2728"/>
                  </a:lnTo>
                  <a:lnTo>
                    <a:pt x="106397" y="2728"/>
                  </a:lnTo>
                  <a:lnTo>
                    <a:pt x="106397" y="3167"/>
                  </a:lnTo>
                  <a:lnTo>
                    <a:pt x="105237" y="3167"/>
                  </a:lnTo>
                  <a:lnTo>
                    <a:pt x="105237" y="1615"/>
                  </a:lnTo>
                  <a:lnTo>
                    <a:pt x="103921" y="1615"/>
                  </a:lnTo>
                  <a:lnTo>
                    <a:pt x="103921" y="3167"/>
                  </a:lnTo>
                  <a:lnTo>
                    <a:pt x="100112" y="3167"/>
                  </a:lnTo>
                  <a:lnTo>
                    <a:pt x="100112" y="1521"/>
                  </a:lnTo>
                  <a:cubicBezTo>
                    <a:pt x="100112" y="675"/>
                    <a:pt x="99438" y="1"/>
                    <a:pt x="98591" y="1"/>
                  </a:cubicBezTo>
                  <a:lnTo>
                    <a:pt x="98591" y="1"/>
                  </a:lnTo>
                  <a:lnTo>
                    <a:pt x="88403" y="1"/>
                  </a:lnTo>
                  <a:cubicBezTo>
                    <a:pt x="87870" y="1"/>
                    <a:pt x="87431" y="440"/>
                    <a:pt x="87463" y="988"/>
                  </a:cubicBezTo>
                  <a:lnTo>
                    <a:pt x="87463" y="988"/>
                  </a:lnTo>
                  <a:cubicBezTo>
                    <a:pt x="87494" y="1490"/>
                    <a:pt x="87949" y="1882"/>
                    <a:pt x="88466" y="1882"/>
                  </a:cubicBezTo>
                  <a:lnTo>
                    <a:pt x="88466" y="1882"/>
                  </a:lnTo>
                  <a:lnTo>
                    <a:pt x="92149" y="1882"/>
                  </a:lnTo>
                  <a:cubicBezTo>
                    <a:pt x="92964" y="1882"/>
                    <a:pt x="93638" y="2540"/>
                    <a:pt x="93638" y="3355"/>
                  </a:cubicBezTo>
                  <a:lnTo>
                    <a:pt x="93638" y="3355"/>
                  </a:lnTo>
                  <a:lnTo>
                    <a:pt x="93638" y="5785"/>
                  </a:lnTo>
                  <a:cubicBezTo>
                    <a:pt x="93638" y="5988"/>
                    <a:pt x="93466" y="6161"/>
                    <a:pt x="93247" y="6161"/>
                  </a:cubicBezTo>
                  <a:lnTo>
                    <a:pt x="93247" y="6161"/>
                  </a:lnTo>
                  <a:lnTo>
                    <a:pt x="88293" y="6161"/>
                  </a:lnTo>
                  <a:cubicBezTo>
                    <a:pt x="87839" y="6161"/>
                    <a:pt x="87463" y="6537"/>
                    <a:pt x="87463" y="6992"/>
                  </a:cubicBezTo>
                  <a:lnTo>
                    <a:pt x="87463" y="6992"/>
                  </a:lnTo>
                  <a:lnTo>
                    <a:pt x="87463" y="9468"/>
                  </a:lnTo>
                  <a:cubicBezTo>
                    <a:pt x="87463" y="10299"/>
                    <a:pt x="87823" y="11036"/>
                    <a:pt x="88403" y="11537"/>
                  </a:cubicBezTo>
                  <a:lnTo>
                    <a:pt x="88403" y="11537"/>
                  </a:lnTo>
                  <a:cubicBezTo>
                    <a:pt x="88388" y="11615"/>
                    <a:pt x="88388" y="11678"/>
                    <a:pt x="88372" y="11741"/>
                  </a:cubicBezTo>
                  <a:lnTo>
                    <a:pt x="88372" y="11741"/>
                  </a:lnTo>
                  <a:lnTo>
                    <a:pt x="85221" y="11741"/>
                  </a:lnTo>
                  <a:lnTo>
                    <a:pt x="85221" y="3512"/>
                  </a:lnTo>
                  <a:cubicBezTo>
                    <a:pt x="85221" y="2430"/>
                    <a:pt x="84359" y="1553"/>
                    <a:pt x="83278" y="1553"/>
                  </a:cubicBezTo>
                  <a:lnTo>
                    <a:pt x="83278" y="1553"/>
                  </a:lnTo>
                  <a:lnTo>
                    <a:pt x="46083" y="1553"/>
                  </a:lnTo>
                  <a:cubicBezTo>
                    <a:pt x="45017" y="1553"/>
                    <a:pt x="44139" y="2430"/>
                    <a:pt x="44139" y="3512"/>
                  </a:cubicBezTo>
                  <a:lnTo>
                    <a:pt x="44139" y="3512"/>
                  </a:lnTo>
                  <a:lnTo>
                    <a:pt x="44139" y="10330"/>
                  </a:lnTo>
                  <a:lnTo>
                    <a:pt x="42211" y="10330"/>
                  </a:lnTo>
                  <a:lnTo>
                    <a:pt x="42211" y="3512"/>
                  </a:lnTo>
                  <a:cubicBezTo>
                    <a:pt x="42211" y="2430"/>
                    <a:pt x="41333" y="1553"/>
                    <a:pt x="40267" y="1553"/>
                  </a:cubicBezTo>
                  <a:lnTo>
                    <a:pt x="40267" y="1553"/>
                  </a:lnTo>
                  <a:lnTo>
                    <a:pt x="3072" y="1553"/>
                  </a:lnTo>
                  <a:cubicBezTo>
                    <a:pt x="2006" y="1553"/>
                    <a:pt x="1129" y="2430"/>
                    <a:pt x="1129" y="3512"/>
                  </a:cubicBezTo>
                  <a:lnTo>
                    <a:pt x="1129" y="3512"/>
                  </a:lnTo>
                  <a:lnTo>
                    <a:pt x="1129" y="10330"/>
                  </a:lnTo>
                  <a:lnTo>
                    <a:pt x="0" y="10330"/>
                  </a:lnTo>
                  <a:lnTo>
                    <a:pt x="0" y="11130"/>
                  </a:lnTo>
                  <a:lnTo>
                    <a:pt x="1129" y="11130"/>
                  </a:lnTo>
                  <a:lnTo>
                    <a:pt x="1129" y="12650"/>
                  </a:lnTo>
                  <a:lnTo>
                    <a:pt x="1865" y="12650"/>
                  </a:lnTo>
                  <a:cubicBezTo>
                    <a:pt x="1865" y="13481"/>
                    <a:pt x="2555" y="14170"/>
                    <a:pt x="3386" y="14170"/>
                  </a:cubicBezTo>
                  <a:lnTo>
                    <a:pt x="3386" y="14170"/>
                  </a:lnTo>
                  <a:cubicBezTo>
                    <a:pt x="4232" y="14170"/>
                    <a:pt x="4906" y="13481"/>
                    <a:pt x="4906" y="12650"/>
                  </a:cubicBezTo>
                  <a:lnTo>
                    <a:pt x="4906" y="12650"/>
                  </a:lnTo>
                  <a:lnTo>
                    <a:pt x="6113" y="12650"/>
                  </a:lnTo>
                  <a:cubicBezTo>
                    <a:pt x="6113" y="13481"/>
                    <a:pt x="6803" y="14170"/>
                    <a:pt x="7633" y="14170"/>
                  </a:cubicBezTo>
                  <a:lnTo>
                    <a:pt x="7633" y="14170"/>
                  </a:lnTo>
                  <a:cubicBezTo>
                    <a:pt x="8480" y="14170"/>
                    <a:pt x="9154" y="13481"/>
                    <a:pt x="9154" y="12650"/>
                  </a:cubicBezTo>
                  <a:lnTo>
                    <a:pt x="9154" y="12650"/>
                  </a:lnTo>
                  <a:lnTo>
                    <a:pt x="33966" y="12650"/>
                  </a:lnTo>
                  <a:cubicBezTo>
                    <a:pt x="33966" y="13481"/>
                    <a:pt x="34640" y="14170"/>
                    <a:pt x="35487" y="14170"/>
                  </a:cubicBezTo>
                  <a:lnTo>
                    <a:pt x="35487" y="14170"/>
                  </a:lnTo>
                  <a:cubicBezTo>
                    <a:pt x="36317" y="14170"/>
                    <a:pt x="37007" y="13481"/>
                    <a:pt x="37007" y="12650"/>
                  </a:cubicBezTo>
                  <a:lnTo>
                    <a:pt x="37007" y="12650"/>
                  </a:lnTo>
                  <a:lnTo>
                    <a:pt x="38198" y="12650"/>
                  </a:lnTo>
                  <a:cubicBezTo>
                    <a:pt x="38198" y="13481"/>
                    <a:pt x="38888" y="14170"/>
                    <a:pt x="39734" y="14170"/>
                  </a:cubicBezTo>
                  <a:lnTo>
                    <a:pt x="39734" y="14170"/>
                  </a:lnTo>
                  <a:cubicBezTo>
                    <a:pt x="40565" y="14170"/>
                    <a:pt x="41255" y="13481"/>
                    <a:pt x="41255" y="12650"/>
                  </a:cubicBezTo>
                  <a:lnTo>
                    <a:pt x="41255" y="12650"/>
                  </a:lnTo>
                  <a:lnTo>
                    <a:pt x="42211" y="12650"/>
                  </a:lnTo>
                  <a:lnTo>
                    <a:pt x="42211" y="11130"/>
                  </a:lnTo>
                  <a:lnTo>
                    <a:pt x="44139" y="11130"/>
                  </a:lnTo>
                  <a:lnTo>
                    <a:pt x="44139" y="12650"/>
                  </a:lnTo>
                  <a:lnTo>
                    <a:pt x="44876" y="12650"/>
                  </a:lnTo>
                  <a:cubicBezTo>
                    <a:pt x="44876" y="13481"/>
                    <a:pt x="45565" y="14170"/>
                    <a:pt x="46412" y="14170"/>
                  </a:cubicBezTo>
                  <a:lnTo>
                    <a:pt x="46412" y="14170"/>
                  </a:lnTo>
                  <a:cubicBezTo>
                    <a:pt x="47242" y="14170"/>
                    <a:pt x="47932" y="13481"/>
                    <a:pt x="47932" y="12650"/>
                  </a:cubicBezTo>
                  <a:lnTo>
                    <a:pt x="47932" y="12650"/>
                  </a:lnTo>
                  <a:lnTo>
                    <a:pt x="49123" y="12650"/>
                  </a:lnTo>
                  <a:cubicBezTo>
                    <a:pt x="49123" y="13481"/>
                    <a:pt x="49813" y="14170"/>
                    <a:pt x="50644" y="14170"/>
                  </a:cubicBezTo>
                  <a:lnTo>
                    <a:pt x="50644" y="14170"/>
                  </a:lnTo>
                  <a:cubicBezTo>
                    <a:pt x="51490" y="14170"/>
                    <a:pt x="52164" y="13481"/>
                    <a:pt x="52164" y="12650"/>
                  </a:cubicBezTo>
                  <a:lnTo>
                    <a:pt x="52164" y="12650"/>
                  </a:lnTo>
                  <a:lnTo>
                    <a:pt x="76977" y="12650"/>
                  </a:lnTo>
                  <a:cubicBezTo>
                    <a:pt x="76977" y="13481"/>
                    <a:pt x="77651" y="14170"/>
                    <a:pt x="78497" y="14170"/>
                  </a:cubicBezTo>
                  <a:lnTo>
                    <a:pt x="78497" y="14170"/>
                  </a:lnTo>
                  <a:cubicBezTo>
                    <a:pt x="79343" y="14170"/>
                    <a:pt x="80017" y="13481"/>
                    <a:pt x="80017" y="12650"/>
                  </a:cubicBezTo>
                  <a:lnTo>
                    <a:pt x="80017" y="12650"/>
                  </a:lnTo>
                  <a:lnTo>
                    <a:pt x="81224" y="12650"/>
                  </a:lnTo>
                  <a:cubicBezTo>
                    <a:pt x="81224" y="13481"/>
                    <a:pt x="81898" y="14170"/>
                    <a:pt x="82745" y="14170"/>
                  </a:cubicBezTo>
                  <a:lnTo>
                    <a:pt x="82745" y="14170"/>
                  </a:lnTo>
                  <a:cubicBezTo>
                    <a:pt x="83575" y="14170"/>
                    <a:pt x="84265" y="13481"/>
                    <a:pt x="84265" y="12650"/>
                  </a:cubicBezTo>
                  <a:lnTo>
                    <a:pt x="84265" y="12650"/>
                  </a:lnTo>
                  <a:lnTo>
                    <a:pt x="88497" y="12650"/>
                  </a:lnTo>
                  <a:cubicBezTo>
                    <a:pt x="88811" y="13528"/>
                    <a:pt x="89657" y="14170"/>
                    <a:pt x="90645" y="14170"/>
                  </a:cubicBezTo>
                  <a:lnTo>
                    <a:pt x="90645" y="14170"/>
                  </a:lnTo>
                  <a:cubicBezTo>
                    <a:pt x="91789" y="14170"/>
                    <a:pt x="92729" y="13340"/>
                    <a:pt x="92902" y="12258"/>
                  </a:cubicBezTo>
                  <a:lnTo>
                    <a:pt x="92902" y="12258"/>
                  </a:lnTo>
                  <a:lnTo>
                    <a:pt x="94939" y="12258"/>
                  </a:lnTo>
                  <a:cubicBezTo>
                    <a:pt x="95174" y="13340"/>
                    <a:pt x="96146" y="14170"/>
                    <a:pt x="97322" y="14170"/>
                  </a:cubicBezTo>
                  <a:lnTo>
                    <a:pt x="97322" y="14170"/>
                  </a:lnTo>
                  <a:cubicBezTo>
                    <a:pt x="98482" y="14170"/>
                    <a:pt x="99454" y="13340"/>
                    <a:pt x="99704" y="12258"/>
                  </a:cubicBezTo>
                  <a:lnTo>
                    <a:pt x="99704" y="12258"/>
                  </a:lnTo>
                  <a:lnTo>
                    <a:pt x="100535" y="12258"/>
                  </a:lnTo>
                  <a:cubicBezTo>
                    <a:pt x="100770" y="13340"/>
                    <a:pt x="101758" y="14170"/>
                    <a:pt x="102918" y="14170"/>
                  </a:cubicBezTo>
                  <a:lnTo>
                    <a:pt x="102918" y="14170"/>
                  </a:lnTo>
                  <a:cubicBezTo>
                    <a:pt x="104093" y="14170"/>
                    <a:pt x="105065" y="13340"/>
                    <a:pt x="105300" y="12258"/>
                  </a:cubicBezTo>
                  <a:lnTo>
                    <a:pt x="105300" y="12258"/>
                  </a:lnTo>
                  <a:lnTo>
                    <a:pt x="106601" y="12258"/>
                  </a:lnTo>
                  <a:cubicBezTo>
                    <a:pt x="106836" y="13340"/>
                    <a:pt x="107808" y="14170"/>
                    <a:pt x="108984" y="14170"/>
                  </a:cubicBezTo>
                  <a:lnTo>
                    <a:pt x="108984" y="14170"/>
                  </a:lnTo>
                  <a:cubicBezTo>
                    <a:pt x="110143" y="14170"/>
                    <a:pt x="111115" y="13340"/>
                    <a:pt x="111366" y="12258"/>
                  </a:cubicBezTo>
                  <a:lnTo>
                    <a:pt x="111366" y="12258"/>
                  </a:lnTo>
                  <a:lnTo>
                    <a:pt x="112197" y="12258"/>
                  </a:lnTo>
                  <a:cubicBezTo>
                    <a:pt x="112448" y="13340"/>
                    <a:pt x="113419" y="14170"/>
                    <a:pt x="114579" y="14170"/>
                  </a:cubicBezTo>
                  <a:lnTo>
                    <a:pt x="114579" y="14170"/>
                  </a:lnTo>
                  <a:cubicBezTo>
                    <a:pt x="115755" y="14170"/>
                    <a:pt x="116727" y="13340"/>
                    <a:pt x="116962" y="12258"/>
                  </a:cubicBezTo>
                  <a:lnTo>
                    <a:pt x="116962" y="12258"/>
                  </a:lnTo>
                  <a:lnTo>
                    <a:pt x="117244" y="12258"/>
                  </a:lnTo>
                  <a:cubicBezTo>
                    <a:pt x="117056" y="12525"/>
                    <a:pt x="116977" y="12854"/>
                    <a:pt x="117056" y="13230"/>
                  </a:cubicBezTo>
                  <a:lnTo>
                    <a:pt x="117056" y="13230"/>
                  </a:lnTo>
                  <a:cubicBezTo>
                    <a:pt x="117166" y="13684"/>
                    <a:pt x="117542" y="14061"/>
                    <a:pt x="118012" y="14139"/>
                  </a:cubicBezTo>
                  <a:lnTo>
                    <a:pt x="118012" y="14139"/>
                  </a:lnTo>
                  <a:cubicBezTo>
                    <a:pt x="118655" y="14264"/>
                    <a:pt x="119219" y="13888"/>
                    <a:pt x="119391" y="13324"/>
                  </a:cubicBezTo>
                  <a:lnTo>
                    <a:pt x="119391" y="13324"/>
                  </a:lnTo>
                  <a:cubicBezTo>
                    <a:pt x="122369" y="13308"/>
                    <a:pt x="123028" y="12556"/>
                    <a:pt x="123028" y="12556"/>
                  </a:cubicBezTo>
                  <a:lnTo>
                    <a:pt x="123028" y="12556"/>
                  </a:lnTo>
                  <a:lnTo>
                    <a:pt x="119783" y="9108"/>
                  </a:lnTo>
                  <a:lnTo>
                    <a:pt x="118749" y="9108"/>
                  </a:lnTo>
                  <a:cubicBezTo>
                    <a:pt x="120128" y="8841"/>
                    <a:pt x="121178" y="7619"/>
                    <a:pt x="121178" y="6161"/>
                  </a:cubicBezTo>
                  <a:lnTo>
                    <a:pt x="121178" y="6161"/>
                  </a:lnTo>
                  <a:cubicBezTo>
                    <a:pt x="121178" y="5330"/>
                    <a:pt x="120849" y="4578"/>
                    <a:pt x="120300" y="4045"/>
                  </a:cubicBezTo>
                  <a:lnTo>
                    <a:pt x="120300" y="4045"/>
                  </a:lnTo>
                  <a:cubicBezTo>
                    <a:pt x="119752" y="3496"/>
                    <a:pt x="118999" y="3167"/>
                    <a:pt x="118184" y="3167"/>
                  </a:cubicBezTo>
                  <a:lnTo>
                    <a:pt x="118184" y="3167"/>
                  </a:lnTo>
                  <a:lnTo>
                    <a:pt x="116068" y="3167"/>
                  </a:lnTo>
                  <a:lnTo>
                    <a:pt x="116068" y="1239"/>
                  </a:lnTo>
                  <a:lnTo>
                    <a:pt x="116601" y="1239"/>
                  </a:lnTo>
                  <a:lnTo>
                    <a:pt x="116601" y="1"/>
                  </a:lnTo>
                  <a:close/>
                  <a:moveTo>
                    <a:pt x="58214" y="11130"/>
                  </a:moveTo>
                  <a:lnTo>
                    <a:pt x="71146" y="11130"/>
                  </a:lnTo>
                  <a:lnTo>
                    <a:pt x="71146" y="11741"/>
                  </a:lnTo>
                  <a:lnTo>
                    <a:pt x="58214" y="11741"/>
                  </a:lnTo>
                  <a:close/>
                  <a:moveTo>
                    <a:pt x="15204" y="11130"/>
                  </a:moveTo>
                  <a:lnTo>
                    <a:pt x="28135" y="11130"/>
                  </a:lnTo>
                  <a:lnTo>
                    <a:pt x="28135" y="11741"/>
                  </a:lnTo>
                  <a:lnTo>
                    <a:pt x="15204" y="1174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31"/>
            <p:cNvSpPr/>
            <p:nvPr/>
          </p:nvSpPr>
          <p:spPr>
            <a:xfrm>
              <a:off x="6301551" y="3296687"/>
              <a:ext cx="84275" cy="84275"/>
            </a:xfrm>
            <a:custGeom>
              <a:avLst/>
              <a:gdLst/>
              <a:ahLst/>
              <a:cxnLst/>
              <a:rect l="l" t="t" r="r" b="b"/>
              <a:pathLst>
                <a:path w="3371" h="3371" extrusionOk="0">
                  <a:moveTo>
                    <a:pt x="1050" y="0"/>
                  </a:moveTo>
                  <a:cubicBezTo>
                    <a:pt x="470" y="0"/>
                    <a:pt x="0" y="470"/>
                    <a:pt x="0" y="1050"/>
                  </a:cubicBezTo>
                  <a:lnTo>
                    <a:pt x="0" y="2320"/>
                  </a:lnTo>
                  <a:cubicBezTo>
                    <a:pt x="0" y="2900"/>
                    <a:pt x="470" y="3370"/>
                    <a:pt x="1050" y="3370"/>
                  </a:cubicBezTo>
                  <a:lnTo>
                    <a:pt x="2320" y="3370"/>
                  </a:lnTo>
                  <a:cubicBezTo>
                    <a:pt x="2900" y="3370"/>
                    <a:pt x="3370" y="2900"/>
                    <a:pt x="3370" y="2320"/>
                  </a:cubicBezTo>
                  <a:lnTo>
                    <a:pt x="3370" y="1050"/>
                  </a:lnTo>
                  <a:cubicBezTo>
                    <a:pt x="3370" y="470"/>
                    <a:pt x="2900" y="0"/>
                    <a:pt x="23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31"/>
            <p:cNvSpPr/>
            <p:nvPr/>
          </p:nvSpPr>
          <p:spPr>
            <a:xfrm>
              <a:off x="5995216" y="2993756"/>
              <a:ext cx="868577" cy="220668"/>
            </a:xfrm>
            <a:custGeom>
              <a:avLst/>
              <a:gdLst/>
              <a:ahLst/>
              <a:cxnLst/>
              <a:rect l="l" t="t" r="r" b="b"/>
              <a:pathLst>
                <a:path w="91743" h="23308" extrusionOk="0">
                  <a:moveTo>
                    <a:pt x="23857" y="188"/>
                  </a:moveTo>
                  <a:cubicBezTo>
                    <a:pt x="21694" y="658"/>
                    <a:pt x="19813" y="1944"/>
                    <a:pt x="17854" y="2947"/>
                  </a:cubicBezTo>
                  <a:lnTo>
                    <a:pt x="17854" y="2947"/>
                  </a:lnTo>
                  <a:cubicBezTo>
                    <a:pt x="15001" y="4420"/>
                    <a:pt x="11835" y="5376"/>
                    <a:pt x="8637" y="5282"/>
                  </a:cubicBezTo>
                  <a:lnTo>
                    <a:pt x="8637" y="5282"/>
                  </a:lnTo>
                  <a:cubicBezTo>
                    <a:pt x="5440" y="5204"/>
                    <a:pt x="2211" y="4013"/>
                    <a:pt x="1" y="1709"/>
                  </a:cubicBezTo>
                  <a:lnTo>
                    <a:pt x="1" y="1709"/>
                  </a:lnTo>
                  <a:cubicBezTo>
                    <a:pt x="251" y="3339"/>
                    <a:pt x="1458" y="4467"/>
                    <a:pt x="2963" y="5173"/>
                  </a:cubicBezTo>
                  <a:lnTo>
                    <a:pt x="2963" y="5173"/>
                  </a:lnTo>
                  <a:cubicBezTo>
                    <a:pt x="6082" y="6615"/>
                    <a:pt x="9672" y="7022"/>
                    <a:pt x="13026" y="6286"/>
                  </a:cubicBezTo>
                  <a:lnTo>
                    <a:pt x="13026" y="6286"/>
                  </a:lnTo>
                  <a:cubicBezTo>
                    <a:pt x="15910" y="5643"/>
                    <a:pt x="18559" y="4232"/>
                    <a:pt x="21365" y="3323"/>
                  </a:cubicBezTo>
                  <a:lnTo>
                    <a:pt x="21365" y="3323"/>
                  </a:lnTo>
                  <a:cubicBezTo>
                    <a:pt x="24170" y="2414"/>
                    <a:pt x="27384" y="2069"/>
                    <a:pt x="29954" y="3511"/>
                  </a:cubicBezTo>
                  <a:lnTo>
                    <a:pt x="29954" y="3511"/>
                  </a:lnTo>
                  <a:cubicBezTo>
                    <a:pt x="31804" y="4546"/>
                    <a:pt x="33058" y="6364"/>
                    <a:pt x="34735" y="7649"/>
                  </a:cubicBezTo>
                  <a:lnTo>
                    <a:pt x="34735" y="7649"/>
                  </a:lnTo>
                  <a:cubicBezTo>
                    <a:pt x="39108" y="11051"/>
                    <a:pt x="45440" y="10330"/>
                    <a:pt x="50629" y="8386"/>
                  </a:cubicBezTo>
                  <a:lnTo>
                    <a:pt x="50629" y="8386"/>
                  </a:lnTo>
                  <a:cubicBezTo>
                    <a:pt x="52274" y="7775"/>
                    <a:pt x="53905" y="7038"/>
                    <a:pt x="55644" y="6803"/>
                  </a:cubicBezTo>
                  <a:lnTo>
                    <a:pt x="55644" y="6803"/>
                  </a:lnTo>
                  <a:cubicBezTo>
                    <a:pt x="57384" y="6552"/>
                    <a:pt x="59312" y="6897"/>
                    <a:pt x="60550" y="8135"/>
                  </a:cubicBezTo>
                  <a:lnTo>
                    <a:pt x="60550" y="8135"/>
                  </a:lnTo>
                  <a:cubicBezTo>
                    <a:pt x="61851" y="9452"/>
                    <a:pt x="62149" y="11489"/>
                    <a:pt x="63340" y="12916"/>
                  </a:cubicBezTo>
                  <a:lnTo>
                    <a:pt x="63340" y="12916"/>
                  </a:lnTo>
                  <a:cubicBezTo>
                    <a:pt x="64516" y="14326"/>
                    <a:pt x="66413" y="14922"/>
                    <a:pt x="68231" y="15126"/>
                  </a:cubicBezTo>
                  <a:lnTo>
                    <a:pt x="68231" y="15126"/>
                  </a:lnTo>
                  <a:cubicBezTo>
                    <a:pt x="73215" y="15690"/>
                    <a:pt x="76648" y="12571"/>
                    <a:pt x="81397" y="12383"/>
                  </a:cubicBezTo>
                  <a:lnTo>
                    <a:pt x="81397" y="12383"/>
                  </a:lnTo>
                  <a:cubicBezTo>
                    <a:pt x="83200" y="12305"/>
                    <a:pt x="85081" y="12712"/>
                    <a:pt x="86476" y="13841"/>
                  </a:cubicBezTo>
                  <a:lnTo>
                    <a:pt x="86476" y="13841"/>
                  </a:lnTo>
                  <a:cubicBezTo>
                    <a:pt x="87479" y="14656"/>
                    <a:pt x="88169" y="15800"/>
                    <a:pt x="88796" y="16944"/>
                  </a:cubicBezTo>
                  <a:lnTo>
                    <a:pt x="88796" y="16944"/>
                  </a:lnTo>
                  <a:cubicBezTo>
                    <a:pt x="89877" y="18935"/>
                    <a:pt x="90833" y="21051"/>
                    <a:pt x="91225" y="23292"/>
                  </a:cubicBezTo>
                  <a:lnTo>
                    <a:pt x="91225" y="23292"/>
                  </a:lnTo>
                  <a:lnTo>
                    <a:pt x="91398" y="23308"/>
                  </a:lnTo>
                  <a:cubicBezTo>
                    <a:pt x="91742" y="20048"/>
                    <a:pt x="91492" y="16631"/>
                    <a:pt x="89940" y="13747"/>
                  </a:cubicBezTo>
                  <a:lnTo>
                    <a:pt x="89940" y="13747"/>
                  </a:lnTo>
                  <a:cubicBezTo>
                    <a:pt x="88388" y="10862"/>
                    <a:pt x="85332" y="8637"/>
                    <a:pt x="82056" y="8746"/>
                  </a:cubicBezTo>
                  <a:lnTo>
                    <a:pt x="82056" y="8746"/>
                  </a:lnTo>
                  <a:cubicBezTo>
                    <a:pt x="79846" y="8809"/>
                    <a:pt x="77808" y="9891"/>
                    <a:pt x="75723" y="10643"/>
                  </a:cubicBezTo>
                  <a:lnTo>
                    <a:pt x="75723" y="10643"/>
                  </a:lnTo>
                  <a:cubicBezTo>
                    <a:pt x="73544" y="11411"/>
                    <a:pt x="71240" y="11819"/>
                    <a:pt x="68936" y="11850"/>
                  </a:cubicBezTo>
                  <a:lnTo>
                    <a:pt x="68936" y="11850"/>
                  </a:lnTo>
                  <a:cubicBezTo>
                    <a:pt x="67745" y="11881"/>
                    <a:pt x="66491" y="11787"/>
                    <a:pt x="65425" y="11223"/>
                  </a:cubicBezTo>
                  <a:lnTo>
                    <a:pt x="65425" y="11223"/>
                  </a:lnTo>
                  <a:cubicBezTo>
                    <a:pt x="63654" y="10314"/>
                    <a:pt x="62714" y="8370"/>
                    <a:pt x="61334" y="6944"/>
                  </a:cubicBezTo>
                  <a:lnTo>
                    <a:pt x="61334" y="6944"/>
                  </a:lnTo>
                  <a:cubicBezTo>
                    <a:pt x="57839" y="3370"/>
                    <a:pt x="51977" y="3574"/>
                    <a:pt x="47243" y="5188"/>
                  </a:cubicBezTo>
                  <a:lnTo>
                    <a:pt x="47243" y="5188"/>
                  </a:lnTo>
                  <a:cubicBezTo>
                    <a:pt x="45064" y="5925"/>
                    <a:pt x="42838" y="6913"/>
                    <a:pt x="40581" y="6521"/>
                  </a:cubicBezTo>
                  <a:lnTo>
                    <a:pt x="40581" y="6521"/>
                  </a:lnTo>
                  <a:cubicBezTo>
                    <a:pt x="39030" y="6239"/>
                    <a:pt x="37682" y="5345"/>
                    <a:pt x="36381" y="4452"/>
                  </a:cubicBezTo>
                  <a:lnTo>
                    <a:pt x="36381" y="4452"/>
                  </a:lnTo>
                  <a:cubicBezTo>
                    <a:pt x="33152" y="2273"/>
                    <a:pt x="29515" y="0"/>
                    <a:pt x="25738" y="0"/>
                  </a:cubicBezTo>
                  <a:lnTo>
                    <a:pt x="25738" y="0"/>
                  </a:lnTo>
                  <a:cubicBezTo>
                    <a:pt x="25111" y="0"/>
                    <a:pt x="24484" y="63"/>
                    <a:pt x="23857" y="188"/>
                  </a:cubicBezTo>
                </a:path>
              </a:pathLst>
            </a:custGeom>
            <a:solidFill>
              <a:srgbClr val="FFFFFF">
                <a:alpha val="41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203" name="Google Shape;1203;p31"/>
          <p:cNvGraphicFramePr/>
          <p:nvPr>
            <p:extLst>
              <p:ext uri="{D42A27DB-BD31-4B8C-83A1-F6EECF244321}">
                <p14:modId xmlns:p14="http://schemas.microsoft.com/office/powerpoint/2010/main" val="4033128920"/>
              </p:ext>
            </p:extLst>
          </p:nvPr>
        </p:nvGraphicFramePr>
        <p:xfrm>
          <a:off x="713212" y="1170243"/>
          <a:ext cx="6449033" cy="5486220"/>
        </p:xfrm>
        <a:graphic>
          <a:graphicData uri="http://schemas.openxmlformats.org/drawingml/2006/table">
            <a:tbl>
              <a:tblPr>
                <a:noFill/>
                <a:tableStyleId>{C546DBDB-1F74-4361-BF75-D81A5296C669}</a:tableStyleId>
              </a:tblPr>
              <a:tblGrid>
                <a:gridCol w="64490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56229">
                <a:tc>
                  <a:txBody>
                    <a:bodyPr/>
                    <a:lstStyle/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fr-FR" sz="1800" b="1" dirty="0">
                          <a:solidFill>
                            <a:schemeClr val="dk1"/>
                          </a:solidFill>
                          <a:latin typeface="Abel"/>
                          <a:ea typeface="Abel"/>
                          <a:cs typeface="Abel"/>
                          <a:sym typeface="Abel"/>
                        </a:rPr>
                        <a:t>Visual Studio code</a:t>
                      </a: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endParaRPr lang="fr-FR" sz="1800" b="1" dirty="0">
                        <a:solidFill>
                          <a:schemeClr val="dk1"/>
                        </a:solidFill>
                        <a:latin typeface="Abel"/>
                        <a:ea typeface="Abel"/>
                        <a:cs typeface="Abel"/>
                        <a:sym typeface="Abel"/>
                      </a:endParaRP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fr-FR" sz="1800" b="1" dirty="0">
                          <a:solidFill>
                            <a:schemeClr val="dk1"/>
                          </a:solidFill>
                          <a:latin typeface="Abel"/>
                          <a:ea typeface="Abel"/>
                          <a:cs typeface="Abel"/>
                          <a:sym typeface="Abel"/>
                        </a:rPr>
                        <a:t>Lib de dessin python : </a:t>
                      </a:r>
                      <a:r>
                        <a:rPr lang="fr-FR" sz="1800" b="1" dirty="0" err="1">
                          <a:solidFill>
                            <a:schemeClr val="dk1"/>
                          </a:solidFill>
                          <a:latin typeface="Abel"/>
                          <a:ea typeface="Abel"/>
                          <a:cs typeface="Abel"/>
                          <a:sym typeface="Abel"/>
                        </a:rPr>
                        <a:t>pygame</a:t>
                      </a:r>
                      <a:endParaRPr lang="fr-FR" sz="1800" b="1" dirty="0">
                        <a:solidFill>
                          <a:schemeClr val="dk1"/>
                        </a:solidFill>
                        <a:latin typeface="Abel"/>
                        <a:ea typeface="Abel"/>
                        <a:cs typeface="Abel"/>
                        <a:sym typeface="Abel"/>
                      </a:endParaRP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endParaRPr lang="fr-FR" sz="1800" b="1" dirty="0">
                        <a:solidFill>
                          <a:schemeClr val="dk1"/>
                        </a:solidFill>
                        <a:latin typeface="Abel"/>
                        <a:ea typeface="Abel"/>
                        <a:cs typeface="Abel"/>
                        <a:sym typeface="Abel"/>
                      </a:endParaRP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fr-FR" sz="1800" b="1" dirty="0">
                          <a:solidFill>
                            <a:schemeClr val="dk1"/>
                          </a:solidFill>
                          <a:latin typeface="Abel"/>
                          <a:ea typeface="Abel"/>
                          <a:cs typeface="Abel"/>
                          <a:sym typeface="Abel"/>
                        </a:rPr>
                        <a:t>Lib python : math</a:t>
                      </a: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endParaRPr lang="fr-FR" sz="1800" b="1" dirty="0">
                        <a:solidFill>
                          <a:schemeClr val="dk1"/>
                        </a:solidFill>
                        <a:latin typeface="Abel"/>
                        <a:ea typeface="Abel"/>
                        <a:cs typeface="Abel"/>
                        <a:sym typeface="Abel"/>
                      </a:endParaRP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fr-FR" sz="1800" b="1" dirty="0">
                          <a:solidFill>
                            <a:schemeClr val="dk1"/>
                          </a:solidFill>
                          <a:latin typeface="Abel"/>
                          <a:ea typeface="Abel"/>
                          <a:cs typeface="Abel"/>
                          <a:sym typeface="Abel"/>
                        </a:rPr>
                        <a:t>Lib python : </a:t>
                      </a:r>
                      <a:r>
                        <a:rPr lang="fr-FR" sz="1800" b="1" dirty="0" err="1">
                          <a:solidFill>
                            <a:schemeClr val="dk1"/>
                          </a:solidFill>
                          <a:latin typeface="Abel"/>
                          <a:ea typeface="Abel"/>
                          <a:cs typeface="Abel"/>
                          <a:sym typeface="Abel"/>
                        </a:rPr>
                        <a:t>random</a:t>
                      </a:r>
                      <a:endParaRPr lang="fr-FR" sz="1800" b="1" dirty="0">
                        <a:solidFill>
                          <a:schemeClr val="dk1"/>
                        </a:solidFill>
                        <a:latin typeface="Abel"/>
                        <a:ea typeface="Abel"/>
                        <a:cs typeface="Abel"/>
                        <a:sym typeface="Abel"/>
                      </a:endParaRP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endParaRPr lang="fr-FR" sz="1800" b="1" dirty="0">
                        <a:solidFill>
                          <a:schemeClr val="dk1"/>
                        </a:solidFill>
                        <a:latin typeface="Abel"/>
                        <a:ea typeface="Abel"/>
                        <a:cs typeface="Abel"/>
                        <a:sym typeface="Abel"/>
                      </a:endParaRP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fr-FR" sz="1800" b="1" dirty="0">
                          <a:solidFill>
                            <a:schemeClr val="dk1"/>
                          </a:solidFill>
                          <a:latin typeface="Abel"/>
                          <a:ea typeface="Abel"/>
                          <a:cs typeface="Abel"/>
                          <a:sym typeface="Abel"/>
                        </a:rPr>
                        <a:t>Lib python : </a:t>
                      </a:r>
                      <a:r>
                        <a:rPr lang="fr-FR" sz="1800" b="1" dirty="0" err="1">
                          <a:solidFill>
                            <a:schemeClr val="dk1"/>
                          </a:solidFill>
                          <a:latin typeface="Abel"/>
                          <a:ea typeface="Abel"/>
                          <a:cs typeface="Abel"/>
                          <a:sym typeface="Abel"/>
                        </a:rPr>
                        <a:t>numpy</a:t>
                      </a:r>
                      <a:endParaRPr lang="fr-FR" sz="1800" b="1" dirty="0">
                        <a:solidFill>
                          <a:schemeClr val="dk1"/>
                        </a:solidFill>
                        <a:latin typeface="Abel"/>
                        <a:ea typeface="Abel"/>
                        <a:cs typeface="Abel"/>
                        <a:sym typeface="Abel"/>
                      </a:endParaRP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endParaRPr lang="fr-FR" sz="1800" b="1" dirty="0">
                        <a:solidFill>
                          <a:schemeClr val="dk1"/>
                        </a:solidFill>
                        <a:latin typeface="Abel"/>
                        <a:ea typeface="Abel"/>
                        <a:cs typeface="Abel"/>
                        <a:sym typeface="Abel"/>
                      </a:endParaRP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endParaRPr lang="fr-FR" sz="1800" b="1" dirty="0">
                        <a:solidFill>
                          <a:schemeClr val="dk1"/>
                        </a:solidFill>
                        <a:latin typeface="Abel"/>
                        <a:ea typeface="Abel"/>
                        <a:cs typeface="Abel"/>
                        <a:sym typeface="Abel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B33C3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B33C3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B33C3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35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dirty="0">
                        <a:solidFill>
                          <a:schemeClr val="dk1"/>
                        </a:solidFill>
                        <a:latin typeface="Abel"/>
                        <a:ea typeface="Abel"/>
                        <a:cs typeface="Abel"/>
                        <a:sym typeface="Abel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B33C3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B33C3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35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>
                        <a:solidFill>
                          <a:schemeClr val="dk1"/>
                        </a:solidFill>
                        <a:latin typeface="Abel"/>
                        <a:ea typeface="Abel"/>
                        <a:cs typeface="Abel"/>
                        <a:sym typeface="Abel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B33C3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B33C3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35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>
                        <a:solidFill>
                          <a:schemeClr val="dk1"/>
                        </a:solidFill>
                        <a:latin typeface="Abel"/>
                        <a:ea typeface="Abel"/>
                        <a:cs typeface="Abel"/>
                        <a:sym typeface="Abel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B33C3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B33C3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35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78D8"/>
                        </a:buClr>
                        <a:buSzPts val="1100"/>
                        <a:buFont typeface="Arial"/>
                        <a:buNone/>
                      </a:pPr>
                      <a:endParaRPr sz="1800" b="1">
                        <a:solidFill>
                          <a:schemeClr val="dk1"/>
                        </a:solidFill>
                        <a:latin typeface="Abel"/>
                        <a:ea typeface="Abel"/>
                        <a:cs typeface="Abel"/>
                        <a:sym typeface="Abel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B33C3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B33C3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35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dirty="0">
                        <a:solidFill>
                          <a:schemeClr val="dk1"/>
                        </a:solidFill>
                        <a:latin typeface="Abel"/>
                        <a:ea typeface="Abel"/>
                        <a:cs typeface="Abel"/>
                        <a:sym typeface="Abel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B33C3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B33C3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06" name="Google Shape;1206;p3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Outils</a:t>
            </a:r>
            <a:endParaRPr dirty="0"/>
          </a:p>
        </p:txBody>
      </p:sp>
      <p:sp>
        <p:nvSpPr>
          <p:cNvPr id="1207" name="Google Shape;1207;p31"/>
          <p:cNvSpPr/>
          <p:nvPr/>
        </p:nvSpPr>
        <p:spPr>
          <a:xfrm>
            <a:off x="7778250" y="384063"/>
            <a:ext cx="883583" cy="883564"/>
          </a:xfrm>
          <a:custGeom>
            <a:avLst/>
            <a:gdLst/>
            <a:ahLst/>
            <a:cxnLst/>
            <a:rect l="l" t="t" r="r" b="b"/>
            <a:pathLst>
              <a:path w="45990" h="45989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8" name="Google Shape;1208;p31"/>
          <p:cNvSpPr/>
          <p:nvPr/>
        </p:nvSpPr>
        <p:spPr>
          <a:xfrm>
            <a:off x="5614225" y="956600"/>
            <a:ext cx="3572600" cy="500050"/>
          </a:xfrm>
          <a:custGeom>
            <a:avLst/>
            <a:gdLst/>
            <a:ahLst/>
            <a:cxnLst/>
            <a:rect l="l" t="t" r="r" b="b"/>
            <a:pathLst>
              <a:path w="142904" h="20002" extrusionOk="0">
                <a:moveTo>
                  <a:pt x="1" y="2430"/>
                </a:moveTo>
                <a:cubicBezTo>
                  <a:pt x="1" y="2430"/>
                  <a:pt x="73043" y="2383"/>
                  <a:pt x="78263" y="4876"/>
                </a:cubicBezTo>
                <a:lnTo>
                  <a:pt x="78263" y="4876"/>
                </a:lnTo>
                <a:cubicBezTo>
                  <a:pt x="83482" y="7368"/>
                  <a:pt x="142904" y="20001"/>
                  <a:pt x="142904" y="20001"/>
                </a:cubicBezTo>
                <a:lnTo>
                  <a:pt x="142904" y="20001"/>
                </a:lnTo>
                <a:lnTo>
                  <a:pt x="142904" y="2430"/>
                </a:lnTo>
                <a:cubicBezTo>
                  <a:pt x="142904" y="2430"/>
                  <a:pt x="104125" y="7916"/>
                  <a:pt x="96179" y="2430"/>
                </a:cubicBezTo>
                <a:lnTo>
                  <a:pt x="96179" y="2430"/>
                </a:lnTo>
                <a:cubicBezTo>
                  <a:pt x="93530" y="612"/>
                  <a:pt x="81962" y="1"/>
                  <a:pt x="67714" y="1"/>
                </a:cubicBezTo>
                <a:lnTo>
                  <a:pt x="67714" y="1"/>
                </a:lnTo>
                <a:cubicBezTo>
                  <a:pt x="39218" y="1"/>
                  <a:pt x="1" y="2430"/>
                  <a:pt x="1" y="2430"/>
                </a:cubicBezTo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5">
          <a:extLst>
            <a:ext uri="{FF2B5EF4-FFF2-40B4-BE49-F238E27FC236}">
              <a16:creationId xmlns:a16="http://schemas.microsoft.com/office/drawing/2014/main" id="{E806111C-6490-363C-5CA9-BA6AE6509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34">
            <a:extLst>
              <a:ext uri="{FF2B5EF4-FFF2-40B4-BE49-F238E27FC236}">
                <a16:creationId xmlns:a16="http://schemas.microsoft.com/office/drawing/2014/main" id="{1B6A2971-DF35-6137-638D-203A95E154BF}"/>
              </a:ext>
            </a:extLst>
          </p:cNvPr>
          <p:cNvSpPr/>
          <p:nvPr/>
        </p:nvSpPr>
        <p:spPr>
          <a:xfrm>
            <a:off x="-94225" y="3782425"/>
            <a:ext cx="4442125" cy="1160325"/>
          </a:xfrm>
          <a:custGeom>
            <a:avLst/>
            <a:gdLst/>
            <a:ahLst/>
            <a:cxnLst/>
            <a:rect l="l" t="t" r="r" b="b"/>
            <a:pathLst>
              <a:path w="177685" h="46413" extrusionOk="0">
                <a:moveTo>
                  <a:pt x="53027" y="1"/>
                </a:moveTo>
                <a:cubicBezTo>
                  <a:pt x="53027" y="1"/>
                  <a:pt x="79109" y="2070"/>
                  <a:pt x="70927" y="2540"/>
                </a:cubicBezTo>
                <a:cubicBezTo>
                  <a:pt x="62761" y="3026"/>
                  <a:pt x="21224" y="5706"/>
                  <a:pt x="20644" y="7838"/>
                </a:cubicBezTo>
                <a:cubicBezTo>
                  <a:pt x="20064" y="9969"/>
                  <a:pt x="61977" y="9076"/>
                  <a:pt x="62369" y="12462"/>
                </a:cubicBezTo>
                <a:cubicBezTo>
                  <a:pt x="62761" y="15847"/>
                  <a:pt x="1" y="12462"/>
                  <a:pt x="1458" y="16098"/>
                </a:cubicBezTo>
                <a:cubicBezTo>
                  <a:pt x="2932" y="19750"/>
                  <a:pt x="51851" y="19202"/>
                  <a:pt x="51459" y="21380"/>
                </a:cubicBezTo>
                <a:cubicBezTo>
                  <a:pt x="51295" y="22331"/>
                  <a:pt x="42835" y="22437"/>
                  <a:pt x="33312" y="22437"/>
                </a:cubicBezTo>
                <a:cubicBezTo>
                  <a:pt x="30561" y="22437"/>
                  <a:pt x="27722" y="22428"/>
                  <a:pt x="24968" y="22428"/>
                </a:cubicBezTo>
                <a:cubicBezTo>
                  <a:pt x="15398" y="22428"/>
                  <a:pt x="6865" y="22536"/>
                  <a:pt x="6694" y="23496"/>
                </a:cubicBezTo>
                <a:cubicBezTo>
                  <a:pt x="6302" y="25691"/>
                  <a:pt x="55362" y="31240"/>
                  <a:pt x="52635" y="32964"/>
                </a:cubicBezTo>
                <a:cubicBezTo>
                  <a:pt x="51598" y="33619"/>
                  <a:pt x="46686" y="33692"/>
                  <a:pt x="40946" y="33692"/>
                </a:cubicBezTo>
                <a:cubicBezTo>
                  <a:pt x="39300" y="33692"/>
                  <a:pt x="37585" y="33686"/>
                  <a:pt x="35874" y="33686"/>
                </a:cubicBezTo>
                <a:cubicBezTo>
                  <a:pt x="27866" y="33686"/>
                  <a:pt x="19940" y="33818"/>
                  <a:pt x="19468" y="35315"/>
                </a:cubicBezTo>
                <a:cubicBezTo>
                  <a:pt x="18559" y="38246"/>
                  <a:pt x="53811" y="46412"/>
                  <a:pt x="53811" y="46412"/>
                </a:cubicBezTo>
                <a:lnTo>
                  <a:pt x="123875" y="46412"/>
                </a:lnTo>
                <a:cubicBezTo>
                  <a:pt x="123875" y="46412"/>
                  <a:pt x="159126" y="38246"/>
                  <a:pt x="158202" y="35315"/>
                </a:cubicBezTo>
                <a:cubicBezTo>
                  <a:pt x="157729" y="33818"/>
                  <a:pt x="149803" y="33686"/>
                  <a:pt x="141795" y="33686"/>
                </a:cubicBezTo>
                <a:cubicBezTo>
                  <a:pt x="140085" y="33686"/>
                  <a:pt x="138370" y="33692"/>
                  <a:pt x="136724" y="33692"/>
                </a:cubicBezTo>
                <a:cubicBezTo>
                  <a:pt x="130984" y="33692"/>
                  <a:pt x="126072" y="33619"/>
                  <a:pt x="125035" y="32964"/>
                </a:cubicBezTo>
                <a:cubicBezTo>
                  <a:pt x="122307" y="31240"/>
                  <a:pt x="171368" y="25691"/>
                  <a:pt x="170976" y="23496"/>
                </a:cubicBezTo>
                <a:cubicBezTo>
                  <a:pt x="170811" y="22536"/>
                  <a:pt x="162283" y="22428"/>
                  <a:pt x="152713" y="22428"/>
                </a:cubicBezTo>
                <a:cubicBezTo>
                  <a:pt x="149960" y="22428"/>
                  <a:pt x="147120" y="22437"/>
                  <a:pt x="144369" y="22437"/>
                </a:cubicBezTo>
                <a:cubicBezTo>
                  <a:pt x="134846" y="22437"/>
                  <a:pt x="126381" y="22331"/>
                  <a:pt x="126210" y="21380"/>
                </a:cubicBezTo>
                <a:cubicBezTo>
                  <a:pt x="125818" y="19202"/>
                  <a:pt x="174738" y="19750"/>
                  <a:pt x="176211" y="16098"/>
                </a:cubicBezTo>
                <a:cubicBezTo>
                  <a:pt x="177685" y="12462"/>
                  <a:pt x="114909" y="15847"/>
                  <a:pt x="115301" y="12462"/>
                </a:cubicBezTo>
                <a:cubicBezTo>
                  <a:pt x="115693" y="9076"/>
                  <a:pt x="157622" y="9969"/>
                  <a:pt x="157026" y="7838"/>
                </a:cubicBezTo>
                <a:cubicBezTo>
                  <a:pt x="156446" y="5706"/>
                  <a:pt x="114909" y="3026"/>
                  <a:pt x="106743" y="2540"/>
                </a:cubicBezTo>
                <a:cubicBezTo>
                  <a:pt x="98561" y="2070"/>
                  <a:pt x="124643" y="1"/>
                  <a:pt x="124643" y="1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7" name="Google Shape;1257;p34">
            <a:extLst>
              <a:ext uri="{FF2B5EF4-FFF2-40B4-BE49-F238E27FC236}">
                <a16:creationId xmlns:a16="http://schemas.microsoft.com/office/drawing/2014/main" id="{9E2309D3-3915-785D-A729-47697567280C}"/>
              </a:ext>
            </a:extLst>
          </p:cNvPr>
          <p:cNvSpPr/>
          <p:nvPr/>
        </p:nvSpPr>
        <p:spPr>
          <a:xfrm>
            <a:off x="-838450" y="4242475"/>
            <a:ext cx="5219975" cy="901025"/>
          </a:xfrm>
          <a:custGeom>
            <a:avLst/>
            <a:gdLst/>
            <a:ahLst/>
            <a:cxnLst/>
            <a:rect l="l" t="t" r="r" b="b"/>
            <a:pathLst>
              <a:path w="208799" h="36041" extrusionOk="0">
                <a:moveTo>
                  <a:pt x="11178" y="0"/>
                </a:moveTo>
                <a:lnTo>
                  <a:pt x="0" y="8522"/>
                </a:lnTo>
                <a:lnTo>
                  <a:pt x="0" y="36041"/>
                </a:lnTo>
                <a:lnTo>
                  <a:pt x="208798" y="36041"/>
                </a:lnTo>
                <a:lnTo>
                  <a:pt x="208798" y="19925"/>
                </a:lnTo>
                <a:lnTo>
                  <a:pt x="161254" y="27018"/>
                </a:lnTo>
                <a:lnTo>
                  <a:pt x="129800" y="19925"/>
                </a:lnTo>
                <a:lnTo>
                  <a:pt x="113259" y="16166"/>
                </a:lnTo>
                <a:lnTo>
                  <a:pt x="98021" y="23284"/>
                </a:lnTo>
                <a:lnTo>
                  <a:pt x="71955" y="3735"/>
                </a:lnTo>
                <a:lnTo>
                  <a:pt x="48472" y="23108"/>
                </a:lnTo>
                <a:lnTo>
                  <a:pt x="111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58" name="Google Shape;1258;p34">
            <a:extLst>
              <a:ext uri="{FF2B5EF4-FFF2-40B4-BE49-F238E27FC236}">
                <a16:creationId xmlns:a16="http://schemas.microsoft.com/office/drawing/2014/main" id="{64FE2E94-D6D7-0706-0E72-86F7223AB589}"/>
              </a:ext>
            </a:extLst>
          </p:cNvPr>
          <p:cNvGrpSpPr/>
          <p:nvPr/>
        </p:nvGrpSpPr>
        <p:grpSpPr>
          <a:xfrm>
            <a:off x="4766341" y="1416933"/>
            <a:ext cx="1530872" cy="2106828"/>
            <a:chOff x="4219225" y="4565175"/>
            <a:chExt cx="389525" cy="536075"/>
          </a:xfrm>
        </p:grpSpPr>
        <p:grpSp>
          <p:nvGrpSpPr>
            <p:cNvPr id="1259" name="Google Shape;1259;p34">
              <a:extLst>
                <a:ext uri="{FF2B5EF4-FFF2-40B4-BE49-F238E27FC236}">
                  <a16:creationId xmlns:a16="http://schemas.microsoft.com/office/drawing/2014/main" id="{C30A4D8F-F159-7C8C-B24F-74C5E02BC8A0}"/>
                </a:ext>
              </a:extLst>
            </p:cNvPr>
            <p:cNvGrpSpPr/>
            <p:nvPr/>
          </p:nvGrpSpPr>
          <p:grpSpPr>
            <a:xfrm>
              <a:off x="4295625" y="4565175"/>
              <a:ext cx="237100" cy="294300"/>
              <a:chOff x="4295625" y="4565175"/>
              <a:chExt cx="237100" cy="294300"/>
            </a:xfrm>
          </p:grpSpPr>
          <p:sp>
            <p:nvSpPr>
              <p:cNvPr id="1260" name="Google Shape;1260;p34">
                <a:extLst>
                  <a:ext uri="{FF2B5EF4-FFF2-40B4-BE49-F238E27FC236}">
                    <a16:creationId xmlns:a16="http://schemas.microsoft.com/office/drawing/2014/main" id="{2E2152DB-6B76-926D-1D44-B4BD34B422C8}"/>
                  </a:ext>
                </a:extLst>
              </p:cNvPr>
              <p:cNvSpPr/>
              <p:nvPr/>
            </p:nvSpPr>
            <p:spPr>
              <a:xfrm>
                <a:off x="4330900" y="4565175"/>
                <a:ext cx="166175" cy="189675"/>
              </a:xfrm>
              <a:custGeom>
                <a:avLst/>
                <a:gdLst/>
                <a:ahLst/>
                <a:cxnLst/>
                <a:rect l="l" t="t" r="r" b="b"/>
                <a:pathLst>
                  <a:path w="6647" h="7587" extrusionOk="0">
                    <a:moveTo>
                      <a:pt x="3323" y="0"/>
                    </a:moveTo>
                    <a:cubicBezTo>
                      <a:pt x="3323" y="0"/>
                      <a:pt x="2461" y="6850"/>
                      <a:pt x="1" y="6850"/>
                    </a:cubicBezTo>
                    <a:cubicBezTo>
                      <a:pt x="1" y="6850"/>
                      <a:pt x="1286" y="7587"/>
                      <a:pt x="3323" y="7587"/>
                    </a:cubicBezTo>
                    <a:cubicBezTo>
                      <a:pt x="5361" y="7587"/>
                      <a:pt x="6646" y="6850"/>
                      <a:pt x="6646" y="6850"/>
                    </a:cubicBezTo>
                    <a:cubicBezTo>
                      <a:pt x="4186" y="6850"/>
                      <a:pt x="3323" y="0"/>
                      <a:pt x="332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Google Shape;1261;p34">
                <a:extLst>
                  <a:ext uri="{FF2B5EF4-FFF2-40B4-BE49-F238E27FC236}">
                    <a16:creationId xmlns:a16="http://schemas.microsoft.com/office/drawing/2014/main" id="{181E78B9-CE7E-E4ED-D4A8-B93563360BCB}"/>
                  </a:ext>
                </a:extLst>
              </p:cNvPr>
              <p:cNvSpPr/>
              <p:nvPr/>
            </p:nvSpPr>
            <p:spPr>
              <a:xfrm>
                <a:off x="4295625" y="4689000"/>
                <a:ext cx="237100" cy="170475"/>
              </a:xfrm>
              <a:custGeom>
                <a:avLst/>
                <a:gdLst/>
                <a:ahLst/>
                <a:cxnLst/>
                <a:rect l="l" t="t" r="r" b="b"/>
                <a:pathLst>
                  <a:path w="9484" h="6819" extrusionOk="0">
                    <a:moveTo>
                      <a:pt x="4734" y="0"/>
                    </a:moveTo>
                    <a:cubicBezTo>
                      <a:pt x="4734" y="0"/>
                      <a:pt x="3214" y="5330"/>
                      <a:pt x="1" y="5330"/>
                    </a:cubicBezTo>
                    <a:cubicBezTo>
                      <a:pt x="1" y="5330"/>
                      <a:pt x="1882" y="6819"/>
                      <a:pt x="4734" y="6819"/>
                    </a:cubicBezTo>
                    <a:cubicBezTo>
                      <a:pt x="7587" y="6819"/>
                      <a:pt x="9484" y="5330"/>
                      <a:pt x="9484" y="5330"/>
                    </a:cubicBezTo>
                    <a:cubicBezTo>
                      <a:pt x="6255" y="5330"/>
                      <a:pt x="4734" y="0"/>
                      <a:pt x="473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62" name="Google Shape;1262;p34">
              <a:extLst>
                <a:ext uri="{FF2B5EF4-FFF2-40B4-BE49-F238E27FC236}">
                  <a16:creationId xmlns:a16="http://schemas.microsoft.com/office/drawing/2014/main" id="{FB5445F9-27CD-C798-F930-5AB254D08A91}"/>
                </a:ext>
              </a:extLst>
            </p:cNvPr>
            <p:cNvGrpSpPr/>
            <p:nvPr/>
          </p:nvGrpSpPr>
          <p:grpSpPr>
            <a:xfrm>
              <a:off x="4219225" y="4744250"/>
              <a:ext cx="389525" cy="357000"/>
              <a:chOff x="4219225" y="4744250"/>
              <a:chExt cx="389525" cy="357000"/>
            </a:xfrm>
          </p:grpSpPr>
          <p:sp>
            <p:nvSpPr>
              <p:cNvPr id="1263" name="Google Shape;1263;p34">
                <a:extLst>
                  <a:ext uri="{FF2B5EF4-FFF2-40B4-BE49-F238E27FC236}">
                    <a16:creationId xmlns:a16="http://schemas.microsoft.com/office/drawing/2014/main" id="{E1EC04C4-D60D-8CEE-6429-B1A015AF0C9B}"/>
                  </a:ext>
                </a:extLst>
              </p:cNvPr>
              <p:cNvSpPr/>
              <p:nvPr/>
            </p:nvSpPr>
            <p:spPr>
              <a:xfrm>
                <a:off x="4271725" y="4744250"/>
                <a:ext cx="284525" cy="204175"/>
              </a:xfrm>
              <a:custGeom>
                <a:avLst/>
                <a:gdLst/>
                <a:ahLst/>
                <a:cxnLst/>
                <a:rect l="l" t="t" r="r" b="b"/>
                <a:pathLst>
                  <a:path w="11381" h="8167" extrusionOk="0">
                    <a:moveTo>
                      <a:pt x="5690" y="0"/>
                    </a:moveTo>
                    <a:cubicBezTo>
                      <a:pt x="5690" y="0"/>
                      <a:pt x="3872" y="6396"/>
                      <a:pt x="1" y="6396"/>
                    </a:cubicBezTo>
                    <a:cubicBezTo>
                      <a:pt x="1" y="6396"/>
                      <a:pt x="2273" y="8167"/>
                      <a:pt x="5690" y="8167"/>
                    </a:cubicBezTo>
                    <a:cubicBezTo>
                      <a:pt x="9107" y="8167"/>
                      <a:pt x="11380" y="6396"/>
                      <a:pt x="11380" y="6396"/>
                    </a:cubicBezTo>
                    <a:cubicBezTo>
                      <a:pt x="7509" y="6396"/>
                      <a:pt x="5690" y="0"/>
                      <a:pt x="569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Google Shape;1264;p34">
                <a:extLst>
                  <a:ext uri="{FF2B5EF4-FFF2-40B4-BE49-F238E27FC236}">
                    <a16:creationId xmlns:a16="http://schemas.microsoft.com/office/drawing/2014/main" id="{CD781933-160B-0D27-38F0-1E8C103BC0FA}"/>
                  </a:ext>
                </a:extLst>
              </p:cNvPr>
              <p:cNvSpPr/>
              <p:nvPr/>
            </p:nvSpPr>
            <p:spPr>
              <a:xfrm>
                <a:off x="4219225" y="4821450"/>
                <a:ext cx="389525" cy="279800"/>
              </a:xfrm>
              <a:custGeom>
                <a:avLst/>
                <a:gdLst/>
                <a:ahLst/>
                <a:cxnLst/>
                <a:rect l="l" t="t" r="r" b="b"/>
                <a:pathLst>
                  <a:path w="15581" h="11192" extrusionOk="0">
                    <a:moveTo>
                      <a:pt x="7790" y="0"/>
                    </a:moveTo>
                    <a:cubicBezTo>
                      <a:pt x="7790" y="0"/>
                      <a:pt x="5298" y="8762"/>
                      <a:pt x="0" y="8762"/>
                    </a:cubicBezTo>
                    <a:cubicBezTo>
                      <a:pt x="0" y="8762"/>
                      <a:pt x="3120" y="11192"/>
                      <a:pt x="7790" y="11192"/>
                    </a:cubicBezTo>
                    <a:cubicBezTo>
                      <a:pt x="12461" y="11192"/>
                      <a:pt x="15581" y="8762"/>
                      <a:pt x="15581" y="8762"/>
                    </a:cubicBezTo>
                    <a:cubicBezTo>
                      <a:pt x="10283" y="8762"/>
                      <a:pt x="7790" y="0"/>
                      <a:pt x="779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65" name="Google Shape;1265;p34">
            <a:extLst>
              <a:ext uri="{FF2B5EF4-FFF2-40B4-BE49-F238E27FC236}">
                <a16:creationId xmlns:a16="http://schemas.microsoft.com/office/drawing/2014/main" id="{8303E095-63FB-D116-C2FD-C202B2FE858A}"/>
              </a:ext>
            </a:extLst>
          </p:cNvPr>
          <p:cNvGrpSpPr/>
          <p:nvPr/>
        </p:nvGrpSpPr>
        <p:grpSpPr>
          <a:xfrm>
            <a:off x="4293618" y="1788397"/>
            <a:ext cx="945961" cy="1301858"/>
            <a:chOff x="4219225" y="4565175"/>
            <a:chExt cx="389525" cy="536075"/>
          </a:xfrm>
        </p:grpSpPr>
        <p:grpSp>
          <p:nvGrpSpPr>
            <p:cNvPr id="1266" name="Google Shape;1266;p34">
              <a:extLst>
                <a:ext uri="{FF2B5EF4-FFF2-40B4-BE49-F238E27FC236}">
                  <a16:creationId xmlns:a16="http://schemas.microsoft.com/office/drawing/2014/main" id="{B64AC86E-9002-8440-D968-FADEF145F2C1}"/>
                </a:ext>
              </a:extLst>
            </p:cNvPr>
            <p:cNvGrpSpPr/>
            <p:nvPr/>
          </p:nvGrpSpPr>
          <p:grpSpPr>
            <a:xfrm>
              <a:off x="4295625" y="4565175"/>
              <a:ext cx="237100" cy="294300"/>
              <a:chOff x="4295625" y="4565175"/>
              <a:chExt cx="237100" cy="294300"/>
            </a:xfrm>
          </p:grpSpPr>
          <p:sp>
            <p:nvSpPr>
              <p:cNvPr id="1267" name="Google Shape;1267;p34">
                <a:extLst>
                  <a:ext uri="{FF2B5EF4-FFF2-40B4-BE49-F238E27FC236}">
                    <a16:creationId xmlns:a16="http://schemas.microsoft.com/office/drawing/2014/main" id="{C12AF103-B92D-B0E1-3E7D-79A7D870CEA3}"/>
                  </a:ext>
                </a:extLst>
              </p:cNvPr>
              <p:cNvSpPr/>
              <p:nvPr/>
            </p:nvSpPr>
            <p:spPr>
              <a:xfrm>
                <a:off x="4330900" y="4565175"/>
                <a:ext cx="166175" cy="189675"/>
              </a:xfrm>
              <a:custGeom>
                <a:avLst/>
                <a:gdLst/>
                <a:ahLst/>
                <a:cxnLst/>
                <a:rect l="l" t="t" r="r" b="b"/>
                <a:pathLst>
                  <a:path w="6647" h="7587" extrusionOk="0">
                    <a:moveTo>
                      <a:pt x="3323" y="0"/>
                    </a:moveTo>
                    <a:cubicBezTo>
                      <a:pt x="3323" y="0"/>
                      <a:pt x="2461" y="6850"/>
                      <a:pt x="1" y="6850"/>
                    </a:cubicBezTo>
                    <a:cubicBezTo>
                      <a:pt x="1" y="6850"/>
                      <a:pt x="1286" y="7587"/>
                      <a:pt x="3323" y="7587"/>
                    </a:cubicBezTo>
                    <a:cubicBezTo>
                      <a:pt x="5361" y="7587"/>
                      <a:pt x="6646" y="6850"/>
                      <a:pt x="6646" y="6850"/>
                    </a:cubicBezTo>
                    <a:cubicBezTo>
                      <a:pt x="4186" y="6850"/>
                      <a:pt x="3323" y="0"/>
                      <a:pt x="33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Google Shape;1268;p34">
                <a:extLst>
                  <a:ext uri="{FF2B5EF4-FFF2-40B4-BE49-F238E27FC236}">
                    <a16:creationId xmlns:a16="http://schemas.microsoft.com/office/drawing/2014/main" id="{FE7ACF50-AC9C-CE5F-C5AC-84D53391A5EE}"/>
                  </a:ext>
                </a:extLst>
              </p:cNvPr>
              <p:cNvSpPr/>
              <p:nvPr/>
            </p:nvSpPr>
            <p:spPr>
              <a:xfrm>
                <a:off x="4295625" y="4689000"/>
                <a:ext cx="237100" cy="170475"/>
              </a:xfrm>
              <a:custGeom>
                <a:avLst/>
                <a:gdLst/>
                <a:ahLst/>
                <a:cxnLst/>
                <a:rect l="l" t="t" r="r" b="b"/>
                <a:pathLst>
                  <a:path w="9484" h="6819" extrusionOk="0">
                    <a:moveTo>
                      <a:pt x="4734" y="0"/>
                    </a:moveTo>
                    <a:cubicBezTo>
                      <a:pt x="4734" y="0"/>
                      <a:pt x="3214" y="5330"/>
                      <a:pt x="1" y="5330"/>
                    </a:cubicBezTo>
                    <a:cubicBezTo>
                      <a:pt x="1" y="5330"/>
                      <a:pt x="1882" y="6819"/>
                      <a:pt x="4734" y="6819"/>
                    </a:cubicBezTo>
                    <a:cubicBezTo>
                      <a:pt x="7587" y="6819"/>
                      <a:pt x="9484" y="5330"/>
                      <a:pt x="9484" y="5330"/>
                    </a:cubicBezTo>
                    <a:cubicBezTo>
                      <a:pt x="6255" y="5330"/>
                      <a:pt x="4734" y="0"/>
                      <a:pt x="473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69" name="Google Shape;1269;p34">
              <a:extLst>
                <a:ext uri="{FF2B5EF4-FFF2-40B4-BE49-F238E27FC236}">
                  <a16:creationId xmlns:a16="http://schemas.microsoft.com/office/drawing/2014/main" id="{E32231C0-E017-3D4F-0B9C-F64C41C15080}"/>
                </a:ext>
              </a:extLst>
            </p:cNvPr>
            <p:cNvGrpSpPr/>
            <p:nvPr/>
          </p:nvGrpSpPr>
          <p:grpSpPr>
            <a:xfrm>
              <a:off x="4219225" y="4744250"/>
              <a:ext cx="389525" cy="357000"/>
              <a:chOff x="4219225" y="4744250"/>
              <a:chExt cx="389525" cy="357000"/>
            </a:xfrm>
          </p:grpSpPr>
          <p:sp>
            <p:nvSpPr>
              <p:cNvPr id="1270" name="Google Shape;1270;p34">
                <a:extLst>
                  <a:ext uri="{FF2B5EF4-FFF2-40B4-BE49-F238E27FC236}">
                    <a16:creationId xmlns:a16="http://schemas.microsoft.com/office/drawing/2014/main" id="{62F3DCFB-B9CE-094B-8C17-B14DA929F0D2}"/>
                  </a:ext>
                </a:extLst>
              </p:cNvPr>
              <p:cNvSpPr/>
              <p:nvPr/>
            </p:nvSpPr>
            <p:spPr>
              <a:xfrm>
                <a:off x="4271725" y="4744250"/>
                <a:ext cx="284525" cy="204175"/>
              </a:xfrm>
              <a:custGeom>
                <a:avLst/>
                <a:gdLst/>
                <a:ahLst/>
                <a:cxnLst/>
                <a:rect l="l" t="t" r="r" b="b"/>
                <a:pathLst>
                  <a:path w="11381" h="8167" extrusionOk="0">
                    <a:moveTo>
                      <a:pt x="5690" y="0"/>
                    </a:moveTo>
                    <a:cubicBezTo>
                      <a:pt x="5690" y="0"/>
                      <a:pt x="3872" y="6396"/>
                      <a:pt x="1" y="6396"/>
                    </a:cubicBezTo>
                    <a:cubicBezTo>
                      <a:pt x="1" y="6396"/>
                      <a:pt x="2273" y="8167"/>
                      <a:pt x="5690" y="8167"/>
                    </a:cubicBezTo>
                    <a:cubicBezTo>
                      <a:pt x="9107" y="8167"/>
                      <a:pt x="11380" y="6396"/>
                      <a:pt x="11380" y="6396"/>
                    </a:cubicBezTo>
                    <a:cubicBezTo>
                      <a:pt x="7509" y="6396"/>
                      <a:pt x="5690" y="0"/>
                      <a:pt x="56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Google Shape;1271;p34">
                <a:extLst>
                  <a:ext uri="{FF2B5EF4-FFF2-40B4-BE49-F238E27FC236}">
                    <a16:creationId xmlns:a16="http://schemas.microsoft.com/office/drawing/2014/main" id="{D75BBE9E-D13D-A586-D5FD-C75E2FB8B359}"/>
                  </a:ext>
                </a:extLst>
              </p:cNvPr>
              <p:cNvSpPr/>
              <p:nvPr/>
            </p:nvSpPr>
            <p:spPr>
              <a:xfrm>
                <a:off x="4219225" y="4821450"/>
                <a:ext cx="389525" cy="279800"/>
              </a:xfrm>
              <a:custGeom>
                <a:avLst/>
                <a:gdLst/>
                <a:ahLst/>
                <a:cxnLst/>
                <a:rect l="l" t="t" r="r" b="b"/>
                <a:pathLst>
                  <a:path w="15581" h="11192" extrusionOk="0">
                    <a:moveTo>
                      <a:pt x="7790" y="0"/>
                    </a:moveTo>
                    <a:cubicBezTo>
                      <a:pt x="7790" y="0"/>
                      <a:pt x="5298" y="8762"/>
                      <a:pt x="0" y="8762"/>
                    </a:cubicBezTo>
                    <a:cubicBezTo>
                      <a:pt x="0" y="8762"/>
                      <a:pt x="3120" y="11192"/>
                      <a:pt x="7790" y="11192"/>
                    </a:cubicBezTo>
                    <a:cubicBezTo>
                      <a:pt x="12461" y="11192"/>
                      <a:pt x="15581" y="8762"/>
                      <a:pt x="15581" y="8762"/>
                    </a:cubicBezTo>
                    <a:cubicBezTo>
                      <a:pt x="10283" y="8762"/>
                      <a:pt x="7790" y="0"/>
                      <a:pt x="77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72" name="Google Shape;1272;p34">
            <a:extLst>
              <a:ext uri="{FF2B5EF4-FFF2-40B4-BE49-F238E27FC236}">
                <a16:creationId xmlns:a16="http://schemas.microsoft.com/office/drawing/2014/main" id="{8B30D12B-6AF9-50F1-17B1-AF01CA46F8F9}"/>
              </a:ext>
            </a:extLst>
          </p:cNvPr>
          <p:cNvSpPr/>
          <p:nvPr/>
        </p:nvSpPr>
        <p:spPr>
          <a:xfrm flipH="1">
            <a:off x="-1057094" y="1476025"/>
            <a:ext cx="8629070" cy="2306396"/>
          </a:xfrm>
          <a:custGeom>
            <a:avLst/>
            <a:gdLst/>
            <a:ahLst/>
            <a:cxnLst/>
            <a:rect l="l" t="t" r="r" b="b"/>
            <a:pathLst>
              <a:path w="195272" h="47557" extrusionOk="0">
                <a:moveTo>
                  <a:pt x="169456" y="6161"/>
                </a:moveTo>
                <a:cubicBezTo>
                  <a:pt x="153343" y="18559"/>
                  <a:pt x="158233" y="14907"/>
                  <a:pt x="149001" y="12290"/>
                </a:cubicBezTo>
                <a:lnTo>
                  <a:pt x="149001" y="12290"/>
                </a:lnTo>
                <a:cubicBezTo>
                  <a:pt x="139753" y="9688"/>
                  <a:pt x="141070" y="6020"/>
                  <a:pt x="130489" y="13340"/>
                </a:cubicBezTo>
                <a:lnTo>
                  <a:pt x="130489" y="13340"/>
                </a:lnTo>
                <a:cubicBezTo>
                  <a:pt x="125160" y="17023"/>
                  <a:pt x="118279" y="16318"/>
                  <a:pt x="111147" y="15628"/>
                </a:cubicBezTo>
                <a:lnTo>
                  <a:pt x="111147" y="15628"/>
                </a:lnTo>
                <a:cubicBezTo>
                  <a:pt x="104125" y="14938"/>
                  <a:pt x="96868" y="14233"/>
                  <a:pt x="90645" y="17760"/>
                </a:cubicBezTo>
                <a:lnTo>
                  <a:pt x="90645" y="17760"/>
                </a:lnTo>
                <a:cubicBezTo>
                  <a:pt x="78106" y="24829"/>
                  <a:pt x="65990" y="32980"/>
                  <a:pt x="62416" y="32494"/>
                </a:cubicBezTo>
                <a:lnTo>
                  <a:pt x="62416" y="32494"/>
                </a:lnTo>
                <a:cubicBezTo>
                  <a:pt x="29515" y="28058"/>
                  <a:pt x="1" y="47557"/>
                  <a:pt x="1" y="47557"/>
                </a:cubicBezTo>
                <a:lnTo>
                  <a:pt x="1" y="47557"/>
                </a:lnTo>
                <a:lnTo>
                  <a:pt x="195271" y="47557"/>
                </a:lnTo>
                <a:lnTo>
                  <a:pt x="195271" y="3935"/>
                </a:lnTo>
                <a:cubicBezTo>
                  <a:pt x="195271" y="3935"/>
                  <a:pt x="191525" y="1"/>
                  <a:pt x="184817" y="1"/>
                </a:cubicBezTo>
                <a:lnTo>
                  <a:pt x="184817" y="1"/>
                </a:lnTo>
                <a:cubicBezTo>
                  <a:pt x="180726" y="1"/>
                  <a:pt x="175553" y="1459"/>
                  <a:pt x="169456" y="616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3" name="Google Shape;1273;p34">
            <a:extLst>
              <a:ext uri="{FF2B5EF4-FFF2-40B4-BE49-F238E27FC236}">
                <a16:creationId xmlns:a16="http://schemas.microsoft.com/office/drawing/2014/main" id="{094DB2F7-5797-2BC5-F4A4-9294BDA203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1053" y="2530246"/>
            <a:ext cx="4825419" cy="111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Aperçu</a:t>
            </a:r>
            <a:endParaRPr i="1" dirty="0"/>
          </a:p>
        </p:txBody>
      </p:sp>
      <p:sp>
        <p:nvSpPr>
          <p:cNvPr id="1274" name="Google Shape;1274;p34">
            <a:extLst>
              <a:ext uri="{FF2B5EF4-FFF2-40B4-BE49-F238E27FC236}">
                <a16:creationId xmlns:a16="http://schemas.microsoft.com/office/drawing/2014/main" id="{5B581133-39D0-0575-BEA7-C7E4F56B6D8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3224" y="686500"/>
            <a:ext cx="1597533" cy="133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grpSp>
        <p:nvGrpSpPr>
          <p:cNvPr id="1276" name="Google Shape;1276;p34">
            <a:extLst>
              <a:ext uri="{FF2B5EF4-FFF2-40B4-BE49-F238E27FC236}">
                <a16:creationId xmlns:a16="http://schemas.microsoft.com/office/drawing/2014/main" id="{3BB5618A-ACBE-250D-8287-652E52357713}"/>
              </a:ext>
            </a:extLst>
          </p:cNvPr>
          <p:cNvGrpSpPr/>
          <p:nvPr/>
        </p:nvGrpSpPr>
        <p:grpSpPr>
          <a:xfrm>
            <a:off x="4012765" y="-2"/>
            <a:ext cx="5136119" cy="5858475"/>
            <a:chOff x="1190625" y="238125"/>
            <a:chExt cx="5221225" cy="5955550"/>
          </a:xfrm>
        </p:grpSpPr>
        <p:sp>
          <p:nvSpPr>
            <p:cNvPr id="1277" name="Google Shape;1277;p34">
              <a:extLst>
                <a:ext uri="{FF2B5EF4-FFF2-40B4-BE49-F238E27FC236}">
                  <a16:creationId xmlns:a16="http://schemas.microsoft.com/office/drawing/2014/main" id="{C1CCB787-E8B0-291D-537E-F97097AD26D9}"/>
                </a:ext>
              </a:extLst>
            </p:cNvPr>
            <p:cNvSpPr/>
            <p:nvPr/>
          </p:nvSpPr>
          <p:spPr>
            <a:xfrm>
              <a:off x="1195625" y="3411700"/>
              <a:ext cx="2401675" cy="1947400"/>
            </a:xfrm>
            <a:custGeom>
              <a:avLst/>
              <a:gdLst/>
              <a:ahLst/>
              <a:cxnLst/>
              <a:rect l="l" t="t" r="r" b="b"/>
              <a:pathLst>
                <a:path w="96067" h="77896" extrusionOk="0">
                  <a:moveTo>
                    <a:pt x="93685" y="0"/>
                  </a:moveTo>
                  <a:lnTo>
                    <a:pt x="1" y="77895"/>
                  </a:lnTo>
                  <a:lnTo>
                    <a:pt x="13434" y="77895"/>
                  </a:lnTo>
                  <a:lnTo>
                    <a:pt x="96066" y="3634"/>
                  </a:lnTo>
                  <a:lnTo>
                    <a:pt x="9368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34">
              <a:extLst>
                <a:ext uri="{FF2B5EF4-FFF2-40B4-BE49-F238E27FC236}">
                  <a16:creationId xmlns:a16="http://schemas.microsoft.com/office/drawing/2014/main" id="{2EA7A800-C028-DA13-63ED-E58731E92CEB}"/>
                </a:ext>
              </a:extLst>
            </p:cNvPr>
            <p:cNvSpPr/>
            <p:nvPr/>
          </p:nvSpPr>
          <p:spPr>
            <a:xfrm>
              <a:off x="1190625" y="5355300"/>
              <a:ext cx="344625" cy="104050"/>
            </a:xfrm>
            <a:custGeom>
              <a:avLst/>
              <a:gdLst/>
              <a:ahLst/>
              <a:cxnLst/>
              <a:rect l="l" t="t" r="r" b="b"/>
              <a:pathLst>
                <a:path w="13785" h="4162" extrusionOk="0">
                  <a:moveTo>
                    <a:pt x="0" y="1"/>
                  </a:moveTo>
                  <a:lnTo>
                    <a:pt x="0" y="4161"/>
                  </a:lnTo>
                  <a:lnTo>
                    <a:pt x="13785" y="4161"/>
                  </a:lnTo>
                  <a:lnTo>
                    <a:pt x="1378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34">
              <a:extLst>
                <a:ext uri="{FF2B5EF4-FFF2-40B4-BE49-F238E27FC236}">
                  <a16:creationId xmlns:a16="http://schemas.microsoft.com/office/drawing/2014/main" id="{0CEBE9EE-69D5-D3E9-4D60-1183683C8478}"/>
                </a:ext>
              </a:extLst>
            </p:cNvPr>
            <p:cNvSpPr/>
            <p:nvPr/>
          </p:nvSpPr>
          <p:spPr>
            <a:xfrm>
              <a:off x="1524575" y="3787625"/>
              <a:ext cx="1754425" cy="1671725"/>
            </a:xfrm>
            <a:custGeom>
              <a:avLst/>
              <a:gdLst/>
              <a:ahLst/>
              <a:cxnLst/>
              <a:rect l="l" t="t" r="r" b="b"/>
              <a:pathLst>
                <a:path w="70177" h="66869" extrusionOk="0">
                  <a:moveTo>
                    <a:pt x="70176" y="1"/>
                  </a:moveTo>
                  <a:lnTo>
                    <a:pt x="0" y="62658"/>
                  </a:lnTo>
                  <a:lnTo>
                    <a:pt x="0" y="66868"/>
                  </a:lnTo>
                  <a:lnTo>
                    <a:pt x="1680" y="66868"/>
                  </a:lnTo>
                  <a:lnTo>
                    <a:pt x="701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34">
              <a:extLst>
                <a:ext uri="{FF2B5EF4-FFF2-40B4-BE49-F238E27FC236}">
                  <a16:creationId xmlns:a16="http://schemas.microsoft.com/office/drawing/2014/main" id="{25769F11-8D57-0E0E-BA20-E3523BED203B}"/>
                </a:ext>
              </a:extLst>
            </p:cNvPr>
            <p:cNvSpPr/>
            <p:nvPr/>
          </p:nvSpPr>
          <p:spPr>
            <a:xfrm>
              <a:off x="1725075" y="3382250"/>
              <a:ext cx="2440525" cy="2658550"/>
            </a:xfrm>
            <a:custGeom>
              <a:avLst/>
              <a:gdLst/>
              <a:ahLst/>
              <a:cxnLst/>
              <a:rect l="l" t="t" r="r" b="b"/>
              <a:pathLst>
                <a:path w="97621" h="106342" fill="none" extrusionOk="0">
                  <a:moveTo>
                    <a:pt x="1" y="106342"/>
                  </a:moveTo>
                  <a:lnTo>
                    <a:pt x="97620" y="0"/>
                  </a:lnTo>
                </a:path>
              </a:pathLst>
            </a:custGeom>
            <a:solidFill>
              <a:schemeClr val="lt2"/>
            </a:solidFill>
            <a:ln w="73300" cap="flat" cmpd="sng">
              <a:solidFill>
                <a:schemeClr val="lt2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34">
              <a:extLst>
                <a:ext uri="{FF2B5EF4-FFF2-40B4-BE49-F238E27FC236}">
                  <a16:creationId xmlns:a16="http://schemas.microsoft.com/office/drawing/2014/main" id="{36A45016-65CE-D2EF-7D58-C40745F0716D}"/>
                </a:ext>
              </a:extLst>
            </p:cNvPr>
            <p:cNvSpPr/>
            <p:nvPr/>
          </p:nvSpPr>
          <p:spPr>
            <a:xfrm>
              <a:off x="1781475" y="3434250"/>
              <a:ext cx="2436750" cy="2654800"/>
            </a:xfrm>
            <a:custGeom>
              <a:avLst/>
              <a:gdLst/>
              <a:ahLst/>
              <a:cxnLst/>
              <a:rect l="l" t="t" r="r" b="b"/>
              <a:pathLst>
                <a:path w="97470" h="106192" fill="none" extrusionOk="0">
                  <a:moveTo>
                    <a:pt x="0" y="106191"/>
                  </a:moveTo>
                  <a:lnTo>
                    <a:pt x="97469" y="0"/>
                  </a:lnTo>
                </a:path>
              </a:pathLst>
            </a:custGeom>
            <a:solidFill>
              <a:schemeClr val="dk1"/>
            </a:solidFill>
            <a:ln w="73300" cap="flat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34">
              <a:extLst>
                <a:ext uri="{FF2B5EF4-FFF2-40B4-BE49-F238E27FC236}">
                  <a16:creationId xmlns:a16="http://schemas.microsoft.com/office/drawing/2014/main" id="{F57E0355-3289-F2E7-8510-03F54544148E}"/>
                </a:ext>
              </a:extLst>
            </p:cNvPr>
            <p:cNvSpPr/>
            <p:nvPr/>
          </p:nvSpPr>
          <p:spPr>
            <a:xfrm>
              <a:off x="2853525" y="4020725"/>
              <a:ext cx="1728725" cy="2124700"/>
            </a:xfrm>
            <a:custGeom>
              <a:avLst/>
              <a:gdLst/>
              <a:ahLst/>
              <a:cxnLst/>
              <a:rect l="l" t="t" r="r" b="b"/>
              <a:pathLst>
                <a:path w="69149" h="84988" fill="none" extrusionOk="0">
                  <a:moveTo>
                    <a:pt x="1" y="84988"/>
                  </a:moveTo>
                  <a:lnTo>
                    <a:pt x="69149" y="0"/>
                  </a:lnTo>
                </a:path>
              </a:pathLst>
            </a:custGeom>
            <a:solidFill>
              <a:schemeClr val="lt2"/>
            </a:solidFill>
            <a:ln w="73300" cap="flat" cmpd="sng">
              <a:solidFill>
                <a:schemeClr val="lt2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34">
              <a:extLst>
                <a:ext uri="{FF2B5EF4-FFF2-40B4-BE49-F238E27FC236}">
                  <a16:creationId xmlns:a16="http://schemas.microsoft.com/office/drawing/2014/main" id="{9328D352-1795-6FBB-0F85-5E8F7B9F51DA}"/>
                </a:ext>
              </a:extLst>
            </p:cNvPr>
            <p:cNvSpPr/>
            <p:nvPr/>
          </p:nvSpPr>
          <p:spPr>
            <a:xfrm>
              <a:off x="2909300" y="4152925"/>
              <a:ext cx="1649150" cy="2040750"/>
            </a:xfrm>
            <a:custGeom>
              <a:avLst/>
              <a:gdLst/>
              <a:ahLst/>
              <a:cxnLst/>
              <a:rect l="l" t="t" r="r" b="b"/>
              <a:pathLst>
                <a:path w="65966" h="81630" fill="none" extrusionOk="0">
                  <a:moveTo>
                    <a:pt x="0" y="81630"/>
                  </a:moveTo>
                  <a:lnTo>
                    <a:pt x="65966" y="0"/>
                  </a:lnTo>
                </a:path>
              </a:pathLst>
            </a:custGeom>
            <a:solidFill>
              <a:schemeClr val="dk1"/>
            </a:solidFill>
            <a:ln w="73300" cap="flat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34">
              <a:extLst>
                <a:ext uri="{FF2B5EF4-FFF2-40B4-BE49-F238E27FC236}">
                  <a16:creationId xmlns:a16="http://schemas.microsoft.com/office/drawing/2014/main" id="{C6D6E4B6-4DF9-85D5-3D15-EA5BA6C499EC}"/>
                </a:ext>
              </a:extLst>
            </p:cNvPr>
            <p:cNvSpPr/>
            <p:nvPr/>
          </p:nvSpPr>
          <p:spPr>
            <a:xfrm>
              <a:off x="2349775" y="4713700"/>
              <a:ext cx="276325" cy="276350"/>
            </a:xfrm>
            <a:custGeom>
              <a:avLst/>
              <a:gdLst/>
              <a:ahLst/>
              <a:cxnLst/>
              <a:rect l="l" t="t" r="r" b="b"/>
              <a:pathLst>
                <a:path w="11053" h="11054" fill="none" extrusionOk="0">
                  <a:moveTo>
                    <a:pt x="0" y="11053"/>
                  </a:moveTo>
                  <a:lnTo>
                    <a:pt x="11053" y="1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34">
              <a:extLst>
                <a:ext uri="{FF2B5EF4-FFF2-40B4-BE49-F238E27FC236}">
                  <a16:creationId xmlns:a16="http://schemas.microsoft.com/office/drawing/2014/main" id="{4F4CE866-2EAF-D9EA-A902-687FC2C68DF7}"/>
                </a:ext>
              </a:extLst>
            </p:cNvPr>
            <p:cNvSpPr/>
            <p:nvPr/>
          </p:nvSpPr>
          <p:spPr>
            <a:xfrm>
              <a:off x="3414925" y="4473725"/>
              <a:ext cx="276350" cy="276350"/>
            </a:xfrm>
            <a:custGeom>
              <a:avLst/>
              <a:gdLst/>
              <a:ahLst/>
              <a:cxnLst/>
              <a:rect l="l" t="t" r="r" b="b"/>
              <a:pathLst>
                <a:path w="11054" h="11054" fill="none" extrusionOk="0">
                  <a:moveTo>
                    <a:pt x="1" y="11053"/>
                  </a:moveTo>
                  <a:lnTo>
                    <a:pt x="11054" y="0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34">
              <a:extLst>
                <a:ext uri="{FF2B5EF4-FFF2-40B4-BE49-F238E27FC236}">
                  <a16:creationId xmlns:a16="http://schemas.microsoft.com/office/drawing/2014/main" id="{6A8B9652-D2B1-4B91-25F1-9205AFFEB464}"/>
                </a:ext>
              </a:extLst>
            </p:cNvPr>
            <p:cNvSpPr/>
            <p:nvPr/>
          </p:nvSpPr>
          <p:spPr>
            <a:xfrm>
              <a:off x="1785850" y="4985000"/>
              <a:ext cx="276350" cy="276350"/>
            </a:xfrm>
            <a:custGeom>
              <a:avLst/>
              <a:gdLst/>
              <a:ahLst/>
              <a:cxnLst/>
              <a:rect l="l" t="t" r="r" b="b"/>
              <a:pathLst>
                <a:path w="11054" h="11054" fill="none" extrusionOk="0">
                  <a:moveTo>
                    <a:pt x="1" y="11053"/>
                  </a:moveTo>
                  <a:lnTo>
                    <a:pt x="11053" y="1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34">
              <a:extLst>
                <a:ext uri="{FF2B5EF4-FFF2-40B4-BE49-F238E27FC236}">
                  <a16:creationId xmlns:a16="http://schemas.microsoft.com/office/drawing/2014/main" id="{279EBE72-3C20-50FC-0754-634933E33970}"/>
                </a:ext>
              </a:extLst>
            </p:cNvPr>
            <p:cNvSpPr/>
            <p:nvPr/>
          </p:nvSpPr>
          <p:spPr>
            <a:xfrm>
              <a:off x="3288375" y="4996900"/>
              <a:ext cx="256900" cy="294525"/>
            </a:xfrm>
            <a:custGeom>
              <a:avLst/>
              <a:gdLst/>
              <a:ahLst/>
              <a:cxnLst/>
              <a:rect l="l" t="t" r="r" b="b"/>
              <a:pathLst>
                <a:path w="10276" h="11781" fill="none" extrusionOk="0">
                  <a:moveTo>
                    <a:pt x="0" y="11780"/>
                  </a:moveTo>
                  <a:lnTo>
                    <a:pt x="10276" y="1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34">
              <a:extLst>
                <a:ext uri="{FF2B5EF4-FFF2-40B4-BE49-F238E27FC236}">
                  <a16:creationId xmlns:a16="http://schemas.microsoft.com/office/drawing/2014/main" id="{E16D4639-79A1-5909-BCC3-A8A711912789}"/>
                </a:ext>
              </a:extLst>
            </p:cNvPr>
            <p:cNvSpPr/>
            <p:nvPr/>
          </p:nvSpPr>
          <p:spPr>
            <a:xfrm>
              <a:off x="4345400" y="4399800"/>
              <a:ext cx="252525" cy="298250"/>
            </a:xfrm>
            <a:custGeom>
              <a:avLst/>
              <a:gdLst/>
              <a:ahLst/>
              <a:cxnLst/>
              <a:rect l="l" t="t" r="r" b="b"/>
              <a:pathLst>
                <a:path w="10101" h="11930" fill="none" extrusionOk="0">
                  <a:moveTo>
                    <a:pt x="0" y="11930"/>
                  </a:moveTo>
                  <a:lnTo>
                    <a:pt x="10100" y="0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34">
              <a:extLst>
                <a:ext uri="{FF2B5EF4-FFF2-40B4-BE49-F238E27FC236}">
                  <a16:creationId xmlns:a16="http://schemas.microsoft.com/office/drawing/2014/main" id="{6E69D136-2CB1-7CB5-D55B-51587F666000}"/>
                </a:ext>
              </a:extLst>
            </p:cNvPr>
            <p:cNvSpPr/>
            <p:nvPr/>
          </p:nvSpPr>
          <p:spPr>
            <a:xfrm>
              <a:off x="3990125" y="4243150"/>
              <a:ext cx="253150" cy="298275"/>
            </a:xfrm>
            <a:custGeom>
              <a:avLst/>
              <a:gdLst/>
              <a:ahLst/>
              <a:cxnLst/>
              <a:rect l="l" t="t" r="r" b="b"/>
              <a:pathLst>
                <a:path w="10126" h="11931" fill="none" extrusionOk="0">
                  <a:moveTo>
                    <a:pt x="1" y="11930"/>
                  </a:moveTo>
                  <a:lnTo>
                    <a:pt x="10126" y="0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34">
              <a:extLst>
                <a:ext uri="{FF2B5EF4-FFF2-40B4-BE49-F238E27FC236}">
                  <a16:creationId xmlns:a16="http://schemas.microsoft.com/office/drawing/2014/main" id="{C325D0CD-1300-F134-27AA-5D7F80DA284B}"/>
                </a:ext>
              </a:extLst>
            </p:cNvPr>
            <p:cNvSpPr/>
            <p:nvPr/>
          </p:nvSpPr>
          <p:spPr>
            <a:xfrm>
              <a:off x="3708175" y="2313625"/>
              <a:ext cx="2599025" cy="2064925"/>
            </a:xfrm>
            <a:custGeom>
              <a:avLst/>
              <a:gdLst/>
              <a:ahLst/>
              <a:cxnLst/>
              <a:rect l="l" t="t" r="r" b="b"/>
              <a:pathLst>
                <a:path w="103961" h="82597" extrusionOk="0">
                  <a:moveTo>
                    <a:pt x="1611" y="0"/>
                  </a:moveTo>
                  <a:cubicBezTo>
                    <a:pt x="524" y="0"/>
                    <a:pt x="0" y="63"/>
                    <a:pt x="0" y="63"/>
                  </a:cubicBezTo>
                  <a:lnTo>
                    <a:pt x="15088" y="76079"/>
                  </a:lnTo>
                  <a:cubicBezTo>
                    <a:pt x="15088" y="76079"/>
                    <a:pt x="23905" y="82597"/>
                    <a:pt x="30841" y="82597"/>
                  </a:cubicBezTo>
                  <a:cubicBezTo>
                    <a:pt x="33009" y="82597"/>
                    <a:pt x="34993" y="81960"/>
                    <a:pt x="36467" y="80289"/>
                  </a:cubicBezTo>
                  <a:cubicBezTo>
                    <a:pt x="45640" y="69913"/>
                    <a:pt x="83660" y="37958"/>
                    <a:pt x="88196" y="34174"/>
                  </a:cubicBezTo>
                  <a:cubicBezTo>
                    <a:pt x="91892" y="31097"/>
                    <a:pt x="97933" y="30614"/>
                    <a:pt x="101365" y="30614"/>
                  </a:cubicBezTo>
                  <a:cubicBezTo>
                    <a:pt x="102937" y="30614"/>
                    <a:pt x="103961" y="30715"/>
                    <a:pt x="103961" y="30715"/>
                  </a:cubicBezTo>
                  <a:lnTo>
                    <a:pt x="103585" y="12695"/>
                  </a:lnTo>
                  <a:cubicBezTo>
                    <a:pt x="103585" y="12695"/>
                    <a:pt x="91065" y="14257"/>
                    <a:pt x="76115" y="14257"/>
                  </a:cubicBezTo>
                  <a:cubicBezTo>
                    <a:pt x="63887" y="14257"/>
                    <a:pt x="50033" y="13212"/>
                    <a:pt x="40076" y="9412"/>
                  </a:cubicBezTo>
                  <a:cubicBezTo>
                    <a:pt x="17828" y="893"/>
                    <a:pt x="5712" y="0"/>
                    <a:pt x="1611" y="0"/>
                  </a:cubicBezTo>
                  <a:close/>
                </a:path>
              </a:pathLst>
            </a:custGeom>
            <a:solidFill>
              <a:srgbClr val="71C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34">
              <a:extLst>
                <a:ext uri="{FF2B5EF4-FFF2-40B4-BE49-F238E27FC236}">
                  <a16:creationId xmlns:a16="http://schemas.microsoft.com/office/drawing/2014/main" id="{E30524C2-A578-9608-5E01-BFED5631388B}"/>
                </a:ext>
              </a:extLst>
            </p:cNvPr>
            <p:cNvSpPr/>
            <p:nvPr/>
          </p:nvSpPr>
          <p:spPr>
            <a:xfrm>
              <a:off x="3708175" y="2313625"/>
              <a:ext cx="2599025" cy="2064925"/>
            </a:xfrm>
            <a:custGeom>
              <a:avLst/>
              <a:gdLst/>
              <a:ahLst/>
              <a:cxnLst/>
              <a:rect l="l" t="t" r="r" b="b"/>
              <a:pathLst>
                <a:path w="103961" h="82597" extrusionOk="0">
                  <a:moveTo>
                    <a:pt x="1611" y="0"/>
                  </a:moveTo>
                  <a:cubicBezTo>
                    <a:pt x="524" y="0"/>
                    <a:pt x="0" y="63"/>
                    <a:pt x="0" y="63"/>
                  </a:cubicBezTo>
                  <a:lnTo>
                    <a:pt x="15088" y="76079"/>
                  </a:lnTo>
                  <a:cubicBezTo>
                    <a:pt x="15088" y="76079"/>
                    <a:pt x="23905" y="82597"/>
                    <a:pt x="30841" y="82597"/>
                  </a:cubicBezTo>
                  <a:cubicBezTo>
                    <a:pt x="33009" y="82597"/>
                    <a:pt x="34993" y="81960"/>
                    <a:pt x="36467" y="80289"/>
                  </a:cubicBezTo>
                  <a:cubicBezTo>
                    <a:pt x="45640" y="69913"/>
                    <a:pt x="83660" y="37958"/>
                    <a:pt x="88196" y="34174"/>
                  </a:cubicBezTo>
                  <a:cubicBezTo>
                    <a:pt x="91892" y="31097"/>
                    <a:pt x="97933" y="30614"/>
                    <a:pt x="101365" y="30614"/>
                  </a:cubicBezTo>
                  <a:cubicBezTo>
                    <a:pt x="102937" y="30614"/>
                    <a:pt x="103961" y="30715"/>
                    <a:pt x="103961" y="30715"/>
                  </a:cubicBezTo>
                  <a:lnTo>
                    <a:pt x="103585" y="12695"/>
                  </a:lnTo>
                  <a:cubicBezTo>
                    <a:pt x="103585" y="12695"/>
                    <a:pt x="91065" y="14257"/>
                    <a:pt x="76115" y="14257"/>
                  </a:cubicBezTo>
                  <a:cubicBezTo>
                    <a:pt x="63887" y="14257"/>
                    <a:pt x="50033" y="13212"/>
                    <a:pt x="40076" y="9412"/>
                  </a:cubicBezTo>
                  <a:cubicBezTo>
                    <a:pt x="17828" y="893"/>
                    <a:pt x="5712" y="0"/>
                    <a:pt x="161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34">
              <a:extLst>
                <a:ext uri="{FF2B5EF4-FFF2-40B4-BE49-F238E27FC236}">
                  <a16:creationId xmlns:a16="http://schemas.microsoft.com/office/drawing/2014/main" id="{8C54107D-D8A3-9491-5029-FBB0D6895DF7}"/>
                </a:ext>
              </a:extLst>
            </p:cNvPr>
            <p:cNvSpPr/>
            <p:nvPr/>
          </p:nvSpPr>
          <p:spPr>
            <a:xfrm>
              <a:off x="6079100" y="2824200"/>
              <a:ext cx="231250" cy="214075"/>
            </a:xfrm>
            <a:custGeom>
              <a:avLst/>
              <a:gdLst/>
              <a:ahLst/>
              <a:cxnLst/>
              <a:rect l="l" t="t" r="r" b="b"/>
              <a:pathLst>
                <a:path w="9250" h="8563" extrusionOk="0">
                  <a:moveTo>
                    <a:pt x="8900" y="1"/>
                  </a:moveTo>
                  <a:cubicBezTo>
                    <a:pt x="8029" y="1"/>
                    <a:pt x="7085" y="257"/>
                    <a:pt x="6215" y="257"/>
                  </a:cubicBezTo>
                  <a:cubicBezTo>
                    <a:pt x="6097" y="257"/>
                    <a:pt x="5980" y="252"/>
                    <a:pt x="5866" y="242"/>
                  </a:cubicBezTo>
                  <a:lnTo>
                    <a:pt x="26" y="442"/>
                  </a:lnTo>
                  <a:lnTo>
                    <a:pt x="1" y="8563"/>
                  </a:lnTo>
                  <a:cubicBezTo>
                    <a:pt x="3059" y="7861"/>
                    <a:pt x="5540" y="7836"/>
                    <a:pt x="9149" y="7786"/>
                  </a:cubicBezTo>
                  <a:lnTo>
                    <a:pt x="9249" y="16"/>
                  </a:lnTo>
                  <a:cubicBezTo>
                    <a:pt x="9134" y="6"/>
                    <a:pt x="9018" y="1"/>
                    <a:pt x="89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34">
              <a:extLst>
                <a:ext uri="{FF2B5EF4-FFF2-40B4-BE49-F238E27FC236}">
                  <a16:creationId xmlns:a16="http://schemas.microsoft.com/office/drawing/2014/main" id="{2944177A-7F40-7CFE-6323-D34028213F5F}"/>
                </a:ext>
              </a:extLst>
            </p:cNvPr>
            <p:cNvSpPr/>
            <p:nvPr/>
          </p:nvSpPr>
          <p:spPr>
            <a:xfrm>
              <a:off x="5775225" y="2846525"/>
              <a:ext cx="231850" cy="296400"/>
            </a:xfrm>
            <a:custGeom>
              <a:avLst/>
              <a:gdLst/>
              <a:ahLst/>
              <a:cxnLst/>
              <a:rect l="l" t="t" r="r" b="b"/>
              <a:pathLst>
                <a:path w="9274" h="11856" extrusionOk="0">
                  <a:moveTo>
                    <a:pt x="51" y="0"/>
                  </a:moveTo>
                  <a:lnTo>
                    <a:pt x="0" y="11855"/>
                  </a:lnTo>
                  <a:cubicBezTo>
                    <a:pt x="3083" y="10702"/>
                    <a:pt x="6141" y="9725"/>
                    <a:pt x="9224" y="8898"/>
                  </a:cubicBezTo>
                  <a:lnTo>
                    <a:pt x="9274" y="101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34">
              <a:extLst>
                <a:ext uri="{FF2B5EF4-FFF2-40B4-BE49-F238E27FC236}">
                  <a16:creationId xmlns:a16="http://schemas.microsoft.com/office/drawing/2014/main" id="{E951903A-8C75-D8B3-632B-17F97E89907D}"/>
                </a:ext>
              </a:extLst>
            </p:cNvPr>
            <p:cNvSpPr/>
            <p:nvPr/>
          </p:nvSpPr>
          <p:spPr>
            <a:xfrm>
              <a:off x="5124225" y="2813950"/>
              <a:ext cx="236850" cy="688000"/>
            </a:xfrm>
            <a:custGeom>
              <a:avLst/>
              <a:gdLst/>
              <a:ahLst/>
              <a:cxnLst/>
              <a:rect l="l" t="t" r="r" b="b"/>
              <a:pathLst>
                <a:path w="9474" h="27520" extrusionOk="0">
                  <a:moveTo>
                    <a:pt x="301" y="0"/>
                  </a:moveTo>
                  <a:lnTo>
                    <a:pt x="0" y="27519"/>
                  </a:lnTo>
                  <a:cubicBezTo>
                    <a:pt x="2958" y="25238"/>
                    <a:pt x="6316" y="22707"/>
                    <a:pt x="9449" y="21003"/>
                  </a:cubicBezTo>
                  <a:lnTo>
                    <a:pt x="9474" y="1128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34">
              <a:extLst>
                <a:ext uri="{FF2B5EF4-FFF2-40B4-BE49-F238E27FC236}">
                  <a16:creationId xmlns:a16="http://schemas.microsoft.com/office/drawing/2014/main" id="{81B37533-2D50-ED97-9F58-0F812C220D5E}"/>
                </a:ext>
              </a:extLst>
            </p:cNvPr>
            <p:cNvSpPr/>
            <p:nvPr/>
          </p:nvSpPr>
          <p:spPr>
            <a:xfrm>
              <a:off x="5457550" y="2827100"/>
              <a:ext cx="235000" cy="457425"/>
            </a:xfrm>
            <a:custGeom>
              <a:avLst/>
              <a:gdLst/>
              <a:ahLst/>
              <a:cxnLst/>
              <a:rect l="l" t="t" r="r" b="b"/>
              <a:pathLst>
                <a:path w="9400" h="18297" extrusionOk="0">
                  <a:moveTo>
                    <a:pt x="201" y="0"/>
                  </a:moveTo>
                  <a:lnTo>
                    <a:pt x="1" y="18296"/>
                  </a:lnTo>
                  <a:cubicBezTo>
                    <a:pt x="2532" y="16993"/>
                    <a:pt x="5063" y="15740"/>
                    <a:pt x="7620" y="14612"/>
                  </a:cubicBezTo>
                  <a:cubicBezTo>
                    <a:pt x="8171" y="14361"/>
                    <a:pt x="8697" y="14136"/>
                    <a:pt x="9249" y="13910"/>
                  </a:cubicBezTo>
                  <a:lnTo>
                    <a:pt x="9399" y="602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34">
              <a:extLst>
                <a:ext uri="{FF2B5EF4-FFF2-40B4-BE49-F238E27FC236}">
                  <a16:creationId xmlns:a16="http://schemas.microsoft.com/office/drawing/2014/main" id="{BBEA83B6-34F6-2A70-45C1-49781132C963}"/>
                </a:ext>
              </a:extLst>
            </p:cNvPr>
            <p:cNvSpPr/>
            <p:nvPr/>
          </p:nvSpPr>
          <p:spPr>
            <a:xfrm>
              <a:off x="4741375" y="2710550"/>
              <a:ext cx="291400" cy="1037000"/>
            </a:xfrm>
            <a:custGeom>
              <a:avLst/>
              <a:gdLst/>
              <a:ahLst/>
              <a:cxnLst/>
              <a:rect l="l" t="t" r="r" b="b"/>
              <a:pathLst>
                <a:path w="11656" h="41480" extrusionOk="0">
                  <a:moveTo>
                    <a:pt x="1" y="1"/>
                  </a:moveTo>
                  <a:lnTo>
                    <a:pt x="2056" y="41480"/>
                  </a:lnTo>
                  <a:cubicBezTo>
                    <a:pt x="5615" y="38522"/>
                    <a:pt x="8071" y="36417"/>
                    <a:pt x="11329" y="34136"/>
                  </a:cubicBezTo>
                  <a:lnTo>
                    <a:pt x="11655" y="33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34">
              <a:extLst>
                <a:ext uri="{FF2B5EF4-FFF2-40B4-BE49-F238E27FC236}">
                  <a16:creationId xmlns:a16="http://schemas.microsoft.com/office/drawing/2014/main" id="{7640D76D-6C34-AE3A-D2DE-8ADF82112AE5}"/>
                </a:ext>
              </a:extLst>
            </p:cNvPr>
            <p:cNvSpPr/>
            <p:nvPr/>
          </p:nvSpPr>
          <p:spPr>
            <a:xfrm>
              <a:off x="4741375" y="2630975"/>
              <a:ext cx="1478750" cy="111500"/>
            </a:xfrm>
            <a:custGeom>
              <a:avLst/>
              <a:gdLst/>
              <a:ahLst/>
              <a:cxnLst/>
              <a:rect l="l" t="t" r="r" b="b"/>
              <a:pathLst>
                <a:path w="59150" h="4460" extrusionOk="0">
                  <a:moveTo>
                    <a:pt x="1" y="1"/>
                  </a:moveTo>
                  <a:cubicBezTo>
                    <a:pt x="1" y="1"/>
                    <a:pt x="201" y="101"/>
                    <a:pt x="627" y="251"/>
                  </a:cubicBezTo>
                  <a:cubicBezTo>
                    <a:pt x="1028" y="377"/>
                    <a:pt x="1630" y="577"/>
                    <a:pt x="2432" y="828"/>
                  </a:cubicBezTo>
                  <a:cubicBezTo>
                    <a:pt x="3209" y="1053"/>
                    <a:pt x="4161" y="1329"/>
                    <a:pt x="5264" y="1580"/>
                  </a:cubicBezTo>
                  <a:cubicBezTo>
                    <a:pt x="6367" y="1855"/>
                    <a:pt x="7620" y="2156"/>
                    <a:pt x="8998" y="2407"/>
                  </a:cubicBezTo>
                  <a:cubicBezTo>
                    <a:pt x="9675" y="2532"/>
                    <a:pt x="10402" y="2683"/>
                    <a:pt x="11129" y="2808"/>
                  </a:cubicBezTo>
                  <a:cubicBezTo>
                    <a:pt x="11881" y="2908"/>
                    <a:pt x="12658" y="3058"/>
                    <a:pt x="13460" y="3159"/>
                  </a:cubicBezTo>
                  <a:cubicBezTo>
                    <a:pt x="14237" y="3284"/>
                    <a:pt x="15064" y="3384"/>
                    <a:pt x="15891" y="3510"/>
                  </a:cubicBezTo>
                  <a:cubicBezTo>
                    <a:pt x="16718" y="3610"/>
                    <a:pt x="17595" y="3685"/>
                    <a:pt x="18447" y="3785"/>
                  </a:cubicBezTo>
                  <a:cubicBezTo>
                    <a:pt x="19324" y="3886"/>
                    <a:pt x="20201" y="3936"/>
                    <a:pt x="21104" y="4011"/>
                  </a:cubicBezTo>
                  <a:cubicBezTo>
                    <a:pt x="22006" y="4086"/>
                    <a:pt x="22908" y="4161"/>
                    <a:pt x="23836" y="4211"/>
                  </a:cubicBezTo>
                  <a:cubicBezTo>
                    <a:pt x="24738" y="4261"/>
                    <a:pt x="25665" y="4312"/>
                    <a:pt x="26592" y="4362"/>
                  </a:cubicBezTo>
                  <a:cubicBezTo>
                    <a:pt x="27520" y="4387"/>
                    <a:pt x="28447" y="4412"/>
                    <a:pt x="29400" y="4437"/>
                  </a:cubicBezTo>
                  <a:cubicBezTo>
                    <a:pt x="30018" y="4454"/>
                    <a:pt x="30639" y="4459"/>
                    <a:pt x="31260" y="4459"/>
                  </a:cubicBezTo>
                  <a:cubicBezTo>
                    <a:pt x="32502" y="4459"/>
                    <a:pt x="33744" y="4437"/>
                    <a:pt x="34963" y="4437"/>
                  </a:cubicBezTo>
                  <a:cubicBezTo>
                    <a:pt x="36793" y="4412"/>
                    <a:pt x="38598" y="4312"/>
                    <a:pt x="40352" y="4261"/>
                  </a:cubicBezTo>
                  <a:cubicBezTo>
                    <a:pt x="42081" y="4136"/>
                    <a:pt x="43786" y="4011"/>
                    <a:pt x="45365" y="3911"/>
                  </a:cubicBezTo>
                  <a:cubicBezTo>
                    <a:pt x="46969" y="3810"/>
                    <a:pt x="48472" y="3660"/>
                    <a:pt x="49876" y="3560"/>
                  </a:cubicBezTo>
                  <a:cubicBezTo>
                    <a:pt x="51279" y="3434"/>
                    <a:pt x="52532" y="3309"/>
                    <a:pt x="53685" y="3184"/>
                  </a:cubicBezTo>
                  <a:cubicBezTo>
                    <a:pt x="54813" y="3084"/>
                    <a:pt x="55791" y="2983"/>
                    <a:pt x="56593" y="2883"/>
                  </a:cubicBezTo>
                  <a:cubicBezTo>
                    <a:pt x="58221" y="2708"/>
                    <a:pt x="59149" y="2607"/>
                    <a:pt x="59149" y="2607"/>
                  </a:cubicBezTo>
                  <a:lnTo>
                    <a:pt x="59149" y="2607"/>
                  </a:lnTo>
                  <a:cubicBezTo>
                    <a:pt x="59149" y="2607"/>
                    <a:pt x="58221" y="2683"/>
                    <a:pt x="56593" y="2808"/>
                  </a:cubicBezTo>
                  <a:cubicBezTo>
                    <a:pt x="55791" y="2883"/>
                    <a:pt x="54788" y="2958"/>
                    <a:pt x="53660" y="3058"/>
                  </a:cubicBezTo>
                  <a:cubicBezTo>
                    <a:pt x="52532" y="3159"/>
                    <a:pt x="51254" y="3234"/>
                    <a:pt x="49851" y="3334"/>
                  </a:cubicBezTo>
                  <a:cubicBezTo>
                    <a:pt x="48472" y="3434"/>
                    <a:pt x="46969" y="3560"/>
                    <a:pt x="45365" y="3635"/>
                  </a:cubicBezTo>
                  <a:cubicBezTo>
                    <a:pt x="43760" y="3710"/>
                    <a:pt x="42081" y="3810"/>
                    <a:pt x="40327" y="3911"/>
                  </a:cubicBezTo>
                  <a:cubicBezTo>
                    <a:pt x="38598" y="3936"/>
                    <a:pt x="36793" y="4036"/>
                    <a:pt x="34963" y="4036"/>
                  </a:cubicBezTo>
                  <a:cubicBezTo>
                    <a:pt x="33904" y="4036"/>
                    <a:pt x="32844" y="4052"/>
                    <a:pt x="31784" y="4052"/>
                  </a:cubicBezTo>
                  <a:cubicBezTo>
                    <a:pt x="30989" y="4052"/>
                    <a:pt x="30194" y="4043"/>
                    <a:pt x="29400" y="4011"/>
                  </a:cubicBezTo>
                  <a:cubicBezTo>
                    <a:pt x="28472" y="3986"/>
                    <a:pt x="27545" y="3961"/>
                    <a:pt x="26618" y="3936"/>
                  </a:cubicBezTo>
                  <a:cubicBezTo>
                    <a:pt x="25690" y="3911"/>
                    <a:pt x="24763" y="3860"/>
                    <a:pt x="23861" y="3810"/>
                  </a:cubicBezTo>
                  <a:cubicBezTo>
                    <a:pt x="22933" y="3785"/>
                    <a:pt x="22031" y="3710"/>
                    <a:pt x="21129" y="3635"/>
                  </a:cubicBezTo>
                  <a:cubicBezTo>
                    <a:pt x="20252" y="3560"/>
                    <a:pt x="19349" y="3510"/>
                    <a:pt x="18497" y="3409"/>
                  </a:cubicBezTo>
                  <a:cubicBezTo>
                    <a:pt x="17620" y="3334"/>
                    <a:pt x="16768" y="3234"/>
                    <a:pt x="15941" y="3159"/>
                  </a:cubicBezTo>
                  <a:cubicBezTo>
                    <a:pt x="15089" y="3058"/>
                    <a:pt x="14287" y="2958"/>
                    <a:pt x="13485" y="2858"/>
                  </a:cubicBezTo>
                  <a:cubicBezTo>
                    <a:pt x="12708" y="2758"/>
                    <a:pt x="11931" y="2632"/>
                    <a:pt x="11179" y="2532"/>
                  </a:cubicBezTo>
                  <a:cubicBezTo>
                    <a:pt x="10452" y="2407"/>
                    <a:pt x="9725" y="2282"/>
                    <a:pt x="9049" y="2156"/>
                  </a:cubicBezTo>
                  <a:cubicBezTo>
                    <a:pt x="8347" y="2056"/>
                    <a:pt x="7695" y="1931"/>
                    <a:pt x="7069" y="1805"/>
                  </a:cubicBezTo>
                  <a:cubicBezTo>
                    <a:pt x="6442" y="1680"/>
                    <a:pt x="5840" y="1555"/>
                    <a:pt x="5289" y="1429"/>
                  </a:cubicBezTo>
                  <a:cubicBezTo>
                    <a:pt x="4186" y="1179"/>
                    <a:pt x="3234" y="953"/>
                    <a:pt x="2457" y="753"/>
                  </a:cubicBezTo>
                  <a:cubicBezTo>
                    <a:pt x="1655" y="527"/>
                    <a:pt x="1053" y="352"/>
                    <a:pt x="627" y="226"/>
                  </a:cubicBezTo>
                  <a:cubicBezTo>
                    <a:pt x="202" y="7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CBE5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34">
              <a:extLst>
                <a:ext uri="{FF2B5EF4-FFF2-40B4-BE49-F238E27FC236}">
                  <a16:creationId xmlns:a16="http://schemas.microsoft.com/office/drawing/2014/main" id="{D282B3B7-2AF1-7CA3-5B3B-D96A2C84641A}"/>
                </a:ext>
              </a:extLst>
            </p:cNvPr>
            <p:cNvSpPr/>
            <p:nvPr/>
          </p:nvSpPr>
          <p:spPr>
            <a:xfrm>
              <a:off x="2813425" y="2315200"/>
              <a:ext cx="1819575" cy="2078425"/>
            </a:xfrm>
            <a:custGeom>
              <a:avLst/>
              <a:gdLst/>
              <a:ahLst/>
              <a:cxnLst/>
              <a:rect l="l" t="t" r="r" b="b"/>
              <a:pathLst>
                <a:path w="72783" h="83137" extrusionOk="0">
                  <a:moveTo>
                    <a:pt x="36392" y="0"/>
                  </a:moveTo>
                  <a:cubicBezTo>
                    <a:pt x="16291" y="0"/>
                    <a:pt x="1" y="16291"/>
                    <a:pt x="1" y="36391"/>
                  </a:cubicBezTo>
                  <a:lnTo>
                    <a:pt x="201" y="79048"/>
                  </a:lnTo>
                  <a:cubicBezTo>
                    <a:pt x="201" y="82729"/>
                    <a:pt x="6614" y="83137"/>
                    <a:pt x="8887" y="83137"/>
                  </a:cubicBezTo>
                  <a:cubicBezTo>
                    <a:pt x="9385" y="83137"/>
                    <a:pt x="9684" y="83117"/>
                    <a:pt x="9675" y="83108"/>
                  </a:cubicBezTo>
                  <a:lnTo>
                    <a:pt x="63084" y="83108"/>
                  </a:lnTo>
                  <a:cubicBezTo>
                    <a:pt x="63134" y="83033"/>
                    <a:pt x="72432" y="76843"/>
                    <a:pt x="72432" y="72356"/>
                  </a:cubicBezTo>
                  <a:lnTo>
                    <a:pt x="72783" y="36391"/>
                  </a:lnTo>
                  <a:cubicBezTo>
                    <a:pt x="72783" y="16291"/>
                    <a:pt x="56492" y="0"/>
                    <a:pt x="363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34">
              <a:extLst>
                <a:ext uri="{FF2B5EF4-FFF2-40B4-BE49-F238E27FC236}">
                  <a16:creationId xmlns:a16="http://schemas.microsoft.com/office/drawing/2014/main" id="{6F881301-F903-2BEA-CF36-E5C9DCF018D8}"/>
                </a:ext>
              </a:extLst>
            </p:cNvPr>
            <p:cNvSpPr/>
            <p:nvPr/>
          </p:nvSpPr>
          <p:spPr>
            <a:xfrm>
              <a:off x="2990750" y="2492500"/>
              <a:ext cx="1464325" cy="1724350"/>
            </a:xfrm>
            <a:custGeom>
              <a:avLst/>
              <a:gdLst/>
              <a:ahLst/>
              <a:cxnLst/>
              <a:rect l="l" t="t" r="r" b="b"/>
              <a:pathLst>
                <a:path w="58573" h="68974" extrusionOk="0">
                  <a:moveTo>
                    <a:pt x="29299" y="1"/>
                  </a:moveTo>
                  <a:cubicBezTo>
                    <a:pt x="13133" y="1"/>
                    <a:pt x="0" y="13159"/>
                    <a:pt x="0" y="29274"/>
                  </a:cubicBezTo>
                  <a:lnTo>
                    <a:pt x="201" y="65239"/>
                  </a:lnTo>
                  <a:cubicBezTo>
                    <a:pt x="928" y="66167"/>
                    <a:pt x="2757" y="67721"/>
                    <a:pt x="4612" y="68974"/>
                  </a:cubicBezTo>
                  <a:lnTo>
                    <a:pt x="53635" y="68974"/>
                  </a:lnTo>
                  <a:cubicBezTo>
                    <a:pt x="56692" y="66467"/>
                    <a:pt x="57870" y="65114"/>
                    <a:pt x="58246" y="64538"/>
                  </a:cubicBezTo>
                  <a:lnTo>
                    <a:pt x="58572" y="29274"/>
                  </a:lnTo>
                  <a:cubicBezTo>
                    <a:pt x="58572" y="13134"/>
                    <a:pt x="45439" y="1"/>
                    <a:pt x="2929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34">
              <a:extLst>
                <a:ext uri="{FF2B5EF4-FFF2-40B4-BE49-F238E27FC236}">
                  <a16:creationId xmlns:a16="http://schemas.microsoft.com/office/drawing/2014/main" id="{8E82C886-3A94-5043-1636-0F52F189BB46}"/>
                </a:ext>
              </a:extLst>
            </p:cNvPr>
            <p:cNvSpPr/>
            <p:nvPr/>
          </p:nvSpPr>
          <p:spPr>
            <a:xfrm>
              <a:off x="2817825" y="3984375"/>
              <a:ext cx="1822075" cy="419200"/>
            </a:xfrm>
            <a:custGeom>
              <a:avLst/>
              <a:gdLst/>
              <a:ahLst/>
              <a:cxnLst/>
              <a:rect l="l" t="t" r="r" b="b"/>
              <a:pathLst>
                <a:path w="72883" h="16768" extrusionOk="0">
                  <a:moveTo>
                    <a:pt x="72883" y="0"/>
                  </a:moveTo>
                  <a:lnTo>
                    <a:pt x="0" y="51"/>
                  </a:lnTo>
                  <a:lnTo>
                    <a:pt x="25" y="12281"/>
                  </a:lnTo>
                  <a:cubicBezTo>
                    <a:pt x="25" y="15962"/>
                    <a:pt x="6438" y="16370"/>
                    <a:pt x="8711" y="16370"/>
                  </a:cubicBezTo>
                  <a:cubicBezTo>
                    <a:pt x="9209" y="16370"/>
                    <a:pt x="9508" y="16350"/>
                    <a:pt x="9499" y="16341"/>
                  </a:cubicBezTo>
                  <a:lnTo>
                    <a:pt x="62908" y="16341"/>
                  </a:lnTo>
                  <a:cubicBezTo>
                    <a:pt x="62958" y="16266"/>
                    <a:pt x="72256" y="16767"/>
                    <a:pt x="72256" y="12281"/>
                  </a:cubicBezTo>
                  <a:lnTo>
                    <a:pt x="72883" y="0"/>
                  </a:lnTo>
                  <a:close/>
                </a:path>
              </a:pathLst>
            </a:custGeom>
            <a:solidFill>
              <a:srgbClr val="5595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34">
              <a:extLst>
                <a:ext uri="{FF2B5EF4-FFF2-40B4-BE49-F238E27FC236}">
                  <a16:creationId xmlns:a16="http://schemas.microsoft.com/office/drawing/2014/main" id="{D79B72B4-A223-8426-2AF5-13872B42FBA2}"/>
                </a:ext>
              </a:extLst>
            </p:cNvPr>
            <p:cNvSpPr/>
            <p:nvPr/>
          </p:nvSpPr>
          <p:spPr>
            <a:xfrm>
              <a:off x="2817825" y="3984375"/>
              <a:ext cx="1822075" cy="419200"/>
            </a:xfrm>
            <a:custGeom>
              <a:avLst/>
              <a:gdLst/>
              <a:ahLst/>
              <a:cxnLst/>
              <a:rect l="l" t="t" r="r" b="b"/>
              <a:pathLst>
                <a:path w="72883" h="16768" extrusionOk="0">
                  <a:moveTo>
                    <a:pt x="72883" y="0"/>
                  </a:moveTo>
                  <a:lnTo>
                    <a:pt x="0" y="51"/>
                  </a:lnTo>
                  <a:lnTo>
                    <a:pt x="25" y="12281"/>
                  </a:lnTo>
                  <a:cubicBezTo>
                    <a:pt x="25" y="15962"/>
                    <a:pt x="6438" y="16370"/>
                    <a:pt x="8711" y="16370"/>
                  </a:cubicBezTo>
                  <a:cubicBezTo>
                    <a:pt x="9209" y="16370"/>
                    <a:pt x="9508" y="16350"/>
                    <a:pt x="9499" y="16341"/>
                  </a:cubicBezTo>
                  <a:lnTo>
                    <a:pt x="62908" y="16341"/>
                  </a:lnTo>
                  <a:cubicBezTo>
                    <a:pt x="62958" y="16266"/>
                    <a:pt x="72256" y="16767"/>
                    <a:pt x="72256" y="12281"/>
                  </a:cubicBezTo>
                  <a:lnTo>
                    <a:pt x="7288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34">
              <a:extLst>
                <a:ext uri="{FF2B5EF4-FFF2-40B4-BE49-F238E27FC236}">
                  <a16:creationId xmlns:a16="http://schemas.microsoft.com/office/drawing/2014/main" id="{F1430C7A-B804-185C-8FDC-7EA3F472E7B8}"/>
                </a:ext>
              </a:extLst>
            </p:cNvPr>
            <p:cNvSpPr/>
            <p:nvPr/>
          </p:nvSpPr>
          <p:spPr>
            <a:xfrm>
              <a:off x="2965050" y="4074600"/>
              <a:ext cx="198650" cy="198650"/>
            </a:xfrm>
            <a:custGeom>
              <a:avLst/>
              <a:gdLst/>
              <a:ahLst/>
              <a:cxnLst/>
              <a:rect l="l" t="t" r="r" b="b"/>
              <a:pathLst>
                <a:path w="7946" h="7946" extrusionOk="0">
                  <a:moveTo>
                    <a:pt x="3961" y="0"/>
                  </a:moveTo>
                  <a:cubicBezTo>
                    <a:pt x="1780" y="0"/>
                    <a:pt x="1" y="1780"/>
                    <a:pt x="1" y="3960"/>
                  </a:cubicBezTo>
                  <a:cubicBezTo>
                    <a:pt x="1" y="6166"/>
                    <a:pt x="1780" y="7945"/>
                    <a:pt x="3961" y="7945"/>
                  </a:cubicBezTo>
                  <a:cubicBezTo>
                    <a:pt x="6166" y="7945"/>
                    <a:pt x="7946" y="6166"/>
                    <a:pt x="7946" y="3960"/>
                  </a:cubicBezTo>
                  <a:cubicBezTo>
                    <a:pt x="7946" y="1780"/>
                    <a:pt x="6166" y="0"/>
                    <a:pt x="3961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34">
              <a:extLst>
                <a:ext uri="{FF2B5EF4-FFF2-40B4-BE49-F238E27FC236}">
                  <a16:creationId xmlns:a16="http://schemas.microsoft.com/office/drawing/2014/main" id="{889D5689-E761-FFAD-36ED-1F6FA228D048}"/>
                </a:ext>
              </a:extLst>
            </p:cNvPr>
            <p:cNvSpPr/>
            <p:nvPr/>
          </p:nvSpPr>
          <p:spPr>
            <a:xfrm>
              <a:off x="2975700" y="4085875"/>
              <a:ext cx="176725" cy="176100"/>
            </a:xfrm>
            <a:custGeom>
              <a:avLst/>
              <a:gdLst/>
              <a:ahLst/>
              <a:cxnLst/>
              <a:rect l="l" t="t" r="r" b="b"/>
              <a:pathLst>
                <a:path w="7069" h="7044" extrusionOk="0">
                  <a:moveTo>
                    <a:pt x="3535" y="1"/>
                  </a:moveTo>
                  <a:cubicBezTo>
                    <a:pt x="1580" y="1"/>
                    <a:pt x="1" y="1580"/>
                    <a:pt x="1" y="3509"/>
                  </a:cubicBezTo>
                  <a:cubicBezTo>
                    <a:pt x="1" y="5464"/>
                    <a:pt x="1580" y="7043"/>
                    <a:pt x="3535" y="7043"/>
                  </a:cubicBezTo>
                  <a:cubicBezTo>
                    <a:pt x="5490" y="7043"/>
                    <a:pt x="7069" y="5464"/>
                    <a:pt x="7069" y="3509"/>
                  </a:cubicBezTo>
                  <a:cubicBezTo>
                    <a:pt x="7069" y="1580"/>
                    <a:pt x="5490" y="1"/>
                    <a:pt x="35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34">
              <a:extLst>
                <a:ext uri="{FF2B5EF4-FFF2-40B4-BE49-F238E27FC236}">
                  <a16:creationId xmlns:a16="http://schemas.microsoft.com/office/drawing/2014/main" id="{31E0B321-0C10-802B-21C5-E1E01F37D5B1}"/>
                </a:ext>
              </a:extLst>
            </p:cNvPr>
            <p:cNvSpPr/>
            <p:nvPr/>
          </p:nvSpPr>
          <p:spPr>
            <a:xfrm>
              <a:off x="4270200" y="4074600"/>
              <a:ext cx="198650" cy="198650"/>
            </a:xfrm>
            <a:custGeom>
              <a:avLst/>
              <a:gdLst/>
              <a:ahLst/>
              <a:cxnLst/>
              <a:rect l="l" t="t" r="r" b="b"/>
              <a:pathLst>
                <a:path w="7946" h="7946" extrusionOk="0">
                  <a:moveTo>
                    <a:pt x="3961" y="0"/>
                  </a:moveTo>
                  <a:cubicBezTo>
                    <a:pt x="1780" y="0"/>
                    <a:pt x="1" y="1780"/>
                    <a:pt x="1" y="3960"/>
                  </a:cubicBezTo>
                  <a:cubicBezTo>
                    <a:pt x="1" y="6166"/>
                    <a:pt x="1780" y="7945"/>
                    <a:pt x="3961" y="7945"/>
                  </a:cubicBezTo>
                  <a:cubicBezTo>
                    <a:pt x="6166" y="7945"/>
                    <a:pt x="7946" y="6166"/>
                    <a:pt x="7946" y="3960"/>
                  </a:cubicBezTo>
                  <a:cubicBezTo>
                    <a:pt x="7946" y="1780"/>
                    <a:pt x="6166" y="0"/>
                    <a:pt x="3961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34">
              <a:extLst>
                <a:ext uri="{FF2B5EF4-FFF2-40B4-BE49-F238E27FC236}">
                  <a16:creationId xmlns:a16="http://schemas.microsoft.com/office/drawing/2014/main" id="{5FFC80D4-B8F9-DE7D-92BA-417CEA9A6654}"/>
                </a:ext>
              </a:extLst>
            </p:cNvPr>
            <p:cNvSpPr/>
            <p:nvPr/>
          </p:nvSpPr>
          <p:spPr>
            <a:xfrm>
              <a:off x="4281475" y="4085875"/>
              <a:ext cx="176100" cy="176100"/>
            </a:xfrm>
            <a:custGeom>
              <a:avLst/>
              <a:gdLst/>
              <a:ahLst/>
              <a:cxnLst/>
              <a:rect l="l" t="t" r="r" b="b"/>
              <a:pathLst>
                <a:path w="7044" h="7044" extrusionOk="0">
                  <a:moveTo>
                    <a:pt x="3510" y="1"/>
                  </a:moveTo>
                  <a:cubicBezTo>
                    <a:pt x="1580" y="1"/>
                    <a:pt x="1" y="1580"/>
                    <a:pt x="1" y="3509"/>
                  </a:cubicBezTo>
                  <a:cubicBezTo>
                    <a:pt x="1" y="5464"/>
                    <a:pt x="1580" y="7043"/>
                    <a:pt x="3510" y="7043"/>
                  </a:cubicBezTo>
                  <a:cubicBezTo>
                    <a:pt x="5464" y="7043"/>
                    <a:pt x="7043" y="5464"/>
                    <a:pt x="7043" y="3509"/>
                  </a:cubicBezTo>
                  <a:cubicBezTo>
                    <a:pt x="7043" y="1580"/>
                    <a:pt x="5464" y="1"/>
                    <a:pt x="35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34">
              <a:extLst>
                <a:ext uri="{FF2B5EF4-FFF2-40B4-BE49-F238E27FC236}">
                  <a16:creationId xmlns:a16="http://schemas.microsoft.com/office/drawing/2014/main" id="{1DB1DD97-22D1-FC54-ED6E-183B5FD56AE5}"/>
                </a:ext>
              </a:extLst>
            </p:cNvPr>
            <p:cNvSpPr/>
            <p:nvPr/>
          </p:nvSpPr>
          <p:spPr>
            <a:xfrm>
              <a:off x="3237625" y="4080875"/>
              <a:ext cx="960550" cy="21325"/>
            </a:xfrm>
            <a:custGeom>
              <a:avLst/>
              <a:gdLst/>
              <a:ahLst/>
              <a:cxnLst/>
              <a:rect l="l" t="t" r="r" b="b"/>
              <a:pathLst>
                <a:path w="38422" h="853" extrusionOk="0">
                  <a:moveTo>
                    <a:pt x="401" y="0"/>
                  </a:moveTo>
                  <a:cubicBezTo>
                    <a:pt x="176" y="0"/>
                    <a:pt x="0" y="176"/>
                    <a:pt x="0" y="401"/>
                  </a:cubicBezTo>
                  <a:lnTo>
                    <a:pt x="0" y="451"/>
                  </a:lnTo>
                  <a:cubicBezTo>
                    <a:pt x="0" y="677"/>
                    <a:pt x="176" y="852"/>
                    <a:pt x="401" y="852"/>
                  </a:cubicBezTo>
                  <a:lnTo>
                    <a:pt x="38020" y="852"/>
                  </a:lnTo>
                  <a:cubicBezTo>
                    <a:pt x="38246" y="852"/>
                    <a:pt x="38421" y="677"/>
                    <a:pt x="38421" y="451"/>
                  </a:cubicBezTo>
                  <a:lnTo>
                    <a:pt x="38421" y="401"/>
                  </a:lnTo>
                  <a:cubicBezTo>
                    <a:pt x="38421" y="176"/>
                    <a:pt x="38246" y="0"/>
                    <a:pt x="38020" y="0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34">
              <a:extLst>
                <a:ext uri="{FF2B5EF4-FFF2-40B4-BE49-F238E27FC236}">
                  <a16:creationId xmlns:a16="http://schemas.microsoft.com/office/drawing/2014/main" id="{28216B15-D9DB-4795-D255-0E6179E60A71}"/>
                </a:ext>
              </a:extLst>
            </p:cNvPr>
            <p:cNvSpPr/>
            <p:nvPr/>
          </p:nvSpPr>
          <p:spPr>
            <a:xfrm>
              <a:off x="3237625" y="4164825"/>
              <a:ext cx="960550" cy="20700"/>
            </a:xfrm>
            <a:custGeom>
              <a:avLst/>
              <a:gdLst/>
              <a:ahLst/>
              <a:cxnLst/>
              <a:rect l="l" t="t" r="r" b="b"/>
              <a:pathLst>
                <a:path w="38422" h="828" extrusionOk="0">
                  <a:moveTo>
                    <a:pt x="401" y="1"/>
                  </a:moveTo>
                  <a:cubicBezTo>
                    <a:pt x="176" y="1"/>
                    <a:pt x="0" y="176"/>
                    <a:pt x="0" y="402"/>
                  </a:cubicBezTo>
                  <a:lnTo>
                    <a:pt x="0" y="427"/>
                  </a:lnTo>
                  <a:cubicBezTo>
                    <a:pt x="0" y="652"/>
                    <a:pt x="176" y="828"/>
                    <a:pt x="401" y="828"/>
                  </a:cubicBezTo>
                  <a:lnTo>
                    <a:pt x="38020" y="828"/>
                  </a:lnTo>
                  <a:cubicBezTo>
                    <a:pt x="38246" y="828"/>
                    <a:pt x="38421" y="652"/>
                    <a:pt x="38421" y="427"/>
                  </a:cubicBezTo>
                  <a:lnTo>
                    <a:pt x="38421" y="402"/>
                  </a:lnTo>
                  <a:cubicBezTo>
                    <a:pt x="38421" y="176"/>
                    <a:pt x="38246" y="1"/>
                    <a:pt x="38020" y="1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34">
              <a:extLst>
                <a:ext uri="{FF2B5EF4-FFF2-40B4-BE49-F238E27FC236}">
                  <a16:creationId xmlns:a16="http://schemas.microsoft.com/office/drawing/2014/main" id="{BAB6E90D-636E-1080-397F-BFF13AD9BA76}"/>
                </a:ext>
              </a:extLst>
            </p:cNvPr>
            <p:cNvSpPr/>
            <p:nvPr/>
          </p:nvSpPr>
          <p:spPr>
            <a:xfrm>
              <a:off x="3237625" y="4248150"/>
              <a:ext cx="960550" cy="20700"/>
            </a:xfrm>
            <a:custGeom>
              <a:avLst/>
              <a:gdLst/>
              <a:ahLst/>
              <a:cxnLst/>
              <a:rect l="l" t="t" r="r" b="b"/>
              <a:pathLst>
                <a:path w="38422" h="828" extrusionOk="0">
                  <a:moveTo>
                    <a:pt x="401" y="1"/>
                  </a:moveTo>
                  <a:cubicBezTo>
                    <a:pt x="176" y="1"/>
                    <a:pt x="0" y="176"/>
                    <a:pt x="0" y="402"/>
                  </a:cubicBezTo>
                  <a:lnTo>
                    <a:pt x="0" y="427"/>
                  </a:lnTo>
                  <a:cubicBezTo>
                    <a:pt x="0" y="653"/>
                    <a:pt x="176" y="828"/>
                    <a:pt x="401" y="828"/>
                  </a:cubicBezTo>
                  <a:lnTo>
                    <a:pt x="38020" y="828"/>
                  </a:lnTo>
                  <a:cubicBezTo>
                    <a:pt x="38246" y="828"/>
                    <a:pt x="38421" y="653"/>
                    <a:pt x="38421" y="427"/>
                  </a:cubicBezTo>
                  <a:lnTo>
                    <a:pt x="38421" y="402"/>
                  </a:lnTo>
                  <a:cubicBezTo>
                    <a:pt x="38421" y="176"/>
                    <a:pt x="38246" y="1"/>
                    <a:pt x="38020" y="1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34">
              <a:extLst>
                <a:ext uri="{FF2B5EF4-FFF2-40B4-BE49-F238E27FC236}">
                  <a16:creationId xmlns:a16="http://schemas.microsoft.com/office/drawing/2014/main" id="{8448844D-80AE-B725-DD2A-804A97E5E976}"/>
                </a:ext>
              </a:extLst>
            </p:cNvPr>
            <p:cNvSpPr/>
            <p:nvPr/>
          </p:nvSpPr>
          <p:spPr>
            <a:xfrm>
              <a:off x="3132975" y="3026350"/>
              <a:ext cx="1201175" cy="647275"/>
            </a:xfrm>
            <a:custGeom>
              <a:avLst/>
              <a:gdLst/>
              <a:ahLst/>
              <a:cxnLst/>
              <a:rect l="l" t="t" r="r" b="b"/>
              <a:pathLst>
                <a:path w="48047" h="25891" extrusionOk="0">
                  <a:moveTo>
                    <a:pt x="1329" y="0"/>
                  </a:moveTo>
                  <a:cubicBezTo>
                    <a:pt x="602" y="0"/>
                    <a:pt x="1" y="602"/>
                    <a:pt x="1" y="1329"/>
                  </a:cubicBezTo>
                  <a:lnTo>
                    <a:pt x="1" y="24562"/>
                  </a:lnTo>
                  <a:cubicBezTo>
                    <a:pt x="1" y="25314"/>
                    <a:pt x="602" y="25890"/>
                    <a:pt x="1329" y="25890"/>
                  </a:cubicBezTo>
                  <a:lnTo>
                    <a:pt x="46718" y="25890"/>
                  </a:lnTo>
                  <a:cubicBezTo>
                    <a:pt x="47445" y="25890"/>
                    <a:pt x="48046" y="25314"/>
                    <a:pt x="48046" y="24562"/>
                  </a:cubicBezTo>
                  <a:lnTo>
                    <a:pt x="48046" y="1329"/>
                  </a:lnTo>
                  <a:cubicBezTo>
                    <a:pt x="48046" y="602"/>
                    <a:pt x="47445" y="0"/>
                    <a:pt x="467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34">
              <a:extLst>
                <a:ext uri="{FF2B5EF4-FFF2-40B4-BE49-F238E27FC236}">
                  <a16:creationId xmlns:a16="http://schemas.microsoft.com/office/drawing/2014/main" id="{FC060866-8CC6-8130-ACB4-3A6479287BBF}"/>
                </a:ext>
              </a:extLst>
            </p:cNvPr>
            <p:cNvSpPr/>
            <p:nvPr/>
          </p:nvSpPr>
          <p:spPr>
            <a:xfrm>
              <a:off x="3362925" y="2733750"/>
              <a:ext cx="678600" cy="198625"/>
            </a:xfrm>
            <a:custGeom>
              <a:avLst/>
              <a:gdLst/>
              <a:ahLst/>
              <a:cxnLst/>
              <a:rect l="l" t="t" r="r" b="b"/>
              <a:pathLst>
                <a:path w="27144" h="7945" extrusionOk="0">
                  <a:moveTo>
                    <a:pt x="1580" y="0"/>
                  </a:moveTo>
                  <a:cubicBezTo>
                    <a:pt x="803" y="0"/>
                    <a:pt x="1" y="652"/>
                    <a:pt x="1" y="1479"/>
                  </a:cubicBezTo>
                  <a:lnTo>
                    <a:pt x="1" y="6441"/>
                  </a:lnTo>
                  <a:cubicBezTo>
                    <a:pt x="1" y="7268"/>
                    <a:pt x="803" y="7945"/>
                    <a:pt x="1580" y="7945"/>
                  </a:cubicBezTo>
                  <a:lnTo>
                    <a:pt x="25565" y="7945"/>
                  </a:lnTo>
                  <a:cubicBezTo>
                    <a:pt x="26342" y="7945"/>
                    <a:pt x="27144" y="7268"/>
                    <a:pt x="27144" y="6441"/>
                  </a:cubicBezTo>
                  <a:lnTo>
                    <a:pt x="27144" y="1479"/>
                  </a:lnTo>
                  <a:cubicBezTo>
                    <a:pt x="27144" y="652"/>
                    <a:pt x="26342" y="0"/>
                    <a:pt x="255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34">
              <a:extLst>
                <a:ext uri="{FF2B5EF4-FFF2-40B4-BE49-F238E27FC236}">
                  <a16:creationId xmlns:a16="http://schemas.microsoft.com/office/drawing/2014/main" id="{456B5E84-B997-8500-13C7-0F31E235282C}"/>
                </a:ext>
              </a:extLst>
            </p:cNvPr>
            <p:cNvSpPr/>
            <p:nvPr/>
          </p:nvSpPr>
          <p:spPr>
            <a:xfrm>
              <a:off x="3404275" y="2765075"/>
              <a:ext cx="21325" cy="125325"/>
            </a:xfrm>
            <a:custGeom>
              <a:avLst/>
              <a:gdLst/>
              <a:ahLst/>
              <a:cxnLst/>
              <a:rect l="l" t="t" r="r" b="b"/>
              <a:pathLst>
                <a:path w="853" h="5013" extrusionOk="0">
                  <a:moveTo>
                    <a:pt x="427" y="0"/>
                  </a:moveTo>
                  <a:cubicBezTo>
                    <a:pt x="201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201" y="5013"/>
                    <a:pt x="427" y="5013"/>
                  </a:cubicBezTo>
                  <a:cubicBezTo>
                    <a:pt x="652" y="5013"/>
                    <a:pt x="853" y="4837"/>
                    <a:pt x="853" y="4612"/>
                  </a:cubicBezTo>
                  <a:lnTo>
                    <a:pt x="853" y="426"/>
                  </a:lnTo>
                  <a:cubicBezTo>
                    <a:pt x="853" y="201"/>
                    <a:pt x="652" y="0"/>
                    <a:pt x="427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34">
              <a:extLst>
                <a:ext uri="{FF2B5EF4-FFF2-40B4-BE49-F238E27FC236}">
                  <a16:creationId xmlns:a16="http://schemas.microsoft.com/office/drawing/2014/main" id="{476918E3-580D-9BB1-27B7-2E6F266CF489}"/>
                </a:ext>
              </a:extLst>
            </p:cNvPr>
            <p:cNvSpPr/>
            <p:nvPr/>
          </p:nvSpPr>
          <p:spPr>
            <a:xfrm>
              <a:off x="3456925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01" y="0"/>
                  </a:moveTo>
                  <a:cubicBezTo>
                    <a:pt x="176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176" y="5013"/>
                    <a:pt x="401" y="5013"/>
                  </a:cubicBezTo>
                  <a:cubicBezTo>
                    <a:pt x="652" y="5013"/>
                    <a:pt x="827" y="4837"/>
                    <a:pt x="827" y="4612"/>
                  </a:cubicBezTo>
                  <a:lnTo>
                    <a:pt x="827" y="426"/>
                  </a:lnTo>
                  <a:cubicBezTo>
                    <a:pt x="827" y="201"/>
                    <a:pt x="652" y="0"/>
                    <a:pt x="401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34">
              <a:extLst>
                <a:ext uri="{FF2B5EF4-FFF2-40B4-BE49-F238E27FC236}">
                  <a16:creationId xmlns:a16="http://schemas.microsoft.com/office/drawing/2014/main" id="{0DC42FB1-6094-47D4-A90F-AEDEC0180946}"/>
                </a:ext>
              </a:extLst>
            </p:cNvPr>
            <p:cNvSpPr/>
            <p:nvPr/>
          </p:nvSpPr>
          <p:spPr>
            <a:xfrm>
              <a:off x="3508925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26" y="0"/>
                  </a:moveTo>
                  <a:cubicBezTo>
                    <a:pt x="176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176" y="5013"/>
                    <a:pt x="426" y="5013"/>
                  </a:cubicBezTo>
                  <a:cubicBezTo>
                    <a:pt x="652" y="5013"/>
                    <a:pt x="827" y="4837"/>
                    <a:pt x="827" y="4612"/>
                  </a:cubicBezTo>
                  <a:lnTo>
                    <a:pt x="827" y="426"/>
                  </a:lnTo>
                  <a:cubicBezTo>
                    <a:pt x="827" y="201"/>
                    <a:pt x="652" y="0"/>
                    <a:pt x="426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34">
              <a:extLst>
                <a:ext uri="{FF2B5EF4-FFF2-40B4-BE49-F238E27FC236}">
                  <a16:creationId xmlns:a16="http://schemas.microsoft.com/office/drawing/2014/main" id="{3E1048A5-E4A1-805F-AD11-9D4EDF5C094C}"/>
                </a:ext>
              </a:extLst>
            </p:cNvPr>
            <p:cNvSpPr/>
            <p:nvPr/>
          </p:nvSpPr>
          <p:spPr>
            <a:xfrm>
              <a:off x="3560925" y="2765075"/>
              <a:ext cx="21325" cy="125325"/>
            </a:xfrm>
            <a:custGeom>
              <a:avLst/>
              <a:gdLst/>
              <a:ahLst/>
              <a:cxnLst/>
              <a:rect l="l" t="t" r="r" b="b"/>
              <a:pathLst>
                <a:path w="853" h="5013" extrusionOk="0">
                  <a:moveTo>
                    <a:pt x="427" y="0"/>
                  </a:moveTo>
                  <a:cubicBezTo>
                    <a:pt x="201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201" y="5013"/>
                    <a:pt x="427" y="5013"/>
                  </a:cubicBezTo>
                  <a:cubicBezTo>
                    <a:pt x="652" y="5013"/>
                    <a:pt x="853" y="4837"/>
                    <a:pt x="853" y="4612"/>
                  </a:cubicBezTo>
                  <a:lnTo>
                    <a:pt x="853" y="426"/>
                  </a:lnTo>
                  <a:cubicBezTo>
                    <a:pt x="853" y="201"/>
                    <a:pt x="652" y="0"/>
                    <a:pt x="427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34">
              <a:extLst>
                <a:ext uri="{FF2B5EF4-FFF2-40B4-BE49-F238E27FC236}">
                  <a16:creationId xmlns:a16="http://schemas.microsoft.com/office/drawing/2014/main" id="{830D88A9-24BE-513F-61DF-96CE8C8723C3}"/>
                </a:ext>
              </a:extLst>
            </p:cNvPr>
            <p:cNvSpPr/>
            <p:nvPr/>
          </p:nvSpPr>
          <p:spPr>
            <a:xfrm>
              <a:off x="3613550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02" y="0"/>
                  </a:moveTo>
                  <a:cubicBezTo>
                    <a:pt x="176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176" y="5013"/>
                    <a:pt x="402" y="5013"/>
                  </a:cubicBezTo>
                  <a:cubicBezTo>
                    <a:pt x="652" y="5013"/>
                    <a:pt x="828" y="4837"/>
                    <a:pt x="828" y="4612"/>
                  </a:cubicBezTo>
                  <a:lnTo>
                    <a:pt x="828" y="426"/>
                  </a:lnTo>
                  <a:cubicBezTo>
                    <a:pt x="828" y="201"/>
                    <a:pt x="652" y="0"/>
                    <a:pt x="402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34">
              <a:extLst>
                <a:ext uri="{FF2B5EF4-FFF2-40B4-BE49-F238E27FC236}">
                  <a16:creationId xmlns:a16="http://schemas.microsoft.com/office/drawing/2014/main" id="{08AEDF5E-362F-7166-C775-0B04A88DF668}"/>
                </a:ext>
              </a:extLst>
            </p:cNvPr>
            <p:cNvSpPr/>
            <p:nvPr/>
          </p:nvSpPr>
          <p:spPr>
            <a:xfrm>
              <a:off x="3665575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26" y="0"/>
                  </a:moveTo>
                  <a:cubicBezTo>
                    <a:pt x="175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175" y="5013"/>
                    <a:pt x="426" y="5013"/>
                  </a:cubicBezTo>
                  <a:cubicBezTo>
                    <a:pt x="652" y="5013"/>
                    <a:pt x="827" y="4837"/>
                    <a:pt x="827" y="4612"/>
                  </a:cubicBezTo>
                  <a:lnTo>
                    <a:pt x="827" y="426"/>
                  </a:lnTo>
                  <a:cubicBezTo>
                    <a:pt x="827" y="201"/>
                    <a:pt x="652" y="0"/>
                    <a:pt x="426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34">
              <a:extLst>
                <a:ext uri="{FF2B5EF4-FFF2-40B4-BE49-F238E27FC236}">
                  <a16:creationId xmlns:a16="http://schemas.microsoft.com/office/drawing/2014/main" id="{0483BFE4-CD3C-58EC-46B5-9B9498751C95}"/>
                </a:ext>
              </a:extLst>
            </p:cNvPr>
            <p:cNvSpPr/>
            <p:nvPr/>
          </p:nvSpPr>
          <p:spPr>
            <a:xfrm>
              <a:off x="3717575" y="2765075"/>
              <a:ext cx="21325" cy="125325"/>
            </a:xfrm>
            <a:custGeom>
              <a:avLst/>
              <a:gdLst/>
              <a:ahLst/>
              <a:cxnLst/>
              <a:rect l="l" t="t" r="r" b="b"/>
              <a:pathLst>
                <a:path w="853" h="5013" extrusionOk="0">
                  <a:moveTo>
                    <a:pt x="426" y="0"/>
                  </a:moveTo>
                  <a:cubicBezTo>
                    <a:pt x="201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201" y="5013"/>
                    <a:pt x="426" y="5013"/>
                  </a:cubicBezTo>
                  <a:cubicBezTo>
                    <a:pt x="652" y="5013"/>
                    <a:pt x="852" y="4837"/>
                    <a:pt x="852" y="4612"/>
                  </a:cubicBezTo>
                  <a:lnTo>
                    <a:pt x="852" y="426"/>
                  </a:lnTo>
                  <a:cubicBezTo>
                    <a:pt x="852" y="201"/>
                    <a:pt x="652" y="0"/>
                    <a:pt x="426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34">
              <a:extLst>
                <a:ext uri="{FF2B5EF4-FFF2-40B4-BE49-F238E27FC236}">
                  <a16:creationId xmlns:a16="http://schemas.microsoft.com/office/drawing/2014/main" id="{647812BC-1138-D4B7-A67B-9A331FA22A31}"/>
                </a:ext>
              </a:extLst>
            </p:cNvPr>
            <p:cNvSpPr/>
            <p:nvPr/>
          </p:nvSpPr>
          <p:spPr>
            <a:xfrm>
              <a:off x="3770200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02" y="0"/>
                  </a:moveTo>
                  <a:cubicBezTo>
                    <a:pt x="176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176" y="5013"/>
                    <a:pt x="402" y="5013"/>
                  </a:cubicBezTo>
                  <a:cubicBezTo>
                    <a:pt x="652" y="5013"/>
                    <a:pt x="828" y="4837"/>
                    <a:pt x="828" y="4612"/>
                  </a:cubicBezTo>
                  <a:lnTo>
                    <a:pt x="828" y="426"/>
                  </a:lnTo>
                  <a:cubicBezTo>
                    <a:pt x="828" y="201"/>
                    <a:pt x="652" y="0"/>
                    <a:pt x="402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34">
              <a:extLst>
                <a:ext uri="{FF2B5EF4-FFF2-40B4-BE49-F238E27FC236}">
                  <a16:creationId xmlns:a16="http://schemas.microsoft.com/office/drawing/2014/main" id="{88E87283-5115-4414-9946-FAD52ACCBEB0}"/>
                </a:ext>
              </a:extLst>
            </p:cNvPr>
            <p:cNvSpPr/>
            <p:nvPr/>
          </p:nvSpPr>
          <p:spPr>
            <a:xfrm>
              <a:off x="3822200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27" y="0"/>
                  </a:moveTo>
                  <a:cubicBezTo>
                    <a:pt x="176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176" y="5013"/>
                    <a:pt x="427" y="5013"/>
                  </a:cubicBezTo>
                  <a:cubicBezTo>
                    <a:pt x="652" y="5013"/>
                    <a:pt x="828" y="4837"/>
                    <a:pt x="828" y="4612"/>
                  </a:cubicBezTo>
                  <a:lnTo>
                    <a:pt x="828" y="426"/>
                  </a:lnTo>
                  <a:cubicBezTo>
                    <a:pt x="828" y="201"/>
                    <a:pt x="652" y="0"/>
                    <a:pt x="427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34">
              <a:extLst>
                <a:ext uri="{FF2B5EF4-FFF2-40B4-BE49-F238E27FC236}">
                  <a16:creationId xmlns:a16="http://schemas.microsoft.com/office/drawing/2014/main" id="{CE4292BB-D11A-A68D-7C75-B999F55C291A}"/>
                </a:ext>
              </a:extLst>
            </p:cNvPr>
            <p:cNvSpPr/>
            <p:nvPr/>
          </p:nvSpPr>
          <p:spPr>
            <a:xfrm>
              <a:off x="3874200" y="2765075"/>
              <a:ext cx="21350" cy="125325"/>
            </a:xfrm>
            <a:custGeom>
              <a:avLst/>
              <a:gdLst/>
              <a:ahLst/>
              <a:cxnLst/>
              <a:rect l="l" t="t" r="r" b="b"/>
              <a:pathLst>
                <a:path w="854" h="5013" extrusionOk="0">
                  <a:moveTo>
                    <a:pt x="427" y="0"/>
                  </a:moveTo>
                  <a:cubicBezTo>
                    <a:pt x="201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201" y="5013"/>
                    <a:pt x="427" y="5013"/>
                  </a:cubicBezTo>
                  <a:cubicBezTo>
                    <a:pt x="653" y="5013"/>
                    <a:pt x="853" y="4837"/>
                    <a:pt x="853" y="4612"/>
                  </a:cubicBezTo>
                  <a:lnTo>
                    <a:pt x="853" y="426"/>
                  </a:lnTo>
                  <a:cubicBezTo>
                    <a:pt x="853" y="201"/>
                    <a:pt x="653" y="0"/>
                    <a:pt x="427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34">
              <a:extLst>
                <a:ext uri="{FF2B5EF4-FFF2-40B4-BE49-F238E27FC236}">
                  <a16:creationId xmlns:a16="http://schemas.microsoft.com/office/drawing/2014/main" id="{1BECE6E2-FAE0-8F30-93ED-D256ADD6D249}"/>
                </a:ext>
              </a:extLst>
            </p:cNvPr>
            <p:cNvSpPr/>
            <p:nvPr/>
          </p:nvSpPr>
          <p:spPr>
            <a:xfrm>
              <a:off x="3926850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01" y="0"/>
                  </a:moveTo>
                  <a:cubicBezTo>
                    <a:pt x="176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176" y="5013"/>
                    <a:pt x="401" y="5013"/>
                  </a:cubicBezTo>
                  <a:cubicBezTo>
                    <a:pt x="652" y="5013"/>
                    <a:pt x="827" y="4837"/>
                    <a:pt x="827" y="4612"/>
                  </a:cubicBezTo>
                  <a:lnTo>
                    <a:pt x="827" y="426"/>
                  </a:lnTo>
                  <a:cubicBezTo>
                    <a:pt x="827" y="201"/>
                    <a:pt x="652" y="0"/>
                    <a:pt x="401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34">
              <a:extLst>
                <a:ext uri="{FF2B5EF4-FFF2-40B4-BE49-F238E27FC236}">
                  <a16:creationId xmlns:a16="http://schemas.microsoft.com/office/drawing/2014/main" id="{FD51538E-9D03-B618-6219-146C5670DD77}"/>
                </a:ext>
              </a:extLst>
            </p:cNvPr>
            <p:cNvSpPr/>
            <p:nvPr/>
          </p:nvSpPr>
          <p:spPr>
            <a:xfrm>
              <a:off x="3978850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26" y="0"/>
                  </a:moveTo>
                  <a:cubicBezTo>
                    <a:pt x="176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176" y="5013"/>
                    <a:pt x="426" y="5013"/>
                  </a:cubicBezTo>
                  <a:cubicBezTo>
                    <a:pt x="652" y="5013"/>
                    <a:pt x="828" y="4837"/>
                    <a:pt x="828" y="4612"/>
                  </a:cubicBezTo>
                  <a:lnTo>
                    <a:pt x="828" y="426"/>
                  </a:lnTo>
                  <a:cubicBezTo>
                    <a:pt x="828" y="201"/>
                    <a:pt x="652" y="0"/>
                    <a:pt x="426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34">
              <a:extLst>
                <a:ext uri="{FF2B5EF4-FFF2-40B4-BE49-F238E27FC236}">
                  <a16:creationId xmlns:a16="http://schemas.microsoft.com/office/drawing/2014/main" id="{1B64EB59-B058-511F-0680-60FEA2B5AE75}"/>
                </a:ext>
              </a:extLst>
            </p:cNvPr>
            <p:cNvSpPr/>
            <p:nvPr/>
          </p:nvSpPr>
          <p:spPr>
            <a:xfrm>
              <a:off x="3344125" y="3273225"/>
              <a:ext cx="193650" cy="193625"/>
            </a:xfrm>
            <a:custGeom>
              <a:avLst/>
              <a:gdLst/>
              <a:ahLst/>
              <a:cxnLst/>
              <a:rect l="l" t="t" r="r" b="b"/>
              <a:pathLst>
                <a:path w="7746" h="7745" fill="none" extrusionOk="0">
                  <a:moveTo>
                    <a:pt x="1" y="0"/>
                  </a:moveTo>
                  <a:lnTo>
                    <a:pt x="7745" y="7745"/>
                  </a:lnTo>
                </a:path>
              </a:pathLst>
            </a:custGeom>
            <a:noFill/>
            <a:ln w="20675" cap="flat" cmpd="sng">
              <a:solidFill>
                <a:srgbClr val="FCFCFC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34">
              <a:extLst>
                <a:ext uri="{FF2B5EF4-FFF2-40B4-BE49-F238E27FC236}">
                  <a16:creationId xmlns:a16="http://schemas.microsoft.com/office/drawing/2014/main" id="{5013F3FA-0FB8-CCA9-2A16-0149CA481B04}"/>
                </a:ext>
              </a:extLst>
            </p:cNvPr>
            <p:cNvSpPr/>
            <p:nvPr/>
          </p:nvSpPr>
          <p:spPr>
            <a:xfrm>
              <a:off x="3555275" y="3191775"/>
              <a:ext cx="355925" cy="355900"/>
            </a:xfrm>
            <a:custGeom>
              <a:avLst/>
              <a:gdLst/>
              <a:ahLst/>
              <a:cxnLst/>
              <a:rect l="l" t="t" r="r" b="b"/>
              <a:pathLst>
                <a:path w="14237" h="14236" fill="none" extrusionOk="0">
                  <a:moveTo>
                    <a:pt x="1" y="0"/>
                  </a:moveTo>
                  <a:lnTo>
                    <a:pt x="14237" y="14236"/>
                  </a:lnTo>
                </a:path>
              </a:pathLst>
            </a:custGeom>
            <a:noFill/>
            <a:ln w="20675" cap="flat" cmpd="sng">
              <a:solidFill>
                <a:srgbClr val="FCFCFC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34">
              <a:extLst>
                <a:ext uri="{FF2B5EF4-FFF2-40B4-BE49-F238E27FC236}">
                  <a16:creationId xmlns:a16="http://schemas.microsoft.com/office/drawing/2014/main" id="{6B3CF450-1004-18AD-4422-018D125F467C}"/>
                </a:ext>
              </a:extLst>
            </p:cNvPr>
            <p:cNvSpPr/>
            <p:nvPr/>
          </p:nvSpPr>
          <p:spPr>
            <a:xfrm>
              <a:off x="3928725" y="3273225"/>
              <a:ext cx="194250" cy="193625"/>
            </a:xfrm>
            <a:custGeom>
              <a:avLst/>
              <a:gdLst/>
              <a:ahLst/>
              <a:cxnLst/>
              <a:rect l="l" t="t" r="r" b="b"/>
              <a:pathLst>
                <a:path w="7770" h="7745" fill="none" extrusionOk="0">
                  <a:moveTo>
                    <a:pt x="0" y="0"/>
                  </a:moveTo>
                  <a:lnTo>
                    <a:pt x="7770" y="7745"/>
                  </a:lnTo>
                </a:path>
              </a:pathLst>
            </a:custGeom>
            <a:noFill/>
            <a:ln w="20675" cap="flat" cmpd="sng">
              <a:solidFill>
                <a:srgbClr val="FCFCFC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34">
              <a:extLst>
                <a:ext uri="{FF2B5EF4-FFF2-40B4-BE49-F238E27FC236}">
                  <a16:creationId xmlns:a16="http://schemas.microsoft.com/office/drawing/2014/main" id="{DF7448A7-03BB-8B04-BAF2-4D1AC629A955}"/>
                </a:ext>
              </a:extLst>
            </p:cNvPr>
            <p:cNvSpPr/>
            <p:nvPr/>
          </p:nvSpPr>
          <p:spPr>
            <a:xfrm>
              <a:off x="3132975" y="3788875"/>
              <a:ext cx="177350" cy="94025"/>
            </a:xfrm>
            <a:custGeom>
              <a:avLst/>
              <a:gdLst/>
              <a:ahLst/>
              <a:cxnLst/>
              <a:rect l="l" t="t" r="r" b="b"/>
              <a:pathLst>
                <a:path w="7094" h="3761" extrusionOk="0">
                  <a:moveTo>
                    <a:pt x="1254" y="1"/>
                  </a:moveTo>
                  <a:cubicBezTo>
                    <a:pt x="552" y="1"/>
                    <a:pt x="1" y="552"/>
                    <a:pt x="1" y="1254"/>
                  </a:cubicBezTo>
                  <a:lnTo>
                    <a:pt x="1" y="2507"/>
                  </a:lnTo>
                  <a:cubicBezTo>
                    <a:pt x="1" y="3184"/>
                    <a:pt x="552" y="3760"/>
                    <a:pt x="1254" y="3760"/>
                  </a:cubicBezTo>
                  <a:lnTo>
                    <a:pt x="5840" y="3760"/>
                  </a:lnTo>
                  <a:cubicBezTo>
                    <a:pt x="6542" y="3760"/>
                    <a:pt x="7093" y="3184"/>
                    <a:pt x="7093" y="2507"/>
                  </a:cubicBezTo>
                  <a:lnTo>
                    <a:pt x="7093" y="1254"/>
                  </a:lnTo>
                  <a:cubicBezTo>
                    <a:pt x="7093" y="552"/>
                    <a:pt x="6542" y="1"/>
                    <a:pt x="584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34">
              <a:extLst>
                <a:ext uri="{FF2B5EF4-FFF2-40B4-BE49-F238E27FC236}">
                  <a16:creationId xmlns:a16="http://schemas.microsoft.com/office/drawing/2014/main" id="{5AB14A84-83C2-C258-158A-5FE8DF6B8C16}"/>
                </a:ext>
              </a:extLst>
            </p:cNvPr>
            <p:cNvSpPr/>
            <p:nvPr/>
          </p:nvSpPr>
          <p:spPr>
            <a:xfrm>
              <a:off x="4156175" y="3788875"/>
              <a:ext cx="177975" cy="94025"/>
            </a:xfrm>
            <a:custGeom>
              <a:avLst/>
              <a:gdLst/>
              <a:ahLst/>
              <a:cxnLst/>
              <a:rect l="l" t="t" r="r" b="b"/>
              <a:pathLst>
                <a:path w="7119" h="3761" extrusionOk="0">
                  <a:moveTo>
                    <a:pt x="1253" y="1"/>
                  </a:moveTo>
                  <a:cubicBezTo>
                    <a:pt x="577" y="1"/>
                    <a:pt x="0" y="552"/>
                    <a:pt x="0" y="1254"/>
                  </a:cubicBezTo>
                  <a:lnTo>
                    <a:pt x="0" y="2507"/>
                  </a:lnTo>
                  <a:cubicBezTo>
                    <a:pt x="0" y="3184"/>
                    <a:pt x="577" y="3760"/>
                    <a:pt x="1253" y="3760"/>
                  </a:cubicBezTo>
                  <a:lnTo>
                    <a:pt x="5865" y="3760"/>
                  </a:lnTo>
                  <a:cubicBezTo>
                    <a:pt x="6542" y="3760"/>
                    <a:pt x="7118" y="3184"/>
                    <a:pt x="7118" y="2507"/>
                  </a:cubicBezTo>
                  <a:lnTo>
                    <a:pt x="7118" y="1254"/>
                  </a:lnTo>
                  <a:cubicBezTo>
                    <a:pt x="7118" y="552"/>
                    <a:pt x="6542" y="1"/>
                    <a:pt x="58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34">
              <a:extLst>
                <a:ext uri="{FF2B5EF4-FFF2-40B4-BE49-F238E27FC236}">
                  <a16:creationId xmlns:a16="http://schemas.microsoft.com/office/drawing/2014/main" id="{5BAF546B-5489-FD67-C1FB-20E7A8CAA5E2}"/>
                </a:ext>
              </a:extLst>
            </p:cNvPr>
            <p:cNvSpPr/>
            <p:nvPr/>
          </p:nvSpPr>
          <p:spPr>
            <a:xfrm>
              <a:off x="3341625" y="3798900"/>
              <a:ext cx="783250" cy="21325"/>
            </a:xfrm>
            <a:custGeom>
              <a:avLst/>
              <a:gdLst/>
              <a:ahLst/>
              <a:cxnLst/>
              <a:rect l="l" t="t" r="r" b="b"/>
              <a:pathLst>
                <a:path w="31330" h="853" extrusionOk="0">
                  <a:moveTo>
                    <a:pt x="427" y="1"/>
                  </a:moveTo>
                  <a:cubicBezTo>
                    <a:pt x="201" y="1"/>
                    <a:pt x="1" y="201"/>
                    <a:pt x="1" y="427"/>
                  </a:cubicBezTo>
                  <a:cubicBezTo>
                    <a:pt x="1" y="652"/>
                    <a:pt x="201" y="853"/>
                    <a:pt x="427" y="853"/>
                  </a:cubicBezTo>
                  <a:lnTo>
                    <a:pt x="30928" y="853"/>
                  </a:lnTo>
                  <a:cubicBezTo>
                    <a:pt x="31154" y="853"/>
                    <a:pt x="31329" y="652"/>
                    <a:pt x="31329" y="427"/>
                  </a:cubicBezTo>
                  <a:cubicBezTo>
                    <a:pt x="31329" y="201"/>
                    <a:pt x="31154" y="1"/>
                    <a:pt x="309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34">
              <a:extLst>
                <a:ext uri="{FF2B5EF4-FFF2-40B4-BE49-F238E27FC236}">
                  <a16:creationId xmlns:a16="http://schemas.microsoft.com/office/drawing/2014/main" id="{FA0D68D4-E9F3-8018-76AE-72626D70FACF}"/>
                </a:ext>
              </a:extLst>
            </p:cNvPr>
            <p:cNvSpPr/>
            <p:nvPr/>
          </p:nvSpPr>
          <p:spPr>
            <a:xfrm>
              <a:off x="3341625" y="3851550"/>
              <a:ext cx="783250" cy="20700"/>
            </a:xfrm>
            <a:custGeom>
              <a:avLst/>
              <a:gdLst/>
              <a:ahLst/>
              <a:cxnLst/>
              <a:rect l="l" t="t" r="r" b="b"/>
              <a:pathLst>
                <a:path w="31330" h="828" extrusionOk="0">
                  <a:moveTo>
                    <a:pt x="427" y="0"/>
                  </a:moveTo>
                  <a:cubicBezTo>
                    <a:pt x="201" y="0"/>
                    <a:pt x="1" y="176"/>
                    <a:pt x="1" y="401"/>
                  </a:cubicBezTo>
                  <a:cubicBezTo>
                    <a:pt x="1" y="652"/>
                    <a:pt x="201" y="827"/>
                    <a:pt x="427" y="827"/>
                  </a:cubicBezTo>
                  <a:lnTo>
                    <a:pt x="30928" y="827"/>
                  </a:lnTo>
                  <a:cubicBezTo>
                    <a:pt x="31154" y="827"/>
                    <a:pt x="31329" y="652"/>
                    <a:pt x="31329" y="401"/>
                  </a:cubicBezTo>
                  <a:cubicBezTo>
                    <a:pt x="31329" y="176"/>
                    <a:pt x="31154" y="0"/>
                    <a:pt x="30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30" name="Google Shape;1330;p34">
              <a:extLst>
                <a:ext uri="{FF2B5EF4-FFF2-40B4-BE49-F238E27FC236}">
                  <a16:creationId xmlns:a16="http://schemas.microsoft.com/office/drawing/2014/main" id="{731ADBFA-35A6-15B1-00FE-54122259742E}"/>
                </a:ext>
              </a:extLst>
            </p:cNvPr>
            <p:cNvGrpSpPr/>
            <p:nvPr/>
          </p:nvGrpSpPr>
          <p:grpSpPr>
            <a:xfrm>
              <a:off x="3748900" y="238125"/>
              <a:ext cx="2662950" cy="5224975"/>
              <a:chOff x="3748900" y="238125"/>
              <a:chExt cx="2662950" cy="5224975"/>
            </a:xfrm>
          </p:grpSpPr>
          <p:sp>
            <p:nvSpPr>
              <p:cNvPr id="1331" name="Google Shape;1331;p34">
                <a:extLst>
                  <a:ext uri="{FF2B5EF4-FFF2-40B4-BE49-F238E27FC236}">
                    <a16:creationId xmlns:a16="http://schemas.microsoft.com/office/drawing/2014/main" id="{15E657B9-B0D7-464B-6C8D-972BC81481F3}"/>
                  </a:ext>
                </a:extLst>
              </p:cNvPr>
              <p:cNvSpPr/>
              <p:nvPr/>
            </p:nvSpPr>
            <p:spPr>
              <a:xfrm>
                <a:off x="4036500" y="1009425"/>
                <a:ext cx="400400" cy="188625"/>
              </a:xfrm>
              <a:custGeom>
                <a:avLst/>
                <a:gdLst/>
                <a:ahLst/>
                <a:cxnLst/>
                <a:rect l="l" t="t" r="r" b="b"/>
                <a:pathLst>
                  <a:path w="16016" h="7545" extrusionOk="0">
                    <a:moveTo>
                      <a:pt x="8020" y="0"/>
                    </a:moveTo>
                    <a:cubicBezTo>
                      <a:pt x="3735" y="0"/>
                      <a:pt x="251" y="3334"/>
                      <a:pt x="0" y="7544"/>
                    </a:cubicBezTo>
                    <a:lnTo>
                      <a:pt x="16015" y="7544"/>
                    </a:lnTo>
                    <a:cubicBezTo>
                      <a:pt x="15765" y="3334"/>
                      <a:pt x="12281" y="0"/>
                      <a:pt x="8020" y="0"/>
                    </a:cubicBezTo>
                    <a:close/>
                  </a:path>
                </a:pathLst>
              </a:custGeom>
              <a:solidFill>
                <a:srgbClr val="CBE5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Google Shape;1332;p34">
                <a:extLst>
                  <a:ext uri="{FF2B5EF4-FFF2-40B4-BE49-F238E27FC236}">
                    <a16:creationId xmlns:a16="http://schemas.microsoft.com/office/drawing/2014/main" id="{0873FB1C-6558-BEB5-CF18-4EC0078C1236}"/>
                  </a:ext>
                </a:extLst>
              </p:cNvPr>
              <p:cNvSpPr/>
              <p:nvPr/>
            </p:nvSpPr>
            <p:spPr>
              <a:xfrm>
                <a:off x="3748900" y="238125"/>
                <a:ext cx="2662950" cy="1755025"/>
              </a:xfrm>
              <a:custGeom>
                <a:avLst/>
                <a:gdLst/>
                <a:ahLst/>
                <a:cxnLst/>
                <a:rect l="l" t="t" r="r" b="b"/>
                <a:pathLst>
                  <a:path w="106518" h="70201" extrusionOk="0">
                    <a:moveTo>
                      <a:pt x="0" y="0"/>
                    </a:moveTo>
                    <a:lnTo>
                      <a:pt x="89023" y="70201"/>
                    </a:lnTo>
                    <a:lnTo>
                      <a:pt x="106517" y="70201"/>
                    </a:lnTo>
                    <a:lnTo>
                      <a:pt x="106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Google Shape;1333;p34">
                <a:extLst>
                  <a:ext uri="{FF2B5EF4-FFF2-40B4-BE49-F238E27FC236}">
                    <a16:creationId xmlns:a16="http://schemas.microsoft.com/office/drawing/2014/main" id="{76977A62-EDDF-C051-A195-719435DC26D2}"/>
                  </a:ext>
                </a:extLst>
              </p:cNvPr>
              <p:cNvSpPr/>
              <p:nvPr/>
            </p:nvSpPr>
            <p:spPr>
              <a:xfrm>
                <a:off x="3790875" y="394750"/>
                <a:ext cx="2381000" cy="981875"/>
              </a:xfrm>
              <a:custGeom>
                <a:avLst/>
                <a:gdLst/>
                <a:ahLst/>
                <a:cxnLst/>
                <a:rect l="l" t="t" r="r" b="b"/>
                <a:pathLst>
                  <a:path w="95240" h="39275" extrusionOk="0">
                    <a:moveTo>
                      <a:pt x="1" y="1"/>
                    </a:moveTo>
                    <a:lnTo>
                      <a:pt x="1" y="39274"/>
                    </a:lnTo>
                    <a:lnTo>
                      <a:pt x="95239" y="39274"/>
                    </a:lnTo>
                    <a:lnTo>
                      <a:pt x="9523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Google Shape;1334;p34">
                <a:extLst>
                  <a:ext uri="{FF2B5EF4-FFF2-40B4-BE49-F238E27FC236}">
                    <a16:creationId xmlns:a16="http://schemas.microsoft.com/office/drawing/2014/main" id="{67DF6C7F-FD5B-1F7F-12D2-6D3D2030E9FD}"/>
                  </a:ext>
                </a:extLst>
              </p:cNvPr>
              <p:cNvSpPr/>
              <p:nvPr/>
            </p:nvSpPr>
            <p:spPr>
              <a:xfrm>
                <a:off x="4124850" y="248775"/>
                <a:ext cx="94000" cy="448650"/>
              </a:xfrm>
              <a:custGeom>
                <a:avLst/>
                <a:gdLst/>
                <a:ahLst/>
                <a:cxnLst/>
                <a:rect l="l" t="t" r="r" b="b"/>
                <a:pathLst>
                  <a:path w="3760" h="17946" extrusionOk="0">
                    <a:moveTo>
                      <a:pt x="0" y="0"/>
                    </a:moveTo>
                    <a:lnTo>
                      <a:pt x="0" y="17945"/>
                    </a:lnTo>
                    <a:lnTo>
                      <a:pt x="3759" y="17945"/>
                    </a:lnTo>
                    <a:lnTo>
                      <a:pt x="37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Google Shape;1335;p34">
                <a:extLst>
                  <a:ext uri="{FF2B5EF4-FFF2-40B4-BE49-F238E27FC236}">
                    <a16:creationId xmlns:a16="http://schemas.microsoft.com/office/drawing/2014/main" id="{9EDBC916-C605-5D4D-48AC-527011B0D2D9}"/>
                  </a:ext>
                </a:extLst>
              </p:cNvPr>
              <p:cNvSpPr/>
              <p:nvPr/>
            </p:nvSpPr>
            <p:spPr>
              <a:xfrm>
                <a:off x="5659925" y="248775"/>
                <a:ext cx="94025" cy="448650"/>
              </a:xfrm>
              <a:custGeom>
                <a:avLst/>
                <a:gdLst/>
                <a:ahLst/>
                <a:cxnLst/>
                <a:rect l="l" t="t" r="r" b="b"/>
                <a:pathLst>
                  <a:path w="3761" h="17946" extrusionOk="0">
                    <a:moveTo>
                      <a:pt x="1" y="0"/>
                    </a:moveTo>
                    <a:lnTo>
                      <a:pt x="1" y="17945"/>
                    </a:lnTo>
                    <a:lnTo>
                      <a:pt x="3760" y="17945"/>
                    </a:lnTo>
                    <a:lnTo>
                      <a:pt x="37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Google Shape;1336;p34">
                <a:extLst>
                  <a:ext uri="{FF2B5EF4-FFF2-40B4-BE49-F238E27FC236}">
                    <a16:creationId xmlns:a16="http://schemas.microsoft.com/office/drawing/2014/main" id="{BDA7F227-2885-1343-D0BD-2A58E0A10E77}"/>
                  </a:ext>
                </a:extLst>
              </p:cNvPr>
              <p:cNvSpPr/>
              <p:nvPr/>
            </p:nvSpPr>
            <p:spPr>
              <a:xfrm>
                <a:off x="3895525" y="501275"/>
                <a:ext cx="2171700" cy="770075"/>
              </a:xfrm>
              <a:custGeom>
                <a:avLst/>
                <a:gdLst/>
                <a:ahLst/>
                <a:cxnLst/>
                <a:rect l="l" t="t" r="r" b="b"/>
                <a:pathLst>
                  <a:path w="86868" h="30803" extrusionOk="0">
                    <a:moveTo>
                      <a:pt x="0" y="0"/>
                    </a:moveTo>
                    <a:lnTo>
                      <a:pt x="0" y="30803"/>
                    </a:lnTo>
                    <a:lnTo>
                      <a:pt x="86868" y="30803"/>
                    </a:lnTo>
                    <a:lnTo>
                      <a:pt x="8686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Google Shape;1337;p34">
                <a:extLst>
                  <a:ext uri="{FF2B5EF4-FFF2-40B4-BE49-F238E27FC236}">
                    <a16:creationId xmlns:a16="http://schemas.microsoft.com/office/drawing/2014/main" id="{5324F5DA-3FCB-89C5-95EF-A07935AAFE90}"/>
                  </a:ext>
                </a:extLst>
              </p:cNvPr>
              <p:cNvSpPr/>
              <p:nvPr/>
            </p:nvSpPr>
            <p:spPr>
              <a:xfrm>
                <a:off x="4452525" y="666675"/>
                <a:ext cx="133500" cy="151050"/>
              </a:xfrm>
              <a:custGeom>
                <a:avLst/>
                <a:gdLst/>
                <a:ahLst/>
                <a:cxnLst/>
                <a:rect l="l" t="t" r="r" b="b"/>
                <a:pathLst>
                  <a:path w="5340" h="6042" extrusionOk="0">
                    <a:moveTo>
                      <a:pt x="2933" y="1"/>
                    </a:moveTo>
                    <a:cubicBezTo>
                      <a:pt x="2457" y="1"/>
                      <a:pt x="2056" y="101"/>
                      <a:pt x="1680" y="277"/>
                    </a:cubicBezTo>
                    <a:cubicBezTo>
                      <a:pt x="1329" y="452"/>
                      <a:pt x="1028" y="678"/>
                      <a:pt x="778" y="953"/>
                    </a:cubicBezTo>
                    <a:cubicBezTo>
                      <a:pt x="527" y="1229"/>
                      <a:pt x="327" y="1555"/>
                      <a:pt x="201" y="1906"/>
                    </a:cubicBezTo>
                    <a:cubicBezTo>
                      <a:pt x="51" y="2257"/>
                      <a:pt x="1" y="2607"/>
                      <a:pt x="1" y="2983"/>
                    </a:cubicBezTo>
                    <a:cubicBezTo>
                      <a:pt x="1" y="3359"/>
                      <a:pt x="76" y="3735"/>
                      <a:pt x="201" y="4086"/>
                    </a:cubicBezTo>
                    <a:cubicBezTo>
                      <a:pt x="352" y="4462"/>
                      <a:pt x="552" y="4788"/>
                      <a:pt x="803" y="5089"/>
                    </a:cubicBezTo>
                    <a:cubicBezTo>
                      <a:pt x="1054" y="5364"/>
                      <a:pt x="1354" y="5590"/>
                      <a:pt x="1705" y="5765"/>
                    </a:cubicBezTo>
                    <a:cubicBezTo>
                      <a:pt x="2056" y="5941"/>
                      <a:pt x="2457" y="6041"/>
                      <a:pt x="2883" y="6041"/>
                    </a:cubicBezTo>
                    <a:cubicBezTo>
                      <a:pt x="3134" y="6041"/>
                      <a:pt x="3359" y="6016"/>
                      <a:pt x="3610" y="5941"/>
                    </a:cubicBezTo>
                    <a:cubicBezTo>
                      <a:pt x="3861" y="5891"/>
                      <a:pt x="4111" y="5790"/>
                      <a:pt x="4312" y="5690"/>
                    </a:cubicBezTo>
                    <a:cubicBezTo>
                      <a:pt x="4537" y="5565"/>
                      <a:pt x="4738" y="5415"/>
                      <a:pt x="4913" y="5264"/>
                    </a:cubicBezTo>
                    <a:cubicBezTo>
                      <a:pt x="5089" y="5089"/>
                      <a:pt x="5239" y="4888"/>
                      <a:pt x="5339" y="4663"/>
                    </a:cubicBezTo>
                    <a:lnTo>
                      <a:pt x="4387" y="4111"/>
                    </a:lnTo>
                    <a:cubicBezTo>
                      <a:pt x="4312" y="4287"/>
                      <a:pt x="4237" y="4412"/>
                      <a:pt x="4111" y="4537"/>
                    </a:cubicBezTo>
                    <a:cubicBezTo>
                      <a:pt x="4011" y="4638"/>
                      <a:pt x="3886" y="4738"/>
                      <a:pt x="3735" y="4813"/>
                    </a:cubicBezTo>
                    <a:cubicBezTo>
                      <a:pt x="3610" y="4888"/>
                      <a:pt x="3485" y="4938"/>
                      <a:pt x="3334" y="4963"/>
                    </a:cubicBezTo>
                    <a:cubicBezTo>
                      <a:pt x="3184" y="5014"/>
                      <a:pt x="3059" y="5014"/>
                      <a:pt x="2908" y="5014"/>
                    </a:cubicBezTo>
                    <a:cubicBezTo>
                      <a:pt x="2658" y="5014"/>
                      <a:pt x="2432" y="4963"/>
                      <a:pt x="2206" y="4863"/>
                    </a:cubicBezTo>
                    <a:cubicBezTo>
                      <a:pt x="1981" y="4738"/>
                      <a:pt x="1805" y="4587"/>
                      <a:pt x="1655" y="4412"/>
                    </a:cubicBezTo>
                    <a:cubicBezTo>
                      <a:pt x="1505" y="4211"/>
                      <a:pt x="1379" y="4011"/>
                      <a:pt x="1304" y="3760"/>
                    </a:cubicBezTo>
                    <a:cubicBezTo>
                      <a:pt x="1204" y="3535"/>
                      <a:pt x="1179" y="3259"/>
                      <a:pt x="1179" y="3008"/>
                    </a:cubicBezTo>
                    <a:cubicBezTo>
                      <a:pt x="1179" y="2783"/>
                      <a:pt x="1204" y="2532"/>
                      <a:pt x="1279" y="2307"/>
                    </a:cubicBezTo>
                    <a:cubicBezTo>
                      <a:pt x="1354" y="2056"/>
                      <a:pt x="1455" y="1856"/>
                      <a:pt x="1605" y="1655"/>
                    </a:cubicBezTo>
                    <a:cubicBezTo>
                      <a:pt x="1755" y="1480"/>
                      <a:pt x="1931" y="1329"/>
                      <a:pt x="2131" y="1204"/>
                    </a:cubicBezTo>
                    <a:cubicBezTo>
                      <a:pt x="2357" y="1079"/>
                      <a:pt x="2607" y="1029"/>
                      <a:pt x="2908" y="1029"/>
                    </a:cubicBezTo>
                    <a:cubicBezTo>
                      <a:pt x="3033" y="1029"/>
                      <a:pt x="3159" y="1054"/>
                      <a:pt x="3309" y="1079"/>
                    </a:cubicBezTo>
                    <a:cubicBezTo>
                      <a:pt x="3460" y="1104"/>
                      <a:pt x="3585" y="1154"/>
                      <a:pt x="3710" y="1229"/>
                    </a:cubicBezTo>
                    <a:cubicBezTo>
                      <a:pt x="3836" y="1279"/>
                      <a:pt x="3961" y="1379"/>
                      <a:pt x="4061" y="1505"/>
                    </a:cubicBezTo>
                    <a:cubicBezTo>
                      <a:pt x="4186" y="1605"/>
                      <a:pt x="4287" y="1755"/>
                      <a:pt x="4362" y="1931"/>
                    </a:cubicBezTo>
                    <a:lnTo>
                      <a:pt x="5239" y="1304"/>
                    </a:lnTo>
                    <a:cubicBezTo>
                      <a:pt x="5039" y="928"/>
                      <a:pt x="4738" y="602"/>
                      <a:pt x="4337" y="377"/>
                    </a:cubicBezTo>
                    <a:cubicBezTo>
                      <a:pt x="3961" y="126"/>
                      <a:pt x="3485" y="1"/>
                      <a:pt x="29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Google Shape;1338;p34">
                <a:extLst>
                  <a:ext uri="{FF2B5EF4-FFF2-40B4-BE49-F238E27FC236}">
                    <a16:creationId xmlns:a16="http://schemas.microsoft.com/office/drawing/2014/main" id="{532225F5-8482-76B2-2298-DA4314206FAC}"/>
                  </a:ext>
                </a:extLst>
              </p:cNvPr>
              <p:cNvSpPr/>
              <p:nvPr/>
            </p:nvSpPr>
            <p:spPr>
              <a:xfrm>
                <a:off x="4621700" y="667950"/>
                <a:ext cx="103425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4137" h="5940" extrusionOk="0">
                    <a:moveTo>
                      <a:pt x="1" y="0"/>
                    </a:moveTo>
                    <a:lnTo>
                      <a:pt x="1" y="5940"/>
                    </a:lnTo>
                    <a:lnTo>
                      <a:pt x="4136" y="5940"/>
                    </a:lnTo>
                    <a:lnTo>
                      <a:pt x="4136" y="4937"/>
                    </a:lnTo>
                    <a:lnTo>
                      <a:pt x="1179" y="4937"/>
                    </a:lnTo>
                    <a:lnTo>
                      <a:pt x="1179" y="3384"/>
                    </a:lnTo>
                    <a:lnTo>
                      <a:pt x="3660" y="3384"/>
                    </a:lnTo>
                    <a:lnTo>
                      <a:pt x="3660" y="2431"/>
                    </a:lnTo>
                    <a:lnTo>
                      <a:pt x="1179" y="2431"/>
                    </a:lnTo>
                    <a:lnTo>
                      <a:pt x="1179" y="1003"/>
                    </a:lnTo>
                    <a:lnTo>
                      <a:pt x="4061" y="1003"/>
                    </a:lnTo>
                    <a:lnTo>
                      <a:pt x="406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Google Shape;1339;p34">
                <a:extLst>
                  <a:ext uri="{FF2B5EF4-FFF2-40B4-BE49-F238E27FC236}">
                    <a16:creationId xmlns:a16="http://schemas.microsoft.com/office/drawing/2014/main" id="{26D86AF5-9FCA-3E1E-6F25-35BC73B781F0}"/>
                  </a:ext>
                </a:extLst>
              </p:cNvPr>
              <p:cNvSpPr/>
              <p:nvPr/>
            </p:nvSpPr>
            <p:spPr>
              <a:xfrm>
                <a:off x="4764575" y="667950"/>
                <a:ext cx="129100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5164" h="5940" extrusionOk="0">
                    <a:moveTo>
                      <a:pt x="0" y="0"/>
                    </a:moveTo>
                    <a:lnTo>
                      <a:pt x="0" y="5940"/>
                    </a:lnTo>
                    <a:lnTo>
                      <a:pt x="1153" y="5940"/>
                    </a:lnTo>
                    <a:lnTo>
                      <a:pt x="1153" y="2130"/>
                    </a:lnTo>
                    <a:lnTo>
                      <a:pt x="4211" y="5940"/>
                    </a:lnTo>
                    <a:lnTo>
                      <a:pt x="5163" y="5940"/>
                    </a:lnTo>
                    <a:lnTo>
                      <a:pt x="5163" y="0"/>
                    </a:lnTo>
                    <a:lnTo>
                      <a:pt x="3985" y="0"/>
                    </a:lnTo>
                    <a:lnTo>
                      <a:pt x="3985" y="3885"/>
                    </a:lnTo>
                    <a:lnTo>
                      <a:pt x="9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Google Shape;1340;p34">
                <a:extLst>
                  <a:ext uri="{FF2B5EF4-FFF2-40B4-BE49-F238E27FC236}">
                    <a16:creationId xmlns:a16="http://schemas.microsoft.com/office/drawing/2014/main" id="{7BEE68CB-53E5-CA17-02D0-6374C5245390}"/>
                  </a:ext>
                </a:extLst>
              </p:cNvPr>
              <p:cNvSpPr/>
              <p:nvPr/>
            </p:nvSpPr>
            <p:spPr>
              <a:xfrm>
                <a:off x="4928725" y="667950"/>
                <a:ext cx="123450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5940" extrusionOk="0">
                    <a:moveTo>
                      <a:pt x="1" y="0"/>
                    </a:moveTo>
                    <a:lnTo>
                      <a:pt x="1" y="1003"/>
                    </a:lnTo>
                    <a:lnTo>
                      <a:pt x="1905" y="1003"/>
                    </a:lnTo>
                    <a:lnTo>
                      <a:pt x="1905" y="5940"/>
                    </a:lnTo>
                    <a:lnTo>
                      <a:pt x="3033" y="5940"/>
                    </a:lnTo>
                    <a:lnTo>
                      <a:pt x="3033" y="1003"/>
                    </a:lnTo>
                    <a:lnTo>
                      <a:pt x="4938" y="1003"/>
                    </a:lnTo>
                    <a:lnTo>
                      <a:pt x="493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Google Shape;1341;p34">
                <a:extLst>
                  <a:ext uri="{FF2B5EF4-FFF2-40B4-BE49-F238E27FC236}">
                    <a16:creationId xmlns:a16="http://schemas.microsoft.com/office/drawing/2014/main" id="{64165548-E099-877C-9C5A-7631FE04DFC1}"/>
                  </a:ext>
                </a:extLst>
              </p:cNvPr>
              <p:cNvSpPr/>
              <p:nvPr/>
            </p:nvSpPr>
            <p:spPr>
              <a:xfrm>
                <a:off x="5087875" y="667950"/>
                <a:ext cx="119700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4788" h="5940" extrusionOk="0">
                    <a:moveTo>
                      <a:pt x="2532" y="1003"/>
                    </a:moveTo>
                    <a:cubicBezTo>
                      <a:pt x="2632" y="1003"/>
                      <a:pt x="2732" y="1028"/>
                      <a:pt x="2833" y="1078"/>
                    </a:cubicBezTo>
                    <a:cubicBezTo>
                      <a:pt x="2933" y="1128"/>
                      <a:pt x="3033" y="1203"/>
                      <a:pt x="3108" y="1278"/>
                    </a:cubicBezTo>
                    <a:cubicBezTo>
                      <a:pt x="3184" y="1353"/>
                      <a:pt x="3234" y="1454"/>
                      <a:pt x="3284" y="1579"/>
                    </a:cubicBezTo>
                    <a:cubicBezTo>
                      <a:pt x="3334" y="1704"/>
                      <a:pt x="3359" y="1830"/>
                      <a:pt x="3359" y="1980"/>
                    </a:cubicBezTo>
                    <a:cubicBezTo>
                      <a:pt x="3359" y="2105"/>
                      <a:pt x="3334" y="2231"/>
                      <a:pt x="3284" y="2356"/>
                    </a:cubicBezTo>
                    <a:cubicBezTo>
                      <a:pt x="3259" y="2456"/>
                      <a:pt x="3209" y="2556"/>
                      <a:pt x="3133" y="2657"/>
                    </a:cubicBezTo>
                    <a:cubicBezTo>
                      <a:pt x="3058" y="2732"/>
                      <a:pt x="2983" y="2807"/>
                      <a:pt x="2883" y="2857"/>
                    </a:cubicBezTo>
                    <a:cubicBezTo>
                      <a:pt x="2808" y="2907"/>
                      <a:pt x="2707" y="2932"/>
                      <a:pt x="2582" y="2932"/>
                    </a:cubicBezTo>
                    <a:lnTo>
                      <a:pt x="1153" y="2932"/>
                    </a:lnTo>
                    <a:lnTo>
                      <a:pt x="1153" y="1003"/>
                    </a:lnTo>
                    <a:close/>
                    <a:moveTo>
                      <a:pt x="1" y="0"/>
                    </a:moveTo>
                    <a:lnTo>
                      <a:pt x="1" y="5940"/>
                    </a:lnTo>
                    <a:lnTo>
                      <a:pt x="1153" y="5940"/>
                    </a:lnTo>
                    <a:lnTo>
                      <a:pt x="1153" y="3935"/>
                    </a:lnTo>
                    <a:lnTo>
                      <a:pt x="2281" y="3935"/>
                    </a:lnTo>
                    <a:lnTo>
                      <a:pt x="3509" y="5940"/>
                    </a:lnTo>
                    <a:lnTo>
                      <a:pt x="4788" y="5940"/>
                    </a:lnTo>
                    <a:lnTo>
                      <a:pt x="3434" y="3709"/>
                    </a:lnTo>
                    <a:cubicBezTo>
                      <a:pt x="3760" y="3559"/>
                      <a:pt x="4036" y="3333"/>
                      <a:pt x="4211" y="3033"/>
                    </a:cubicBezTo>
                    <a:cubicBezTo>
                      <a:pt x="4412" y="2707"/>
                      <a:pt x="4512" y="2356"/>
                      <a:pt x="4512" y="1980"/>
                    </a:cubicBezTo>
                    <a:cubicBezTo>
                      <a:pt x="4512" y="1729"/>
                      <a:pt x="4462" y="1479"/>
                      <a:pt x="4361" y="1253"/>
                    </a:cubicBezTo>
                    <a:cubicBezTo>
                      <a:pt x="4286" y="1028"/>
                      <a:pt x="4136" y="802"/>
                      <a:pt x="3986" y="627"/>
                    </a:cubicBezTo>
                    <a:cubicBezTo>
                      <a:pt x="3810" y="426"/>
                      <a:pt x="3610" y="276"/>
                      <a:pt x="3384" y="176"/>
                    </a:cubicBezTo>
                    <a:cubicBezTo>
                      <a:pt x="3133" y="50"/>
                      <a:pt x="2883" y="0"/>
                      <a:pt x="26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Google Shape;1342;p34">
                <a:extLst>
                  <a:ext uri="{FF2B5EF4-FFF2-40B4-BE49-F238E27FC236}">
                    <a16:creationId xmlns:a16="http://schemas.microsoft.com/office/drawing/2014/main" id="{07F1D5B5-CDA5-B92B-EB8E-1FF04D850923}"/>
                  </a:ext>
                </a:extLst>
              </p:cNvPr>
              <p:cNvSpPr/>
              <p:nvPr/>
            </p:nvSpPr>
            <p:spPr>
              <a:xfrm>
                <a:off x="5226975" y="667950"/>
                <a:ext cx="138500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5540" h="5940" extrusionOk="0">
                    <a:moveTo>
                      <a:pt x="2782" y="1303"/>
                    </a:moveTo>
                    <a:lnTo>
                      <a:pt x="3610" y="3634"/>
                    </a:lnTo>
                    <a:lnTo>
                      <a:pt x="1930" y="3634"/>
                    </a:lnTo>
                    <a:lnTo>
                      <a:pt x="2782" y="1303"/>
                    </a:lnTo>
                    <a:close/>
                    <a:moveTo>
                      <a:pt x="2256" y="0"/>
                    </a:moveTo>
                    <a:lnTo>
                      <a:pt x="1" y="5940"/>
                    </a:lnTo>
                    <a:lnTo>
                      <a:pt x="1178" y="5940"/>
                    </a:lnTo>
                    <a:lnTo>
                      <a:pt x="1730" y="4461"/>
                    </a:lnTo>
                    <a:lnTo>
                      <a:pt x="3810" y="4461"/>
                    </a:lnTo>
                    <a:lnTo>
                      <a:pt x="4361" y="5940"/>
                    </a:lnTo>
                    <a:lnTo>
                      <a:pt x="5539" y="5940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34">
                <a:extLst>
                  <a:ext uri="{FF2B5EF4-FFF2-40B4-BE49-F238E27FC236}">
                    <a16:creationId xmlns:a16="http://schemas.microsoft.com/office/drawing/2014/main" id="{B70BD1AD-ECC7-486E-78E0-66480CDF81BC}"/>
                  </a:ext>
                </a:extLst>
              </p:cNvPr>
              <p:cNvSpPr/>
              <p:nvPr/>
            </p:nvSpPr>
            <p:spPr>
              <a:xfrm>
                <a:off x="5398650" y="667950"/>
                <a:ext cx="104675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4187" h="5940" extrusionOk="0">
                    <a:moveTo>
                      <a:pt x="1" y="0"/>
                    </a:moveTo>
                    <a:lnTo>
                      <a:pt x="1" y="5940"/>
                    </a:lnTo>
                    <a:lnTo>
                      <a:pt x="4186" y="5940"/>
                    </a:lnTo>
                    <a:lnTo>
                      <a:pt x="4186" y="4937"/>
                    </a:lnTo>
                    <a:lnTo>
                      <a:pt x="1154" y="4937"/>
                    </a:lnTo>
                    <a:lnTo>
                      <a:pt x="115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34">
                <a:extLst>
                  <a:ext uri="{FF2B5EF4-FFF2-40B4-BE49-F238E27FC236}">
                    <a16:creationId xmlns:a16="http://schemas.microsoft.com/office/drawing/2014/main" id="{6C19C918-2CEB-C7A6-0C6F-0B4DA3FDC0BC}"/>
                  </a:ext>
                </a:extLst>
              </p:cNvPr>
              <p:cNvSpPr/>
              <p:nvPr/>
            </p:nvSpPr>
            <p:spPr>
              <a:xfrm>
                <a:off x="4235125" y="885350"/>
                <a:ext cx="177950" cy="229350"/>
              </a:xfrm>
              <a:custGeom>
                <a:avLst/>
                <a:gdLst/>
                <a:ahLst/>
                <a:cxnLst/>
                <a:rect l="l" t="t" r="r" b="b"/>
                <a:pathLst>
                  <a:path w="7118" h="9174" extrusionOk="0">
                    <a:moveTo>
                      <a:pt x="3659" y="1"/>
                    </a:moveTo>
                    <a:cubicBezTo>
                      <a:pt x="3183" y="1"/>
                      <a:pt x="2757" y="51"/>
                      <a:pt x="2356" y="176"/>
                    </a:cubicBezTo>
                    <a:cubicBezTo>
                      <a:pt x="1980" y="302"/>
                      <a:pt x="1604" y="477"/>
                      <a:pt x="1303" y="703"/>
                    </a:cubicBezTo>
                    <a:cubicBezTo>
                      <a:pt x="1003" y="953"/>
                      <a:pt x="777" y="1254"/>
                      <a:pt x="602" y="1605"/>
                    </a:cubicBezTo>
                    <a:cubicBezTo>
                      <a:pt x="451" y="1956"/>
                      <a:pt x="351" y="2357"/>
                      <a:pt x="351" y="2833"/>
                    </a:cubicBezTo>
                    <a:cubicBezTo>
                      <a:pt x="351" y="3159"/>
                      <a:pt x="401" y="3460"/>
                      <a:pt x="501" y="3735"/>
                    </a:cubicBezTo>
                    <a:cubicBezTo>
                      <a:pt x="627" y="3961"/>
                      <a:pt x="777" y="4186"/>
                      <a:pt x="1003" y="4387"/>
                    </a:cubicBezTo>
                    <a:cubicBezTo>
                      <a:pt x="1203" y="4562"/>
                      <a:pt x="1479" y="4738"/>
                      <a:pt x="1780" y="4888"/>
                    </a:cubicBezTo>
                    <a:cubicBezTo>
                      <a:pt x="2105" y="5013"/>
                      <a:pt x="2481" y="5139"/>
                      <a:pt x="2907" y="5264"/>
                    </a:cubicBezTo>
                    <a:cubicBezTo>
                      <a:pt x="3258" y="5364"/>
                      <a:pt x="3584" y="5465"/>
                      <a:pt x="3885" y="5540"/>
                    </a:cubicBezTo>
                    <a:cubicBezTo>
                      <a:pt x="4161" y="5640"/>
                      <a:pt x="4411" y="5715"/>
                      <a:pt x="4612" y="5815"/>
                    </a:cubicBezTo>
                    <a:cubicBezTo>
                      <a:pt x="4812" y="5916"/>
                      <a:pt x="4988" y="6041"/>
                      <a:pt x="5088" y="6166"/>
                    </a:cubicBezTo>
                    <a:cubicBezTo>
                      <a:pt x="5188" y="6317"/>
                      <a:pt x="5263" y="6467"/>
                      <a:pt x="5263" y="6668"/>
                    </a:cubicBezTo>
                    <a:cubicBezTo>
                      <a:pt x="5263" y="7294"/>
                      <a:pt x="4762" y="7595"/>
                      <a:pt x="3810" y="7595"/>
                    </a:cubicBezTo>
                    <a:cubicBezTo>
                      <a:pt x="3459" y="7595"/>
                      <a:pt x="3108" y="7570"/>
                      <a:pt x="2782" y="7470"/>
                    </a:cubicBezTo>
                    <a:cubicBezTo>
                      <a:pt x="2456" y="7394"/>
                      <a:pt x="2156" y="7294"/>
                      <a:pt x="1880" y="7169"/>
                    </a:cubicBezTo>
                    <a:cubicBezTo>
                      <a:pt x="1604" y="7044"/>
                      <a:pt x="1379" y="6918"/>
                      <a:pt x="1178" y="6793"/>
                    </a:cubicBezTo>
                    <a:cubicBezTo>
                      <a:pt x="978" y="6668"/>
                      <a:pt x="852" y="6567"/>
                      <a:pt x="777" y="6492"/>
                    </a:cubicBezTo>
                    <a:lnTo>
                      <a:pt x="0" y="8021"/>
                    </a:lnTo>
                    <a:cubicBezTo>
                      <a:pt x="526" y="8372"/>
                      <a:pt x="1103" y="8673"/>
                      <a:pt x="1780" y="8873"/>
                    </a:cubicBezTo>
                    <a:cubicBezTo>
                      <a:pt x="2431" y="9074"/>
                      <a:pt x="3108" y="9174"/>
                      <a:pt x="3785" y="9174"/>
                    </a:cubicBezTo>
                    <a:cubicBezTo>
                      <a:pt x="4211" y="9174"/>
                      <a:pt x="4637" y="9124"/>
                      <a:pt x="5038" y="9049"/>
                    </a:cubicBezTo>
                    <a:cubicBezTo>
                      <a:pt x="5439" y="8948"/>
                      <a:pt x="5790" y="8773"/>
                      <a:pt x="6115" y="8572"/>
                    </a:cubicBezTo>
                    <a:cubicBezTo>
                      <a:pt x="6416" y="8347"/>
                      <a:pt x="6667" y="8071"/>
                      <a:pt x="6842" y="7745"/>
                    </a:cubicBezTo>
                    <a:cubicBezTo>
                      <a:pt x="7018" y="7394"/>
                      <a:pt x="7118" y="6968"/>
                      <a:pt x="7118" y="6492"/>
                    </a:cubicBezTo>
                    <a:cubicBezTo>
                      <a:pt x="7118" y="6091"/>
                      <a:pt x="7043" y="5740"/>
                      <a:pt x="6917" y="5465"/>
                    </a:cubicBezTo>
                    <a:cubicBezTo>
                      <a:pt x="6792" y="5164"/>
                      <a:pt x="6592" y="4913"/>
                      <a:pt x="6341" y="4713"/>
                    </a:cubicBezTo>
                    <a:cubicBezTo>
                      <a:pt x="6090" y="4512"/>
                      <a:pt x="5790" y="4337"/>
                      <a:pt x="5414" y="4211"/>
                    </a:cubicBezTo>
                    <a:cubicBezTo>
                      <a:pt x="5063" y="4061"/>
                      <a:pt x="4662" y="3936"/>
                      <a:pt x="4211" y="3835"/>
                    </a:cubicBezTo>
                    <a:cubicBezTo>
                      <a:pt x="3885" y="3735"/>
                      <a:pt x="3584" y="3660"/>
                      <a:pt x="3308" y="3585"/>
                    </a:cubicBezTo>
                    <a:cubicBezTo>
                      <a:pt x="3058" y="3510"/>
                      <a:pt x="2857" y="3434"/>
                      <a:pt x="2682" y="3334"/>
                    </a:cubicBezTo>
                    <a:cubicBezTo>
                      <a:pt x="2506" y="3234"/>
                      <a:pt x="2381" y="3134"/>
                      <a:pt x="2281" y="3008"/>
                    </a:cubicBezTo>
                    <a:cubicBezTo>
                      <a:pt x="2206" y="2883"/>
                      <a:pt x="2156" y="2733"/>
                      <a:pt x="2156" y="2532"/>
                    </a:cubicBezTo>
                    <a:cubicBezTo>
                      <a:pt x="2156" y="2231"/>
                      <a:pt x="2281" y="1981"/>
                      <a:pt x="2506" y="1805"/>
                    </a:cubicBezTo>
                    <a:cubicBezTo>
                      <a:pt x="2757" y="1605"/>
                      <a:pt x="3108" y="1530"/>
                      <a:pt x="3609" y="1530"/>
                    </a:cubicBezTo>
                    <a:cubicBezTo>
                      <a:pt x="3860" y="1530"/>
                      <a:pt x="4135" y="1555"/>
                      <a:pt x="4411" y="1630"/>
                    </a:cubicBezTo>
                    <a:cubicBezTo>
                      <a:pt x="4662" y="1705"/>
                      <a:pt x="4912" y="1780"/>
                      <a:pt x="5113" y="1881"/>
                    </a:cubicBezTo>
                    <a:cubicBezTo>
                      <a:pt x="5364" y="1981"/>
                      <a:pt x="5539" y="2081"/>
                      <a:pt x="5689" y="2181"/>
                    </a:cubicBezTo>
                    <a:cubicBezTo>
                      <a:pt x="5865" y="2282"/>
                      <a:pt x="5965" y="2357"/>
                      <a:pt x="6015" y="2407"/>
                    </a:cubicBezTo>
                    <a:lnTo>
                      <a:pt x="6792" y="1003"/>
                    </a:lnTo>
                    <a:cubicBezTo>
                      <a:pt x="6416" y="728"/>
                      <a:pt x="5940" y="477"/>
                      <a:pt x="5414" y="302"/>
                    </a:cubicBezTo>
                    <a:cubicBezTo>
                      <a:pt x="4862" y="101"/>
                      <a:pt x="4286" y="1"/>
                      <a:pt x="36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34">
                <a:extLst>
                  <a:ext uri="{FF2B5EF4-FFF2-40B4-BE49-F238E27FC236}">
                    <a16:creationId xmlns:a16="http://schemas.microsoft.com/office/drawing/2014/main" id="{D5D84502-2489-AE93-A980-07B93463F552}"/>
                  </a:ext>
                </a:extLst>
              </p:cNvPr>
              <p:cNvSpPr/>
              <p:nvPr/>
            </p:nvSpPr>
            <p:spPr>
              <a:xfrm>
                <a:off x="4450650" y="886600"/>
                <a:ext cx="188000" cy="225600"/>
              </a:xfrm>
              <a:custGeom>
                <a:avLst/>
                <a:gdLst/>
                <a:ahLst/>
                <a:cxnLst/>
                <a:rect l="l" t="t" r="r" b="b"/>
                <a:pathLst>
                  <a:path w="7520" h="9024" extrusionOk="0">
                    <a:moveTo>
                      <a:pt x="1" y="1"/>
                    </a:moveTo>
                    <a:lnTo>
                      <a:pt x="1" y="1530"/>
                    </a:lnTo>
                    <a:lnTo>
                      <a:pt x="2908" y="1530"/>
                    </a:lnTo>
                    <a:lnTo>
                      <a:pt x="2908" y="9024"/>
                    </a:lnTo>
                    <a:lnTo>
                      <a:pt x="4637" y="9024"/>
                    </a:lnTo>
                    <a:lnTo>
                      <a:pt x="4637" y="1530"/>
                    </a:lnTo>
                    <a:lnTo>
                      <a:pt x="7520" y="1530"/>
                    </a:lnTo>
                    <a:lnTo>
                      <a:pt x="752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Google Shape;1346;p34">
                <a:extLst>
                  <a:ext uri="{FF2B5EF4-FFF2-40B4-BE49-F238E27FC236}">
                    <a16:creationId xmlns:a16="http://schemas.microsoft.com/office/drawing/2014/main" id="{C1308564-130F-9333-6BA0-95DEF15F23B4}"/>
                  </a:ext>
                </a:extLst>
              </p:cNvPr>
              <p:cNvSpPr/>
              <p:nvPr/>
            </p:nvSpPr>
            <p:spPr>
              <a:xfrm>
                <a:off x="4648025" y="886600"/>
                <a:ext cx="210550" cy="225600"/>
              </a:xfrm>
              <a:custGeom>
                <a:avLst/>
                <a:gdLst/>
                <a:ahLst/>
                <a:cxnLst/>
                <a:rect l="l" t="t" r="r" b="b"/>
                <a:pathLst>
                  <a:path w="8422" h="9024" extrusionOk="0">
                    <a:moveTo>
                      <a:pt x="4211" y="2006"/>
                    </a:moveTo>
                    <a:lnTo>
                      <a:pt x="5464" y="5540"/>
                    </a:lnTo>
                    <a:lnTo>
                      <a:pt x="2908" y="5540"/>
                    </a:lnTo>
                    <a:lnTo>
                      <a:pt x="4211" y="2006"/>
                    </a:lnTo>
                    <a:close/>
                    <a:moveTo>
                      <a:pt x="3434" y="1"/>
                    </a:moveTo>
                    <a:lnTo>
                      <a:pt x="0" y="9024"/>
                    </a:lnTo>
                    <a:lnTo>
                      <a:pt x="1805" y="9024"/>
                    </a:lnTo>
                    <a:lnTo>
                      <a:pt x="2632" y="6768"/>
                    </a:lnTo>
                    <a:lnTo>
                      <a:pt x="5790" y="6768"/>
                    </a:lnTo>
                    <a:lnTo>
                      <a:pt x="6617" y="9024"/>
                    </a:lnTo>
                    <a:lnTo>
                      <a:pt x="8422" y="9024"/>
                    </a:lnTo>
                    <a:lnTo>
                      <a:pt x="498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Google Shape;1347;p34">
                <a:extLst>
                  <a:ext uri="{FF2B5EF4-FFF2-40B4-BE49-F238E27FC236}">
                    <a16:creationId xmlns:a16="http://schemas.microsoft.com/office/drawing/2014/main" id="{20301202-9E6D-93BB-7FB6-16D58E0EEDDC}"/>
                  </a:ext>
                </a:extLst>
              </p:cNvPr>
              <p:cNvSpPr/>
              <p:nvPr/>
            </p:nvSpPr>
            <p:spPr>
              <a:xfrm>
                <a:off x="4867325" y="886600"/>
                <a:ext cx="188000" cy="225600"/>
              </a:xfrm>
              <a:custGeom>
                <a:avLst/>
                <a:gdLst/>
                <a:ahLst/>
                <a:cxnLst/>
                <a:rect l="l" t="t" r="r" b="b"/>
                <a:pathLst>
                  <a:path w="7520" h="9024" extrusionOk="0">
                    <a:moveTo>
                      <a:pt x="0" y="1"/>
                    </a:moveTo>
                    <a:lnTo>
                      <a:pt x="0" y="1530"/>
                    </a:lnTo>
                    <a:lnTo>
                      <a:pt x="2883" y="1530"/>
                    </a:lnTo>
                    <a:lnTo>
                      <a:pt x="2883" y="9024"/>
                    </a:lnTo>
                    <a:lnTo>
                      <a:pt x="4637" y="9024"/>
                    </a:lnTo>
                    <a:lnTo>
                      <a:pt x="4637" y="1530"/>
                    </a:lnTo>
                    <a:lnTo>
                      <a:pt x="7519" y="1530"/>
                    </a:lnTo>
                    <a:lnTo>
                      <a:pt x="751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Google Shape;1348;p34">
                <a:extLst>
                  <a:ext uri="{FF2B5EF4-FFF2-40B4-BE49-F238E27FC236}">
                    <a16:creationId xmlns:a16="http://schemas.microsoft.com/office/drawing/2014/main" id="{C17C758B-FE35-AA24-CFDD-4402DF5E2D31}"/>
                  </a:ext>
                </a:extLst>
              </p:cNvPr>
              <p:cNvSpPr/>
              <p:nvPr/>
            </p:nvSpPr>
            <p:spPr>
              <a:xfrm>
                <a:off x="5108550" y="886600"/>
                <a:ext cx="43900" cy="225600"/>
              </a:xfrm>
              <a:custGeom>
                <a:avLst/>
                <a:gdLst/>
                <a:ahLst/>
                <a:cxnLst/>
                <a:rect l="l" t="t" r="r" b="b"/>
                <a:pathLst>
                  <a:path w="1756" h="9024" extrusionOk="0">
                    <a:moveTo>
                      <a:pt x="1" y="1"/>
                    </a:moveTo>
                    <a:lnTo>
                      <a:pt x="1" y="9024"/>
                    </a:lnTo>
                    <a:lnTo>
                      <a:pt x="1755" y="9024"/>
                    </a:lnTo>
                    <a:lnTo>
                      <a:pt x="175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34">
                <a:extLst>
                  <a:ext uri="{FF2B5EF4-FFF2-40B4-BE49-F238E27FC236}">
                    <a16:creationId xmlns:a16="http://schemas.microsoft.com/office/drawing/2014/main" id="{65CC804A-CB33-5EE3-962D-B0A1CD299889}"/>
                  </a:ext>
                </a:extLst>
              </p:cNvPr>
              <p:cNvSpPr/>
              <p:nvPr/>
            </p:nvSpPr>
            <p:spPr>
              <a:xfrm>
                <a:off x="5211300" y="885350"/>
                <a:ext cx="219950" cy="228725"/>
              </a:xfrm>
              <a:custGeom>
                <a:avLst/>
                <a:gdLst/>
                <a:ahLst/>
                <a:cxnLst/>
                <a:rect l="l" t="t" r="r" b="b"/>
                <a:pathLst>
                  <a:path w="8798" h="9149" extrusionOk="0">
                    <a:moveTo>
                      <a:pt x="4412" y="1555"/>
                    </a:moveTo>
                    <a:cubicBezTo>
                      <a:pt x="4813" y="1555"/>
                      <a:pt x="5189" y="1630"/>
                      <a:pt x="5490" y="1805"/>
                    </a:cubicBezTo>
                    <a:cubicBezTo>
                      <a:pt x="5841" y="1956"/>
                      <a:pt x="6116" y="2181"/>
                      <a:pt x="6317" y="2457"/>
                    </a:cubicBezTo>
                    <a:cubicBezTo>
                      <a:pt x="6567" y="2758"/>
                      <a:pt x="6743" y="3059"/>
                      <a:pt x="6843" y="3434"/>
                    </a:cubicBezTo>
                    <a:cubicBezTo>
                      <a:pt x="6968" y="3785"/>
                      <a:pt x="7044" y="4186"/>
                      <a:pt x="7044" y="4562"/>
                    </a:cubicBezTo>
                    <a:cubicBezTo>
                      <a:pt x="7044" y="4938"/>
                      <a:pt x="6968" y="5314"/>
                      <a:pt x="6868" y="5665"/>
                    </a:cubicBezTo>
                    <a:cubicBezTo>
                      <a:pt x="6743" y="6016"/>
                      <a:pt x="6592" y="6342"/>
                      <a:pt x="6342" y="6643"/>
                    </a:cubicBezTo>
                    <a:cubicBezTo>
                      <a:pt x="6141" y="6918"/>
                      <a:pt x="5866" y="7169"/>
                      <a:pt x="5540" y="7344"/>
                    </a:cubicBezTo>
                    <a:cubicBezTo>
                      <a:pt x="5214" y="7495"/>
                      <a:pt x="4838" y="7595"/>
                      <a:pt x="4412" y="7595"/>
                    </a:cubicBezTo>
                    <a:cubicBezTo>
                      <a:pt x="3986" y="7595"/>
                      <a:pt x="3610" y="7495"/>
                      <a:pt x="3284" y="7344"/>
                    </a:cubicBezTo>
                    <a:cubicBezTo>
                      <a:pt x="2958" y="7169"/>
                      <a:pt x="2683" y="6943"/>
                      <a:pt x="2457" y="6668"/>
                    </a:cubicBezTo>
                    <a:cubicBezTo>
                      <a:pt x="2257" y="6392"/>
                      <a:pt x="2081" y="6066"/>
                      <a:pt x="1956" y="5690"/>
                    </a:cubicBezTo>
                    <a:cubicBezTo>
                      <a:pt x="1831" y="5339"/>
                      <a:pt x="1780" y="4963"/>
                      <a:pt x="1780" y="4562"/>
                    </a:cubicBezTo>
                    <a:cubicBezTo>
                      <a:pt x="1780" y="4186"/>
                      <a:pt x="1831" y="3835"/>
                      <a:pt x="1931" y="3460"/>
                    </a:cubicBezTo>
                    <a:cubicBezTo>
                      <a:pt x="2056" y="3109"/>
                      <a:pt x="2232" y="2783"/>
                      <a:pt x="2457" y="2507"/>
                    </a:cubicBezTo>
                    <a:cubicBezTo>
                      <a:pt x="2683" y="2206"/>
                      <a:pt x="2958" y="1981"/>
                      <a:pt x="3284" y="1830"/>
                    </a:cubicBezTo>
                    <a:cubicBezTo>
                      <a:pt x="3610" y="1630"/>
                      <a:pt x="3986" y="1555"/>
                      <a:pt x="4412" y="1555"/>
                    </a:cubicBezTo>
                    <a:close/>
                    <a:moveTo>
                      <a:pt x="4437" y="1"/>
                    </a:moveTo>
                    <a:cubicBezTo>
                      <a:pt x="3810" y="1"/>
                      <a:pt x="3209" y="126"/>
                      <a:pt x="2658" y="377"/>
                    </a:cubicBezTo>
                    <a:cubicBezTo>
                      <a:pt x="2131" y="627"/>
                      <a:pt x="1655" y="953"/>
                      <a:pt x="1254" y="1379"/>
                    </a:cubicBezTo>
                    <a:cubicBezTo>
                      <a:pt x="878" y="1805"/>
                      <a:pt x="552" y="2282"/>
                      <a:pt x="327" y="2833"/>
                    </a:cubicBezTo>
                    <a:cubicBezTo>
                      <a:pt x="101" y="3384"/>
                      <a:pt x="1" y="3961"/>
                      <a:pt x="1" y="4562"/>
                    </a:cubicBezTo>
                    <a:cubicBezTo>
                      <a:pt x="1" y="5139"/>
                      <a:pt x="101" y="5715"/>
                      <a:pt x="327" y="6267"/>
                    </a:cubicBezTo>
                    <a:cubicBezTo>
                      <a:pt x="527" y="6793"/>
                      <a:pt x="828" y="7294"/>
                      <a:pt x="1204" y="7720"/>
                    </a:cubicBezTo>
                    <a:cubicBezTo>
                      <a:pt x="1605" y="8146"/>
                      <a:pt x="2056" y="8497"/>
                      <a:pt x="2582" y="8748"/>
                    </a:cubicBezTo>
                    <a:cubicBezTo>
                      <a:pt x="3134" y="9023"/>
                      <a:pt x="3735" y="9149"/>
                      <a:pt x="4387" y="9149"/>
                    </a:cubicBezTo>
                    <a:cubicBezTo>
                      <a:pt x="5039" y="9149"/>
                      <a:pt x="5615" y="9023"/>
                      <a:pt x="6166" y="8773"/>
                    </a:cubicBezTo>
                    <a:cubicBezTo>
                      <a:pt x="6693" y="8522"/>
                      <a:pt x="7169" y="8171"/>
                      <a:pt x="7570" y="7770"/>
                    </a:cubicBezTo>
                    <a:cubicBezTo>
                      <a:pt x="7946" y="7344"/>
                      <a:pt x="8247" y="6868"/>
                      <a:pt x="8472" y="6317"/>
                    </a:cubicBezTo>
                    <a:cubicBezTo>
                      <a:pt x="8698" y="5765"/>
                      <a:pt x="8798" y="5189"/>
                      <a:pt x="8798" y="4587"/>
                    </a:cubicBezTo>
                    <a:cubicBezTo>
                      <a:pt x="8798" y="4011"/>
                      <a:pt x="8698" y="3460"/>
                      <a:pt x="8497" y="2908"/>
                    </a:cubicBezTo>
                    <a:cubicBezTo>
                      <a:pt x="8272" y="2357"/>
                      <a:pt x="7971" y="1881"/>
                      <a:pt x="7595" y="1429"/>
                    </a:cubicBezTo>
                    <a:cubicBezTo>
                      <a:pt x="7219" y="1003"/>
                      <a:pt x="6768" y="652"/>
                      <a:pt x="6217" y="402"/>
                    </a:cubicBezTo>
                    <a:cubicBezTo>
                      <a:pt x="5690" y="126"/>
                      <a:pt x="5089" y="1"/>
                      <a:pt x="443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34">
                <a:extLst>
                  <a:ext uri="{FF2B5EF4-FFF2-40B4-BE49-F238E27FC236}">
                    <a16:creationId xmlns:a16="http://schemas.microsoft.com/office/drawing/2014/main" id="{A2A968E5-31E2-7EAC-565B-2D141B7D56F3}"/>
                  </a:ext>
                </a:extLst>
              </p:cNvPr>
              <p:cNvSpPr/>
              <p:nvPr/>
            </p:nvSpPr>
            <p:spPr>
              <a:xfrm>
                <a:off x="5490750" y="886600"/>
                <a:ext cx="195525" cy="225600"/>
              </a:xfrm>
              <a:custGeom>
                <a:avLst/>
                <a:gdLst/>
                <a:ahLst/>
                <a:cxnLst/>
                <a:rect l="l" t="t" r="r" b="b"/>
                <a:pathLst>
                  <a:path w="7821" h="9024" extrusionOk="0">
                    <a:moveTo>
                      <a:pt x="1" y="1"/>
                    </a:moveTo>
                    <a:lnTo>
                      <a:pt x="1" y="9024"/>
                    </a:lnTo>
                    <a:lnTo>
                      <a:pt x="1755" y="9024"/>
                    </a:lnTo>
                    <a:lnTo>
                      <a:pt x="1755" y="3234"/>
                    </a:lnTo>
                    <a:lnTo>
                      <a:pt x="6392" y="9024"/>
                    </a:lnTo>
                    <a:lnTo>
                      <a:pt x="7821" y="9024"/>
                    </a:lnTo>
                    <a:lnTo>
                      <a:pt x="7821" y="26"/>
                    </a:lnTo>
                    <a:lnTo>
                      <a:pt x="6066" y="26"/>
                    </a:lnTo>
                    <a:lnTo>
                      <a:pt x="6066" y="5916"/>
                    </a:lnTo>
                    <a:lnTo>
                      <a:pt x="13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34">
                <a:extLst>
                  <a:ext uri="{FF2B5EF4-FFF2-40B4-BE49-F238E27FC236}">
                    <a16:creationId xmlns:a16="http://schemas.microsoft.com/office/drawing/2014/main" id="{69F378EB-C5A1-A1D1-DBE1-B91D3164B1D5}"/>
                  </a:ext>
                </a:extLst>
              </p:cNvPr>
              <p:cNvSpPr/>
              <p:nvPr/>
            </p:nvSpPr>
            <p:spPr>
              <a:xfrm>
                <a:off x="6297150" y="1991250"/>
                <a:ext cx="114700" cy="1138500"/>
              </a:xfrm>
              <a:custGeom>
                <a:avLst/>
                <a:gdLst/>
                <a:ahLst/>
                <a:cxnLst/>
                <a:rect l="l" t="t" r="r" b="b"/>
                <a:pathLst>
                  <a:path w="4588" h="45540" extrusionOk="0">
                    <a:moveTo>
                      <a:pt x="1" y="1"/>
                    </a:moveTo>
                    <a:lnTo>
                      <a:pt x="1" y="45540"/>
                    </a:lnTo>
                    <a:lnTo>
                      <a:pt x="4587" y="45540"/>
                    </a:lnTo>
                    <a:lnTo>
                      <a:pt x="45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34">
                <a:extLst>
                  <a:ext uri="{FF2B5EF4-FFF2-40B4-BE49-F238E27FC236}">
                    <a16:creationId xmlns:a16="http://schemas.microsoft.com/office/drawing/2014/main" id="{41537F2F-D81D-F717-B987-6076F52BB44D}"/>
                  </a:ext>
                </a:extLst>
              </p:cNvPr>
              <p:cNvSpPr/>
              <p:nvPr/>
            </p:nvSpPr>
            <p:spPr>
              <a:xfrm>
                <a:off x="4166825" y="5218725"/>
                <a:ext cx="2245025" cy="244375"/>
              </a:xfrm>
              <a:custGeom>
                <a:avLst/>
                <a:gdLst/>
                <a:ahLst/>
                <a:cxnLst/>
                <a:rect l="l" t="t" r="r" b="b"/>
                <a:pathLst>
                  <a:path w="89801" h="9775" extrusionOk="0">
                    <a:moveTo>
                      <a:pt x="89800" y="0"/>
                    </a:moveTo>
                    <a:lnTo>
                      <a:pt x="0" y="401"/>
                    </a:lnTo>
                    <a:lnTo>
                      <a:pt x="0" y="9775"/>
                    </a:lnTo>
                    <a:lnTo>
                      <a:pt x="89800" y="9775"/>
                    </a:lnTo>
                    <a:lnTo>
                      <a:pt x="8980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34">
                <a:extLst>
                  <a:ext uri="{FF2B5EF4-FFF2-40B4-BE49-F238E27FC236}">
                    <a16:creationId xmlns:a16="http://schemas.microsoft.com/office/drawing/2014/main" id="{9B526E40-5161-02E5-87CF-B8B37A8A8427}"/>
                  </a:ext>
                </a:extLst>
              </p:cNvPr>
              <p:cNvSpPr/>
              <p:nvPr/>
            </p:nvSpPr>
            <p:spPr>
              <a:xfrm>
                <a:off x="4166825" y="3055800"/>
                <a:ext cx="2245025" cy="2172975"/>
              </a:xfrm>
              <a:custGeom>
                <a:avLst/>
                <a:gdLst/>
                <a:ahLst/>
                <a:cxnLst/>
                <a:rect l="l" t="t" r="r" b="b"/>
                <a:pathLst>
                  <a:path w="89801" h="86919" extrusionOk="0">
                    <a:moveTo>
                      <a:pt x="72306" y="0"/>
                    </a:moveTo>
                    <a:lnTo>
                      <a:pt x="0" y="86918"/>
                    </a:lnTo>
                    <a:lnTo>
                      <a:pt x="89800" y="86918"/>
                    </a:lnTo>
                    <a:lnTo>
                      <a:pt x="8980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Google Shape;1354;p34">
                <a:extLst>
                  <a:ext uri="{FF2B5EF4-FFF2-40B4-BE49-F238E27FC236}">
                    <a16:creationId xmlns:a16="http://schemas.microsoft.com/office/drawing/2014/main" id="{4BA50648-DE23-FE2D-7A05-D551490584B6}"/>
                  </a:ext>
                </a:extLst>
              </p:cNvPr>
              <p:cNvSpPr/>
              <p:nvPr/>
            </p:nvSpPr>
            <p:spPr>
              <a:xfrm>
                <a:off x="4741375" y="4978125"/>
                <a:ext cx="15996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63987" h="1" fill="none" extrusionOk="0">
                    <a:moveTo>
                      <a:pt x="1" y="0"/>
                    </a:moveTo>
                    <a:lnTo>
                      <a:pt x="63986" y="0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Google Shape;1355;p34">
                <a:extLst>
                  <a:ext uri="{FF2B5EF4-FFF2-40B4-BE49-F238E27FC236}">
                    <a16:creationId xmlns:a16="http://schemas.microsoft.com/office/drawing/2014/main" id="{7907A8E1-7BDF-41E7-05F0-7E3669A3DB7B}"/>
                  </a:ext>
                </a:extLst>
              </p:cNvPr>
              <p:cNvSpPr/>
              <p:nvPr/>
            </p:nvSpPr>
            <p:spPr>
              <a:xfrm>
                <a:off x="5002025" y="4716825"/>
                <a:ext cx="13384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53536" h="1" fill="none" extrusionOk="0">
                    <a:moveTo>
                      <a:pt x="1" y="1"/>
                    </a:moveTo>
                    <a:lnTo>
                      <a:pt x="53535" y="1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Google Shape;1356;p34">
                <a:extLst>
                  <a:ext uri="{FF2B5EF4-FFF2-40B4-BE49-F238E27FC236}">
                    <a16:creationId xmlns:a16="http://schemas.microsoft.com/office/drawing/2014/main" id="{8F42405E-1EB0-09E4-C95E-B3FD08757B3C}"/>
                  </a:ext>
                </a:extLst>
              </p:cNvPr>
              <p:cNvSpPr/>
              <p:nvPr/>
            </p:nvSpPr>
            <p:spPr>
              <a:xfrm>
                <a:off x="5263325" y="4455550"/>
                <a:ext cx="10745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42983" h="1" fill="none" extrusionOk="0">
                    <a:moveTo>
                      <a:pt x="0" y="1"/>
                    </a:moveTo>
                    <a:lnTo>
                      <a:pt x="42983" y="1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Google Shape;1357;p34">
                <a:extLst>
                  <a:ext uri="{FF2B5EF4-FFF2-40B4-BE49-F238E27FC236}">
                    <a16:creationId xmlns:a16="http://schemas.microsoft.com/office/drawing/2014/main" id="{FB21445A-04AC-A966-34B2-F7EFBCB4E475}"/>
                  </a:ext>
                </a:extLst>
              </p:cNvPr>
              <p:cNvSpPr/>
              <p:nvPr/>
            </p:nvSpPr>
            <p:spPr>
              <a:xfrm>
                <a:off x="5482625" y="4194900"/>
                <a:ext cx="8559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34236" h="1" fill="none" extrusionOk="0">
                    <a:moveTo>
                      <a:pt x="0" y="1"/>
                    </a:moveTo>
                    <a:lnTo>
                      <a:pt x="34236" y="1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Google Shape;1358;p34">
                <a:extLst>
                  <a:ext uri="{FF2B5EF4-FFF2-40B4-BE49-F238E27FC236}">
                    <a16:creationId xmlns:a16="http://schemas.microsoft.com/office/drawing/2014/main" id="{9CE4F4F2-E20B-4EFB-00F7-73C75445DA13}"/>
                  </a:ext>
                </a:extLst>
              </p:cNvPr>
              <p:cNvSpPr/>
              <p:nvPr/>
            </p:nvSpPr>
            <p:spPr>
              <a:xfrm>
                <a:off x="5659925" y="3933625"/>
                <a:ext cx="6773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7094" h="1" fill="none" extrusionOk="0">
                    <a:moveTo>
                      <a:pt x="1" y="0"/>
                    </a:moveTo>
                    <a:lnTo>
                      <a:pt x="27094" y="0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34">
                <a:extLst>
                  <a:ext uri="{FF2B5EF4-FFF2-40B4-BE49-F238E27FC236}">
                    <a16:creationId xmlns:a16="http://schemas.microsoft.com/office/drawing/2014/main" id="{1D3A62D8-8D86-537D-1BC2-381CD7E4FBD4}"/>
                  </a:ext>
                </a:extLst>
              </p:cNvPr>
              <p:cNvSpPr/>
              <p:nvPr/>
            </p:nvSpPr>
            <p:spPr>
              <a:xfrm>
                <a:off x="5921225" y="3672350"/>
                <a:ext cx="4204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6818" h="1" fill="none" extrusionOk="0">
                    <a:moveTo>
                      <a:pt x="0" y="0"/>
                    </a:moveTo>
                    <a:lnTo>
                      <a:pt x="16817" y="0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34">
                <a:extLst>
                  <a:ext uri="{FF2B5EF4-FFF2-40B4-BE49-F238E27FC236}">
                    <a16:creationId xmlns:a16="http://schemas.microsoft.com/office/drawing/2014/main" id="{B436A404-2136-B683-9C9A-A5468EE8ADE6}"/>
                  </a:ext>
                </a:extLst>
              </p:cNvPr>
              <p:cNvSpPr/>
              <p:nvPr/>
            </p:nvSpPr>
            <p:spPr>
              <a:xfrm>
                <a:off x="6098525" y="3411700"/>
                <a:ext cx="2431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9726" h="1" fill="none" extrusionOk="0">
                    <a:moveTo>
                      <a:pt x="1" y="0"/>
                    </a:moveTo>
                    <a:lnTo>
                      <a:pt x="9725" y="0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34">
                <a:extLst>
                  <a:ext uri="{FF2B5EF4-FFF2-40B4-BE49-F238E27FC236}">
                    <a16:creationId xmlns:a16="http://schemas.microsoft.com/office/drawing/2014/main" id="{630C27E7-80E9-E44F-3CC0-F0E6BB776C42}"/>
                  </a:ext>
                </a:extLst>
              </p:cNvPr>
              <p:cNvSpPr/>
              <p:nvPr/>
            </p:nvSpPr>
            <p:spPr>
              <a:xfrm>
                <a:off x="6216325" y="3228725"/>
                <a:ext cx="1253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5014" h="1" fill="none" extrusionOk="0">
                    <a:moveTo>
                      <a:pt x="1" y="1"/>
                    </a:moveTo>
                    <a:lnTo>
                      <a:pt x="5013" y="1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62" name="Google Shape;1362;p34">
            <a:extLst>
              <a:ext uri="{FF2B5EF4-FFF2-40B4-BE49-F238E27FC236}">
                <a16:creationId xmlns:a16="http://schemas.microsoft.com/office/drawing/2014/main" id="{43D5DD2C-8051-AF05-1A44-F1E2CC500C0D}"/>
              </a:ext>
            </a:extLst>
          </p:cNvPr>
          <p:cNvSpPr/>
          <p:nvPr/>
        </p:nvSpPr>
        <p:spPr>
          <a:xfrm>
            <a:off x="3743350" y="359025"/>
            <a:ext cx="1149750" cy="1149725"/>
          </a:xfrm>
          <a:custGeom>
            <a:avLst/>
            <a:gdLst/>
            <a:ahLst/>
            <a:cxnLst/>
            <a:rect l="l" t="t" r="r" b="b"/>
            <a:pathLst>
              <a:path w="45990" h="45989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3" name="Google Shape;1363;p34">
            <a:extLst>
              <a:ext uri="{FF2B5EF4-FFF2-40B4-BE49-F238E27FC236}">
                <a16:creationId xmlns:a16="http://schemas.microsoft.com/office/drawing/2014/main" id="{74EE3FDA-4D14-AC5F-3D71-A5C4103EE738}"/>
              </a:ext>
            </a:extLst>
          </p:cNvPr>
          <p:cNvSpPr/>
          <p:nvPr/>
        </p:nvSpPr>
        <p:spPr>
          <a:xfrm>
            <a:off x="1704525" y="271725"/>
            <a:ext cx="3403700" cy="364450"/>
          </a:xfrm>
          <a:custGeom>
            <a:avLst/>
            <a:gdLst/>
            <a:ahLst/>
            <a:cxnLst/>
            <a:rect l="l" t="t" r="r" b="b"/>
            <a:pathLst>
              <a:path w="136148" h="14578" extrusionOk="0">
                <a:moveTo>
                  <a:pt x="102228" y="0"/>
                </a:moveTo>
                <a:cubicBezTo>
                  <a:pt x="82573" y="0"/>
                  <a:pt x="77181" y="2414"/>
                  <a:pt x="85034" y="3088"/>
                </a:cubicBezTo>
                <a:cubicBezTo>
                  <a:pt x="92886" y="3762"/>
                  <a:pt x="106946" y="7900"/>
                  <a:pt x="64140" y="7900"/>
                </a:cubicBezTo>
                <a:cubicBezTo>
                  <a:pt x="46663" y="7900"/>
                  <a:pt x="0" y="14577"/>
                  <a:pt x="71460" y="14577"/>
                </a:cubicBezTo>
                <a:lnTo>
                  <a:pt x="116790" y="14577"/>
                </a:lnTo>
                <a:cubicBezTo>
                  <a:pt x="136147" y="14577"/>
                  <a:pt x="125849" y="8997"/>
                  <a:pt x="112542" y="8997"/>
                </a:cubicBezTo>
                <a:cubicBezTo>
                  <a:pt x="106225" y="8997"/>
                  <a:pt x="134110" y="0"/>
                  <a:pt x="102228" y="0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4" name="Google Shape;1364;p34">
            <a:extLst>
              <a:ext uri="{FF2B5EF4-FFF2-40B4-BE49-F238E27FC236}">
                <a16:creationId xmlns:a16="http://schemas.microsoft.com/office/drawing/2014/main" id="{2EEDDD3B-8B03-52ED-8207-37D9367A0048}"/>
              </a:ext>
            </a:extLst>
          </p:cNvPr>
          <p:cNvSpPr/>
          <p:nvPr/>
        </p:nvSpPr>
        <p:spPr>
          <a:xfrm rot="-2231248" flipH="1">
            <a:off x="5706368" y="747535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24259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p37"/>
          <p:cNvSpPr txBox="1">
            <a:spLocks noGrp="1"/>
          </p:cNvSpPr>
          <p:nvPr>
            <p:ph type="title"/>
          </p:nvPr>
        </p:nvSpPr>
        <p:spPr>
          <a:xfrm>
            <a:off x="71327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Aperçu</a:t>
            </a:r>
            <a:endParaRPr dirty="0"/>
          </a:p>
        </p:txBody>
      </p:sp>
      <p:sp>
        <p:nvSpPr>
          <p:cNvPr id="1612" name="Google Shape;1612;p37"/>
          <p:cNvSpPr txBox="1">
            <a:spLocks noGrp="1"/>
          </p:cNvSpPr>
          <p:nvPr>
            <p:ph type="subTitle" idx="5"/>
          </p:nvPr>
        </p:nvSpPr>
        <p:spPr>
          <a:xfrm>
            <a:off x="5894324" y="1427452"/>
            <a:ext cx="2559900" cy="93336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2. Animation en fonction de la musique</a:t>
            </a:r>
            <a:endParaRPr dirty="0"/>
          </a:p>
        </p:txBody>
      </p:sp>
      <p:sp>
        <p:nvSpPr>
          <p:cNvPr id="1614" name="Google Shape;1614;p37"/>
          <p:cNvSpPr txBox="1">
            <a:spLocks noGrp="1"/>
          </p:cNvSpPr>
          <p:nvPr>
            <p:ph type="subTitle" idx="7"/>
          </p:nvPr>
        </p:nvSpPr>
        <p:spPr>
          <a:xfrm>
            <a:off x="5894050" y="2684992"/>
            <a:ext cx="2559900" cy="38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4. Animation jour/nuit</a:t>
            </a:r>
            <a:endParaRPr dirty="0"/>
          </a:p>
        </p:txBody>
      </p:sp>
      <p:sp>
        <p:nvSpPr>
          <p:cNvPr id="1616" name="Google Shape;1616;p37"/>
          <p:cNvSpPr txBox="1">
            <a:spLocks noGrp="1"/>
          </p:cNvSpPr>
          <p:nvPr>
            <p:ph type="subTitle" idx="1"/>
          </p:nvPr>
        </p:nvSpPr>
        <p:spPr>
          <a:xfrm>
            <a:off x="2899325" y="1427428"/>
            <a:ext cx="2560200" cy="38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1. Train sur un rail</a:t>
            </a:r>
            <a:endParaRPr dirty="0"/>
          </a:p>
        </p:txBody>
      </p:sp>
      <p:sp>
        <p:nvSpPr>
          <p:cNvPr id="1618" name="Google Shape;1618;p37"/>
          <p:cNvSpPr txBox="1">
            <a:spLocks noGrp="1"/>
          </p:cNvSpPr>
          <p:nvPr>
            <p:ph type="subTitle" idx="3"/>
          </p:nvPr>
        </p:nvSpPr>
        <p:spPr>
          <a:xfrm>
            <a:off x="2899325" y="2684051"/>
            <a:ext cx="2560200" cy="38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3. Animation de pluie</a:t>
            </a:r>
            <a:endParaRPr dirty="0"/>
          </a:p>
        </p:txBody>
      </p:sp>
      <p:sp>
        <p:nvSpPr>
          <p:cNvPr id="1620" name="Google Shape;1620;p37"/>
          <p:cNvSpPr/>
          <p:nvPr/>
        </p:nvSpPr>
        <p:spPr>
          <a:xfrm>
            <a:off x="7201275" y="222400"/>
            <a:ext cx="822761" cy="822743"/>
          </a:xfrm>
          <a:custGeom>
            <a:avLst/>
            <a:gdLst/>
            <a:ahLst/>
            <a:cxnLst/>
            <a:rect l="l" t="t" r="r" b="b"/>
            <a:pathLst>
              <a:path w="45990" h="45989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1" name="Google Shape;1621;p37"/>
          <p:cNvSpPr/>
          <p:nvPr/>
        </p:nvSpPr>
        <p:spPr>
          <a:xfrm>
            <a:off x="5837875" y="451150"/>
            <a:ext cx="3038325" cy="293979"/>
          </a:xfrm>
          <a:custGeom>
            <a:avLst/>
            <a:gdLst/>
            <a:ahLst/>
            <a:cxnLst/>
            <a:rect l="l" t="t" r="r" b="b"/>
            <a:pathLst>
              <a:path w="121533" h="3413" extrusionOk="0">
                <a:moveTo>
                  <a:pt x="3294" y="2308"/>
                </a:moveTo>
                <a:cubicBezTo>
                  <a:pt x="8457" y="2208"/>
                  <a:pt x="15016" y="967"/>
                  <a:pt x="19888" y="1341"/>
                </a:cubicBezTo>
                <a:cubicBezTo>
                  <a:pt x="28034" y="1971"/>
                  <a:pt x="29758" y="137"/>
                  <a:pt x="36801" y="621"/>
                </a:cubicBezTo>
                <a:cubicBezTo>
                  <a:pt x="44966" y="1223"/>
                  <a:pt x="55457" y="1314"/>
                  <a:pt x="61551" y="1150"/>
                </a:cubicBezTo>
                <a:cubicBezTo>
                  <a:pt x="69068" y="958"/>
                  <a:pt x="74232" y="0"/>
                  <a:pt x="81439" y="767"/>
                </a:cubicBezTo>
                <a:cubicBezTo>
                  <a:pt x="84887" y="1150"/>
                  <a:pt x="81119" y="1825"/>
                  <a:pt x="90680" y="1104"/>
                </a:cubicBezTo>
                <a:cubicBezTo>
                  <a:pt x="94292" y="830"/>
                  <a:pt x="95688" y="812"/>
                  <a:pt x="99921" y="958"/>
                </a:cubicBezTo>
                <a:cubicBezTo>
                  <a:pt x="107119" y="1250"/>
                  <a:pt x="115576" y="1104"/>
                  <a:pt x="121533" y="1250"/>
                </a:cubicBezTo>
                <a:cubicBezTo>
                  <a:pt x="116679" y="1442"/>
                  <a:pt x="103515" y="1150"/>
                  <a:pt x="95378" y="1679"/>
                </a:cubicBezTo>
                <a:cubicBezTo>
                  <a:pt x="85352" y="2254"/>
                  <a:pt x="79559" y="2545"/>
                  <a:pt x="69378" y="2062"/>
                </a:cubicBezTo>
                <a:cubicBezTo>
                  <a:pt x="61396" y="1633"/>
                  <a:pt x="51680" y="1487"/>
                  <a:pt x="43534" y="1779"/>
                </a:cubicBezTo>
                <a:cubicBezTo>
                  <a:pt x="34767" y="2016"/>
                  <a:pt x="30069" y="3412"/>
                  <a:pt x="20672" y="2646"/>
                </a:cubicBezTo>
                <a:cubicBezTo>
                  <a:pt x="16448" y="2254"/>
                  <a:pt x="14879" y="2254"/>
                  <a:pt x="10656" y="2354"/>
                </a:cubicBezTo>
                <a:cubicBezTo>
                  <a:pt x="7837" y="2400"/>
                  <a:pt x="4388" y="2500"/>
                  <a:pt x="0" y="2445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2" name="Google Shape;1622;p37"/>
          <p:cNvSpPr/>
          <p:nvPr/>
        </p:nvSpPr>
        <p:spPr>
          <a:xfrm>
            <a:off x="277175" y="353800"/>
            <a:ext cx="3038100" cy="371398"/>
          </a:xfrm>
          <a:custGeom>
            <a:avLst/>
            <a:gdLst/>
            <a:ahLst/>
            <a:cxnLst/>
            <a:rect l="l" t="t" r="r" b="b"/>
            <a:pathLst>
              <a:path w="121524" h="3422" extrusionOk="0">
                <a:moveTo>
                  <a:pt x="3293" y="2318"/>
                </a:moveTo>
                <a:cubicBezTo>
                  <a:pt x="8457" y="2218"/>
                  <a:pt x="15016" y="977"/>
                  <a:pt x="19888" y="1351"/>
                </a:cubicBezTo>
                <a:cubicBezTo>
                  <a:pt x="28034" y="1981"/>
                  <a:pt x="29758" y="147"/>
                  <a:pt x="36801" y="630"/>
                </a:cubicBezTo>
                <a:cubicBezTo>
                  <a:pt x="44966" y="1233"/>
                  <a:pt x="55457" y="1324"/>
                  <a:pt x="61551" y="1160"/>
                </a:cubicBezTo>
                <a:cubicBezTo>
                  <a:pt x="69068" y="968"/>
                  <a:pt x="74231" y="1"/>
                  <a:pt x="81438" y="776"/>
                </a:cubicBezTo>
                <a:cubicBezTo>
                  <a:pt x="84878" y="1160"/>
                  <a:pt x="81119" y="1835"/>
                  <a:pt x="90680" y="1114"/>
                </a:cubicBezTo>
                <a:cubicBezTo>
                  <a:pt x="94292" y="840"/>
                  <a:pt x="95688" y="822"/>
                  <a:pt x="99912" y="968"/>
                </a:cubicBezTo>
                <a:cubicBezTo>
                  <a:pt x="107119" y="1260"/>
                  <a:pt x="115575" y="1114"/>
                  <a:pt x="121523" y="1260"/>
                </a:cubicBezTo>
                <a:cubicBezTo>
                  <a:pt x="116670" y="1451"/>
                  <a:pt x="103515" y="1160"/>
                  <a:pt x="95378" y="1689"/>
                </a:cubicBezTo>
                <a:cubicBezTo>
                  <a:pt x="85352" y="2263"/>
                  <a:pt x="79559" y="2555"/>
                  <a:pt x="69378" y="2072"/>
                </a:cubicBezTo>
                <a:cubicBezTo>
                  <a:pt x="61387" y="1643"/>
                  <a:pt x="51680" y="1497"/>
                  <a:pt x="43534" y="1789"/>
                </a:cubicBezTo>
                <a:cubicBezTo>
                  <a:pt x="34767" y="2026"/>
                  <a:pt x="30068" y="3422"/>
                  <a:pt x="20672" y="2647"/>
                </a:cubicBezTo>
                <a:cubicBezTo>
                  <a:pt x="16448" y="2263"/>
                  <a:pt x="14879" y="2263"/>
                  <a:pt x="10646" y="2364"/>
                </a:cubicBezTo>
                <a:cubicBezTo>
                  <a:pt x="7827" y="2409"/>
                  <a:pt x="4388" y="2510"/>
                  <a:pt x="0" y="2455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3" name="Google Shape;1623;p37"/>
          <p:cNvSpPr/>
          <p:nvPr/>
        </p:nvSpPr>
        <p:spPr>
          <a:xfrm rot="-2231248" flipH="1">
            <a:off x="2094693" y="987285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4" name="Google Shape;1624;p37"/>
          <p:cNvSpPr/>
          <p:nvPr/>
        </p:nvSpPr>
        <p:spPr>
          <a:xfrm rot="-2231248" flipH="1">
            <a:off x="1834043" y="1835235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5" name="Google Shape;1625;p37"/>
          <p:cNvSpPr/>
          <p:nvPr/>
        </p:nvSpPr>
        <p:spPr>
          <a:xfrm rot="-2231248" flipH="1">
            <a:off x="849943" y="987285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9AB7AC91-A669-1F67-AF8F-5C8F4244B9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16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16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/>
                                        <p:tgtEl>
                                          <p:spTgt spid="16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5" dur="indefinite"/>
                                        <p:tgtEl>
                                          <p:spTgt spid="16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/>
                                        <p:tgtEl>
                                          <p:spTgt spid="16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3" dur="indefinite"/>
                                        <p:tgtEl>
                                          <p:spTgt spid="16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9" name="Google Shape;2299;p49"/>
          <p:cNvSpPr/>
          <p:nvPr/>
        </p:nvSpPr>
        <p:spPr>
          <a:xfrm flipH="1">
            <a:off x="-225500" y="1929348"/>
            <a:ext cx="5283725" cy="2712950"/>
          </a:xfrm>
          <a:custGeom>
            <a:avLst/>
            <a:gdLst/>
            <a:ahLst/>
            <a:cxnLst/>
            <a:rect l="l" t="t" r="r" b="b"/>
            <a:pathLst>
              <a:path w="211349" h="62381" extrusionOk="0">
                <a:moveTo>
                  <a:pt x="203796" y="1"/>
                </a:moveTo>
                <a:lnTo>
                  <a:pt x="203796" y="10608"/>
                </a:lnTo>
                <a:lnTo>
                  <a:pt x="187321" y="10608"/>
                </a:lnTo>
                <a:lnTo>
                  <a:pt x="187321" y="58995"/>
                </a:lnTo>
                <a:lnTo>
                  <a:pt x="179392" y="58995"/>
                </a:lnTo>
                <a:lnTo>
                  <a:pt x="179392" y="25158"/>
                </a:lnTo>
                <a:lnTo>
                  <a:pt x="155664" y="25158"/>
                </a:lnTo>
                <a:lnTo>
                  <a:pt x="155664" y="37630"/>
                </a:lnTo>
                <a:lnTo>
                  <a:pt x="141145" y="37630"/>
                </a:lnTo>
                <a:lnTo>
                  <a:pt x="141145" y="54572"/>
                </a:lnTo>
                <a:lnTo>
                  <a:pt x="116425" y="54572"/>
                </a:lnTo>
                <a:lnTo>
                  <a:pt x="116425" y="37630"/>
                </a:lnTo>
                <a:lnTo>
                  <a:pt x="97768" y="37630"/>
                </a:lnTo>
                <a:lnTo>
                  <a:pt x="97768" y="48644"/>
                </a:lnTo>
                <a:lnTo>
                  <a:pt x="87552" y="48644"/>
                </a:lnTo>
                <a:lnTo>
                  <a:pt x="87552" y="32831"/>
                </a:lnTo>
                <a:lnTo>
                  <a:pt x="58544" y="32831"/>
                </a:lnTo>
                <a:lnTo>
                  <a:pt x="58544" y="48298"/>
                </a:lnTo>
                <a:lnTo>
                  <a:pt x="46838" y="48298"/>
                </a:lnTo>
                <a:lnTo>
                  <a:pt x="46838" y="60019"/>
                </a:lnTo>
                <a:lnTo>
                  <a:pt x="41061" y="60019"/>
                </a:lnTo>
                <a:lnTo>
                  <a:pt x="41061" y="21231"/>
                </a:lnTo>
                <a:lnTo>
                  <a:pt x="20117" y="21231"/>
                </a:lnTo>
                <a:lnTo>
                  <a:pt x="20117" y="51006"/>
                </a:lnTo>
                <a:lnTo>
                  <a:pt x="14309" y="51006"/>
                </a:lnTo>
                <a:lnTo>
                  <a:pt x="14309" y="42054"/>
                </a:lnTo>
                <a:lnTo>
                  <a:pt x="1" y="42054"/>
                </a:lnTo>
                <a:lnTo>
                  <a:pt x="1" y="61959"/>
                </a:lnTo>
                <a:lnTo>
                  <a:pt x="211349" y="62381"/>
                </a:lnTo>
                <a:lnTo>
                  <a:pt x="211349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00" name="Google Shape;2300;p49"/>
          <p:cNvGrpSpPr/>
          <p:nvPr/>
        </p:nvGrpSpPr>
        <p:grpSpPr>
          <a:xfrm>
            <a:off x="-93825" y="2988238"/>
            <a:ext cx="4603675" cy="1665225"/>
            <a:chOff x="-1985125" y="2575175"/>
            <a:chExt cx="4603675" cy="1665225"/>
          </a:xfrm>
        </p:grpSpPr>
        <p:grpSp>
          <p:nvGrpSpPr>
            <p:cNvPr id="2301" name="Google Shape;2301;p49"/>
            <p:cNvGrpSpPr/>
            <p:nvPr/>
          </p:nvGrpSpPr>
          <p:grpSpPr>
            <a:xfrm>
              <a:off x="-1985125" y="2976900"/>
              <a:ext cx="1045700" cy="1248450"/>
              <a:chOff x="1367675" y="2976900"/>
              <a:chExt cx="1045700" cy="1248450"/>
            </a:xfrm>
          </p:grpSpPr>
          <p:sp>
            <p:nvSpPr>
              <p:cNvPr id="2302" name="Google Shape;2302;p49"/>
              <p:cNvSpPr/>
              <p:nvPr/>
            </p:nvSpPr>
            <p:spPr>
              <a:xfrm>
                <a:off x="1367675" y="2976900"/>
                <a:ext cx="1045700" cy="527000"/>
              </a:xfrm>
              <a:custGeom>
                <a:avLst/>
                <a:gdLst/>
                <a:ahLst/>
                <a:cxnLst/>
                <a:rect l="l" t="t" r="r" b="b"/>
                <a:pathLst>
                  <a:path w="41828" h="21080" extrusionOk="0">
                    <a:moveTo>
                      <a:pt x="16145" y="1"/>
                    </a:moveTo>
                    <a:lnTo>
                      <a:pt x="12112" y="1896"/>
                    </a:lnTo>
                    <a:lnTo>
                      <a:pt x="13121" y="1"/>
                    </a:lnTo>
                    <a:lnTo>
                      <a:pt x="13121" y="1"/>
                    </a:lnTo>
                    <a:cubicBezTo>
                      <a:pt x="6606" y="226"/>
                      <a:pt x="4484" y="2017"/>
                      <a:pt x="4484" y="2017"/>
                    </a:cubicBezTo>
                    <a:lnTo>
                      <a:pt x="12112" y="4258"/>
                    </a:lnTo>
                    <a:lnTo>
                      <a:pt x="14354" y="3702"/>
                    </a:lnTo>
                    <a:lnTo>
                      <a:pt x="13677" y="4710"/>
                    </a:lnTo>
                    <a:lnTo>
                      <a:pt x="16822" y="5823"/>
                    </a:lnTo>
                    <a:lnTo>
                      <a:pt x="18943" y="4710"/>
                    </a:lnTo>
                    <a:lnTo>
                      <a:pt x="17830" y="6169"/>
                    </a:lnTo>
                    <a:lnTo>
                      <a:pt x="24224" y="8065"/>
                    </a:lnTo>
                    <a:cubicBezTo>
                      <a:pt x="24224" y="8065"/>
                      <a:pt x="17377" y="7147"/>
                      <a:pt x="12663" y="7147"/>
                    </a:cubicBezTo>
                    <a:cubicBezTo>
                      <a:pt x="11683" y="7147"/>
                      <a:pt x="10796" y="7187"/>
                      <a:pt x="10081" y="7283"/>
                    </a:cubicBezTo>
                    <a:cubicBezTo>
                      <a:pt x="5944" y="7839"/>
                      <a:pt x="1" y="15031"/>
                      <a:pt x="1" y="15031"/>
                    </a:cubicBezTo>
                    <a:lnTo>
                      <a:pt x="4033" y="13451"/>
                    </a:lnTo>
                    <a:lnTo>
                      <a:pt x="6500" y="11210"/>
                    </a:lnTo>
                    <a:lnTo>
                      <a:pt x="5944" y="13120"/>
                    </a:lnTo>
                    <a:lnTo>
                      <a:pt x="8848" y="12774"/>
                    </a:lnTo>
                    <a:lnTo>
                      <a:pt x="10758" y="10533"/>
                    </a:lnTo>
                    <a:lnTo>
                      <a:pt x="9750" y="12564"/>
                    </a:lnTo>
                    <a:lnTo>
                      <a:pt x="11766" y="12112"/>
                    </a:lnTo>
                    <a:lnTo>
                      <a:pt x="12443" y="10653"/>
                    </a:lnTo>
                    <a:lnTo>
                      <a:pt x="12443" y="11992"/>
                    </a:lnTo>
                    <a:lnTo>
                      <a:pt x="18492" y="10533"/>
                    </a:lnTo>
                    <a:lnTo>
                      <a:pt x="19169" y="8863"/>
                    </a:lnTo>
                    <a:lnTo>
                      <a:pt x="19395" y="10096"/>
                    </a:lnTo>
                    <a:lnTo>
                      <a:pt x="22991" y="9645"/>
                    </a:lnTo>
                    <a:lnTo>
                      <a:pt x="22991" y="9645"/>
                    </a:lnTo>
                    <a:cubicBezTo>
                      <a:pt x="14234" y="11887"/>
                      <a:pt x="10758" y="19395"/>
                      <a:pt x="10758" y="19395"/>
                    </a:cubicBezTo>
                    <a:lnTo>
                      <a:pt x="16822" y="16265"/>
                    </a:lnTo>
                    <a:cubicBezTo>
                      <a:pt x="16927" y="14806"/>
                      <a:pt x="18056" y="13000"/>
                      <a:pt x="18056" y="13000"/>
                    </a:cubicBezTo>
                    <a:lnTo>
                      <a:pt x="18056" y="15362"/>
                    </a:lnTo>
                    <a:lnTo>
                      <a:pt x="19500" y="14354"/>
                    </a:lnTo>
                    <a:lnTo>
                      <a:pt x="20523" y="11992"/>
                    </a:lnTo>
                    <a:lnTo>
                      <a:pt x="20523" y="13346"/>
                    </a:lnTo>
                    <a:lnTo>
                      <a:pt x="24224" y="10653"/>
                    </a:lnTo>
                    <a:lnTo>
                      <a:pt x="26571" y="13346"/>
                    </a:lnTo>
                    <a:lnTo>
                      <a:pt x="27128" y="12338"/>
                    </a:lnTo>
                    <a:lnTo>
                      <a:pt x="27249" y="14460"/>
                    </a:lnTo>
                    <a:lnTo>
                      <a:pt x="29039" y="17047"/>
                    </a:lnTo>
                    <a:lnTo>
                      <a:pt x="29821" y="16370"/>
                    </a:lnTo>
                    <a:lnTo>
                      <a:pt x="29716" y="17935"/>
                    </a:lnTo>
                    <a:lnTo>
                      <a:pt x="31958" y="21080"/>
                    </a:lnTo>
                    <a:lnTo>
                      <a:pt x="32063" y="15588"/>
                    </a:lnTo>
                    <a:cubicBezTo>
                      <a:pt x="32063" y="14911"/>
                      <a:pt x="30167" y="14354"/>
                      <a:pt x="30167" y="14354"/>
                    </a:cubicBezTo>
                    <a:lnTo>
                      <a:pt x="31401" y="14129"/>
                    </a:lnTo>
                    <a:cubicBezTo>
                      <a:pt x="29490" y="10984"/>
                      <a:pt x="26797" y="10427"/>
                      <a:pt x="26797" y="10427"/>
                    </a:cubicBezTo>
                    <a:cubicBezTo>
                      <a:pt x="27070" y="10395"/>
                      <a:pt x="27320" y="10381"/>
                      <a:pt x="27548" y="10381"/>
                    </a:cubicBezTo>
                    <a:cubicBezTo>
                      <a:pt x="28916" y="10381"/>
                      <a:pt x="29490" y="10879"/>
                      <a:pt x="29490" y="10879"/>
                    </a:cubicBezTo>
                    <a:lnTo>
                      <a:pt x="29821" y="10202"/>
                    </a:lnTo>
                    <a:lnTo>
                      <a:pt x="30604" y="10879"/>
                    </a:lnTo>
                    <a:lnTo>
                      <a:pt x="32409" y="11541"/>
                    </a:lnTo>
                    <a:lnTo>
                      <a:pt x="32409" y="11541"/>
                    </a:lnTo>
                    <a:lnTo>
                      <a:pt x="32184" y="9690"/>
                    </a:lnTo>
                    <a:lnTo>
                      <a:pt x="33192" y="11661"/>
                    </a:lnTo>
                    <a:lnTo>
                      <a:pt x="35208" y="11992"/>
                    </a:lnTo>
                    <a:lnTo>
                      <a:pt x="34756" y="9690"/>
                    </a:lnTo>
                    <a:lnTo>
                      <a:pt x="36216" y="12338"/>
                    </a:lnTo>
                    <a:lnTo>
                      <a:pt x="40022" y="13903"/>
                    </a:lnTo>
                    <a:cubicBezTo>
                      <a:pt x="39691" y="11766"/>
                      <a:pt x="36998" y="8742"/>
                      <a:pt x="36998" y="8742"/>
                    </a:cubicBezTo>
                    <a:lnTo>
                      <a:pt x="34982" y="8637"/>
                    </a:lnTo>
                    <a:lnTo>
                      <a:pt x="35885" y="7403"/>
                    </a:lnTo>
                    <a:cubicBezTo>
                      <a:pt x="35054" y="7247"/>
                      <a:pt x="34183" y="7184"/>
                      <a:pt x="33322" y="7184"/>
                    </a:cubicBezTo>
                    <a:cubicBezTo>
                      <a:pt x="29874" y="7184"/>
                      <a:pt x="26571" y="8185"/>
                      <a:pt x="26571" y="8185"/>
                    </a:cubicBezTo>
                    <a:lnTo>
                      <a:pt x="33523" y="5944"/>
                    </a:lnTo>
                    <a:lnTo>
                      <a:pt x="33192" y="4815"/>
                    </a:lnTo>
                    <a:lnTo>
                      <a:pt x="33192" y="4815"/>
                    </a:lnTo>
                    <a:lnTo>
                      <a:pt x="35208" y="5718"/>
                    </a:lnTo>
                    <a:lnTo>
                      <a:pt x="41828" y="6952"/>
                    </a:lnTo>
                    <a:lnTo>
                      <a:pt x="37344" y="3356"/>
                    </a:lnTo>
                    <a:lnTo>
                      <a:pt x="34982" y="3927"/>
                    </a:lnTo>
                    <a:lnTo>
                      <a:pt x="35990" y="2799"/>
                    </a:lnTo>
                    <a:cubicBezTo>
                      <a:pt x="35990" y="2799"/>
                      <a:pt x="35208" y="2348"/>
                      <a:pt x="32966" y="2242"/>
                    </a:cubicBezTo>
                    <a:cubicBezTo>
                      <a:pt x="32941" y="2241"/>
                      <a:pt x="32916" y="2240"/>
                      <a:pt x="32891" y="2240"/>
                    </a:cubicBezTo>
                    <a:cubicBezTo>
                      <a:pt x="30621" y="2240"/>
                      <a:pt x="26015" y="7508"/>
                      <a:pt x="26015" y="7508"/>
                    </a:cubicBezTo>
                    <a:cubicBezTo>
                      <a:pt x="26015" y="7508"/>
                      <a:pt x="26015" y="5718"/>
                      <a:pt x="25563" y="4153"/>
                    </a:cubicBezTo>
                    <a:cubicBezTo>
                      <a:pt x="25112" y="2573"/>
                      <a:pt x="22991" y="1686"/>
                      <a:pt x="22991" y="1686"/>
                    </a:cubicBezTo>
                    <a:lnTo>
                      <a:pt x="22991" y="1686"/>
                    </a:lnTo>
                    <a:lnTo>
                      <a:pt x="24224" y="6952"/>
                    </a:lnTo>
                    <a:cubicBezTo>
                      <a:pt x="23322" y="4936"/>
                      <a:pt x="21636" y="3250"/>
                      <a:pt x="21636" y="3250"/>
                    </a:cubicBezTo>
                    <a:lnTo>
                      <a:pt x="19064" y="2919"/>
                    </a:lnTo>
                    <a:lnTo>
                      <a:pt x="20177" y="2468"/>
                    </a:lnTo>
                    <a:cubicBezTo>
                      <a:pt x="18943" y="1114"/>
                      <a:pt x="16145" y="1"/>
                      <a:pt x="161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Google Shape;2303;p49"/>
              <p:cNvSpPr/>
              <p:nvPr/>
            </p:nvSpPr>
            <p:spPr>
              <a:xfrm>
                <a:off x="1687025" y="3243200"/>
                <a:ext cx="286275" cy="982150"/>
              </a:xfrm>
              <a:custGeom>
                <a:avLst/>
                <a:gdLst/>
                <a:ahLst/>
                <a:cxnLst/>
                <a:rect l="l" t="t" r="r" b="b"/>
                <a:pathLst>
                  <a:path w="11451" h="39286" extrusionOk="0">
                    <a:moveTo>
                      <a:pt x="11450" y="1"/>
                    </a:moveTo>
                    <a:cubicBezTo>
                      <a:pt x="11450" y="2"/>
                      <a:pt x="1926" y="12369"/>
                      <a:pt x="0" y="39285"/>
                    </a:cubicBezTo>
                    <a:lnTo>
                      <a:pt x="3912" y="39285"/>
                    </a:lnTo>
                    <a:cubicBezTo>
                      <a:pt x="3912" y="39285"/>
                      <a:pt x="1881" y="19275"/>
                      <a:pt x="1145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04" name="Google Shape;2304;p49"/>
            <p:cNvGrpSpPr/>
            <p:nvPr/>
          </p:nvGrpSpPr>
          <p:grpSpPr>
            <a:xfrm>
              <a:off x="-217625" y="3328600"/>
              <a:ext cx="748175" cy="893000"/>
              <a:chOff x="-217625" y="3328600"/>
              <a:chExt cx="748175" cy="893000"/>
            </a:xfrm>
          </p:grpSpPr>
          <p:sp>
            <p:nvSpPr>
              <p:cNvPr id="2305" name="Google Shape;2305;p49"/>
              <p:cNvSpPr/>
              <p:nvPr/>
            </p:nvSpPr>
            <p:spPr>
              <a:xfrm>
                <a:off x="-217625" y="3328600"/>
                <a:ext cx="748175" cy="376925"/>
              </a:xfrm>
              <a:custGeom>
                <a:avLst/>
                <a:gdLst/>
                <a:ahLst/>
                <a:cxnLst/>
                <a:rect l="l" t="t" r="r" b="b"/>
                <a:pathLst>
                  <a:path w="29927" h="15077" extrusionOk="0">
                    <a:moveTo>
                      <a:pt x="11556" y="0"/>
                    </a:moveTo>
                    <a:lnTo>
                      <a:pt x="8667" y="1370"/>
                    </a:lnTo>
                    <a:lnTo>
                      <a:pt x="9389" y="0"/>
                    </a:lnTo>
                    <a:lnTo>
                      <a:pt x="9389" y="0"/>
                    </a:lnTo>
                    <a:cubicBezTo>
                      <a:pt x="4740" y="166"/>
                      <a:pt x="3221" y="1445"/>
                      <a:pt x="3221" y="1445"/>
                    </a:cubicBezTo>
                    <a:lnTo>
                      <a:pt x="8667" y="3055"/>
                    </a:lnTo>
                    <a:lnTo>
                      <a:pt x="10277" y="2648"/>
                    </a:lnTo>
                    <a:lnTo>
                      <a:pt x="10277" y="2648"/>
                    </a:lnTo>
                    <a:lnTo>
                      <a:pt x="9796" y="3371"/>
                    </a:lnTo>
                    <a:lnTo>
                      <a:pt x="12037" y="4183"/>
                    </a:lnTo>
                    <a:lnTo>
                      <a:pt x="13557" y="3371"/>
                    </a:lnTo>
                    <a:lnTo>
                      <a:pt x="12760" y="4424"/>
                    </a:lnTo>
                    <a:lnTo>
                      <a:pt x="17334" y="5778"/>
                    </a:lnTo>
                    <a:cubicBezTo>
                      <a:pt x="17334" y="5778"/>
                      <a:pt x="12460" y="5121"/>
                      <a:pt x="9093" y="5121"/>
                    </a:cubicBezTo>
                    <a:cubicBezTo>
                      <a:pt x="8382" y="5121"/>
                      <a:pt x="7739" y="5150"/>
                      <a:pt x="7223" y="5221"/>
                    </a:cubicBezTo>
                    <a:cubicBezTo>
                      <a:pt x="4259" y="5627"/>
                      <a:pt x="1" y="10758"/>
                      <a:pt x="1" y="10758"/>
                    </a:cubicBezTo>
                    <a:lnTo>
                      <a:pt x="2890" y="9630"/>
                    </a:lnTo>
                    <a:lnTo>
                      <a:pt x="4665" y="8020"/>
                    </a:lnTo>
                    <a:lnTo>
                      <a:pt x="4259" y="9389"/>
                    </a:lnTo>
                    <a:lnTo>
                      <a:pt x="6350" y="9148"/>
                    </a:lnTo>
                    <a:lnTo>
                      <a:pt x="7704" y="7538"/>
                    </a:lnTo>
                    <a:lnTo>
                      <a:pt x="6982" y="8983"/>
                    </a:lnTo>
                    <a:lnTo>
                      <a:pt x="8426" y="8667"/>
                    </a:lnTo>
                    <a:lnTo>
                      <a:pt x="8908" y="7629"/>
                    </a:lnTo>
                    <a:lnTo>
                      <a:pt x="8908" y="8591"/>
                    </a:lnTo>
                    <a:lnTo>
                      <a:pt x="13241" y="7538"/>
                    </a:lnTo>
                    <a:lnTo>
                      <a:pt x="13723" y="6350"/>
                    </a:lnTo>
                    <a:lnTo>
                      <a:pt x="13888" y="7222"/>
                    </a:lnTo>
                    <a:lnTo>
                      <a:pt x="16446" y="6906"/>
                    </a:lnTo>
                    <a:lnTo>
                      <a:pt x="16446" y="6906"/>
                    </a:lnTo>
                    <a:cubicBezTo>
                      <a:pt x="10187" y="8501"/>
                      <a:pt x="7704" y="13888"/>
                      <a:pt x="7704" y="13888"/>
                    </a:cubicBezTo>
                    <a:lnTo>
                      <a:pt x="12037" y="11631"/>
                    </a:lnTo>
                    <a:cubicBezTo>
                      <a:pt x="12113" y="10593"/>
                      <a:pt x="12925" y="9314"/>
                      <a:pt x="12925" y="9314"/>
                    </a:cubicBezTo>
                    <a:lnTo>
                      <a:pt x="12925" y="10999"/>
                    </a:lnTo>
                    <a:lnTo>
                      <a:pt x="13963" y="10277"/>
                    </a:lnTo>
                    <a:lnTo>
                      <a:pt x="14686" y="8591"/>
                    </a:lnTo>
                    <a:lnTo>
                      <a:pt x="14686" y="9554"/>
                    </a:lnTo>
                    <a:lnTo>
                      <a:pt x="17334" y="7629"/>
                    </a:lnTo>
                    <a:lnTo>
                      <a:pt x="19019" y="9554"/>
                    </a:lnTo>
                    <a:lnTo>
                      <a:pt x="19410" y="8832"/>
                    </a:lnTo>
                    <a:lnTo>
                      <a:pt x="19500" y="10352"/>
                    </a:lnTo>
                    <a:lnTo>
                      <a:pt x="20779" y="12202"/>
                    </a:lnTo>
                    <a:lnTo>
                      <a:pt x="21336" y="11721"/>
                    </a:lnTo>
                    <a:lnTo>
                      <a:pt x="21261" y="12834"/>
                    </a:lnTo>
                    <a:lnTo>
                      <a:pt x="22855" y="15076"/>
                    </a:lnTo>
                    <a:lnTo>
                      <a:pt x="22946" y="11149"/>
                    </a:lnTo>
                    <a:cubicBezTo>
                      <a:pt x="22946" y="10668"/>
                      <a:pt x="21577" y="10277"/>
                      <a:pt x="21577" y="10277"/>
                    </a:cubicBezTo>
                    <a:lnTo>
                      <a:pt x="22464" y="10111"/>
                    </a:lnTo>
                    <a:cubicBezTo>
                      <a:pt x="21095" y="7869"/>
                      <a:pt x="19169" y="7463"/>
                      <a:pt x="19169" y="7463"/>
                    </a:cubicBezTo>
                    <a:cubicBezTo>
                      <a:pt x="19370" y="7439"/>
                      <a:pt x="19553" y="7428"/>
                      <a:pt x="19720" y="7428"/>
                    </a:cubicBezTo>
                    <a:cubicBezTo>
                      <a:pt x="20690" y="7428"/>
                      <a:pt x="21095" y="7779"/>
                      <a:pt x="21095" y="7779"/>
                    </a:cubicBezTo>
                    <a:lnTo>
                      <a:pt x="21336" y="7298"/>
                    </a:lnTo>
                    <a:lnTo>
                      <a:pt x="21908" y="7779"/>
                    </a:lnTo>
                    <a:lnTo>
                      <a:pt x="23186" y="8260"/>
                    </a:lnTo>
                    <a:lnTo>
                      <a:pt x="23021" y="6936"/>
                    </a:lnTo>
                    <a:lnTo>
                      <a:pt x="23743" y="8351"/>
                    </a:lnTo>
                    <a:lnTo>
                      <a:pt x="25188" y="8591"/>
                    </a:lnTo>
                    <a:lnTo>
                      <a:pt x="24872" y="6936"/>
                    </a:lnTo>
                    <a:lnTo>
                      <a:pt x="24872" y="6936"/>
                    </a:lnTo>
                    <a:lnTo>
                      <a:pt x="25910" y="8832"/>
                    </a:lnTo>
                    <a:lnTo>
                      <a:pt x="28633" y="9946"/>
                    </a:lnTo>
                    <a:cubicBezTo>
                      <a:pt x="28392" y="8426"/>
                      <a:pt x="26466" y="6259"/>
                      <a:pt x="26466" y="6259"/>
                    </a:cubicBezTo>
                    <a:lnTo>
                      <a:pt x="25022" y="6184"/>
                    </a:lnTo>
                    <a:lnTo>
                      <a:pt x="25669" y="5296"/>
                    </a:lnTo>
                    <a:cubicBezTo>
                      <a:pt x="25083" y="5186"/>
                      <a:pt x="24468" y="5142"/>
                      <a:pt x="23859" y="5142"/>
                    </a:cubicBezTo>
                    <a:cubicBezTo>
                      <a:pt x="21391" y="5142"/>
                      <a:pt x="19019" y="5868"/>
                      <a:pt x="19019" y="5868"/>
                    </a:cubicBezTo>
                    <a:lnTo>
                      <a:pt x="23984" y="4258"/>
                    </a:lnTo>
                    <a:lnTo>
                      <a:pt x="23743" y="3461"/>
                    </a:lnTo>
                    <a:lnTo>
                      <a:pt x="25188" y="4093"/>
                    </a:lnTo>
                    <a:lnTo>
                      <a:pt x="29927" y="4980"/>
                    </a:lnTo>
                    <a:lnTo>
                      <a:pt x="26707" y="2408"/>
                    </a:lnTo>
                    <a:lnTo>
                      <a:pt x="25022" y="2814"/>
                    </a:lnTo>
                    <a:lnTo>
                      <a:pt x="25744" y="2016"/>
                    </a:lnTo>
                    <a:cubicBezTo>
                      <a:pt x="25744" y="2016"/>
                      <a:pt x="25188" y="1685"/>
                      <a:pt x="23578" y="1610"/>
                    </a:cubicBezTo>
                    <a:cubicBezTo>
                      <a:pt x="23562" y="1610"/>
                      <a:pt x="23547" y="1609"/>
                      <a:pt x="23531" y="1609"/>
                    </a:cubicBezTo>
                    <a:cubicBezTo>
                      <a:pt x="21918" y="1609"/>
                      <a:pt x="18612" y="5387"/>
                      <a:pt x="18612" y="5387"/>
                    </a:cubicBezTo>
                    <a:cubicBezTo>
                      <a:pt x="18612" y="5387"/>
                      <a:pt x="18612" y="4093"/>
                      <a:pt x="18297" y="2979"/>
                    </a:cubicBezTo>
                    <a:cubicBezTo>
                      <a:pt x="17966" y="1851"/>
                      <a:pt x="16446" y="1204"/>
                      <a:pt x="16446" y="1204"/>
                    </a:cubicBezTo>
                    <a:lnTo>
                      <a:pt x="16446" y="1204"/>
                    </a:lnTo>
                    <a:lnTo>
                      <a:pt x="17334" y="4980"/>
                    </a:lnTo>
                    <a:cubicBezTo>
                      <a:pt x="16687" y="3536"/>
                      <a:pt x="15483" y="2332"/>
                      <a:pt x="15483" y="2332"/>
                    </a:cubicBezTo>
                    <a:lnTo>
                      <a:pt x="13647" y="2092"/>
                    </a:lnTo>
                    <a:lnTo>
                      <a:pt x="14445" y="1776"/>
                    </a:lnTo>
                    <a:cubicBezTo>
                      <a:pt x="13557" y="813"/>
                      <a:pt x="11556" y="0"/>
                      <a:pt x="115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Google Shape;2306;p49"/>
              <p:cNvSpPr/>
              <p:nvPr/>
            </p:nvSpPr>
            <p:spPr>
              <a:xfrm>
                <a:off x="11075" y="3519300"/>
                <a:ext cx="204650" cy="702300"/>
              </a:xfrm>
              <a:custGeom>
                <a:avLst/>
                <a:gdLst/>
                <a:ahLst/>
                <a:cxnLst/>
                <a:rect l="l" t="t" r="r" b="b"/>
                <a:pathLst>
                  <a:path w="8186" h="28092" extrusionOk="0">
                    <a:moveTo>
                      <a:pt x="8186" y="1"/>
                    </a:moveTo>
                    <a:cubicBezTo>
                      <a:pt x="8185" y="1"/>
                      <a:pt x="1385" y="8848"/>
                      <a:pt x="1" y="28091"/>
                    </a:cubicBezTo>
                    <a:lnTo>
                      <a:pt x="2799" y="28091"/>
                    </a:lnTo>
                    <a:cubicBezTo>
                      <a:pt x="2799" y="28091"/>
                      <a:pt x="1340" y="13782"/>
                      <a:pt x="81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07" name="Google Shape;2307;p49"/>
            <p:cNvGrpSpPr/>
            <p:nvPr/>
          </p:nvGrpSpPr>
          <p:grpSpPr>
            <a:xfrm>
              <a:off x="1572825" y="3497475"/>
              <a:ext cx="1045725" cy="738775"/>
              <a:chOff x="1572825" y="3497475"/>
              <a:chExt cx="1045725" cy="738775"/>
            </a:xfrm>
          </p:grpSpPr>
          <p:sp>
            <p:nvSpPr>
              <p:cNvPr id="2308" name="Google Shape;2308;p49"/>
              <p:cNvSpPr/>
              <p:nvPr/>
            </p:nvSpPr>
            <p:spPr>
              <a:xfrm>
                <a:off x="1572825" y="3497475"/>
                <a:ext cx="1045725" cy="527025"/>
              </a:xfrm>
              <a:custGeom>
                <a:avLst/>
                <a:gdLst/>
                <a:ahLst/>
                <a:cxnLst/>
                <a:rect l="l" t="t" r="r" b="b"/>
                <a:pathLst>
                  <a:path w="41829" h="21081" extrusionOk="0">
                    <a:moveTo>
                      <a:pt x="16160" y="1"/>
                    </a:moveTo>
                    <a:lnTo>
                      <a:pt x="12113" y="1912"/>
                    </a:lnTo>
                    <a:lnTo>
                      <a:pt x="13121" y="1"/>
                    </a:lnTo>
                    <a:lnTo>
                      <a:pt x="13121" y="1"/>
                    </a:lnTo>
                    <a:cubicBezTo>
                      <a:pt x="6621" y="227"/>
                      <a:pt x="4485" y="2017"/>
                      <a:pt x="4485" y="2017"/>
                    </a:cubicBezTo>
                    <a:lnTo>
                      <a:pt x="12113" y="4259"/>
                    </a:lnTo>
                    <a:lnTo>
                      <a:pt x="14355" y="3702"/>
                    </a:lnTo>
                    <a:lnTo>
                      <a:pt x="14355" y="3702"/>
                    </a:lnTo>
                    <a:lnTo>
                      <a:pt x="13693" y="4710"/>
                    </a:lnTo>
                    <a:lnTo>
                      <a:pt x="16822" y="5839"/>
                    </a:lnTo>
                    <a:lnTo>
                      <a:pt x="18959" y="4710"/>
                    </a:lnTo>
                    <a:lnTo>
                      <a:pt x="18959" y="4710"/>
                    </a:lnTo>
                    <a:lnTo>
                      <a:pt x="17830" y="6170"/>
                    </a:lnTo>
                    <a:lnTo>
                      <a:pt x="24225" y="8080"/>
                    </a:lnTo>
                    <a:cubicBezTo>
                      <a:pt x="24225" y="8080"/>
                      <a:pt x="17424" y="7157"/>
                      <a:pt x="12715" y="7157"/>
                    </a:cubicBezTo>
                    <a:cubicBezTo>
                      <a:pt x="11721" y="7157"/>
                      <a:pt x="10820" y="7198"/>
                      <a:pt x="10097" y="7298"/>
                    </a:cubicBezTo>
                    <a:cubicBezTo>
                      <a:pt x="5944" y="7855"/>
                      <a:pt x="1" y="15032"/>
                      <a:pt x="1" y="15032"/>
                    </a:cubicBezTo>
                    <a:lnTo>
                      <a:pt x="4048" y="13467"/>
                    </a:lnTo>
                    <a:lnTo>
                      <a:pt x="6516" y="11225"/>
                    </a:lnTo>
                    <a:lnTo>
                      <a:pt x="5944" y="13121"/>
                    </a:lnTo>
                    <a:lnTo>
                      <a:pt x="8863" y="12790"/>
                    </a:lnTo>
                    <a:lnTo>
                      <a:pt x="10774" y="10548"/>
                    </a:lnTo>
                    <a:lnTo>
                      <a:pt x="9766" y="12564"/>
                    </a:lnTo>
                    <a:lnTo>
                      <a:pt x="9766" y="12564"/>
                    </a:lnTo>
                    <a:lnTo>
                      <a:pt x="11782" y="12113"/>
                    </a:lnTo>
                    <a:lnTo>
                      <a:pt x="12459" y="10653"/>
                    </a:lnTo>
                    <a:lnTo>
                      <a:pt x="12459" y="12007"/>
                    </a:lnTo>
                    <a:lnTo>
                      <a:pt x="18507" y="10548"/>
                    </a:lnTo>
                    <a:lnTo>
                      <a:pt x="19184" y="8863"/>
                    </a:lnTo>
                    <a:lnTo>
                      <a:pt x="19410" y="10097"/>
                    </a:lnTo>
                    <a:lnTo>
                      <a:pt x="22991" y="9645"/>
                    </a:lnTo>
                    <a:lnTo>
                      <a:pt x="22991" y="9645"/>
                    </a:lnTo>
                    <a:cubicBezTo>
                      <a:pt x="14249" y="11887"/>
                      <a:pt x="10774" y="19410"/>
                      <a:pt x="10774" y="19410"/>
                    </a:cubicBezTo>
                    <a:lnTo>
                      <a:pt x="16822" y="16265"/>
                    </a:lnTo>
                    <a:cubicBezTo>
                      <a:pt x="16942" y="14806"/>
                      <a:pt x="18056" y="13016"/>
                      <a:pt x="18056" y="13016"/>
                    </a:cubicBezTo>
                    <a:lnTo>
                      <a:pt x="18056" y="15363"/>
                    </a:lnTo>
                    <a:lnTo>
                      <a:pt x="19515" y="14355"/>
                    </a:lnTo>
                    <a:lnTo>
                      <a:pt x="20523" y="12007"/>
                    </a:lnTo>
                    <a:lnTo>
                      <a:pt x="20523" y="13347"/>
                    </a:lnTo>
                    <a:lnTo>
                      <a:pt x="24225" y="10653"/>
                    </a:lnTo>
                    <a:lnTo>
                      <a:pt x="26587" y="13347"/>
                    </a:lnTo>
                    <a:lnTo>
                      <a:pt x="27144" y="12338"/>
                    </a:lnTo>
                    <a:lnTo>
                      <a:pt x="27264" y="14475"/>
                    </a:lnTo>
                    <a:lnTo>
                      <a:pt x="29054" y="17048"/>
                    </a:lnTo>
                    <a:lnTo>
                      <a:pt x="29837" y="16371"/>
                    </a:lnTo>
                    <a:lnTo>
                      <a:pt x="29716" y="17951"/>
                    </a:lnTo>
                    <a:lnTo>
                      <a:pt x="31973" y="21080"/>
                    </a:lnTo>
                    <a:lnTo>
                      <a:pt x="32079" y="15588"/>
                    </a:lnTo>
                    <a:cubicBezTo>
                      <a:pt x="32079" y="14926"/>
                      <a:pt x="30168" y="14355"/>
                      <a:pt x="30168" y="14355"/>
                    </a:cubicBezTo>
                    <a:lnTo>
                      <a:pt x="31401" y="14129"/>
                    </a:lnTo>
                    <a:cubicBezTo>
                      <a:pt x="29506" y="10999"/>
                      <a:pt x="26813" y="10428"/>
                      <a:pt x="26813" y="10428"/>
                    </a:cubicBezTo>
                    <a:cubicBezTo>
                      <a:pt x="27083" y="10395"/>
                      <a:pt x="27332" y="10382"/>
                      <a:pt x="27559" y="10382"/>
                    </a:cubicBezTo>
                    <a:cubicBezTo>
                      <a:pt x="28920" y="10382"/>
                      <a:pt x="29506" y="10879"/>
                      <a:pt x="29506" y="10879"/>
                    </a:cubicBezTo>
                    <a:lnTo>
                      <a:pt x="29837" y="10202"/>
                    </a:lnTo>
                    <a:lnTo>
                      <a:pt x="30619" y="10879"/>
                    </a:lnTo>
                    <a:lnTo>
                      <a:pt x="32410" y="11556"/>
                    </a:lnTo>
                    <a:lnTo>
                      <a:pt x="32410" y="11556"/>
                    </a:lnTo>
                    <a:lnTo>
                      <a:pt x="32184" y="9705"/>
                    </a:lnTo>
                    <a:lnTo>
                      <a:pt x="33207" y="11661"/>
                    </a:lnTo>
                    <a:lnTo>
                      <a:pt x="35223" y="12007"/>
                    </a:lnTo>
                    <a:lnTo>
                      <a:pt x="34772" y="9705"/>
                    </a:lnTo>
                    <a:lnTo>
                      <a:pt x="36231" y="12338"/>
                    </a:lnTo>
                    <a:lnTo>
                      <a:pt x="40038" y="13903"/>
                    </a:lnTo>
                    <a:cubicBezTo>
                      <a:pt x="39707" y="11782"/>
                      <a:pt x="37014" y="8758"/>
                      <a:pt x="37014" y="8758"/>
                    </a:cubicBezTo>
                    <a:lnTo>
                      <a:pt x="34997" y="8637"/>
                    </a:lnTo>
                    <a:lnTo>
                      <a:pt x="35885" y="7403"/>
                    </a:lnTo>
                    <a:cubicBezTo>
                      <a:pt x="35058" y="7247"/>
                      <a:pt x="34189" y="7184"/>
                      <a:pt x="33329" y="7184"/>
                    </a:cubicBezTo>
                    <a:cubicBezTo>
                      <a:pt x="29890" y="7184"/>
                      <a:pt x="26587" y="8186"/>
                      <a:pt x="26587" y="8186"/>
                    </a:cubicBezTo>
                    <a:lnTo>
                      <a:pt x="33538" y="5944"/>
                    </a:lnTo>
                    <a:lnTo>
                      <a:pt x="33207" y="4831"/>
                    </a:lnTo>
                    <a:lnTo>
                      <a:pt x="35223" y="5718"/>
                    </a:lnTo>
                    <a:lnTo>
                      <a:pt x="41828" y="6952"/>
                    </a:lnTo>
                    <a:lnTo>
                      <a:pt x="37345" y="3371"/>
                    </a:lnTo>
                    <a:lnTo>
                      <a:pt x="34997" y="3928"/>
                    </a:lnTo>
                    <a:lnTo>
                      <a:pt x="34997" y="3928"/>
                    </a:lnTo>
                    <a:lnTo>
                      <a:pt x="36005" y="2814"/>
                    </a:lnTo>
                    <a:cubicBezTo>
                      <a:pt x="36005" y="2814"/>
                      <a:pt x="35223" y="2363"/>
                      <a:pt x="32981" y="2243"/>
                    </a:cubicBezTo>
                    <a:cubicBezTo>
                      <a:pt x="32960" y="2242"/>
                      <a:pt x="32938" y="2241"/>
                      <a:pt x="32915" y="2241"/>
                    </a:cubicBezTo>
                    <a:cubicBezTo>
                      <a:pt x="30649" y="2241"/>
                      <a:pt x="26030" y="7524"/>
                      <a:pt x="26030" y="7524"/>
                    </a:cubicBezTo>
                    <a:cubicBezTo>
                      <a:pt x="26030" y="7524"/>
                      <a:pt x="26030" y="5718"/>
                      <a:pt x="25579" y="4154"/>
                    </a:cubicBezTo>
                    <a:cubicBezTo>
                      <a:pt x="25127" y="2589"/>
                      <a:pt x="22991" y="1686"/>
                      <a:pt x="22991" y="1686"/>
                    </a:cubicBezTo>
                    <a:lnTo>
                      <a:pt x="22991" y="1686"/>
                    </a:lnTo>
                    <a:lnTo>
                      <a:pt x="24225" y="6952"/>
                    </a:lnTo>
                    <a:cubicBezTo>
                      <a:pt x="23337" y="4936"/>
                      <a:pt x="21652" y="3251"/>
                      <a:pt x="21652" y="3251"/>
                    </a:cubicBezTo>
                    <a:lnTo>
                      <a:pt x="19064" y="2920"/>
                    </a:lnTo>
                    <a:lnTo>
                      <a:pt x="20192" y="2468"/>
                    </a:lnTo>
                    <a:cubicBezTo>
                      <a:pt x="18959" y="1129"/>
                      <a:pt x="16160" y="1"/>
                      <a:pt x="1616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Google Shape;2309;p49"/>
              <p:cNvSpPr/>
              <p:nvPr/>
            </p:nvSpPr>
            <p:spPr>
              <a:xfrm>
                <a:off x="1976050" y="3763800"/>
                <a:ext cx="202400" cy="472450"/>
              </a:xfrm>
              <a:custGeom>
                <a:avLst/>
                <a:gdLst/>
                <a:ahLst/>
                <a:cxnLst/>
                <a:rect l="l" t="t" r="r" b="b"/>
                <a:pathLst>
                  <a:path w="8096" h="18898" extrusionOk="0">
                    <a:moveTo>
                      <a:pt x="8096" y="0"/>
                    </a:moveTo>
                    <a:cubicBezTo>
                      <a:pt x="8095" y="1"/>
                      <a:pt x="3446" y="6050"/>
                      <a:pt x="1" y="18898"/>
                    </a:cubicBezTo>
                    <a:lnTo>
                      <a:pt x="1867" y="18898"/>
                    </a:lnTo>
                    <a:cubicBezTo>
                      <a:pt x="2980" y="13045"/>
                      <a:pt x="4891" y="6485"/>
                      <a:pt x="809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10" name="Google Shape;2310;p49"/>
            <p:cNvGrpSpPr/>
            <p:nvPr/>
          </p:nvGrpSpPr>
          <p:grpSpPr>
            <a:xfrm>
              <a:off x="-1030475" y="2575175"/>
              <a:ext cx="1113800" cy="1659575"/>
              <a:chOff x="2322325" y="2575175"/>
              <a:chExt cx="1113800" cy="1659575"/>
            </a:xfrm>
          </p:grpSpPr>
          <p:sp>
            <p:nvSpPr>
              <p:cNvPr id="2311" name="Google Shape;2311;p49"/>
              <p:cNvSpPr/>
              <p:nvPr/>
            </p:nvSpPr>
            <p:spPr>
              <a:xfrm>
                <a:off x="2322325" y="2575175"/>
                <a:ext cx="1113800" cy="561600"/>
              </a:xfrm>
              <a:custGeom>
                <a:avLst/>
                <a:gdLst/>
                <a:ahLst/>
                <a:cxnLst/>
                <a:rect l="l" t="t" r="r" b="b"/>
                <a:pathLst>
                  <a:path w="44552" h="22464" extrusionOk="0">
                    <a:moveTo>
                      <a:pt x="27354" y="1"/>
                    </a:moveTo>
                    <a:cubicBezTo>
                      <a:pt x="27354" y="1"/>
                      <a:pt x="24360" y="1204"/>
                      <a:pt x="23051" y="2634"/>
                    </a:cubicBezTo>
                    <a:lnTo>
                      <a:pt x="24240" y="3115"/>
                    </a:lnTo>
                    <a:lnTo>
                      <a:pt x="21501" y="3476"/>
                    </a:lnTo>
                    <a:cubicBezTo>
                      <a:pt x="21501" y="3476"/>
                      <a:pt x="19711" y="5267"/>
                      <a:pt x="18748" y="7418"/>
                    </a:cubicBezTo>
                    <a:lnTo>
                      <a:pt x="20057" y="1806"/>
                    </a:lnTo>
                    <a:lnTo>
                      <a:pt x="20057" y="1806"/>
                    </a:lnTo>
                    <a:cubicBezTo>
                      <a:pt x="20057" y="1806"/>
                      <a:pt x="17800" y="2754"/>
                      <a:pt x="17319" y="4424"/>
                    </a:cubicBezTo>
                    <a:cubicBezTo>
                      <a:pt x="16837" y="6094"/>
                      <a:pt x="16837" y="8005"/>
                      <a:pt x="16837" y="8005"/>
                    </a:cubicBezTo>
                    <a:cubicBezTo>
                      <a:pt x="16837" y="8005"/>
                      <a:pt x="11930" y="2391"/>
                      <a:pt x="9510" y="2391"/>
                    </a:cubicBezTo>
                    <a:cubicBezTo>
                      <a:pt x="9485" y="2391"/>
                      <a:pt x="9459" y="2392"/>
                      <a:pt x="9435" y="2393"/>
                    </a:cubicBezTo>
                    <a:cubicBezTo>
                      <a:pt x="7042" y="2513"/>
                      <a:pt x="6200" y="2995"/>
                      <a:pt x="6200" y="2995"/>
                    </a:cubicBezTo>
                    <a:lnTo>
                      <a:pt x="7283" y="4183"/>
                    </a:lnTo>
                    <a:lnTo>
                      <a:pt x="7283" y="4183"/>
                    </a:lnTo>
                    <a:lnTo>
                      <a:pt x="4770" y="3597"/>
                    </a:lnTo>
                    <a:lnTo>
                      <a:pt x="1" y="7418"/>
                    </a:lnTo>
                    <a:lnTo>
                      <a:pt x="7042" y="6094"/>
                    </a:lnTo>
                    <a:lnTo>
                      <a:pt x="9194" y="5146"/>
                    </a:lnTo>
                    <a:lnTo>
                      <a:pt x="8833" y="6335"/>
                    </a:lnTo>
                    <a:lnTo>
                      <a:pt x="16235" y="8727"/>
                    </a:lnTo>
                    <a:cubicBezTo>
                      <a:pt x="16235" y="8727"/>
                      <a:pt x="12708" y="7654"/>
                      <a:pt x="9030" y="7654"/>
                    </a:cubicBezTo>
                    <a:cubicBezTo>
                      <a:pt x="8119" y="7654"/>
                      <a:pt x="7198" y="7720"/>
                      <a:pt x="6320" y="7885"/>
                    </a:cubicBezTo>
                    <a:lnTo>
                      <a:pt x="7283" y="9209"/>
                    </a:lnTo>
                    <a:lnTo>
                      <a:pt x="5131" y="9329"/>
                    </a:lnTo>
                    <a:cubicBezTo>
                      <a:pt x="5131" y="9329"/>
                      <a:pt x="2273" y="12549"/>
                      <a:pt x="1912" y="14821"/>
                    </a:cubicBezTo>
                    <a:lnTo>
                      <a:pt x="5974" y="13151"/>
                    </a:lnTo>
                    <a:lnTo>
                      <a:pt x="7524" y="10337"/>
                    </a:lnTo>
                    <a:lnTo>
                      <a:pt x="7042" y="12790"/>
                    </a:lnTo>
                    <a:lnTo>
                      <a:pt x="7042" y="12790"/>
                    </a:lnTo>
                    <a:lnTo>
                      <a:pt x="9194" y="12428"/>
                    </a:lnTo>
                    <a:lnTo>
                      <a:pt x="10262" y="10337"/>
                    </a:lnTo>
                    <a:lnTo>
                      <a:pt x="10262" y="10337"/>
                    </a:lnTo>
                    <a:lnTo>
                      <a:pt x="10036" y="12308"/>
                    </a:lnTo>
                    <a:lnTo>
                      <a:pt x="11947" y="11601"/>
                    </a:lnTo>
                    <a:lnTo>
                      <a:pt x="12775" y="10879"/>
                    </a:lnTo>
                    <a:lnTo>
                      <a:pt x="13136" y="11601"/>
                    </a:lnTo>
                    <a:cubicBezTo>
                      <a:pt x="13136" y="11601"/>
                      <a:pt x="13755" y="11070"/>
                      <a:pt x="15201" y="11070"/>
                    </a:cubicBezTo>
                    <a:cubicBezTo>
                      <a:pt x="15442" y="11070"/>
                      <a:pt x="15707" y="11085"/>
                      <a:pt x="15995" y="11119"/>
                    </a:cubicBezTo>
                    <a:cubicBezTo>
                      <a:pt x="15995" y="11119"/>
                      <a:pt x="13136" y="11706"/>
                      <a:pt x="11105" y="15061"/>
                    </a:cubicBezTo>
                    <a:lnTo>
                      <a:pt x="12414" y="15302"/>
                    </a:lnTo>
                    <a:cubicBezTo>
                      <a:pt x="12414" y="15302"/>
                      <a:pt x="10382" y="15889"/>
                      <a:pt x="10382" y="16611"/>
                    </a:cubicBezTo>
                    <a:lnTo>
                      <a:pt x="10503" y="22464"/>
                    </a:lnTo>
                    <a:lnTo>
                      <a:pt x="12895" y="19124"/>
                    </a:lnTo>
                    <a:lnTo>
                      <a:pt x="12775" y="17439"/>
                    </a:lnTo>
                    <a:lnTo>
                      <a:pt x="13617" y="18161"/>
                    </a:lnTo>
                    <a:lnTo>
                      <a:pt x="15528" y="15423"/>
                    </a:lnTo>
                    <a:lnTo>
                      <a:pt x="15648" y="13151"/>
                    </a:lnTo>
                    <a:lnTo>
                      <a:pt x="16235" y="14219"/>
                    </a:lnTo>
                    <a:lnTo>
                      <a:pt x="18748" y="11360"/>
                    </a:lnTo>
                    <a:lnTo>
                      <a:pt x="22690" y="14219"/>
                    </a:lnTo>
                    <a:lnTo>
                      <a:pt x="22690" y="12790"/>
                    </a:lnTo>
                    <a:lnTo>
                      <a:pt x="23758" y="15302"/>
                    </a:lnTo>
                    <a:lnTo>
                      <a:pt x="25323" y="16370"/>
                    </a:lnTo>
                    <a:lnTo>
                      <a:pt x="25323" y="13858"/>
                    </a:lnTo>
                    <a:cubicBezTo>
                      <a:pt x="25323" y="13858"/>
                      <a:pt x="26512" y="15769"/>
                      <a:pt x="26632" y="17333"/>
                    </a:cubicBezTo>
                    <a:lnTo>
                      <a:pt x="33087" y="20674"/>
                    </a:lnTo>
                    <a:cubicBezTo>
                      <a:pt x="33087" y="20674"/>
                      <a:pt x="29385" y="12669"/>
                      <a:pt x="20057" y="10277"/>
                    </a:cubicBezTo>
                    <a:lnTo>
                      <a:pt x="20057" y="10277"/>
                    </a:lnTo>
                    <a:lnTo>
                      <a:pt x="23879" y="10758"/>
                    </a:lnTo>
                    <a:lnTo>
                      <a:pt x="24119" y="9449"/>
                    </a:lnTo>
                    <a:lnTo>
                      <a:pt x="24841" y="11240"/>
                    </a:lnTo>
                    <a:lnTo>
                      <a:pt x="31296" y="12790"/>
                    </a:lnTo>
                    <a:lnTo>
                      <a:pt x="31296" y="11360"/>
                    </a:lnTo>
                    <a:lnTo>
                      <a:pt x="32003" y="12910"/>
                    </a:lnTo>
                    <a:lnTo>
                      <a:pt x="34155" y="13391"/>
                    </a:lnTo>
                    <a:lnTo>
                      <a:pt x="33087" y="11240"/>
                    </a:lnTo>
                    <a:lnTo>
                      <a:pt x="33087" y="11240"/>
                    </a:lnTo>
                    <a:lnTo>
                      <a:pt x="35118" y="13617"/>
                    </a:lnTo>
                    <a:lnTo>
                      <a:pt x="38217" y="13978"/>
                    </a:lnTo>
                    <a:lnTo>
                      <a:pt x="37615" y="11947"/>
                    </a:lnTo>
                    <a:lnTo>
                      <a:pt x="40248" y="14339"/>
                    </a:lnTo>
                    <a:lnTo>
                      <a:pt x="44551" y="16009"/>
                    </a:lnTo>
                    <a:cubicBezTo>
                      <a:pt x="44551" y="16009"/>
                      <a:pt x="38217" y="8366"/>
                      <a:pt x="33794" y="7764"/>
                    </a:cubicBezTo>
                    <a:cubicBezTo>
                      <a:pt x="33043" y="7664"/>
                      <a:pt x="32111" y="7623"/>
                      <a:pt x="31083" y="7623"/>
                    </a:cubicBezTo>
                    <a:cubicBezTo>
                      <a:pt x="26071" y="7623"/>
                      <a:pt x="18748" y="8607"/>
                      <a:pt x="18748" y="8607"/>
                    </a:cubicBezTo>
                    <a:lnTo>
                      <a:pt x="25564" y="6576"/>
                    </a:lnTo>
                    <a:lnTo>
                      <a:pt x="24360" y="5026"/>
                    </a:lnTo>
                    <a:lnTo>
                      <a:pt x="26632" y="6215"/>
                    </a:lnTo>
                    <a:lnTo>
                      <a:pt x="29972" y="5026"/>
                    </a:lnTo>
                    <a:lnTo>
                      <a:pt x="29265" y="3943"/>
                    </a:lnTo>
                    <a:lnTo>
                      <a:pt x="31642" y="4544"/>
                    </a:lnTo>
                    <a:lnTo>
                      <a:pt x="39767" y="2152"/>
                    </a:lnTo>
                    <a:cubicBezTo>
                      <a:pt x="39767" y="2152"/>
                      <a:pt x="37495" y="241"/>
                      <a:pt x="30574" y="1"/>
                    </a:cubicBezTo>
                    <a:lnTo>
                      <a:pt x="30574" y="1"/>
                    </a:lnTo>
                    <a:lnTo>
                      <a:pt x="31642" y="2032"/>
                    </a:lnTo>
                    <a:lnTo>
                      <a:pt x="31642" y="2032"/>
                    </a:lnTo>
                    <a:lnTo>
                      <a:pt x="2735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Google Shape;2312;p49"/>
              <p:cNvSpPr/>
              <p:nvPr/>
            </p:nvSpPr>
            <p:spPr>
              <a:xfrm>
                <a:off x="2775975" y="2844125"/>
                <a:ext cx="283250" cy="1390625"/>
              </a:xfrm>
              <a:custGeom>
                <a:avLst/>
                <a:gdLst/>
                <a:ahLst/>
                <a:cxnLst/>
                <a:rect l="l" t="t" r="r" b="b"/>
                <a:pathLst>
                  <a:path w="11330" h="5562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9464" y="27293"/>
                      <a:pt x="7448" y="55625"/>
                      <a:pt x="7448" y="55625"/>
                    </a:cubicBezTo>
                    <a:lnTo>
                      <a:pt x="11330" y="55625"/>
                    </a:lnTo>
                    <a:cubicBezTo>
                      <a:pt x="9419" y="17530"/>
                      <a:pt x="1" y="2"/>
                      <a:pt x="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13" name="Google Shape;2313;p49"/>
            <p:cNvGrpSpPr/>
            <p:nvPr/>
          </p:nvGrpSpPr>
          <p:grpSpPr>
            <a:xfrm>
              <a:off x="-522300" y="3118325"/>
              <a:ext cx="694400" cy="1122075"/>
              <a:chOff x="2830500" y="3118325"/>
              <a:chExt cx="694400" cy="1122075"/>
            </a:xfrm>
          </p:grpSpPr>
          <p:sp>
            <p:nvSpPr>
              <p:cNvPr id="2314" name="Google Shape;2314;p49"/>
              <p:cNvSpPr/>
              <p:nvPr/>
            </p:nvSpPr>
            <p:spPr>
              <a:xfrm>
                <a:off x="2830500" y="3118325"/>
                <a:ext cx="694400" cy="379925"/>
              </a:xfrm>
              <a:custGeom>
                <a:avLst/>
                <a:gdLst/>
                <a:ahLst/>
                <a:cxnLst/>
                <a:rect l="l" t="t" r="r" b="b"/>
                <a:pathLst>
                  <a:path w="27776" h="15197" extrusionOk="0">
                    <a:moveTo>
                      <a:pt x="10713" y="1"/>
                    </a:moveTo>
                    <a:lnTo>
                      <a:pt x="8035" y="1385"/>
                    </a:lnTo>
                    <a:lnTo>
                      <a:pt x="8712" y="1"/>
                    </a:lnTo>
                    <a:lnTo>
                      <a:pt x="8712" y="1"/>
                    </a:lnTo>
                    <a:cubicBezTo>
                      <a:pt x="4394" y="166"/>
                      <a:pt x="2965" y="1460"/>
                      <a:pt x="2965" y="1460"/>
                    </a:cubicBezTo>
                    <a:lnTo>
                      <a:pt x="8035" y="3070"/>
                    </a:lnTo>
                    <a:lnTo>
                      <a:pt x="9525" y="2679"/>
                    </a:lnTo>
                    <a:lnTo>
                      <a:pt x="9525" y="2679"/>
                    </a:lnTo>
                    <a:lnTo>
                      <a:pt x="9073" y="3401"/>
                    </a:lnTo>
                    <a:lnTo>
                      <a:pt x="11165" y="4214"/>
                    </a:lnTo>
                    <a:lnTo>
                      <a:pt x="12579" y="3401"/>
                    </a:lnTo>
                    <a:lnTo>
                      <a:pt x="11842" y="4454"/>
                    </a:lnTo>
                    <a:lnTo>
                      <a:pt x="16085" y="5823"/>
                    </a:lnTo>
                    <a:cubicBezTo>
                      <a:pt x="16085" y="5823"/>
                      <a:pt x="11501" y="5158"/>
                      <a:pt x="8372" y="5158"/>
                    </a:cubicBezTo>
                    <a:cubicBezTo>
                      <a:pt x="7736" y="5158"/>
                      <a:pt x="7161" y="5186"/>
                      <a:pt x="6696" y="5252"/>
                    </a:cubicBezTo>
                    <a:cubicBezTo>
                      <a:pt x="3943" y="5658"/>
                      <a:pt x="1" y="10834"/>
                      <a:pt x="1" y="10834"/>
                    </a:cubicBezTo>
                    <a:lnTo>
                      <a:pt x="2679" y="9705"/>
                    </a:lnTo>
                    <a:lnTo>
                      <a:pt x="4319" y="8080"/>
                    </a:lnTo>
                    <a:lnTo>
                      <a:pt x="3943" y="9450"/>
                    </a:lnTo>
                    <a:lnTo>
                      <a:pt x="5884" y="9209"/>
                    </a:lnTo>
                    <a:lnTo>
                      <a:pt x="7147" y="7599"/>
                    </a:lnTo>
                    <a:lnTo>
                      <a:pt x="6470" y="9058"/>
                    </a:lnTo>
                    <a:lnTo>
                      <a:pt x="7809" y="8727"/>
                    </a:lnTo>
                    <a:lnTo>
                      <a:pt x="8261" y="7674"/>
                    </a:lnTo>
                    <a:lnTo>
                      <a:pt x="8261" y="8652"/>
                    </a:lnTo>
                    <a:lnTo>
                      <a:pt x="12278" y="7599"/>
                    </a:lnTo>
                    <a:lnTo>
                      <a:pt x="12729" y="6395"/>
                    </a:lnTo>
                    <a:lnTo>
                      <a:pt x="12880" y="7283"/>
                    </a:lnTo>
                    <a:lnTo>
                      <a:pt x="15257" y="6952"/>
                    </a:lnTo>
                    <a:lnTo>
                      <a:pt x="15257" y="6952"/>
                    </a:lnTo>
                    <a:cubicBezTo>
                      <a:pt x="9449" y="8562"/>
                      <a:pt x="7147" y="13978"/>
                      <a:pt x="7147" y="13978"/>
                    </a:cubicBezTo>
                    <a:lnTo>
                      <a:pt x="11165" y="11721"/>
                    </a:lnTo>
                    <a:cubicBezTo>
                      <a:pt x="11240" y="10668"/>
                      <a:pt x="11977" y="9374"/>
                      <a:pt x="11977" y="9374"/>
                    </a:cubicBezTo>
                    <a:lnTo>
                      <a:pt x="11977" y="11074"/>
                    </a:lnTo>
                    <a:lnTo>
                      <a:pt x="12955" y="10352"/>
                    </a:lnTo>
                    <a:lnTo>
                      <a:pt x="13617" y="8652"/>
                    </a:lnTo>
                    <a:lnTo>
                      <a:pt x="13617" y="9615"/>
                    </a:lnTo>
                    <a:lnTo>
                      <a:pt x="16085" y="7674"/>
                    </a:lnTo>
                    <a:lnTo>
                      <a:pt x="17649" y="9615"/>
                    </a:lnTo>
                    <a:lnTo>
                      <a:pt x="18011" y="8893"/>
                    </a:lnTo>
                    <a:lnTo>
                      <a:pt x="18086" y="10427"/>
                    </a:lnTo>
                    <a:lnTo>
                      <a:pt x="19289" y="12278"/>
                    </a:lnTo>
                    <a:lnTo>
                      <a:pt x="19801" y="11797"/>
                    </a:lnTo>
                    <a:lnTo>
                      <a:pt x="19726" y="12925"/>
                    </a:lnTo>
                    <a:lnTo>
                      <a:pt x="21215" y="15197"/>
                    </a:lnTo>
                    <a:lnTo>
                      <a:pt x="21291" y="11240"/>
                    </a:lnTo>
                    <a:cubicBezTo>
                      <a:pt x="21291" y="10743"/>
                      <a:pt x="20027" y="10352"/>
                      <a:pt x="20027" y="10352"/>
                    </a:cubicBezTo>
                    <a:lnTo>
                      <a:pt x="20839" y="10187"/>
                    </a:lnTo>
                    <a:cubicBezTo>
                      <a:pt x="19575" y="7915"/>
                      <a:pt x="17800" y="7524"/>
                      <a:pt x="17800" y="7524"/>
                    </a:cubicBezTo>
                    <a:cubicBezTo>
                      <a:pt x="17985" y="7499"/>
                      <a:pt x="18154" y="7489"/>
                      <a:pt x="18308" y="7489"/>
                    </a:cubicBezTo>
                    <a:cubicBezTo>
                      <a:pt x="19203" y="7489"/>
                      <a:pt x="19575" y="7840"/>
                      <a:pt x="19575" y="7840"/>
                    </a:cubicBezTo>
                    <a:lnTo>
                      <a:pt x="19801" y="7358"/>
                    </a:lnTo>
                    <a:lnTo>
                      <a:pt x="20328" y="7840"/>
                    </a:lnTo>
                    <a:lnTo>
                      <a:pt x="21516" y="8321"/>
                    </a:lnTo>
                    <a:lnTo>
                      <a:pt x="21366" y="6997"/>
                    </a:lnTo>
                    <a:lnTo>
                      <a:pt x="22043" y="8411"/>
                    </a:lnTo>
                    <a:lnTo>
                      <a:pt x="23382" y="8652"/>
                    </a:lnTo>
                    <a:lnTo>
                      <a:pt x="23081" y="6997"/>
                    </a:lnTo>
                    <a:lnTo>
                      <a:pt x="24044" y="8893"/>
                    </a:lnTo>
                    <a:lnTo>
                      <a:pt x="26587" y="10021"/>
                    </a:lnTo>
                    <a:cubicBezTo>
                      <a:pt x="26361" y="8487"/>
                      <a:pt x="24571" y="6305"/>
                      <a:pt x="24571" y="6305"/>
                    </a:cubicBezTo>
                    <a:lnTo>
                      <a:pt x="23231" y="6230"/>
                    </a:lnTo>
                    <a:lnTo>
                      <a:pt x="23818" y="5342"/>
                    </a:lnTo>
                    <a:cubicBezTo>
                      <a:pt x="23262" y="5226"/>
                      <a:pt x="22678" y="5180"/>
                      <a:pt x="22101" y="5180"/>
                    </a:cubicBezTo>
                    <a:cubicBezTo>
                      <a:pt x="19824" y="5180"/>
                      <a:pt x="17649" y="5899"/>
                      <a:pt x="17649" y="5899"/>
                    </a:cubicBezTo>
                    <a:lnTo>
                      <a:pt x="22253" y="4289"/>
                    </a:lnTo>
                    <a:lnTo>
                      <a:pt x="22043" y="3476"/>
                    </a:lnTo>
                    <a:lnTo>
                      <a:pt x="23382" y="4123"/>
                    </a:lnTo>
                    <a:lnTo>
                      <a:pt x="27775" y="5011"/>
                    </a:lnTo>
                    <a:lnTo>
                      <a:pt x="24796" y="2438"/>
                    </a:lnTo>
                    <a:lnTo>
                      <a:pt x="23231" y="2829"/>
                    </a:lnTo>
                    <a:lnTo>
                      <a:pt x="23893" y="2032"/>
                    </a:lnTo>
                    <a:cubicBezTo>
                      <a:pt x="23893" y="2032"/>
                      <a:pt x="23382" y="1701"/>
                      <a:pt x="21892" y="1626"/>
                    </a:cubicBezTo>
                    <a:cubicBezTo>
                      <a:pt x="21875" y="1625"/>
                      <a:pt x="21858" y="1624"/>
                      <a:pt x="21840" y="1624"/>
                    </a:cubicBezTo>
                    <a:cubicBezTo>
                      <a:pt x="20331" y="1624"/>
                      <a:pt x="17273" y="5417"/>
                      <a:pt x="17273" y="5417"/>
                    </a:cubicBezTo>
                    <a:cubicBezTo>
                      <a:pt x="17273" y="5417"/>
                      <a:pt x="17273" y="4123"/>
                      <a:pt x="16972" y="2995"/>
                    </a:cubicBezTo>
                    <a:cubicBezTo>
                      <a:pt x="16671" y="1866"/>
                      <a:pt x="15257" y="1220"/>
                      <a:pt x="15257" y="1219"/>
                    </a:cubicBezTo>
                    <a:lnTo>
                      <a:pt x="15257" y="1219"/>
                    </a:lnTo>
                    <a:lnTo>
                      <a:pt x="16085" y="5011"/>
                    </a:lnTo>
                    <a:cubicBezTo>
                      <a:pt x="15483" y="3567"/>
                      <a:pt x="14369" y="2348"/>
                      <a:pt x="14369" y="2348"/>
                    </a:cubicBezTo>
                    <a:lnTo>
                      <a:pt x="12654" y="2107"/>
                    </a:lnTo>
                    <a:lnTo>
                      <a:pt x="13391" y="1791"/>
                    </a:lnTo>
                    <a:cubicBezTo>
                      <a:pt x="12579" y="813"/>
                      <a:pt x="10713" y="1"/>
                      <a:pt x="107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Google Shape;2315;p49"/>
              <p:cNvSpPr/>
              <p:nvPr/>
            </p:nvSpPr>
            <p:spPr>
              <a:xfrm>
                <a:off x="3065225" y="3300375"/>
                <a:ext cx="176800" cy="940025"/>
              </a:xfrm>
              <a:custGeom>
                <a:avLst/>
                <a:gdLst/>
                <a:ahLst/>
                <a:cxnLst/>
                <a:rect l="l" t="t" r="r" b="b"/>
                <a:pathLst>
                  <a:path w="7072" h="37601" extrusionOk="0">
                    <a:moveTo>
                      <a:pt x="7072" y="1"/>
                    </a:moveTo>
                    <a:cubicBezTo>
                      <a:pt x="7071" y="2"/>
                      <a:pt x="1189" y="11843"/>
                      <a:pt x="0" y="37600"/>
                    </a:cubicBezTo>
                    <a:lnTo>
                      <a:pt x="2423" y="37600"/>
                    </a:lnTo>
                    <a:cubicBezTo>
                      <a:pt x="2423" y="37600"/>
                      <a:pt x="1159" y="18447"/>
                      <a:pt x="707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16" name="Google Shape;2316;p49"/>
            <p:cNvGrpSpPr/>
            <p:nvPr/>
          </p:nvGrpSpPr>
          <p:grpSpPr>
            <a:xfrm>
              <a:off x="156650" y="3061150"/>
              <a:ext cx="779400" cy="1161200"/>
              <a:chOff x="156650" y="3061150"/>
              <a:chExt cx="779400" cy="1161200"/>
            </a:xfrm>
          </p:grpSpPr>
          <p:sp>
            <p:nvSpPr>
              <p:cNvPr id="2317" name="Google Shape;2317;p49"/>
              <p:cNvSpPr/>
              <p:nvPr/>
            </p:nvSpPr>
            <p:spPr>
              <a:xfrm>
                <a:off x="156650" y="3061150"/>
                <a:ext cx="779400" cy="392725"/>
              </a:xfrm>
              <a:custGeom>
                <a:avLst/>
                <a:gdLst/>
                <a:ahLst/>
                <a:cxnLst/>
                <a:rect l="l" t="t" r="r" b="b"/>
                <a:pathLst>
                  <a:path w="31176" h="15709" extrusionOk="0">
                    <a:moveTo>
                      <a:pt x="12022" y="1"/>
                    </a:moveTo>
                    <a:lnTo>
                      <a:pt x="9013" y="1415"/>
                    </a:lnTo>
                    <a:lnTo>
                      <a:pt x="9013" y="1415"/>
                    </a:lnTo>
                    <a:lnTo>
                      <a:pt x="9765" y="1"/>
                    </a:lnTo>
                    <a:lnTo>
                      <a:pt x="9765" y="1"/>
                    </a:lnTo>
                    <a:cubicBezTo>
                      <a:pt x="4920" y="166"/>
                      <a:pt x="3341" y="1505"/>
                      <a:pt x="3341" y="1505"/>
                    </a:cubicBezTo>
                    <a:lnTo>
                      <a:pt x="9013" y="3175"/>
                    </a:lnTo>
                    <a:lnTo>
                      <a:pt x="10698" y="2754"/>
                    </a:lnTo>
                    <a:lnTo>
                      <a:pt x="10186" y="3506"/>
                    </a:lnTo>
                    <a:lnTo>
                      <a:pt x="12534" y="4334"/>
                    </a:lnTo>
                    <a:lnTo>
                      <a:pt x="14113" y="3506"/>
                    </a:lnTo>
                    <a:lnTo>
                      <a:pt x="13286" y="4590"/>
                    </a:lnTo>
                    <a:lnTo>
                      <a:pt x="18040" y="6019"/>
                    </a:lnTo>
                    <a:cubicBezTo>
                      <a:pt x="18040" y="6019"/>
                      <a:pt x="12955" y="5329"/>
                      <a:pt x="9451" y="5329"/>
                    </a:cubicBezTo>
                    <a:cubicBezTo>
                      <a:pt x="8719" y="5329"/>
                      <a:pt x="8056" y="5360"/>
                      <a:pt x="7523" y="5432"/>
                    </a:cubicBezTo>
                    <a:cubicBezTo>
                      <a:pt x="4424" y="5839"/>
                      <a:pt x="0" y="11195"/>
                      <a:pt x="0" y="11195"/>
                    </a:cubicBezTo>
                    <a:lnTo>
                      <a:pt x="3010" y="10021"/>
                    </a:lnTo>
                    <a:lnTo>
                      <a:pt x="4845" y="8351"/>
                    </a:lnTo>
                    <a:lnTo>
                      <a:pt x="4845" y="8351"/>
                    </a:lnTo>
                    <a:lnTo>
                      <a:pt x="4424" y="9781"/>
                    </a:lnTo>
                    <a:lnTo>
                      <a:pt x="6590" y="9525"/>
                    </a:lnTo>
                    <a:lnTo>
                      <a:pt x="8020" y="7855"/>
                    </a:lnTo>
                    <a:lnTo>
                      <a:pt x="7268" y="9359"/>
                    </a:lnTo>
                    <a:lnTo>
                      <a:pt x="8772" y="9028"/>
                    </a:lnTo>
                    <a:lnTo>
                      <a:pt x="9269" y="7930"/>
                    </a:lnTo>
                    <a:lnTo>
                      <a:pt x="9269" y="8938"/>
                    </a:lnTo>
                    <a:lnTo>
                      <a:pt x="13782" y="7855"/>
                    </a:lnTo>
                    <a:lnTo>
                      <a:pt x="14279" y="6591"/>
                    </a:lnTo>
                    <a:lnTo>
                      <a:pt x="14459" y="7524"/>
                    </a:lnTo>
                    <a:lnTo>
                      <a:pt x="17123" y="7178"/>
                    </a:lnTo>
                    <a:lnTo>
                      <a:pt x="17123" y="7178"/>
                    </a:lnTo>
                    <a:cubicBezTo>
                      <a:pt x="10608" y="8848"/>
                      <a:pt x="8020" y="14460"/>
                      <a:pt x="8020" y="14460"/>
                    </a:cubicBezTo>
                    <a:lnTo>
                      <a:pt x="12534" y="12113"/>
                    </a:lnTo>
                    <a:cubicBezTo>
                      <a:pt x="12609" y="11029"/>
                      <a:pt x="13451" y="9690"/>
                      <a:pt x="13451" y="9690"/>
                    </a:cubicBezTo>
                    <a:lnTo>
                      <a:pt x="13451" y="11451"/>
                    </a:lnTo>
                    <a:lnTo>
                      <a:pt x="14535" y="10698"/>
                    </a:lnTo>
                    <a:lnTo>
                      <a:pt x="15287" y="8938"/>
                    </a:lnTo>
                    <a:lnTo>
                      <a:pt x="15287" y="9946"/>
                    </a:lnTo>
                    <a:lnTo>
                      <a:pt x="18040" y="7930"/>
                    </a:lnTo>
                    <a:lnTo>
                      <a:pt x="19801" y="9946"/>
                    </a:lnTo>
                    <a:lnTo>
                      <a:pt x="20222" y="9194"/>
                    </a:lnTo>
                    <a:lnTo>
                      <a:pt x="20297" y="10774"/>
                    </a:lnTo>
                    <a:lnTo>
                      <a:pt x="21636" y="12699"/>
                    </a:lnTo>
                    <a:lnTo>
                      <a:pt x="22223" y="12203"/>
                    </a:lnTo>
                    <a:lnTo>
                      <a:pt x="22148" y="13361"/>
                    </a:lnTo>
                    <a:lnTo>
                      <a:pt x="23818" y="15709"/>
                    </a:lnTo>
                    <a:lnTo>
                      <a:pt x="23893" y="11616"/>
                    </a:lnTo>
                    <a:cubicBezTo>
                      <a:pt x="23893" y="11105"/>
                      <a:pt x="22479" y="10698"/>
                      <a:pt x="22479" y="10698"/>
                    </a:cubicBezTo>
                    <a:lnTo>
                      <a:pt x="23397" y="10533"/>
                    </a:lnTo>
                    <a:cubicBezTo>
                      <a:pt x="21982" y="8186"/>
                      <a:pt x="19966" y="7764"/>
                      <a:pt x="19966" y="7764"/>
                    </a:cubicBezTo>
                    <a:cubicBezTo>
                      <a:pt x="20170" y="7741"/>
                      <a:pt x="20357" y="7731"/>
                      <a:pt x="20528" y="7731"/>
                    </a:cubicBezTo>
                    <a:cubicBezTo>
                      <a:pt x="21551" y="7731"/>
                      <a:pt x="21982" y="8095"/>
                      <a:pt x="21982" y="8095"/>
                    </a:cubicBezTo>
                    <a:lnTo>
                      <a:pt x="22223" y="7599"/>
                    </a:lnTo>
                    <a:lnTo>
                      <a:pt x="22810" y="8095"/>
                    </a:lnTo>
                    <a:lnTo>
                      <a:pt x="24149" y="8607"/>
                    </a:lnTo>
                    <a:lnTo>
                      <a:pt x="23983" y="7223"/>
                    </a:lnTo>
                    <a:lnTo>
                      <a:pt x="23983" y="7223"/>
                    </a:lnTo>
                    <a:lnTo>
                      <a:pt x="24736" y="8682"/>
                    </a:lnTo>
                    <a:lnTo>
                      <a:pt x="26240" y="8938"/>
                    </a:lnTo>
                    <a:lnTo>
                      <a:pt x="25909" y="7223"/>
                    </a:lnTo>
                    <a:lnTo>
                      <a:pt x="26993" y="9194"/>
                    </a:lnTo>
                    <a:lnTo>
                      <a:pt x="29836" y="10352"/>
                    </a:lnTo>
                    <a:cubicBezTo>
                      <a:pt x="29580" y="8772"/>
                      <a:pt x="27579" y="6516"/>
                      <a:pt x="27579" y="6516"/>
                    </a:cubicBezTo>
                    <a:lnTo>
                      <a:pt x="26075" y="6425"/>
                    </a:lnTo>
                    <a:lnTo>
                      <a:pt x="26737" y="5508"/>
                    </a:lnTo>
                    <a:cubicBezTo>
                      <a:pt x="26120" y="5390"/>
                      <a:pt x="25472" y="5343"/>
                      <a:pt x="24831" y="5343"/>
                    </a:cubicBezTo>
                    <a:cubicBezTo>
                      <a:pt x="22266" y="5343"/>
                      <a:pt x="19801" y="6094"/>
                      <a:pt x="19801" y="6094"/>
                    </a:cubicBezTo>
                    <a:lnTo>
                      <a:pt x="24991" y="4424"/>
                    </a:lnTo>
                    <a:lnTo>
                      <a:pt x="24736" y="3582"/>
                    </a:lnTo>
                    <a:lnTo>
                      <a:pt x="26240" y="4259"/>
                    </a:lnTo>
                    <a:lnTo>
                      <a:pt x="31175" y="5177"/>
                    </a:lnTo>
                    <a:lnTo>
                      <a:pt x="27820" y="2498"/>
                    </a:lnTo>
                    <a:lnTo>
                      <a:pt x="26075" y="2920"/>
                    </a:lnTo>
                    <a:lnTo>
                      <a:pt x="26827" y="2077"/>
                    </a:lnTo>
                    <a:cubicBezTo>
                      <a:pt x="26827" y="2077"/>
                      <a:pt x="26240" y="1746"/>
                      <a:pt x="24570" y="1671"/>
                    </a:cubicBezTo>
                    <a:cubicBezTo>
                      <a:pt x="24552" y="1670"/>
                      <a:pt x="24533" y="1669"/>
                      <a:pt x="24514" y="1669"/>
                    </a:cubicBezTo>
                    <a:cubicBezTo>
                      <a:pt x="22822" y="1669"/>
                      <a:pt x="19379" y="5598"/>
                      <a:pt x="19379" y="5598"/>
                    </a:cubicBezTo>
                    <a:cubicBezTo>
                      <a:pt x="19379" y="5598"/>
                      <a:pt x="19379" y="4259"/>
                      <a:pt x="19048" y="3085"/>
                    </a:cubicBezTo>
                    <a:cubicBezTo>
                      <a:pt x="18717" y="1912"/>
                      <a:pt x="17123" y="1250"/>
                      <a:pt x="17123" y="1250"/>
                    </a:cubicBezTo>
                    <a:lnTo>
                      <a:pt x="17123" y="1250"/>
                    </a:lnTo>
                    <a:lnTo>
                      <a:pt x="18040" y="5177"/>
                    </a:lnTo>
                    <a:cubicBezTo>
                      <a:pt x="17378" y="3672"/>
                      <a:pt x="16130" y="2423"/>
                      <a:pt x="16130" y="2423"/>
                    </a:cubicBezTo>
                    <a:lnTo>
                      <a:pt x="14204" y="2167"/>
                    </a:lnTo>
                    <a:lnTo>
                      <a:pt x="15031" y="1836"/>
                    </a:lnTo>
                    <a:cubicBezTo>
                      <a:pt x="14113" y="828"/>
                      <a:pt x="12022" y="1"/>
                      <a:pt x="120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Google Shape;2318;p49"/>
              <p:cNvSpPr/>
              <p:nvPr/>
            </p:nvSpPr>
            <p:spPr>
              <a:xfrm>
                <a:off x="420325" y="3249225"/>
                <a:ext cx="198250" cy="973125"/>
              </a:xfrm>
              <a:custGeom>
                <a:avLst/>
                <a:gdLst/>
                <a:ahLst/>
                <a:cxnLst/>
                <a:rect l="l" t="t" r="r" b="b"/>
                <a:pathLst>
                  <a:path w="7930" h="38925" extrusionOk="0">
                    <a:moveTo>
                      <a:pt x="7930" y="1"/>
                    </a:moveTo>
                    <a:cubicBezTo>
                      <a:pt x="7929" y="2"/>
                      <a:pt x="1324" y="12264"/>
                      <a:pt x="1" y="38924"/>
                    </a:cubicBezTo>
                    <a:lnTo>
                      <a:pt x="2709" y="38924"/>
                    </a:lnTo>
                    <a:cubicBezTo>
                      <a:pt x="2709" y="38924"/>
                      <a:pt x="1294" y="19094"/>
                      <a:pt x="793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19" name="Google Shape;2319;p49"/>
            <p:cNvSpPr/>
            <p:nvPr/>
          </p:nvSpPr>
          <p:spPr>
            <a:xfrm>
              <a:off x="292425" y="3568200"/>
              <a:ext cx="123400" cy="657900"/>
            </a:xfrm>
            <a:custGeom>
              <a:avLst/>
              <a:gdLst/>
              <a:ahLst/>
              <a:cxnLst/>
              <a:rect l="l" t="t" r="r" b="b"/>
              <a:pathLst>
                <a:path w="4936" h="26316" extrusionOk="0">
                  <a:moveTo>
                    <a:pt x="1" y="1"/>
                  </a:moveTo>
                  <a:lnTo>
                    <a:pt x="1" y="1"/>
                  </a:lnTo>
                  <a:cubicBezTo>
                    <a:pt x="4123" y="12925"/>
                    <a:pt x="3251" y="26316"/>
                    <a:pt x="3251" y="26316"/>
                  </a:cubicBezTo>
                  <a:lnTo>
                    <a:pt x="4936" y="26316"/>
                  </a:lnTo>
                  <a:cubicBezTo>
                    <a:pt x="4108" y="8292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20" name="Google Shape;2320;p49"/>
          <p:cNvSpPr txBox="1">
            <a:spLocks noGrp="1"/>
          </p:cNvSpPr>
          <p:nvPr>
            <p:ph type="title"/>
          </p:nvPr>
        </p:nvSpPr>
        <p:spPr>
          <a:xfrm>
            <a:off x="5161075" y="539500"/>
            <a:ext cx="3269700" cy="109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Merci!</a:t>
            </a:r>
            <a:endParaRPr dirty="0"/>
          </a:p>
        </p:txBody>
      </p:sp>
      <p:sp>
        <p:nvSpPr>
          <p:cNvPr id="2322" name="Google Shape;2322;p49"/>
          <p:cNvSpPr txBox="1"/>
          <p:nvPr/>
        </p:nvSpPr>
        <p:spPr>
          <a:xfrm>
            <a:off x="5161075" y="4255153"/>
            <a:ext cx="3269700" cy="2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Please keep this slide for attribution</a:t>
            </a:r>
            <a:endParaRPr sz="1200">
              <a:solidFill>
                <a:schemeClr val="dk1"/>
              </a:solidFill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2344" name="Google Shape;2344;p49"/>
          <p:cNvSpPr/>
          <p:nvPr/>
        </p:nvSpPr>
        <p:spPr>
          <a:xfrm>
            <a:off x="-64875" y="4814800"/>
            <a:ext cx="9237740" cy="38775"/>
          </a:xfrm>
          <a:custGeom>
            <a:avLst/>
            <a:gdLst/>
            <a:ahLst/>
            <a:cxnLst/>
            <a:rect l="l" t="t" r="r" b="b"/>
            <a:pathLst>
              <a:path w="249130" h="1551" extrusionOk="0">
                <a:moveTo>
                  <a:pt x="1" y="0"/>
                </a:moveTo>
                <a:lnTo>
                  <a:pt x="1" y="1550"/>
                </a:lnTo>
                <a:lnTo>
                  <a:pt x="249129" y="1550"/>
                </a:lnTo>
                <a:lnTo>
                  <a:pt x="24912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5" name="Google Shape;2345;p49"/>
          <p:cNvSpPr/>
          <p:nvPr/>
        </p:nvSpPr>
        <p:spPr>
          <a:xfrm>
            <a:off x="-42300" y="4768525"/>
            <a:ext cx="9215100" cy="374675"/>
          </a:xfrm>
          <a:custGeom>
            <a:avLst/>
            <a:gdLst/>
            <a:ahLst/>
            <a:cxnLst/>
            <a:rect l="l" t="t" r="r" b="b"/>
            <a:pathLst>
              <a:path w="247851" h="14987" extrusionOk="0">
                <a:moveTo>
                  <a:pt x="256" y="1"/>
                </a:moveTo>
                <a:lnTo>
                  <a:pt x="1" y="14986"/>
                </a:lnTo>
                <a:lnTo>
                  <a:pt x="247850" y="14986"/>
                </a:lnTo>
                <a:lnTo>
                  <a:pt x="2478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46" name="Google Shape;2346;p49"/>
          <p:cNvGrpSpPr/>
          <p:nvPr/>
        </p:nvGrpSpPr>
        <p:grpSpPr>
          <a:xfrm>
            <a:off x="-93825" y="4612800"/>
            <a:ext cx="9404150" cy="530400"/>
            <a:chOff x="-93825" y="4612800"/>
            <a:chExt cx="9404150" cy="530400"/>
          </a:xfrm>
        </p:grpSpPr>
        <p:grpSp>
          <p:nvGrpSpPr>
            <p:cNvPr id="2347" name="Google Shape;2347;p49"/>
            <p:cNvGrpSpPr/>
            <p:nvPr/>
          </p:nvGrpSpPr>
          <p:grpSpPr>
            <a:xfrm>
              <a:off x="-93825" y="4612800"/>
              <a:ext cx="9266690" cy="530400"/>
              <a:chOff x="-70375" y="4454000"/>
              <a:chExt cx="9266690" cy="530400"/>
            </a:xfrm>
          </p:grpSpPr>
          <p:sp>
            <p:nvSpPr>
              <p:cNvPr id="2348" name="Google Shape;2348;p49"/>
              <p:cNvSpPr/>
              <p:nvPr/>
            </p:nvSpPr>
            <p:spPr>
              <a:xfrm>
                <a:off x="-70375" y="4454000"/>
                <a:ext cx="9237926" cy="178325"/>
              </a:xfrm>
              <a:custGeom>
                <a:avLst/>
                <a:gdLst/>
                <a:ahLst/>
                <a:cxnLst/>
                <a:rect l="l" t="t" r="r" b="b"/>
                <a:pathLst>
                  <a:path w="250724" h="7133" extrusionOk="0">
                    <a:moveTo>
                      <a:pt x="0" y="1"/>
                    </a:moveTo>
                    <a:lnTo>
                      <a:pt x="0" y="7132"/>
                    </a:lnTo>
                    <a:lnTo>
                      <a:pt x="250724" y="7132"/>
                    </a:lnTo>
                    <a:lnTo>
                      <a:pt x="25072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Google Shape;2349;p49"/>
              <p:cNvSpPr/>
              <p:nvPr/>
            </p:nvSpPr>
            <p:spPr>
              <a:xfrm>
                <a:off x="-44425" y="4632300"/>
                <a:ext cx="6224475" cy="90300"/>
              </a:xfrm>
              <a:custGeom>
                <a:avLst/>
                <a:gdLst/>
                <a:ahLst/>
                <a:cxnLst/>
                <a:rect l="l" t="t" r="r" b="b"/>
                <a:pathLst>
                  <a:path w="248979" h="3612" extrusionOk="0">
                    <a:moveTo>
                      <a:pt x="1" y="0"/>
                    </a:moveTo>
                    <a:lnTo>
                      <a:pt x="1" y="3611"/>
                    </a:lnTo>
                    <a:lnTo>
                      <a:pt x="248979" y="3611"/>
                    </a:lnTo>
                    <a:lnTo>
                      <a:pt x="248979" y="0"/>
                    </a:lnTo>
                    <a:close/>
                  </a:path>
                </a:pathLst>
              </a:custGeom>
              <a:solidFill>
                <a:srgbClr val="99BBC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Google Shape;2350;p49"/>
              <p:cNvSpPr/>
              <p:nvPr/>
            </p:nvSpPr>
            <p:spPr>
              <a:xfrm>
                <a:off x="-18850" y="4609725"/>
                <a:ext cx="9215100" cy="374675"/>
              </a:xfrm>
              <a:custGeom>
                <a:avLst/>
                <a:gdLst/>
                <a:ahLst/>
                <a:cxnLst/>
                <a:rect l="l" t="t" r="r" b="b"/>
                <a:pathLst>
                  <a:path w="247851" h="14987" extrusionOk="0">
                    <a:moveTo>
                      <a:pt x="256" y="1"/>
                    </a:moveTo>
                    <a:lnTo>
                      <a:pt x="1" y="14986"/>
                    </a:lnTo>
                    <a:lnTo>
                      <a:pt x="247850" y="14986"/>
                    </a:lnTo>
                    <a:lnTo>
                      <a:pt x="2478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Google Shape;2351;p49"/>
              <p:cNvSpPr/>
              <p:nvPr/>
            </p:nvSpPr>
            <p:spPr>
              <a:xfrm>
                <a:off x="-41425" y="4656000"/>
                <a:ext cx="9237740" cy="38775"/>
              </a:xfrm>
              <a:custGeom>
                <a:avLst/>
                <a:gdLst/>
                <a:ahLst/>
                <a:cxnLst/>
                <a:rect l="l" t="t" r="r" b="b"/>
                <a:pathLst>
                  <a:path w="249130" h="1551" extrusionOk="0">
                    <a:moveTo>
                      <a:pt x="1" y="0"/>
                    </a:moveTo>
                    <a:lnTo>
                      <a:pt x="1" y="1550"/>
                    </a:lnTo>
                    <a:lnTo>
                      <a:pt x="249129" y="1550"/>
                    </a:lnTo>
                    <a:lnTo>
                      <a:pt x="24912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Google Shape;2352;p49"/>
              <p:cNvSpPr/>
              <p:nvPr/>
            </p:nvSpPr>
            <p:spPr>
              <a:xfrm>
                <a:off x="978825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extrusionOk="0">
                    <a:moveTo>
                      <a:pt x="587" y="0"/>
                    </a:moveTo>
                    <a:cubicBezTo>
                      <a:pt x="271" y="0"/>
                      <a:pt x="0" y="256"/>
                      <a:pt x="0" y="587"/>
                    </a:cubicBezTo>
                    <a:cubicBezTo>
                      <a:pt x="0" y="903"/>
                      <a:pt x="271" y="1174"/>
                      <a:pt x="587" y="1174"/>
                    </a:cubicBezTo>
                    <a:lnTo>
                      <a:pt x="3265" y="1174"/>
                    </a:lnTo>
                    <a:cubicBezTo>
                      <a:pt x="3581" y="1174"/>
                      <a:pt x="3852" y="903"/>
                      <a:pt x="3852" y="587"/>
                    </a:cubicBezTo>
                    <a:cubicBezTo>
                      <a:pt x="3852" y="256"/>
                      <a:pt x="3581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Google Shape;2353;p49"/>
              <p:cNvSpPr/>
              <p:nvPr/>
            </p:nvSpPr>
            <p:spPr>
              <a:xfrm>
                <a:off x="802400" y="4645850"/>
                <a:ext cx="9595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8" h="1174" extrusionOk="0">
                    <a:moveTo>
                      <a:pt x="573" y="0"/>
                    </a:moveTo>
                    <a:cubicBezTo>
                      <a:pt x="257" y="0"/>
                      <a:pt x="1" y="256"/>
                      <a:pt x="1" y="587"/>
                    </a:cubicBezTo>
                    <a:cubicBezTo>
                      <a:pt x="1" y="903"/>
                      <a:pt x="257" y="1174"/>
                      <a:pt x="573" y="1174"/>
                    </a:cubicBezTo>
                    <a:lnTo>
                      <a:pt x="3251" y="1174"/>
                    </a:lnTo>
                    <a:cubicBezTo>
                      <a:pt x="3582" y="1174"/>
                      <a:pt x="3838" y="903"/>
                      <a:pt x="3838" y="587"/>
                    </a:cubicBezTo>
                    <a:cubicBezTo>
                      <a:pt x="3838" y="256"/>
                      <a:pt x="3582" y="0"/>
                      <a:pt x="325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Google Shape;2354;p49"/>
              <p:cNvSpPr/>
              <p:nvPr/>
            </p:nvSpPr>
            <p:spPr>
              <a:xfrm>
                <a:off x="625625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extrusionOk="0">
                    <a:moveTo>
                      <a:pt x="587" y="0"/>
                    </a:moveTo>
                    <a:cubicBezTo>
                      <a:pt x="256" y="0"/>
                      <a:pt x="0" y="256"/>
                      <a:pt x="0" y="587"/>
                    </a:cubicBezTo>
                    <a:cubicBezTo>
                      <a:pt x="0" y="903"/>
                      <a:pt x="256" y="1174"/>
                      <a:pt x="587" y="1174"/>
                    </a:cubicBezTo>
                    <a:lnTo>
                      <a:pt x="3265" y="1174"/>
                    </a:lnTo>
                    <a:cubicBezTo>
                      <a:pt x="3581" y="1174"/>
                      <a:pt x="3852" y="903"/>
                      <a:pt x="3852" y="587"/>
                    </a:cubicBezTo>
                    <a:cubicBezTo>
                      <a:pt x="3852" y="256"/>
                      <a:pt x="3581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Google Shape;2355;p49"/>
              <p:cNvSpPr/>
              <p:nvPr/>
            </p:nvSpPr>
            <p:spPr>
              <a:xfrm>
                <a:off x="448825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extrusionOk="0">
                    <a:moveTo>
                      <a:pt x="588" y="0"/>
                    </a:moveTo>
                    <a:cubicBezTo>
                      <a:pt x="272" y="0"/>
                      <a:pt x="1" y="256"/>
                      <a:pt x="1" y="587"/>
                    </a:cubicBezTo>
                    <a:cubicBezTo>
                      <a:pt x="1" y="903"/>
                      <a:pt x="272" y="1174"/>
                      <a:pt x="588" y="1174"/>
                    </a:cubicBezTo>
                    <a:lnTo>
                      <a:pt x="3266" y="1174"/>
                    </a:lnTo>
                    <a:cubicBezTo>
                      <a:pt x="3582" y="1174"/>
                      <a:pt x="3853" y="903"/>
                      <a:pt x="3853" y="587"/>
                    </a:cubicBezTo>
                    <a:cubicBezTo>
                      <a:pt x="3853" y="256"/>
                      <a:pt x="3582" y="0"/>
                      <a:pt x="32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Google Shape;2356;p49"/>
              <p:cNvSpPr/>
              <p:nvPr/>
            </p:nvSpPr>
            <p:spPr>
              <a:xfrm>
                <a:off x="272425" y="4645850"/>
                <a:ext cx="9595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8" h="1174" extrusionOk="0">
                    <a:moveTo>
                      <a:pt x="587" y="0"/>
                    </a:moveTo>
                    <a:cubicBezTo>
                      <a:pt x="256" y="0"/>
                      <a:pt x="0" y="256"/>
                      <a:pt x="0" y="587"/>
                    </a:cubicBezTo>
                    <a:cubicBezTo>
                      <a:pt x="0" y="903"/>
                      <a:pt x="256" y="1174"/>
                      <a:pt x="587" y="1174"/>
                    </a:cubicBezTo>
                    <a:lnTo>
                      <a:pt x="3265" y="1174"/>
                    </a:lnTo>
                    <a:cubicBezTo>
                      <a:pt x="3581" y="1174"/>
                      <a:pt x="3837" y="903"/>
                      <a:pt x="3837" y="587"/>
                    </a:cubicBezTo>
                    <a:cubicBezTo>
                      <a:pt x="3837" y="256"/>
                      <a:pt x="3581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Google Shape;2357;p49"/>
              <p:cNvSpPr/>
              <p:nvPr/>
            </p:nvSpPr>
            <p:spPr>
              <a:xfrm>
                <a:off x="95625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extrusionOk="0">
                    <a:moveTo>
                      <a:pt x="588" y="0"/>
                    </a:moveTo>
                    <a:cubicBezTo>
                      <a:pt x="272" y="0"/>
                      <a:pt x="1" y="256"/>
                      <a:pt x="1" y="587"/>
                    </a:cubicBezTo>
                    <a:cubicBezTo>
                      <a:pt x="1" y="903"/>
                      <a:pt x="272" y="1174"/>
                      <a:pt x="588" y="1174"/>
                    </a:cubicBezTo>
                    <a:lnTo>
                      <a:pt x="3266" y="1174"/>
                    </a:lnTo>
                    <a:cubicBezTo>
                      <a:pt x="3582" y="1174"/>
                      <a:pt x="3853" y="903"/>
                      <a:pt x="3853" y="587"/>
                    </a:cubicBezTo>
                    <a:cubicBezTo>
                      <a:pt x="3853" y="256"/>
                      <a:pt x="3582" y="0"/>
                      <a:pt x="32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Google Shape;2358;p49"/>
              <p:cNvSpPr/>
              <p:nvPr/>
            </p:nvSpPr>
            <p:spPr>
              <a:xfrm>
                <a:off x="1158625" y="4645850"/>
                <a:ext cx="9595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8" h="1174" extrusionOk="0">
                    <a:moveTo>
                      <a:pt x="587" y="0"/>
                    </a:moveTo>
                    <a:cubicBezTo>
                      <a:pt x="256" y="0"/>
                      <a:pt x="0" y="256"/>
                      <a:pt x="0" y="587"/>
                    </a:cubicBezTo>
                    <a:cubicBezTo>
                      <a:pt x="0" y="903"/>
                      <a:pt x="256" y="1174"/>
                      <a:pt x="587" y="1174"/>
                    </a:cubicBezTo>
                    <a:lnTo>
                      <a:pt x="3265" y="1174"/>
                    </a:lnTo>
                    <a:cubicBezTo>
                      <a:pt x="3581" y="1174"/>
                      <a:pt x="3837" y="903"/>
                      <a:pt x="3837" y="587"/>
                    </a:cubicBezTo>
                    <a:cubicBezTo>
                      <a:pt x="3837" y="256"/>
                      <a:pt x="3581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Google Shape;2359;p49"/>
              <p:cNvSpPr/>
              <p:nvPr/>
            </p:nvSpPr>
            <p:spPr>
              <a:xfrm>
                <a:off x="1338425" y="4645850"/>
                <a:ext cx="959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7" h="1174" extrusionOk="0">
                    <a:moveTo>
                      <a:pt x="587" y="0"/>
                    </a:moveTo>
                    <a:cubicBezTo>
                      <a:pt x="256" y="0"/>
                      <a:pt x="0" y="256"/>
                      <a:pt x="0" y="587"/>
                    </a:cubicBezTo>
                    <a:cubicBezTo>
                      <a:pt x="0" y="903"/>
                      <a:pt x="256" y="1174"/>
                      <a:pt x="587" y="1174"/>
                    </a:cubicBezTo>
                    <a:lnTo>
                      <a:pt x="3250" y="1174"/>
                    </a:lnTo>
                    <a:cubicBezTo>
                      <a:pt x="3581" y="1174"/>
                      <a:pt x="3837" y="903"/>
                      <a:pt x="3837" y="587"/>
                    </a:cubicBezTo>
                    <a:cubicBezTo>
                      <a:pt x="3837" y="256"/>
                      <a:pt x="3581" y="0"/>
                      <a:pt x="325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Google Shape;2360;p49"/>
              <p:cNvSpPr/>
              <p:nvPr/>
            </p:nvSpPr>
            <p:spPr>
              <a:xfrm>
                <a:off x="1517850" y="4645850"/>
                <a:ext cx="9630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2" h="1174" extrusionOk="0">
                    <a:moveTo>
                      <a:pt x="587" y="0"/>
                    </a:moveTo>
                    <a:cubicBezTo>
                      <a:pt x="271" y="0"/>
                      <a:pt x="0" y="256"/>
                      <a:pt x="0" y="587"/>
                    </a:cubicBezTo>
                    <a:cubicBezTo>
                      <a:pt x="0" y="903"/>
                      <a:pt x="271" y="1174"/>
                      <a:pt x="587" y="1174"/>
                    </a:cubicBezTo>
                    <a:lnTo>
                      <a:pt x="3265" y="1174"/>
                    </a:lnTo>
                    <a:cubicBezTo>
                      <a:pt x="3596" y="1174"/>
                      <a:pt x="3852" y="903"/>
                      <a:pt x="3852" y="587"/>
                    </a:cubicBezTo>
                    <a:cubicBezTo>
                      <a:pt x="3852" y="256"/>
                      <a:pt x="3596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Google Shape;2361;p49"/>
              <p:cNvSpPr/>
              <p:nvPr/>
            </p:nvSpPr>
            <p:spPr>
              <a:xfrm>
                <a:off x="1697650" y="4645850"/>
                <a:ext cx="9630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2" h="1174" extrusionOk="0">
                    <a:moveTo>
                      <a:pt x="587" y="0"/>
                    </a:moveTo>
                    <a:cubicBezTo>
                      <a:pt x="271" y="0"/>
                      <a:pt x="0" y="256"/>
                      <a:pt x="0" y="587"/>
                    </a:cubicBezTo>
                    <a:cubicBezTo>
                      <a:pt x="0" y="903"/>
                      <a:pt x="271" y="1174"/>
                      <a:pt x="587" y="1174"/>
                    </a:cubicBezTo>
                    <a:lnTo>
                      <a:pt x="3265" y="1174"/>
                    </a:lnTo>
                    <a:cubicBezTo>
                      <a:pt x="3581" y="1174"/>
                      <a:pt x="3852" y="903"/>
                      <a:pt x="3852" y="587"/>
                    </a:cubicBezTo>
                    <a:cubicBezTo>
                      <a:pt x="3852" y="256"/>
                      <a:pt x="3581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Google Shape;2362;p49"/>
              <p:cNvSpPr/>
              <p:nvPr/>
            </p:nvSpPr>
            <p:spPr>
              <a:xfrm>
                <a:off x="1877425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extrusionOk="0">
                    <a:moveTo>
                      <a:pt x="588" y="0"/>
                    </a:moveTo>
                    <a:cubicBezTo>
                      <a:pt x="272" y="0"/>
                      <a:pt x="1" y="256"/>
                      <a:pt x="1" y="587"/>
                    </a:cubicBezTo>
                    <a:cubicBezTo>
                      <a:pt x="1" y="903"/>
                      <a:pt x="272" y="1174"/>
                      <a:pt x="588" y="1174"/>
                    </a:cubicBezTo>
                    <a:lnTo>
                      <a:pt x="3266" y="1174"/>
                    </a:lnTo>
                    <a:cubicBezTo>
                      <a:pt x="3582" y="1174"/>
                      <a:pt x="3853" y="903"/>
                      <a:pt x="3853" y="587"/>
                    </a:cubicBezTo>
                    <a:cubicBezTo>
                      <a:pt x="3853" y="256"/>
                      <a:pt x="3582" y="0"/>
                      <a:pt x="32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Google Shape;2363;p49"/>
              <p:cNvSpPr/>
              <p:nvPr/>
            </p:nvSpPr>
            <p:spPr>
              <a:xfrm>
                <a:off x="2057225" y="4645850"/>
                <a:ext cx="9595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8" h="1174" extrusionOk="0">
                    <a:moveTo>
                      <a:pt x="588" y="0"/>
                    </a:moveTo>
                    <a:cubicBezTo>
                      <a:pt x="257" y="0"/>
                      <a:pt x="1" y="256"/>
                      <a:pt x="1" y="587"/>
                    </a:cubicBezTo>
                    <a:cubicBezTo>
                      <a:pt x="1" y="903"/>
                      <a:pt x="257" y="1174"/>
                      <a:pt x="588" y="1174"/>
                    </a:cubicBezTo>
                    <a:lnTo>
                      <a:pt x="3251" y="1174"/>
                    </a:lnTo>
                    <a:cubicBezTo>
                      <a:pt x="3582" y="1174"/>
                      <a:pt x="3837" y="903"/>
                      <a:pt x="3837" y="587"/>
                    </a:cubicBezTo>
                    <a:cubicBezTo>
                      <a:pt x="3837" y="256"/>
                      <a:pt x="3582" y="0"/>
                      <a:pt x="325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Google Shape;2364;p49"/>
              <p:cNvSpPr/>
              <p:nvPr/>
            </p:nvSpPr>
            <p:spPr>
              <a:xfrm>
                <a:off x="2237025" y="4645850"/>
                <a:ext cx="9595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8" h="1174" extrusionOk="0">
                    <a:moveTo>
                      <a:pt x="572" y="0"/>
                    </a:moveTo>
                    <a:cubicBezTo>
                      <a:pt x="256" y="0"/>
                      <a:pt x="1" y="256"/>
                      <a:pt x="1" y="587"/>
                    </a:cubicBezTo>
                    <a:cubicBezTo>
                      <a:pt x="1" y="903"/>
                      <a:pt x="256" y="1174"/>
                      <a:pt x="572" y="1174"/>
                    </a:cubicBezTo>
                    <a:lnTo>
                      <a:pt x="3251" y="1174"/>
                    </a:lnTo>
                    <a:cubicBezTo>
                      <a:pt x="3582" y="1174"/>
                      <a:pt x="3837" y="903"/>
                      <a:pt x="3837" y="587"/>
                    </a:cubicBezTo>
                    <a:cubicBezTo>
                      <a:pt x="3837" y="256"/>
                      <a:pt x="3582" y="0"/>
                      <a:pt x="325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Google Shape;2365;p49"/>
              <p:cNvSpPr/>
              <p:nvPr/>
            </p:nvSpPr>
            <p:spPr>
              <a:xfrm>
                <a:off x="2416450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extrusionOk="0">
                    <a:moveTo>
                      <a:pt x="587" y="0"/>
                    </a:moveTo>
                    <a:cubicBezTo>
                      <a:pt x="271" y="0"/>
                      <a:pt x="1" y="256"/>
                      <a:pt x="1" y="587"/>
                    </a:cubicBezTo>
                    <a:cubicBezTo>
                      <a:pt x="1" y="903"/>
                      <a:pt x="271" y="1174"/>
                      <a:pt x="587" y="1174"/>
                    </a:cubicBezTo>
                    <a:lnTo>
                      <a:pt x="3265" y="1174"/>
                    </a:lnTo>
                    <a:cubicBezTo>
                      <a:pt x="3581" y="1174"/>
                      <a:pt x="3852" y="903"/>
                      <a:pt x="3852" y="587"/>
                    </a:cubicBezTo>
                    <a:cubicBezTo>
                      <a:pt x="3852" y="256"/>
                      <a:pt x="3581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Google Shape;2366;p49"/>
              <p:cNvSpPr/>
              <p:nvPr/>
            </p:nvSpPr>
            <p:spPr>
              <a:xfrm>
                <a:off x="2596250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extrusionOk="0">
                    <a:moveTo>
                      <a:pt x="587" y="0"/>
                    </a:moveTo>
                    <a:cubicBezTo>
                      <a:pt x="271" y="0"/>
                      <a:pt x="0" y="256"/>
                      <a:pt x="0" y="587"/>
                    </a:cubicBezTo>
                    <a:cubicBezTo>
                      <a:pt x="0" y="903"/>
                      <a:pt x="271" y="1174"/>
                      <a:pt x="587" y="1174"/>
                    </a:cubicBezTo>
                    <a:lnTo>
                      <a:pt x="3265" y="1174"/>
                    </a:lnTo>
                    <a:cubicBezTo>
                      <a:pt x="3581" y="1174"/>
                      <a:pt x="3852" y="903"/>
                      <a:pt x="3852" y="587"/>
                    </a:cubicBezTo>
                    <a:cubicBezTo>
                      <a:pt x="3852" y="256"/>
                      <a:pt x="3581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Google Shape;2367;p49"/>
              <p:cNvSpPr/>
              <p:nvPr/>
            </p:nvSpPr>
            <p:spPr>
              <a:xfrm>
                <a:off x="2776050" y="4645850"/>
                <a:ext cx="9595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8" h="1174" extrusionOk="0">
                    <a:moveTo>
                      <a:pt x="587" y="0"/>
                    </a:moveTo>
                    <a:cubicBezTo>
                      <a:pt x="256" y="0"/>
                      <a:pt x="0" y="256"/>
                      <a:pt x="0" y="587"/>
                    </a:cubicBezTo>
                    <a:cubicBezTo>
                      <a:pt x="0" y="903"/>
                      <a:pt x="256" y="1174"/>
                      <a:pt x="587" y="1174"/>
                    </a:cubicBezTo>
                    <a:lnTo>
                      <a:pt x="3265" y="1174"/>
                    </a:lnTo>
                    <a:cubicBezTo>
                      <a:pt x="3581" y="1174"/>
                      <a:pt x="3837" y="903"/>
                      <a:pt x="3837" y="587"/>
                    </a:cubicBezTo>
                    <a:cubicBezTo>
                      <a:pt x="3837" y="256"/>
                      <a:pt x="3581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Google Shape;2368;p49"/>
              <p:cNvSpPr/>
              <p:nvPr/>
            </p:nvSpPr>
            <p:spPr>
              <a:xfrm>
                <a:off x="2955850" y="4645850"/>
                <a:ext cx="959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7" h="1174" extrusionOk="0">
                    <a:moveTo>
                      <a:pt x="587" y="0"/>
                    </a:moveTo>
                    <a:cubicBezTo>
                      <a:pt x="256" y="0"/>
                      <a:pt x="0" y="256"/>
                      <a:pt x="0" y="587"/>
                    </a:cubicBezTo>
                    <a:cubicBezTo>
                      <a:pt x="0" y="903"/>
                      <a:pt x="256" y="1174"/>
                      <a:pt x="587" y="1174"/>
                    </a:cubicBezTo>
                    <a:lnTo>
                      <a:pt x="3250" y="1174"/>
                    </a:lnTo>
                    <a:cubicBezTo>
                      <a:pt x="3581" y="1174"/>
                      <a:pt x="3837" y="903"/>
                      <a:pt x="3837" y="587"/>
                    </a:cubicBezTo>
                    <a:cubicBezTo>
                      <a:pt x="3837" y="256"/>
                      <a:pt x="3581" y="0"/>
                      <a:pt x="325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Google Shape;2369;p49"/>
              <p:cNvSpPr/>
              <p:nvPr/>
            </p:nvSpPr>
            <p:spPr>
              <a:xfrm>
                <a:off x="3135275" y="4645850"/>
                <a:ext cx="9630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2" h="1174" extrusionOk="0">
                    <a:moveTo>
                      <a:pt x="587" y="0"/>
                    </a:moveTo>
                    <a:cubicBezTo>
                      <a:pt x="271" y="0"/>
                      <a:pt x="0" y="256"/>
                      <a:pt x="0" y="587"/>
                    </a:cubicBezTo>
                    <a:cubicBezTo>
                      <a:pt x="0" y="903"/>
                      <a:pt x="271" y="1174"/>
                      <a:pt x="587" y="1174"/>
                    </a:cubicBezTo>
                    <a:lnTo>
                      <a:pt x="3265" y="1174"/>
                    </a:lnTo>
                    <a:cubicBezTo>
                      <a:pt x="3596" y="1174"/>
                      <a:pt x="3852" y="903"/>
                      <a:pt x="3852" y="587"/>
                    </a:cubicBezTo>
                    <a:cubicBezTo>
                      <a:pt x="3852" y="256"/>
                      <a:pt x="3596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Google Shape;2370;p49"/>
              <p:cNvSpPr/>
              <p:nvPr/>
            </p:nvSpPr>
            <p:spPr>
              <a:xfrm>
                <a:off x="3315050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extrusionOk="0">
                    <a:moveTo>
                      <a:pt x="588" y="0"/>
                    </a:moveTo>
                    <a:cubicBezTo>
                      <a:pt x="272" y="0"/>
                      <a:pt x="1" y="256"/>
                      <a:pt x="1" y="587"/>
                    </a:cubicBezTo>
                    <a:cubicBezTo>
                      <a:pt x="1" y="903"/>
                      <a:pt x="272" y="1174"/>
                      <a:pt x="588" y="1174"/>
                    </a:cubicBezTo>
                    <a:lnTo>
                      <a:pt x="3266" y="1174"/>
                    </a:lnTo>
                    <a:cubicBezTo>
                      <a:pt x="3582" y="1174"/>
                      <a:pt x="3853" y="903"/>
                      <a:pt x="3853" y="587"/>
                    </a:cubicBezTo>
                    <a:cubicBezTo>
                      <a:pt x="3853" y="256"/>
                      <a:pt x="3582" y="0"/>
                      <a:pt x="32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Google Shape;2371;p49"/>
              <p:cNvSpPr/>
              <p:nvPr/>
            </p:nvSpPr>
            <p:spPr>
              <a:xfrm>
                <a:off x="3494850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extrusionOk="0">
                    <a:moveTo>
                      <a:pt x="588" y="0"/>
                    </a:moveTo>
                    <a:cubicBezTo>
                      <a:pt x="272" y="0"/>
                      <a:pt x="1" y="256"/>
                      <a:pt x="1" y="587"/>
                    </a:cubicBezTo>
                    <a:cubicBezTo>
                      <a:pt x="1" y="903"/>
                      <a:pt x="272" y="1174"/>
                      <a:pt x="588" y="1174"/>
                    </a:cubicBezTo>
                    <a:lnTo>
                      <a:pt x="3266" y="1174"/>
                    </a:lnTo>
                    <a:cubicBezTo>
                      <a:pt x="3582" y="1174"/>
                      <a:pt x="3853" y="903"/>
                      <a:pt x="3853" y="587"/>
                    </a:cubicBezTo>
                    <a:cubicBezTo>
                      <a:pt x="3853" y="256"/>
                      <a:pt x="3582" y="0"/>
                      <a:pt x="32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Google Shape;2372;p49"/>
              <p:cNvSpPr/>
              <p:nvPr/>
            </p:nvSpPr>
            <p:spPr>
              <a:xfrm>
                <a:off x="3674650" y="4645850"/>
                <a:ext cx="9595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8" h="1174" extrusionOk="0">
                    <a:moveTo>
                      <a:pt x="588" y="0"/>
                    </a:moveTo>
                    <a:cubicBezTo>
                      <a:pt x="257" y="0"/>
                      <a:pt x="1" y="256"/>
                      <a:pt x="1" y="587"/>
                    </a:cubicBezTo>
                    <a:cubicBezTo>
                      <a:pt x="1" y="903"/>
                      <a:pt x="257" y="1174"/>
                      <a:pt x="588" y="1174"/>
                    </a:cubicBezTo>
                    <a:lnTo>
                      <a:pt x="3251" y="1174"/>
                    </a:lnTo>
                    <a:cubicBezTo>
                      <a:pt x="3582" y="1174"/>
                      <a:pt x="3837" y="903"/>
                      <a:pt x="3837" y="587"/>
                    </a:cubicBezTo>
                    <a:cubicBezTo>
                      <a:pt x="3837" y="256"/>
                      <a:pt x="3582" y="0"/>
                      <a:pt x="325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Google Shape;2373;p49"/>
              <p:cNvSpPr/>
              <p:nvPr/>
            </p:nvSpPr>
            <p:spPr>
              <a:xfrm>
                <a:off x="3854450" y="4645850"/>
                <a:ext cx="9595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8" h="1174" extrusionOk="0">
                    <a:moveTo>
                      <a:pt x="572" y="0"/>
                    </a:moveTo>
                    <a:cubicBezTo>
                      <a:pt x="256" y="0"/>
                      <a:pt x="1" y="256"/>
                      <a:pt x="1" y="587"/>
                    </a:cubicBezTo>
                    <a:cubicBezTo>
                      <a:pt x="1" y="903"/>
                      <a:pt x="256" y="1174"/>
                      <a:pt x="572" y="1174"/>
                    </a:cubicBezTo>
                    <a:lnTo>
                      <a:pt x="3251" y="1174"/>
                    </a:lnTo>
                    <a:cubicBezTo>
                      <a:pt x="3582" y="1174"/>
                      <a:pt x="3837" y="903"/>
                      <a:pt x="3837" y="587"/>
                    </a:cubicBezTo>
                    <a:cubicBezTo>
                      <a:pt x="3837" y="256"/>
                      <a:pt x="3582" y="0"/>
                      <a:pt x="325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Google Shape;2374;p49"/>
              <p:cNvSpPr/>
              <p:nvPr/>
            </p:nvSpPr>
            <p:spPr>
              <a:xfrm>
                <a:off x="4212175" y="4645850"/>
                <a:ext cx="9630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2" h="1174" extrusionOk="0">
                    <a:moveTo>
                      <a:pt x="587" y="0"/>
                    </a:moveTo>
                    <a:cubicBezTo>
                      <a:pt x="271" y="0"/>
                      <a:pt x="0" y="256"/>
                      <a:pt x="0" y="587"/>
                    </a:cubicBezTo>
                    <a:cubicBezTo>
                      <a:pt x="0" y="903"/>
                      <a:pt x="271" y="1174"/>
                      <a:pt x="587" y="1174"/>
                    </a:cubicBezTo>
                    <a:lnTo>
                      <a:pt x="3265" y="1174"/>
                    </a:lnTo>
                    <a:cubicBezTo>
                      <a:pt x="3581" y="1174"/>
                      <a:pt x="3852" y="903"/>
                      <a:pt x="3852" y="587"/>
                    </a:cubicBezTo>
                    <a:cubicBezTo>
                      <a:pt x="3852" y="256"/>
                      <a:pt x="3581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Google Shape;2375;p49"/>
              <p:cNvSpPr/>
              <p:nvPr/>
            </p:nvSpPr>
            <p:spPr>
              <a:xfrm>
                <a:off x="4390450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extrusionOk="0">
                    <a:moveTo>
                      <a:pt x="588" y="0"/>
                    </a:moveTo>
                    <a:cubicBezTo>
                      <a:pt x="257" y="0"/>
                      <a:pt x="1" y="256"/>
                      <a:pt x="1" y="587"/>
                    </a:cubicBezTo>
                    <a:cubicBezTo>
                      <a:pt x="1" y="903"/>
                      <a:pt x="257" y="1174"/>
                      <a:pt x="588" y="1174"/>
                    </a:cubicBezTo>
                    <a:lnTo>
                      <a:pt x="3266" y="1174"/>
                    </a:lnTo>
                    <a:cubicBezTo>
                      <a:pt x="3582" y="1174"/>
                      <a:pt x="3853" y="903"/>
                      <a:pt x="3853" y="587"/>
                    </a:cubicBezTo>
                    <a:cubicBezTo>
                      <a:pt x="3853" y="256"/>
                      <a:pt x="3582" y="0"/>
                      <a:pt x="32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Google Shape;2376;p49"/>
              <p:cNvSpPr/>
              <p:nvPr/>
            </p:nvSpPr>
            <p:spPr>
              <a:xfrm>
                <a:off x="4568750" y="4645850"/>
                <a:ext cx="9595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8" h="1174" extrusionOk="0">
                    <a:moveTo>
                      <a:pt x="587" y="0"/>
                    </a:moveTo>
                    <a:cubicBezTo>
                      <a:pt x="256" y="0"/>
                      <a:pt x="1" y="256"/>
                      <a:pt x="1" y="587"/>
                    </a:cubicBezTo>
                    <a:cubicBezTo>
                      <a:pt x="1" y="903"/>
                      <a:pt x="256" y="1174"/>
                      <a:pt x="587" y="1174"/>
                    </a:cubicBezTo>
                    <a:lnTo>
                      <a:pt x="3251" y="1174"/>
                    </a:lnTo>
                    <a:cubicBezTo>
                      <a:pt x="3582" y="1174"/>
                      <a:pt x="3837" y="903"/>
                      <a:pt x="3837" y="587"/>
                    </a:cubicBezTo>
                    <a:cubicBezTo>
                      <a:pt x="3837" y="256"/>
                      <a:pt x="3582" y="0"/>
                      <a:pt x="325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Google Shape;2377;p49"/>
              <p:cNvSpPr/>
              <p:nvPr/>
            </p:nvSpPr>
            <p:spPr>
              <a:xfrm>
                <a:off x="4033875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extrusionOk="0">
                    <a:moveTo>
                      <a:pt x="587" y="0"/>
                    </a:moveTo>
                    <a:cubicBezTo>
                      <a:pt x="271" y="0"/>
                      <a:pt x="1" y="256"/>
                      <a:pt x="1" y="587"/>
                    </a:cubicBezTo>
                    <a:cubicBezTo>
                      <a:pt x="1" y="903"/>
                      <a:pt x="271" y="1174"/>
                      <a:pt x="587" y="1174"/>
                    </a:cubicBezTo>
                    <a:lnTo>
                      <a:pt x="3265" y="1174"/>
                    </a:lnTo>
                    <a:cubicBezTo>
                      <a:pt x="3581" y="1174"/>
                      <a:pt x="3852" y="903"/>
                      <a:pt x="3852" y="587"/>
                    </a:cubicBezTo>
                    <a:cubicBezTo>
                      <a:pt x="3852" y="256"/>
                      <a:pt x="3581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78" name="Google Shape;2378;p49"/>
            <p:cNvGrpSpPr/>
            <p:nvPr/>
          </p:nvGrpSpPr>
          <p:grpSpPr>
            <a:xfrm>
              <a:off x="4741250" y="4799875"/>
              <a:ext cx="4569075" cy="29350"/>
              <a:chOff x="95625" y="4645850"/>
              <a:chExt cx="4569075" cy="29350"/>
            </a:xfrm>
          </p:grpSpPr>
          <p:sp>
            <p:nvSpPr>
              <p:cNvPr id="2379" name="Google Shape;2379;p49"/>
              <p:cNvSpPr/>
              <p:nvPr/>
            </p:nvSpPr>
            <p:spPr>
              <a:xfrm>
                <a:off x="978825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extrusionOk="0">
                    <a:moveTo>
                      <a:pt x="587" y="0"/>
                    </a:moveTo>
                    <a:cubicBezTo>
                      <a:pt x="271" y="0"/>
                      <a:pt x="0" y="256"/>
                      <a:pt x="0" y="587"/>
                    </a:cubicBezTo>
                    <a:cubicBezTo>
                      <a:pt x="0" y="903"/>
                      <a:pt x="271" y="1174"/>
                      <a:pt x="587" y="1174"/>
                    </a:cubicBezTo>
                    <a:lnTo>
                      <a:pt x="3265" y="1174"/>
                    </a:lnTo>
                    <a:cubicBezTo>
                      <a:pt x="3581" y="1174"/>
                      <a:pt x="3852" y="903"/>
                      <a:pt x="3852" y="587"/>
                    </a:cubicBezTo>
                    <a:cubicBezTo>
                      <a:pt x="3852" y="256"/>
                      <a:pt x="3581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Google Shape;2380;p49"/>
              <p:cNvSpPr/>
              <p:nvPr/>
            </p:nvSpPr>
            <p:spPr>
              <a:xfrm>
                <a:off x="802400" y="4645850"/>
                <a:ext cx="9595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8" h="1174" extrusionOk="0">
                    <a:moveTo>
                      <a:pt x="573" y="0"/>
                    </a:moveTo>
                    <a:cubicBezTo>
                      <a:pt x="257" y="0"/>
                      <a:pt x="1" y="256"/>
                      <a:pt x="1" y="587"/>
                    </a:cubicBezTo>
                    <a:cubicBezTo>
                      <a:pt x="1" y="903"/>
                      <a:pt x="257" y="1174"/>
                      <a:pt x="573" y="1174"/>
                    </a:cubicBezTo>
                    <a:lnTo>
                      <a:pt x="3251" y="1174"/>
                    </a:lnTo>
                    <a:cubicBezTo>
                      <a:pt x="3582" y="1174"/>
                      <a:pt x="3838" y="903"/>
                      <a:pt x="3838" y="587"/>
                    </a:cubicBezTo>
                    <a:cubicBezTo>
                      <a:pt x="3838" y="256"/>
                      <a:pt x="3582" y="0"/>
                      <a:pt x="325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Google Shape;2381;p49"/>
              <p:cNvSpPr/>
              <p:nvPr/>
            </p:nvSpPr>
            <p:spPr>
              <a:xfrm>
                <a:off x="625625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extrusionOk="0">
                    <a:moveTo>
                      <a:pt x="587" y="0"/>
                    </a:moveTo>
                    <a:cubicBezTo>
                      <a:pt x="256" y="0"/>
                      <a:pt x="0" y="256"/>
                      <a:pt x="0" y="587"/>
                    </a:cubicBezTo>
                    <a:cubicBezTo>
                      <a:pt x="0" y="903"/>
                      <a:pt x="256" y="1174"/>
                      <a:pt x="587" y="1174"/>
                    </a:cubicBezTo>
                    <a:lnTo>
                      <a:pt x="3265" y="1174"/>
                    </a:lnTo>
                    <a:cubicBezTo>
                      <a:pt x="3581" y="1174"/>
                      <a:pt x="3852" y="903"/>
                      <a:pt x="3852" y="587"/>
                    </a:cubicBezTo>
                    <a:cubicBezTo>
                      <a:pt x="3852" y="256"/>
                      <a:pt x="3581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Google Shape;2382;p49"/>
              <p:cNvSpPr/>
              <p:nvPr/>
            </p:nvSpPr>
            <p:spPr>
              <a:xfrm>
                <a:off x="448825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extrusionOk="0">
                    <a:moveTo>
                      <a:pt x="588" y="0"/>
                    </a:moveTo>
                    <a:cubicBezTo>
                      <a:pt x="272" y="0"/>
                      <a:pt x="1" y="256"/>
                      <a:pt x="1" y="587"/>
                    </a:cubicBezTo>
                    <a:cubicBezTo>
                      <a:pt x="1" y="903"/>
                      <a:pt x="272" y="1174"/>
                      <a:pt x="588" y="1174"/>
                    </a:cubicBezTo>
                    <a:lnTo>
                      <a:pt x="3266" y="1174"/>
                    </a:lnTo>
                    <a:cubicBezTo>
                      <a:pt x="3582" y="1174"/>
                      <a:pt x="3853" y="903"/>
                      <a:pt x="3853" y="587"/>
                    </a:cubicBezTo>
                    <a:cubicBezTo>
                      <a:pt x="3853" y="256"/>
                      <a:pt x="3582" y="0"/>
                      <a:pt x="32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Google Shape;2383;p49"/>
              <p:cNvSpPr/>
              <p:nvPr/>
            </p:nvSpPr>
            <p:spPr>
              <a:xfrm>
                <a:off x="272425" y="4645850"/>
                <a:ext cx="9595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8" h="1174" extrusionOk="0">
                    <a:moveTo>
                      <a:pt x="587" y="0"/>
                    </a:moveTo>
                    <a:cubicBezTo>
                      <a:pt x="256" y="0"/>
                      <a:pt x="0" y="256"/>
                      <a:pt x="0" y="587"/>
                    </a:cubicBezTo>
                    <a:cubicBezTo>
                      <a:pt x="0" y="903"/>
                      <a:pt x="256" y="1174"/>
                      <a:pt x="587" y="1174"/>
                    </a:cubicBezTo>
                    <a:lnTo>
                      <a:pt x="3265" y="1174"/>
                    </a:lnTo>
                    <a:cubicBezTo>
                      <a:pt x="3581" y="1174"/>
                      <a:pt x="3837" y="903"/>
                      <a:pt x="3837" y="587"/>
                    </a:cubicBezTo>
                    <a:cubicBezTo>
                      <a:pt x="3837" y="256"/>
                      <a:pt x="3581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Google Shape;2384;p49"/>
              <p:cNvSpPr/>
              <p:nvPr/>
            </p:nvSpPr>
            <p:spPr>
              <a:xfrm>
                <a:off x="95625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extrusionOk="0">
                    <a:moveTo>
                      <a:pt x="588" y="0"/>
                    </a:moveTo>
                    <a:cubicBezTo>
                      <a:pt x="272" y="0"/>
                      <a:pt x="1" y="256"/>
                      <a:pt x="1" y="587"/>
                    </a:cubicBezTo>
                    <a:cubicBezTo>
                      <a:pt x="1" y="903"/>
                      <a:pt x="272" y="1174"/>
                      <a:pt x="588" y="1174"/>
                    </a:cubicBezTo>
                    <a:lnTo>
                      <a:pt x="3266" y="1174"/>
                    </a:lnTo>
                    <a:cubicBezTo>
                      <a:pt x="3582" y="1174"/>
                      <a:pt x="3853" y="903"/>
                      <a:pt x="3853" y="587"/>
                    </a:cubicBezTo>
                    <a:cubicBezTo>
                      <a:pt x="3853" y="256"/>
                      <a:pt x="3582" y="0"/>
                      <a:pt x="32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Google Shape;2385;p49"/>
              <p:cNvSpPr/>
              <p:nvPr/>
            </p:nvSpPr>
            <p:spPr>
              <a:xfrm>
                <a:off x="1158625" y="4645850"/>
                <a:ext cx="9595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8" h="1174" extrusionOk="0">
                    <a:moveTo>
                      <a:pt x="587" y="0"/>
                    </a:moveTo>
                    <a:cubicBezTo>
                      <a:pt x="256" y="0"/>
                      <a:pt x="0" y="256"/>
                      <a:pt x="0" y="587"/>
                    </a:cubicBezTo>
                    <a:cubicBezTo>
                      <a:pt x="0" y="903"/>
                      <a:pt x="256" y="1174"/>
                      <a:pt x="587" y="1174"/>
                    </a:cubicBezTo>
                    <a:lnTo>
                      <a:pt x="3265" y="1174"/>
                    </a:lnTo>
                    <a:cubicBezTo>
                      <a:pt x="3581" y="1174"/>
                      <a:pt x="3837" y="903"/>
                      <a:pt x="3837" y="587"/>
                    </a:cubicBezTo>
                    <a:cubicBezTo>
                      <a:pt x="3837" y="256"/>
                      <a:pt x="3581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Google Shape;2386;p49"/>
              <p:cNvSpPr/>
              <p:nvPr/>
            </p:nvSpPr>
            <p:spPr>
              <a:xfrm>
                <a:off x="1338425" y="4645850"/>
                <a:ext cx="959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7" h="1174" extrusionOk="0">
                    <a:moveTo>
                      <a:pt x="587" y="0"/>
                    </a:moveTo>
                    <a:cubicBezTo>
                      <a:pt x="256" y="0"/>
                      <a:pt x="0" y="256"/>
                      <a:pt x="0" y="587"/>
                    </a:cubicBezTo>
                    <a:cubicBezTo>
                      <a:pt x="0" y="903"/>
                      <a:pt x="256" y="1174"/>
                      <a:pt x="587" y="1174"/>
                    </a:cubicBezTo>
                    <a:lnTo>
                      <a:pt x="3250" y="1174"/>
                    </a:lnTo>
                    <a:cubicBezTo>
                      <a:pt x="3581" y="1174"/>
                      <a:pt x="3837" y="903"/>
                      <a:pt x="3837" y="587"/>
                    </a:cubicBezTo>
                    <a:cubicBezTo>
                      <a:pt x="3837" y="256"/>
                      <a:pt x="3581" y="0"/>
                      <a:pt x="325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Google Shape;2387;p49"/>
              <p:cNvSpPr/>
              <p:nvPr/>
            </p:nvSpPr>
            <p:spPr>
              <a:xfrm>
                <a:off x="1517850" y="4645850"/>
                <a:ext cx="9630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2" h="1174" extrusionOk="0">
                    <a:moveTo>
                      <a:pt x="587" y="0"/>
                    </a:moveTo>
                    <a:cubicBezTo>
                      <a:pt x="271" y="0"/>
                      <a:pt x="0" y="256"/>
                      <a:pt x="0" y="587"/>
                    </a:cubicBezTo>
                    <a:cubicBezTo>
                      <a:pt x="0" y="903"/>
                      <a:pt x="271" y="1174"/>
                      <a:pt x="587" y="1174"/>
                    </a:cubicBezTo>
                    <a:lnTo>
                      <a:pt x="3265" y="1174"/>
                    </a:lnTo>
                    <a:cubicBezTo>
                      <a:pt x="3596" y="1174"/>
                      <a:pt x="3852" y="903"/>
                      <a:pt x="3852" y="587"/>
                    </a:cubicBezTo>
                    <a:cubicBezTo>
                      <a:pt x="3852" y="256"/>
                      <a:pt x="3596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Google Shape;2388;p49"/>
              <p:cNvSpPr/>
              <p:nvPr/>
            </p:nvSpPr>
            <p:spPr>
              <a:xfrm>
                <a:off x="1697650" y="4645850"/>
                <a:ext cx="9630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2" h="1174" extrusionOk="0">
                    <a:moveTo>
                      <a:pt x="587" y="0"/>
                    </a:moveTo>
                    <a:cubicBezTo>
                      <a:pt x="271" y="0"/>
                      <a:pt x="0" y="256"/>
                      <a:pt x="0" y="587"/>
                    </a:cubicBezTo>
                    <a:cubicBezTo>
                      <a:pt x="0" y="903"/>
                      <a:pt x="271" y="1174"/>
                      <a:pt x="587" y="1174"/>
                    </a:cubicBezTo>
                    <a:lnTo>
                      <a:pt x="3265" y="1174"/>
                    </a:lnTo>
                    <a:cubicBezTo>
                      <a:pt x="3581" y="1174"/>
                      <a:pt x="3852" y="903"/>
                      <a:pt x="3852" y="587"/>
                    </a:cubicBezTo>
                    <a:cubicBezTo>
                      <a:pt x="3852" y="256"/>
                      <a:pt x="3581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Google Shape;2389;p49"/>
              <p:cNvSpPr/>
              <p:nvPr/>
            </p:nvSpPr>
            <p:spPr>
              <a:xfrm>
                <a:off x="1877425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extrusionOk="0">
                    <a:moveTo>
                      <a:pt x="588" y="0"/>
                    </a:moveTo>
                    <a:cubicBezTo>
                      <a:pt x="272" y="0"/>
                      <a:pt x="1" y="256"/>
                      <a:pt x="1" y="587"/>
                    </a:cubicBezTo>
                    <a:cubicBezTo>
                      <a:pt x="1" y="903"/>
                      <a:pt x="272" y="1174"/>
                      <a:pt x="588" y="1174"/>
                    </a:cubicBezTo>
                    <a:lnTo>
                      <a:pt x="3266" y="1174"/>
                    </a:lnTo>
                    <a:cubicBezTo>
                      <a:pt x="3582" y="1174"/>
                      <a:pt x="3853" y="903"/>
                      <a:pt x="3853" y="587"/>
                    </a:cubicBezTo>
                    <a:cubicBezTo>
                      <a:pt x="3853" y="256"/>
                      <a:pt x="3582" y="0"/>
                      <a:pt x="32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Google Shape;2390;p49"/>
              <p:cNvSpPr/>
              <p:nvPr/>
            </p:nvSpPr>
            <p:spPr>
              <a:xfrm>
                <a:off x="2057225" y="4645850"/>
                <a:ext cx="9595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8" h="1174" extrusionOk="0">
                    <a:moveTo>
                      <a:pt x="588" y="0"/>
                    </a:moveTo>
                    <a:cubicBezTo>
                      <a:pt x="257" y="0"/>
                      <a:pt x="1" y="256"/>
                      <a:pt x="1" y="587"/>
                    </a:cubicBezTo>
                    <a:cubicBezTo>
                      <a:pt x="1" y="903"/>
                      <a:pt x="257" y="1174"/>
                      <a:pt x="588" y="1174"/>
                    </a:cubicBezTo>
                    <a:lnTo>
                      <a:pt x="3251" y="1174"/>
                    </a:lnTo>
                    <a:cubicBezTo>
                      <a:pt x="3582" y="1174"/>
                      <a:pt x="3837" y="903"/>
                      <a:pt x="3837" y="587"/>
                    </a:cubicBezTo>
                    <a:cubicBezTo>
                      <a:pt x="3837" y="256"/>
                      <a:pt x="3582" y="0"/>
                      <a:pt x="325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Google Shape;2391;p49"/>
              <p:cNvSpPr/>
              <p:nvPr/>
            </p:nvSpPr>
            <p:spPr>
              <a:xfrm>
                <a:off x="2237025" y="4645850"/>
                <a:ext cx="9595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8" h="1174" extrusionOk="0">
                    <a:moveTo>
                      <a:pt x="572" y="0"/>
                    </a:moveTo>
                    <a:cubicBezTo>
                      <a:pt x="256" y="0"/>
                      <a:pt x="1" y="256"/>
                      <a:pt x="1" y="587"/>
                    </a:cubicBezTo>
                    <a:cubicBezTo>
                      <a:pt x="1" y="903"/>
                      <a:pt x="256" y="1174"/>
                      <a:pt x="572" y="1174"/>
                    </a:cubicBezTo>
                    <a:lnTo>
                      <a:pt x="3251" y="1174"/>
                    </a:lnTo>
                    <a:cubicBezTo>
                      <a:pt x="3582" y="1174"/>
                      <a:pt x="3837" y="903"/>
                      <a:pt x="3837" y="587"/>
                    </a:cubicBezTo>
                    <a:cubicBezTo>
                      <a:pt x="3837" y="256"/>
                      <a:pt x="3582" y="0"/>
                      <a:pt x="325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Google Shape;2392;p49"/>
              <p:cNvSpPr/>
              <p:nvPr/>
            </p:nvSpPr>
            <p:spPr>
              <a:xfrm>
                <a:off x="2416450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extrusionOk="0">
                    <a:moveTo>
                      <a:pt x="587" y="0"/>
                    </a:moveTo>
                    <a:cubicBezTo>
                      <a:pt x="271" y="0"/>
                      <a:pt x="1" y="256"/>
                      <a:pt x="1" y="587"/>
                    </a:cubicBezTo>
                    <a:cubicBezTo>
                      <a:pt x="1" y="903"/>
                      <a:pt x="271" y="1174"/>
                      <a:pt x="587" y="1174"/>
                    </a:cubicBezTo>
                    <a:lnTo>
                      <a:pt x="3265" y="1174"/>
                    </a:lnTo>
                    <a:cubicBezTo>
                      <a:pt x="3581" y="1174"/>
                      <a:pt x="3852" y="903"/>
                      <a:pt x="3852" y="587"/>
                    </a:cubicBezTo>
                    <a:cubicBezTo>
                      <a:pt x="3852" y="256"/>
                      <a:pt x="3581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Google Shape;2393;p49"/>
              <p:cNvSpPr/>
              <p:nvPr/>
            </p:nvSpPr>
            <p:spPr>
              <a:xfrm>
                <a:off x="2596250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extrusionOk="0">
                    <a:moveTo>
                      <a:pt x="587" y="0"/>
                    </a:moveTo>
                    <a:cubicBezTo>
                      <a:pt x="271" y="0"/>
                      <a:pt x="0" y="256"/>
                      <a:pt x="0" y="587"/>
                    </a:cubicBezTo>
                    <a:cubicBezTo>
                      <a:pt x="0" y="903"/>
                      <a:pt x="271" y="1174"/>
                      <a:pt x="587" y="1174"/>
                    </a:cubicBezTo>
                    <a:lnTo>
                      <a:pt x="3265" y="1174"/>
                    </a:lnTo>
                    <a:cubicBezTo>
                      <a:pt x="3581" y="1174"/>
                      <a:pt x="3852" y="903"/>
                      <a:pt x="3852" y="587"/>
                    </a:cubicBezTo>
                    <a:cubicBezTo>
                      <a:pt x="3852" y="256"/>
                      <a:pt x="3581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Google Shape;2394;p49"/>
              <p:cNvSpPr/>
              <p:nvPr/>
            </p:nvSpPr>
            <p:spPr>
              <a:xfrm>
                <a:off x="2776050" y="4645850"/>
                <a:ext cx="9595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8" h="1174" extrusionOk="0">
                    <a:moveTo>
                      <a:pt x="587" y="0"/>
                    </a:moveTo>
                    <a:cubicBezTo>
                      <a:pt x="256" y="0"/>
                      <a:pt x="0" y="256"/>
                      <a:pt x="0" y="587"/>
                    </a:cubicBezTo>
                    <a:cubicBezTo>
                      <a:pt x="0" y="903"/>
                      <a:pt x="256" y="1174"/>
                      <a:pt x="587" y="1174"/>
                    </a:cubicBezTo>
                    <a:lnTo>
                      <a:pt x="3265" y="1174"/>
                    </a:lnTo>
                    <a:cubicBezTo>
                      <a:pt x="3581" y="1174"/>
                      <a:pt x="3837" y="903"/>
                      <a:pt x="3837" y="587"/>
                    </a:cubicBezTo>
                    <a:cubicBezTo>
                      <a:pt x="3837" y="256"/>
                      <a:pt x="3581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Google Shape;2395;p49"/>
              <p:cNvSpPr/>
              <p:nvPr/>
            </p:nvSpPr>
            <p:spPr>
              <a:xfrm>
                <a:off x="2955850" y="4645850"/>
                <a:ext cx="959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7" h="1174" extrusionOk="0">
                    <a:moveTo>
                      <a:pt x="587" y="0"/>
                    </a:moveTo>
                    <a:cubicBezTo>
                      <a:pt x="256" y="0"/>
                      <a:pt x="0" y="256"/>
                      <a:pt x="0" y="587"/>
                    </a:cubicBezTo>
                    <a:cubicBezTo>
                      <a:pt x="0" y="903"/>
                      <a:pt x="256" y="1174"/>
                      <a:pt x="587" y="1174"/>
                    </a:cubicBezTo>
                    <a:lnTo>
                      <a:pt x="3250" y="1174"/>
                    </a:lnTo>
                    <a:cubicBezTo>
                      <a:pt x="3581" y="1174"/>
                      <a:pt x="3837" y="903"/>
                      <a:pt x="3837" y="587"/>
                    </a:cubicBezTo>
                    <a:cubicBezTo>
                      <a:pt x="3837" y="256"/>
                      <a:pt x="3581" y="0"/>
                      <a:pt x="325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Google Shape;2396;p49"/>
              <p:cNvSpPr/>
              <p:nvPr/>
            </p:nvSpPr>
            <p:spPr>
              <a:xfrm>
                <a:off x="3135275" y="4645850"/>
                <a:ext cx="9630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2" h="1174" extrusionOk="0">
                    <a:moveTo>
                      <a:pt x="587" y="0"/>
                    </a:moveTo>
                    <a:cubicBezTo>
                      <a:pt x="271" y="0"/>
                      <a:pt x="0" y="256"/>
                      <a:pt x="0" y="587"/>
                    </a:cubicBezTo>
                    <a:cubicBezTo>
                      <a:pt x="0" y="903"/>
                      <a:pt x="271" y="1174"/>
                      <a:pt x="587" y="1174"/>
                    </a:cubicBezTo>
                    <a:lnTo>
                      <a:pt x="3265" y="1174"/>
                    </a:lnTo>
                    <a:cubicBezTo>
                      <a:pt x="3596" y="1174"/>
                      <a:pt x="3852" y="903"/>
                      <a:pt x="3852" y="587"/>
                    </a:cubicBezTo>
                    <a:cubicBezTo>
                      <a:pt x="3852" y="256"/>
                      <a:pt x="3596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Google Shape;2397;p49"/>
              <p:cNvSpPr/>
              <p:nvPr/>
            </p:nvSpPr>
            <p:spPr>
              <a:xfrm>
                <a:off x="3315050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extrusionOk="0">
                    <a:moveTo>
                      <a:pt x="588" y="0"/>
                    </a:moveTo>
                    <a:cubicBezTo>
                      <a:pt x="272" y="0"/>
                      <a:pt x="1" y="256"/>
                      <a:pt x="1" y="587"/>
                    </a:cubicBezTo>
                    <a:cubicBezTo>
                      <a:pt x="1" y="903"/>
                      <a:pt x="272" y="1174"/>
                      <a:pt x="588" y="1174"/>
                    </a:cubicBezTo>
                    <a:lnTo>
                      <a:pt x="3266" y="1174"/>
                    </a:lnTo>
                    <a:cubicBezTo>
                      <a:pt x="3582" y="1174"/>
                      <a:pt x="3853" y="903"/>
                      <a:pt x="3853" y="587"/>
                    </a:cubicBezTo>
                    <a:cubicBezTo>
                      <a:pt x="3853" y="256"/>
                      <a:pt x="3582" y="0"/>
                      <a:pt x="32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Google Shape;2398;p49"/>
              <p:cNvSpPr/>
              <p:nvPr/>
            </p:nvSpPr>
            <p:spPr>
              <a:xfrm>
                <a:off x="3494850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extrusionOk="0">
                    <a:moveTo>
                      <a:pt x="588" y="0"/>
                    </a:moveTo>
                    <a:cubicBezTo>
                      <a:pt x="272" y="0"/>
                      <a:pt x="1" y="256"/>
                      <a:pt x="1" y="587"/>
                    </a:cubicBezTo>
                    <a:cubicBezTo>
                      <a:pt x="1" y="903"/>
                      <a:pt x="272" y="1174"/>
                      <a:pt x="588" y="1174"/>
                    </a:cubicBezTo>
                    <a:lnTo>
                      <a:pt x="3266" y="1174"/>
                    </a:lnTo>
                    <a:cubicBezTo>
                      <a:pt x="3582" y="1174"/>
                      <a:pt x="3853" y="903"/>
                      <a:pt x="3853" y="587"/>
                    </a:cubicBezTo>
                    <a:cubicBezTo>
                      <a:pt x="3853" y="256"/>
                      <a:pt x="3582" y="0"/>
                      <a:pt x="32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Google Shape;2399;p49"/>
              <p:cNvSpPr/>
              <p:nvPr/>
            </p:nvSpPr>
            <p:spPr>
              <a:xfrm>
                <a:off x="3674650" y="4645850"/>
                <a:ext cx="9595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8" h="1174" extrusionOk="0">
                    <a:moveTo>
                      <a:pt x="588" y="0"/>
                    </a:moveTo>
                    <a:cubicBezTo>
                      <a:pt x="257" y="0"/>
                      <a:pt x="1" y="256"/>
                      <a:pt x="1" y="587"/>
                    </a:cubicBezTo>
                    <a:cubicBezTo>
                      <a:pt x="1" y="903"/>
                      <a:pt x="257" y="1174"/>
                      <a:pt x="588" y="1174"/>
                    </a:cubicBezTo>
                    <a:lnTo>
                      <a:pt x="3251" y="1174"/>
                    </a:lnTo>
                    <a:cubicBezTo>
                      <a:pt x="3582" y="1174"/>
                      <a:pt x="3837" y="903"/>
                      <a:pt x="3837" y="587"/>
                    </a:cubicBezTo>
                    <a:cubicBezTo>
                      <a:pt x="3837" y="256"/>
                      <a:pt x="3582" y="0"/>
                      <a:pt x="325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Google Shape;2400;p49"/>
              <p:cNvSpPr/>
              <p:nvPr/>
            </p:nvSpPr>
            <p:spPr>
              <a:xfrm>
                <a:off x="3854450" y="4645850"/>
                <a:ext cx="9595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8" h="1174" extrusionOk="0">
                    <a:moveTo>
                      <a:pt x="572" y="0"/>
                    </a:moveTo>
                    <a:cubicBezTo>
                      <a:pt x="256" y="0"/>
                      <a:pt x="1" y="256"/>
                      <a:pt x="1" y="587"/>
                    </a:cubicBezTo>
                    <a:cubicBezTo>
                      <a:pt x="1" y="903"/>
                      <a:pt x="256" y="1174"/>
                      <a:pt x="572" y="1174"/>
                    </a:cubicBezTo>
                    <a:lnTo>
                      <a:pt x="3251" y="1174"/>
                    </a:lnTo>
                    <a:cubicBezTo>
                      <a:pt x="3582" y="1174"/>
                      <a:pt x="3837" y="903"/>
                      <a:pt x="3837" y="587"/>
                    </a:cubicBezTo>
                    <a:cubicBezTo>
                      <a:pt x="3837" y="256"/>
                      <a:pt x="3582" y="0"/>
                      <a:pt x="325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Google Shape;2401;p49"/>
              <p:cNvSpPr/>
              <p:nvPr/>
            </p:nvSpPr>
            <p:spPr>
              <a:xfrm>
                <a:off x="4212175" y="4645850"/>
                <a:ext cx="9630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2" h="1174" extrusionOk="0">
                    <a:moveTo>
                      <a:pt x="587" y="0"/>
                    </a:moveTo>
                    <a:cubicBezTo>
                      <a:pt x="271" y="0"/>
                      <a:pt x="0" y="256"/>
                      <a:pt x="0" y="587"/>
                    </a:cubicBezTo>
                    <a:cubicBezTo>
                      <a:pt x="0" y="903"/>
                      <a:pt x="271" y="1174"/>
                      <a:pt x="587" y="1174"/>
                    </a:cubicBezTo>
                    <a:lnTo>
                      <a:pt x="3265" y="1174"/>
                    </a:lnTo>
                    <a:cubicBezTo>
                      <a:pt x="3581" y="1174"/>
                      <a:pt x="3852" y="903"/>
                      <a:pt x="3852" y="587"/>
                    </a:cubicBezTo>
                    <a:cubicBezTo>
                      <a:pt x="3852" y="256"/>
                      <a:pt x="3581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Google Shape;2402;p49"/>
              <p:cNvSpPr/>
              <p:nvPr/>
            </p:nvSpPr>
            <p:spPr>
              <a:xfrm>
                <a:off x="4390450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extrusionOk="0">
                    <a:moveTo>
                      <a:pt x="588" y="0"/>
                    </a:moveTo>
                    <a:cubicBezTo>
                      <a:pt x="257" y="0"/>
                      <a:pt x="1" y="256"/>
                      <a:pt x="1" y="587"/>
                    </a:cubicBezTo>
                    <a:cubicBezTo>
                      <a:pt x="1" y="903"/>
                      <a:pt x="257" y="1174"/>
                      <a:pt x="588" y="1174"/>
                    </a:cubicBezTo>
                    <a:lnTo>
                      <a:pt x="3266" y="1174"/>
                    </a:lnTo>
                    <a:cubicBezTo>
                      <a:pt x="3582" y="1174"/>
                      <a:pt x="3853" y="903"/>
                      <a:pt x="3853" y="587"/>
                    </a:cubicBezTo>
                    <a:cubicBezTo>
                      <a:pt x="3853" y="256"/>
                      <a:pt x="3582" y="0"/>
                      <a:pt x="32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Google Shape;2403;p49"/>
              <p:cNvSpPr/>
              <p:nvPr/>
            </p:nvSpPr>
            <p:spPr>
              <a:xfrm>
                <a:off x="4568750" y="4645850"/>
                <a:ext cx="9595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8" h="1174" extrusionOk="0">
                    <a:moveTo>
                      <a:pt x="587" y="0"/>
                    </a:moveTo>
                    <a:cubicBezTo>
                      <a:pt x="256" y="0"/>
                      <a:pt x="1" y="256"/>
                      <a:pt x="1" y="587"/>
                    </a:cubicBezTo>
                    <a:cubicBezTo>
                      <a:pt x="1" y="903"/>
                      <a:pt x="256" y="1174"/>
                      <a:pt x="587" y="1174"/>
                    </a:cubicBezTo>
                    <a:lnTo>
                      <a:pt x="3251" y="1174"/>
                    </a:lnTo>
                    <a:cubicBezTo>
                      <a:pt x="3582" y="1174"/>
                      <a:pt x="3837" y="903"/>
                      <a:pt x="3837" y="587"/>
                    </a:cubicBezTo>
                    <a:cubicBezTo>
                      <a:pt x="3837" y="256"/>
                      <a:pt x="3582" y="0"/>
                      <a:pt x="325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Google Shape;2404;p49"/>
              <p:cNvSpPr/>
              <p:nvPr/>
            </p:nvSpPr>
            <p:spPr>
              <a:xfrm>
                <a:off x="4033875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extrusionOk="0">
                    <a:moveTo>
                      <a:pt x="587" y="0"/>
                    </a:moveTo>
                    <a:cubicBezTo>
                      <a:pt x="271" y="0"/>
                      <a:pt x="1" y="256"/>
                      <a:pt x="1" y="587"/>
                    </a:cubicBezTo>
                    <a:cubicBezTo>
                      <a:pt x="1" y="903"/>
                      <a:pt x="271" y="1174"/>
                      <a:pt x="587" y="1174"/>
                    </a:cubicBezTo>
                    <a:lnTo>
                      <a:pt x="3265" y="1174"/>
                    </a:lnTo>
                    <a:cubicBezTo>
                      <a:pt x="3581" y="1174"/>
                      <a:pt x="3852" y="903"/>
                      <a:pt x="3852" y="587"/>
                    </a:cubicBezTo>
                    <a:cubicBezTo>
                      <a:pt x="3852" y="256"/>
                      <a:pt x="3581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405" name="Google Shape;2405;p49"/>
          <p:cNvSpPr/>
          <p:nvPr/>
        </p:nvSpPr>
        <p:spPr>
          <a:xfrm>
            <a:off x="2811893" y="357100"/>
            <a:ext cx="1357395" cy="1357365"/>
          </a:xfrm>
          <a:custGeom>
            <a:avLst/>
            <a:gdLst/>
            <a:ahLst/>
            <a:cxnLst/>
            <a:rect l="l" t="t" r="r" b="b"/>
            <a:pathLst>
              <a:path w="45990" h="45989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6" name="Google Shape;2406;p49"/>
          <p:cNvSpPr/>
          <p:nvPr/>
        </p:nvSpPr>
        <p:spPr>
          <a:xfrm rot="10800000">
            <a:off x="0" y="483225"/>
            <a:ext cx="3572600" cy="500050"/>
          </a:xfrm>
          <a:custGeom>
            <a:avLst/>
            <a:gdLst/>
            <a:ahLst/>
            <a:cxnLst/>
            <a:rect l="l" t="t" r="r" b="b"/>
            <a:pathLst>
              <a:path w="142904" h="20002" extrusionOk="0">
                <a:moveTo>
                  <a:pt x="1" y="2430"/>
                </a:moveTo>
                <a:cubicBezTo>
                  <a:pt x="1" y="2430"/>
                  <a:pt x="73043" y="2383"/>
                  <a:pt x="78263" y="4876"/>
                </a:cubicBezTo>
                <a:lnTo>
                  <a:pt x="78263" y="4876"/>
                </a:lnTo>
                <a:cubicBezTo>
                  <a:pt x="83482" y="7368"/>
                  <a:pt x="142904" y="20001"/>
                  <a:pt x="142904" y="20001"/>
                </a:cubicBezTo>
                <a:lnTo>
                  <a:pt x="142904" y="20001"/>
                </a:lnTo>
                <a:lnTo>
                  <a:pt x="142904" y="2430"/>
                </a:lnTo>
                <a:cubicBezTo>
                  <a:pt x="142904" y="2430"/>
                  <a:pt x="104125" y="7916"/>
                  <a:pt x="96179" y="2430"/>
                </a:cubicBezTo>
                <a:lnTo>
                  <a:pt x="96179" y="2430"/>
                </a:lnTo>
                <a:cubicBezTo>
                  <a:pt x="93530" y="612"/>
                  <a:pt x="81962" y="1"/>
                  <a:pt x="67714" y="1"/>
                </a:cubicBezTo>
                <a:lnTo>
                  <a:pt x="67714" y="1"/>
                </a:lnTo>
                <a:cubicBezTo>
                  <a:pt x="39218" y="1"/>
                  <a:pt x="1" y="2430"/>
                  <a:pt x="1" y="2430"/>
                </a:cubicBezTo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7" name="Google Shape;2407;p49"/>
          <p:cNvSpPr/>
          <p:nvPr/>
        </p:nvSpPr>
        <p:spPr>
          <a:xfrm flipH="1">
            <a:off x="2193625" y="1840200"/>
            <a:ext cx="3038100" cy="371398"/>
          </a:xfrm>
          <a:custGeom>
            <a:avLst/>
            <a:gdLst/>
            <a:ahLst/>
            <a:cxnLst/>
            <a:rect l="l" t="t" r="r" b="b"/>
            <a:pathLst>
              <a:path w="121524" h="3422" extrusionOk="0">
                <a:moveTo>
                  <a:pt x="3293" y="2318"/>
                </a:moveTo>
                <a:cubicBezTo>
                  <a:pt x="8457" y="2218"/>
                  <a:pt x="15016" y="977"/>
                  <a:pt x="19888" y="1351"/>
                </a:cubicBezTo>
                <a:cubicBezTo>
                  <a:pt x="28034" y="1981"/>
                  <a:pt x="29758" y="147"/>
                  <a:pt x="36801" y="630"/>
                </a:cubicBezTo>
                <a:cubicBezTo>
                  <a:pt x="44966" y="1233"/>
                  <a:pt x="55457" y="1324"/>
                  <a:pt x="61551" y="1160"/>
                </a:cubicBezTo>
                <a:cubicBezTo>
                  <a:pt x="69068" y="968"/>
                  <a:pt x="74231" y="1"/>
                  <a:pt x="81438" y="776"/>
                </a:cubicBezTo>
                <a:cubicBezTo>
                  <a:pt x="84878" y="1160"/>
                  <a:pt x="81119" y="1835"/>
                  <a:pt x="90680" y="1114"/>
                </a:cubicBezTo>
                <a:cubicBezTo>
                  <a:pt x="94292" y="840"/>
                  <a:pt x="95688" y="822"/>
                  <a:pt x="99912" y="968"/>
                </a:cubicBezTo>
                <a:cubicBezTo>
                  <a:pt x="107119" y="1260"/>
                  <a:pt x="115575" y="1114"/>
                  <a:pt x="121523" y="1260"/>
                </a:cubicBezTo>
                <a:cubicBezTo>
                  <a:pt x="116670" y="1451"/>
                  <a:pt x="103515" y="1160"/>
                  <a:pt x="95378" y="1689"/>
                </a:cubicBezTo>
                <a:cubicBezTo>
                  <a:pt x="85352" y="2263"/>
                  <a:pt x="79559" y="2555"/>
                  <a:pt x="69378" y="2072"/>
                </a:cubicBezTo>
                <a:cubicBezTo>
                  <a:pt x="61387" y="1643"/>
                  <a:pt x="51680" y="1497"/>
                  <a:pt x="43534" y="1789"/>
                </a:cubicBezTo>
                <a:cubicBezTo>
                  <a:pt x="34767" y="2026"/>
                  <a:pt x="30068" y="3422"/>
                  <a:pt x="20672" y="2647"/>
                </a:cubicBezTo>
                <a:cubicBezTo>
                  <a:pt x="16448" y="2263"/>
                  <a:pt x="14879" y="2263"/>
                  <a:pt x="10646" y="2364"/>
                </a:cubicBezTo>
                <a:cubicBezTo>
                  <a:pt x="7827" y="2409"/>
                  <a:pt x="4388" y="2510"/>
                  <a:pt x="0" y="2455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8" name="Google Shape;2408;p49"/>
          <p:cNvSpPr/>
          <p:nvPr/>
        </p:nvSpPr>
        <p:spPr>
          <a:xfrm rot="-2231248" flipH="1">
            <a:off x="462693" y="610710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9" name="Google Shape;2409;p49"/>
          <p:cNvSpPr/>
          <p:nvPr/>
        </p:nvSpPr>
        <p:spPr>
          <a:xfrm rot="-2231248" flipH="1">
            <a:off x="1387068" y="837035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0" name="Google Shape;2410;p49"/>
          <p:cNvSpPr/>
          <p:nvPr/>
        </p:nvSpPr>
        <p:spPr>
          <a:xfrm rot="-2231248" flipH="1">
            <a:off x="1259493" y="1695535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11" name="Google Shape;2411;p49"/>
          <p:cNvGrpSpPr/>
          <p:nvPr/>
        </p:nvGrpSpPr>
        <p:grpSpPr>
          <a:xfrm>
            <a:off x="649349" y="4019912"/>
            <a:ext cx="3269777" cy="772427"/>
            <a:chOff x="3962175" y="2857795"/>
            <a:chExt cx="3075700" cy="726580"/>
          </a:xfrm>
        </p:grpSpPr>
        <p:sp>
          <p:nvSpPr>
            <p:cNvPr id="2412" name="Google Shape;2412;p49"/>
            <p:cNvSpPr/>
            <p:nvPr/>
          </p:nvSpPr>
          <p:spPr>
            <a:xfrm>
              <a:off x="3962175" y="3227750"/>
              <a:ext cx="3075700" cy="356625"/>
            </a:xfrm>
            <a:custGeom>
              <a:avLst/>
              <a:gdLst/>
              <a:ahLst/>
              <a:cxnLst/>
              <a:rect l="l" t="t" r="r" b="b"/>
              <a:pathLst>
                <a:path w="123028" h="14265" extrusionOk="0">
                  <a:moveTo>
                    <a:pt x="114046" y="1"/>
                  </a:moveTo>
                  <a:lnTo>
                    <a:pt x="114046" y="1239"/>
                  </a:lnTo>
                  <a:lnTo>
                    <a:pt x="114579" y="1239"/>
                  </a:lnTo>
                  <a:lnTo>
                    <a:pt x="114579" y="3167"/>
                  </a:lnTo>
                  <a:lnTo>
                    <a:pt x="109877" y="3167"/>
                  </a:lnTo>
                  <a:lnTo>
                    <a:pt x="109877" y="2728"/>
                  </a:lnTo>
                  <a:lnTo>
                    <a:pt x="108984" y="2728"/>
                  </a:lnTo>
                  <a:lnTo>
                    <a:pt x="108984" y="1913"/>
                  </a:lnTo>
                  <a:cubicBezTo>
                    <a:pt x="108984" y="1411"/>
                    <a:pt x="108513" y="1004"/>
                    <a:pt x="107980" y="1098"/>
                  </a:cubicBezTo>
                  <a:lnTo>
                    <a:pt x="107980" y="1098"/>
                  </a:lnTo>
                  <a:cubicBezTo>
                    <a:pt x="107573" y="1161"/>
                    <a:pt x="107291" y="1553"/>
                    <a:pt x="107291" y="1960"/>
                  </a:cubicBezTo>
                  <a:lnTo>
                    <a:pt x="107291" y="1960"/>
                  </a:lnTo>
                  <a:lnTo>
                    <a:pt x="107291" y="2728"/>
                  </a:lnTo>
                  <a:lnTo>
                    <a:pt x="106397" y="2728"/>
                  </a:lnTo>
                  <a:lnTo>
                    <a:pt x="106397" y="3167"/>
                  </a:lnTo>
                  <a:lnTo>
                    <a:pt x="105237" y="3167"/>
                  </a:lnTo>
                  <a:lnTo>
                    <a:pt x="105237" y="1615"/>
                  </a:lnTo>
                  <a:lnTo>
                    <a:pt x="103921" y="1615"/>
                  </a:lnTo>
                  <a:lnTo>
                    <a:pt x="103921" y="3167"/>
                  </a:lnTo>
                  <a:lnTo>
                    <a:pt x="100112" y="3167"/>
                  </a:lnTo>
                  <a:lnTo>
                    <a:pt x="100112" y="1521"/>
                  </a:lnTo>
                  <a:cubicBezTo>
                    <a:pt x="100112" y="675"/>
                    <a:pt x="99438" y="1"/>
                    <a:pt x="98591" y="1"/>
                  </a:cubicBezTo>
                  <a:lnTo>
                    <a:pt x="98591" y="1"/>
                  </a:lnTo>
                  <a:lnTo>
                    <a:pt x="88403" y="1"/>
                  </a:lnTo>
                  <a:cubicBezTo>
                    <a:pt x="87870" y="1"/>
                    <a:pt x="87431" y="440"/>
                    <a:pt x="87463" y="988"/>
                  </a:cubicBezTo>
                  <a:lnTo>
                    <a:pt x="87463" y="988"/>
                  </a:lnTo>
                  <a:cubicBezTo>
                    <a:pt x="87494" y="1490"/>
                    <a:pt x="87949" y="1882"/>
                    <a:pt x="88466" y="1882"/>
                  </a:cubicBezTo>
                  <a:lnTo>
                    <a:pt x="88466" y="1882"/>
                  </a:lnTo>
                  <a:lnTo>
                    <a:pt x="92149" y="1882"/>
                  </a:lnTo>
                  <a:cubicBezTo>
                    <a:pt x="92964" y="1882"/>
                    <a:pt x="93638" y="2540"/>
                    <a:pt x="93638" y="3355"/>
                  </a:cubicBezTo>
                  <a:lnTo>
                    <a:pt x="93638" y="3355"/>
                  </a:lnTo>
                  <a:lnTo>
                    <a:pt x="93638" y="5785"/>
                  </a:lnTo>
                  <a:cubicBezTo>
                    <a:pt x="93638" y="5988"/>
                    <a:pt x="93466" y="6161"/>
                    <a:pt x="93247" y="6161"/>
                  </a:cubicBezTo>
                  <a:lnTo>
                    <a:pt x="93247" y="6161"/>
                  </a:lnTo>
                  <a:lnTo>
                    <a:pt x="88293" y="6161"/>
                  </a:lnTo>
                  <a:cubicBezTo>
                    <a:pt x="87839" y="6161"/>
                    <a:pt x="87463" y="6537"/>
                    <a:pt x="87463" y="6992"/>
                  </a:cubicBezTo>
                  <a:lnTo>
                    <a:pt x="87463" y="6992"/>
                  </a:lnTo>
                  <a:lnTo>
                    <a:pt x="87463" y="9468"/>
                  </a:lnTo>
                  <a:cubicBezTo>
                    <a:pt x="87463" y="10299"/>
                    <a:pt x="87823" y="11036"/>
                    <a:pt x="88403" y="11537"/>
                  </a:cubicBezTo>
                  <a:lnTo>
                    <a:pt x="88403" y="11537"/>
                  </a:lnTo>
                  <a:cubicBezTo>
                    <a:pt x="88388" y="11615"/>
                    <a:pt x="88388" y="11678"/>
                    <a:pt x="88372" y="11741"/>
                  </a:cubicBezTo>
                  <a:lnTo>
                    <a:pt x="88372" y="11741"/>
                  </a:lnTo>
                  <a:lnTo>
                    <a:pt x="85221" y="11741"/>
                  </a:lnTo>
                  <a:lnTo>
                    <a:pt x="85221" y="3512"/>
                  </a:lnTo>
                  <a:cubicBezTo>
                    <a:pt x="85221" y="2430"/>
                    <a:pt x="84359" y="1553"/>
                    <a:pt x="83278" y="1553"/>
                  </a:cubicBezTo>
                  <a:lnTo>
                    <a:pt x="83278" y="1553"/>
                  </a:lnTo>
                  <a:lnTo>
                    <a:pt x="46083" y="1553"/>
                  </a:lnTo>
                  <a:cubicBezTo>
                    <a:pt x="45017" y="1553"/>
                    <a:pt x="44139" y="2430"/>
                    <a:pt x="44139" y="3512"/>
                  </a:cubicBezTo>
                  <a:lnTo>
                    <a:pt x="44139" y="3512"/>
                  </a:lnTo>
                  <a:lnTo>
                    <a:pt x="44139" y="10330"/>
                  </a:lnTo>
                  <a:lnTo>
                    <a:pt x="42211" y="10330"/>
                  </a:lnTo>
                  <a:lnTo>
                    <a:pt x="42211" y="3512"/>
                  </a:lnTo>
                  <a:cubicBezTo>
                    <a:pt x="42211" y="2430"/>
                    <a:pt x="41333" y="1553"/>
                    <a:pt x="40267" y="1553"/>
                  </a:cubicBezTo>
                  <a:lnTo>
                    <a:pt x="40267" y="1553"/>
                  </a:lnTo>
                  <a:lnTo>
                    <a:pt x="3072" y="1553"/>
                  </a:lnTo>
                  <a:cubicBezTo>
                    <a:pt x="2006" y="1553"/>
                    <a:pt x="1129" y="2430"/>
                    <a:pt x="1129" y="3512"/>
                  </a:cubicBezTo>
                  <a:lnTo>
                    <a:pt x="1129" y="3512"/>
                  </a:lnTo>
                  <a:lnTo>
                    <a:pt x="1129" y="10330"/>
                  </a:lnTo>
                  <a:lnTo>
                    <a:pt x="0" y="10330"/>
                  </a:lnTo>
                  <a:lnTo>
                    <a:pt x="0" y="11130"/>
                  </a:lnTo>
                  <a:lnTo>
                    <a:pt x="1129" y="11130"/>
                  </a:lnTo>
                  <a:lnTo>
                    <a:pt x="1129" y="12650"/>
                  </a:lnTo>
                  <a:lnTo>
                    <a:pt x="1865" y="12650"/>
                  </a:lnTo>
                  <a:cubicBezTo>
                    <a:pt x="1865" y="13481"/>
                    <a:pt x="2555" y="14170"/>
                    <a:pt x="3386" y="14170"/>
                  </a:cubicBezTo>
                  <a:lnTo>
                    <a:pt x="3386" y="14170"/>
                  </a:lnTo>
                  <a:cubicBezTo>
                    <a:pt x="4232" y="14170"/>
                    <a:pt x="4906" y="13481"/>
                    <a:pt x="4906" y="12650"/>
                  </a:cubicBezTo>
                  <a:lnTo>
                    <a:pt x="4906" y="12650"/>
                  </a:lnTo>
                  <a:lnTo>
                    <a:pt x="6113" y="12650"/>
                  </a:lnTo>
                  <a:cubicBezTo>
                    <a:pt x="6113" y="13481"/>
                    <a:pt x="6803" y="14170"/>
                    <a:pt x="7633" y="14170"/>
                  </a:cubicBezTo>
                  <a:lnTo>
                    <a:pt x="7633" y="14170"/>
                  </a:lnTo>
                  <a:cubicBezTo>
                    <a:pt x="8480" y="14170"/>
                    <a:pt x="9154" y="13481"/>
                    <a:pt x="9154" y="12650"/>
                  </a:cubicBezTo>
                  <a:lnTo>
                    <a:pt x="9154" y="12650"/>
                  </a:lnTo>
                  <a:lnTo>
                    <a:pt x="33966" y="12650"/>
                  </a:lnTo>
                  <a:cubicBezTo>
                    <a:pt x="33966" y="13481"/>
                    <a:pt x="34640" y="14170"/>
                    <a:pt x="35487" y="14170"/>
                  </a:cubicBezTo>
                  <a:lnTo>
                    <a:pt x="35487" y="14170"/>
                  </a:lnTo>
                  <a:cubicBezTo>
                    <a:pt x="36317" y="14170"/>
                    <a:pt x="37007" y="13481"/>
                    <a:pt x="37007" y="12650"/>
                  </a:cubicBezTo>
                  <a:lnTo>
                    <a:pt x="37007" y="12650"/>
                  </a:lnTo>
                  <a:lnTo>
                    <a:pt x="38198" y="12650"/>
                  </a:lnTo>
                  <a:cubicBezTo>
                    <a:pt x="38198" y="13481"/>
                    <a:pt x="38888" y="14170"/>
                    <a:pt x="39734" y="14170"/>
                  </a:cubicBezTo>
                  <a:lnTo>
                    <a:pt x="39734" y="14170"/>
                  </a:lnTo>
                  <a:cubicBezTo>
                    <a:pt x="40565" y="14170"/>
                    <a:pt x="41255" y="13481"/>
                    <a:pt x="41255" y="12650"/>
                  </a:cubicBezTo>
                  <a:lnTo>
                    <a:pt x="41255" y="12650"/>
                  </a:lnTo>
                  <a:lnTo>
                    <a:pt x="42211" y="12650"/>
                  </a:lnTo>
                  <a:lnTo>
                    <a:pt x="42211" y="11130"/>
                  </a:lnTo>
                  <a:lnTo>
                    <a:pt x="44139" y="11130"/>
                  </a:lnTo>
                  <a:lnTo>
                    <a:pt x="44139" y="12650"/>
                  </a:lnTo>
                  <a:lnTo>
                    <a:pt x="44876" y="12650"/>
                  </a:lnTo>
                  <a:cubicBezTo>
                    <a:pt x="44876" y="13481"/>
                    <a:pt x="45565" y="14170"/>
                    <a:pt x="46412" y="14170"/>
                  </a:cubicBezTo>
                  <a:lnTo>
                    <a:pt x="46412" y="14170"/>
                  </a:lnTo>
                  <a:cubicBezTo>
                    <a:pt x="47242" y="14170"/>
                    <a:pt x="47932" y="13481"/>
                    <a:pt x="47932" y="12650"/>
                  </a:cubicBezTo>
                  <a:lnTo>
                    <a:pt x="47932" y="12650"/>
                  </a:lnTo>
                  <a:lnTo>
                    <a:pt x="49123" y="12650"/>
                  </a:lnTo>
                  <a:cubicBezTo>
                    <a:pt x="49123" y="13481"/>
                    <a:pt x="49813" y="14170"/>
                    <a:pt x="50644" y="14170"/>
                  </a:cubicBezTo>
                  <a:lnTo>
                    <a:pt x="50644" y="14170"/>
                  </a:lnTo>
                  <a:cubicBezTo>
                    <a:pt x="51490" y="14170"/>
                    <a:pt x="52164" y="13481"/>
                    <a:pt x="52164" y="12650"/>
                  </a:cubicBezTo>
                  <a:lnTo>
                    <a:pt x="52164" y="12650"/>
                  </a:lnTo>
                  <a:lnTo>
                    <a:pt x="76977" y="12650"/>
                  </a:lnTo>
                  <a:cubicBezTo>
                    <a:pt x="76977" y="13481"/>
                    <a:pt x="77651" y="14170"/>
                    <a:pt x="78497" y="14170"/>
                  </a:cubicBezTo>
                  <a:lnTo>
                    <a:pt x="78497" y="14170"/>
                  </a:lnTo>
                  <a:cubicBezTo>
                    <a:pt x="79343" y="14170"/>
                    <a:pt x="80017" y="13481"/>
                    <a:pt x="80017" y="12650"/>
                  </a:cubicBezTo>
                  <a:lnTo>
                    <a:pt x="80017" y="12650"/>
                  </a:lnTo>
                  <a:lnTo>
                    <a:pt x="81224" y="12650"/>
                  </a:lnTo>
                  <a:cubicBezTo>
                    <a:pt x="81224" y="13481"/>
                    <a:pt x="81898" y="14170"/>
                    <a:pt x="82745" y="14170"/>
                  </a:cubicBezTo>
                  <a:lnTo>
                    <a:pt x="82745" y="14170"/>
                  </a:lnTo>
                  <a:cubicBezTo>
                    <a:pt x="83575" y="14170"/>
                    <a:pt x="84265" y="13481"/>
                    <a:pt x="84265" y="12650"/>
                  </a:cubicBezTo>
                  <a:lnTo>
                    <a:pt x="84265" y="12650"/>
                  </a:lnTo>
                  <a:lnTo>
                    <a:pt x="88497" y="12650"/>
                  </a:lnTo>
                  <a:cubicBezTo>
                    <a:pt x="88811" y="13528"/>
                    <a:pt x="89657" y="14170"/>
                    <a:pt x="90645" y="14170"/>
                  </a:cubicBezTo>
                  <a:lnTo>
                    <a:pt x="90645" y="14170"/>
                  </a:lnTo>
                  <a:cubicBezTo>
                    <a:pt x="91789" y="14170"/>
                    <a:pt x="92729" y="13340"/>
                    <a:pt x="92902" y="12258"/>
                  </a:cubicBezTo>
                  <a:lnTo>
                    <a:pt x="92902" y="12258"/>
                  </a:lnTo>
                  <a:lnTo>
                    <a:pt x="94939" y="12258"/>
                  </a:lnTo>
                  <a:cubicBezTo>
                    <a:pt x="95174" y="13340"/>
                    <a:pt x="96146" y="14170"/>
                    <a:pt x="97322" y="14170"/>
                  </a:cubicBezTo>
                  <a:lnTo>
                    <a:pt x="97322" y="14170"/>
                  </a:lnTo>
                  <a:cubicBezTo>
                    <a:pt x="98482" y="14170"/>
                    <a:pt x="99454" y="13340"/>
                    <a:pt x="99704" y="12258"/>
                  </a:cubicBezTo>
                  <a:lnTo>
                    <a:pt x="99704" y="12258"/>
                  </a:lnTo>
                  <a:lnTo>
                    <a:pt x="100535" y="12258"/>
                  </a:lnTo>
                  <a:cubicBezTo>
                    <a:pt x="100770" y="13340"/>
                    <a:pt x="101758" y="14170"/>
                    <a:pt x="102918" y="14170"/>
                  </a:cubicBezTo>
                  <a:lnTo>
                    <a:pt x="102918" y="14170"/>
                  </a:lnTo>
                  <a:cubicBezTo>
                    <a:pt x="104093" y="14170"/>
                    <a:pt x="105065" y="13340"/>
                    <a:pt x="105300" y="12258"/>
                  </a:cubicBezTo>
                  <a:lnTo>
                    <a:pt x="105300" y="12258"/>
                  </a:lnTo>
                  <a:lnTo>
                    <a:pt x="106601" y="12258"/>
                  </a:lnTo>
                  <a:cubicBezTo>
                    <a:pt x="106836" y="13340"/>
                    <a:pt x="107808" y="14170"/>
                    <a:pt x="108984" y="14170"/>
                  </a:cubicBezTo>
                  <a:lnTo>
                    <a:pt x="108984" y="14170"/>
                  </a:lnTo>
                  <a:cubicBezTo>
                    <a:pt x="110143" y="14170"/>
                    <a:pt x="111115" y="13340"/>
                    <a:pt x="111366" y="12258"/>
                  </a:cubicBezTo>
                  <a:lnTo>
                    <a:pt x="111366" y="12258"/>
                  </a:lnTo>
                  <a:lnTo>
                    <a:pt x="112197" y="12258"/>
                  </a:lnTo>
                  <a:cubicBezTo>
                    <a:pt x="112448" y="13340"/>
                    <a:pt x="113419" y="14170"/>
                    <a:pt x="114579" y="14170"/>
                  </a:cubicBezTo>
                  <a:lnTo>
                    <a:pt x="114579" y="14170"/>
                  </a:lnTo>
                  <a:cubicBezTo>
                    <a:pt x="115755" y="14170"/>
                    <a:pt x="116727" y="13340"/>
                    <a:pt x="116962" y="12258"/>
                  </a:cubicBezTo>
                  <a:lnTo>
                    <a:pt x="116962" y="12258"/>
                  </a:lnTo>
                  <a:lnTo>
                    <a:pt x="117244" y="12258"/>
                  </a:lnTo>
                  <a:cubicBezTo>
                    <a:pt x="117056" y="12525"/>
                    <a:pt x="116977" y="12854"/>
                    <a:pt x="117056" y="13230"/>
                  </a:cubicBezTo>
                  <a:lnTo>
                    <a:pt x="117056" y="13230"/>
                  </a:lnTo>
                  <a:cubicBezTo>
                    <a:pt x="117166" y="13684"/>
                    <a:pt x="117542" y="14061"/>
                    <a:pt x="118012" y="14139"/>
                  </a:cubicBezTo>
                  <a:lnTo>
                    <a:pt x="118012" y="14139"/>
                  </a:lnTo>
                  <a:cubicBezTo>
                    <a:pt x="118655" y="14264"/>
                    <a:pt x="119219" y="13888"/>
                    <a:pt x="119391" y="13324"/>
                  </a:cubicBezTo>
                  <a:lnTo>
                    <a:pt x="119391" y="13324"/>
                  </a:lnTo>
                  <a:cubicBezTo>
                    <a:pt x="122369" y="13308"/>
                    <a:pt x="123028" y="12556"/>
                    <a:pt x="123028" y="12556"/>
                  </a:cubicBezTo>
                  <a:lnTo>
                    <a:pt x="123028" y="12556"/>
                  </a:lnTo>
                  <a:lnTo>
                    <a:pt x="119783" y="9108"/>
                  </a:lnTo>
                  <a:lnTo>
                    <a:pt x="118749" y="9108"/>
                  </a:lnTo>
                  <a:cubicBezTo>
                    <a:pt x="120128" y="8841"/>
                    <a:pt x="121178" y="7619"/>
                    <a:pt x="121178" y="6161"/>
                  </a:cubicBezTo>
                  <a:lnTo>
                    <a:pt x="121178" y="6161"/>
                  </a:lnTo>
                  <a:cubicBezTo>
                    <a:pt x="121178" y="5330"/>
                    <a:pt x="120849" y="4578"/>
                    <a:pt x="120300" y="4045"/>
                  </a:cubicBezTo>
                  <a:lnTo>
                    <a:pt x="120300" y="4045"/>
                  </a:lnTo>
                  <a:cubicBezTo>
                    <a:pt x="119752" y="3496"/>
                    <a:pt x="118999" y="3167"/>
                    <a:pt x="118184" y="3167"/>
                  </a:cubicBezTo>
                  <a:lnTo>
                    <a:pt x="118184" y="3167"/>
                  </a:lnTo>
                  <a:lnTo>
                    <a:pt x="116068" y="3167"/>
                  </a:lnTo>
                  <a:lnTo>
                    <a:pt x="116068" y="1239"/>
                  </a:lnTo>
                  <a:lnTo>
                    <a:pt x="116601" y="1239"/>
                  </a:lnTo>
                  <a:lnTo>
                    <a:pt x="116601" y="1"/>
                  </a:lnTo>
                  <a:close/>
                  <a:moveTo>
                    <a:pt x="58214" y="11130"/>
                  </a:moveTo>
                  <a:lnTo>
                    <a:pt x="71146" y="11130"/>
                  </a:lnTo>
                  <a:lnTo>
                    <a:pt x="71146" y="11741"/>
                  </a:lnTo>
                  <a:lnTo>
                    <a:pt x="58214" y="11741"/>
                  </a:lnTo>
                  <a:close/>
                  <a:moveTo>
                    <a:pt x="15204" y="11130"/>
                  </a:moveTo>
                  <a:lnTo>
                    <a:pt x="28135" y="11130"/>
                  </a:lnTo>
                  <a:lnTo>
                    <a:pt x="28135" y="11741"/>
                  </a:lnTo>
                  <a:lnTo>
                    <a:pt x="15204" y="1174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49"/>
            <p:cNvSpPr/>
            <p:nvPr/>
          </p:nvSpPr>
          <p:spPr>
            <a:xfrm>
              <a:off x="6345450" y="3293600"/>
              <a:ext cx="84275" cy="84275"/>
            </a:xfrm>
            <a:custGeom>
              <a:avLst/>
              <a:gdLst/>
              <a:ahLst/>
              <a:cxnLst/>
              <a:rect l="l" t="t" r="r" b="b"/>
              <a:pathLst>
                <a:path w="3371" h="3371" extrusionOk="0">
                  <a:moveTo>
                    <a:pt x="1050" y="0"/>
                  </a:moveTo>
                  <a:cubicBezTo>
                    <a:pt x="470" y="0"/>
                    <a:pt x="0" y="470"/>
                    <a:pt x="0" y="1050"/>
                  </a:cubicBezTo>
                  <a:lnTo>
                    <a:pt x="0" y="2320"/>
                  </a:lnTo>
                  <a:cubicBezTo>
                    <a:pt x="0" y="2900"/>
                    <a:pt x="470" y="3370"/>
                    <a:pt x="1050" y="3370"/>
                  </a:cubicBezTo>
                  <a:lnTo>
                    <a:pt x="2320" y="3370"/>
                  </a:lnTo>
                  <a:cubicBezTo>
                    <a:pt x="2900" y="3370"/>
                    <a:pt x="3370" y="2900"/>
                    <a:pt x="3370" y="2320"/>
                  </a:cubicBezTo>
                  <a:lnTo>
                    <a:pt x="3370" y="1050"/>
                  </a:lnTo>
                  <a:cubicBezTo>
                    <a:pt x="3370" y="470"/>
                    <a:pt x="2900" y="0"/>
                    <a:pt x="23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49"/>
            <p:cNvSpPr/>
            <p:nvPr/>
          </p:nvSpPr>
          <p:spPr>
            <a:xfrm>
              <a:off x="5924600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50" y="1"/>
                  </a:moveTo>
                  <a:cubicBezTo>
                    <a:pt x="470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0" y="2822"/>
                    <a:pt x="1050" y="2822"/>
                  </a:cubicBezTo>
                  <a:lnTo>
                    <a:pt x="1944" y="2822"/>
                  </a:lnTo>
                  <a:cubicBezTo>
                    <a:pt x="2508" y="2822"/>
                    <a:pt x="2978" y="2368"/>
                    <a:pt x="2978" y="1788"/>
                  </a:cubicBezTo>
                  <a:lnTo>
                    <a:pt x="2978" y="1051"/>
                  </a:lnTo>
                  <a:cubicBezTo>
                    <a:pt x="2978" y="471"/>
                    <a:pt x="2508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49"/>
            <p:cNvSpPr/>
            <p:nvPr/>
          </p:nvSpPr>
          <p:spPr>
            <a:xfrm>
              <a:off x="58121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55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55" y="2822"/>
                    <a:pt x="1035" y="2822"/>
                  </a:cubicBezTo>
                  <a:lnTo>
                    <a:pt x="1928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49"/>
            <p:cNvSpPr/>
            <p:nvPr/>
          </p:nvSpPr>
          <p:spPr>
            <a:xfrm>
              <a:off x="570357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417;p49"/>
            <p:cNvSpPr/>
            <p:nvPr/>
          </p:nvSpPr>
          <p:spPr>
            <a:xfrm>
              <a:off x="55954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55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55" y="2822"/>
                    <a:pt x="1035" y="2822"/>
                  </a:cubicBezTo>
                  <a:lnTo>
                    <a:pt x="1929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49"/>
            <p:cNvSpPr/>
            <p:nvPr/>
          </p:nvSpPr>
          <p:spPr>
            <a:xfrm>
              <a:off x="548687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09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9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49"/>
            <p:cNvSpPr/>
            <p:nvPr/>
          </p:nvSpPr>
          <p:spPr>
            <a:xfrm>
              <a:off x="5378350" y="3351575"/>
              <a:ext cx="74850" cy="70575"/>
            </a:xfrm>
            <a:custGeom>
              <a:avLst/>
              <a:gdLst/>
              <a:ahLst/>
              <a:cxnLst/>
              <a:rect l="l" t="t" r="r" b="b"/>
              <a:pathLst>
                <a:path w="2994" h="2823" extrusionOk="0">
                  <a:moveTo>
                    <a:pt x="1050" y="1"/>
                  </a:moveTo>
                  <a:cubicBezTo>
                    <a:pt x="470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0" y="2822"/>
                    <a:pt x="1050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49"/>
            <p:cNvSpPr/>
            <p:nvPr/>
          </p:nvSpPr>
          <p:spPr>
            <a:xfrm>
              <a:off x="5270175" y="3351575"/>
              <a:ext cx="74500" cy="70575"/>
            </a:xfrm>
            <a:custGeom>
              <a:avLst/>
              <a:gdLst/>
              <a:ahLst/>
              <a:cxnLst/>
              <a:rect l="l" t="t" r="r" b="b"/>
              <a:pathLst>
                <a:path w="2980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5" y="2822"/>
                  </a:lnTo>
                  <a:cubicBezTo>
                    <a:pt x="2509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9" y="1"/>
                    <a:pt x="19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49"/>
            <p:cNvSpPr/>
            <p:nvPr/>
          </p:nvSpPr>
          <p:spPr>
            <a:xfrm>
              <a:off x="5161650" y="3351575"/>
              <a:ext cx="74850" cy="70575"/>
            </a:xfrm>
            <a:custGeom>
              <a:avLst/>
              <a:gdLst/>
              <a:ahLst/>
              <a:cxnLst/>
              <a:rect l="l" t="t" r="r" b="b"/>
              <a:pathLst>
                <a:path w="2994" h="2823" extrusionOk="0">
                  <a:moveTo>
                    <a:pt x="1050" y="1"/>
                  </a:moveTo>
                  <a:cubicBezTo>
                    <a:pt x="470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0" y="2822"/>
                    <a:pt x="1050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49"/>
            <p:cNvSpPr/>
            <p:nvPr/>
          </p:nvSpPr>
          <p:spPr>
            <a:xfrm>
              <a:off x="48493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35" y="2822"/>
                  </a:cubicBezTo>
                  <a:lnTo>
                    <a:pt x="1929" y="2822"/>
                  </a:lnTo>
                  <a:cubicBezTo>
                    <a:pt x="2509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9" y="1"/>
                    <a:pt x="19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49"/>
            <p:cNvSpPr/>
            <p:nvPr/>
          </p:nvSpPr>
          <p:spPr>
            <a:xfrm>
              <a:off x="47364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extrusionOk="0">
                  <a:moveTo>
                    <a:pt x="1051" y="1"/>
                  </a:moveTo>
                  <a:cubicBezTo>
                    <a:pt x="471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49"/>
            <p:cNvSpPr/>
            <p:nvPr/>
          </p:nvSpPr>
          <p:spPr>
            <a:xfrm>
              <a:off x="46283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51" y="1"/>
                  </a:moveTo>
                  <a:cubicBezTo>
                    <a:pt x="471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08" y="2822"/>
                    <a:pt x="2978" y="2368"/>
                    <a:pt x="2978" y="1788"/>
                  </a:cubicBezTo>
                  <a:lnTo>
                    <a:pt x="2978" y="1051"/>
                  </a:lnTo>
                  <a:cubicBezTo>
                    <a:pt x="2978" y="471"/>
                    <a:pt x="2508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49"/>
            <p:cNvSpPr/>
            <p:nvPr/>
          </p:nvSpPr>
          <p:spPr>
            <a:xfrm>
              <a:off x="45197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49"/>
            <p:cNvSpPr/>
            <p:nvPr/>
          </p:nvSpPr>
          <p:spPr>
            <a:xfrm>
              <a:off x="44116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71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1" y="2822"/>
                    <a:pt x="1035" y="2822"/>
                  </a:cubicBezTo>
                  <a:lnTo>
                    <a:pt x="1928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49"/>
            <p:cNvSpPr/>
            <p:nvPr/>
          </p:nvSpPr>
          <p:spPr>
            <a:xfrm>
              <a:off x="43030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49"/>
            <p:cNvSpPr/>
            <p:nvPr/>
          </p:nvSpPr>
          <p:spPr>
            <a:xfrm>
              <a:off x="41949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35" y="2822"/>
                  </a:cubicBezTo>
                  <a:lnTo>
                    <a:pt x="1928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49"/>
            <p:cNvSpPr/>
            <p:nvPr/>
          </p:nvSpPr>
          <p:spPr>
            <a:xfrm>
              <a:off x="40863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5" y="2368"/>
                    <a:pt x="2995" y="1788"/>
                  </a:cubicBezTo>
                  <a:lnTo>
                    <a:pt x="2995" y="1051"/>
                  </a:lnTo>
                  <a:cubicBezTo>
                    <a:pt x="2995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49"/>
            <p:cNvSpPr/>
            <p:nvPr/>
          </p:nvSpPr>
          <p:spPr>
            <a:xfrm>
              <a:off x="4046545" y="2857795"/>
              <a:ext cx="2817428" cy="356671"/>
            </a:xfrm>
            <a:custGeom>
              <a:avLst/>
              <a:gdLst/>
              <a:ahLst/>
              <a:cxnLst/>
              <a:rect l="l" t="t" r="r" b="b"/>
              <a:pathLst>
                <a:path w="91743" h="23308" extrusionOk="0">
                  <a:moveTo>
                    <a:pt x="23857" y="188"/>
                  </a:moveTo>
                  <a:cubicBezTo>
                    <a:pt x="21694" y="658"/>
                    <a:pt x="19813" y="1944"/>
                    <a:pt x="17854" y="2947"/>
                  </a:cubicBezTo>
                  <a:lnTo>
                    <a:pt x="17854" y="2947"/>
                  </a:lnTo>
                  <a:cubicBezTo>
                    <a:pt x="15001" y="4420"/>
                    <a:pt x="11835" y="5376"/>
                    <a:pt x="8637" y="5282"/>
                  </a:cubicBezTo>
                  <a:lnTo>
                    <a:pt x="8637" y="5282"/>
                  </a:lnTo>
                  <a:cubicBezTo>
                    <a:pt x="5440" y="5204"/>
                    <a:pt x="2211" y="4013"/>
                    <a:pt x="1" y="1709"/>
                  </a:cubicBezTo>
                  <a:lnTo>
                    <a:pt x="1" y="1709"/>
                  </a:lnTo>
                  <a:cubicBezTo>
                    <a:pt x="251" y="3339"/>
                    <a:pt x="1458" y="4467"/>
                    <a:pt x="2963" y="5173"/>
                  </a:cubicBezTo>
                  <a:lnTo>
                    <a:pt x="2963" y="5173"/>
                  </a:lnTo>
                  <a:cubicBezTo>
                    <a:pt x="6082" y="6615"/>
                    <a:pt x="9672" y="7022"/>
                    <a:pt x="13026" y="6286"/>
                  </a:cubicBezTo>
                  <a:lnTo>
                    <a:pt x="13026" y="6286"/>
                  </a:lnTo>
                  <a:cubicBezTo>
                    <a:pt x="15910" y="5643"/>
                    <a:pt x="18559" y="4232"/>
                    <a:pt x="21365" y="3323"/>
                  </a:cubicBezTo>
                  <a:lnTo>
                    <a:pt x="21365" y="3323"/>
                  </a:lnTo>
                  <a:cubicBezTo>
                    <a:pt x="24170" y="2414"/>
                    <a:pt x="27384" y="2069"/>
                    <a:pt x="29954" y="3511"/>
                  </a:cubicBezTo>
                  <a:lnTo>
                    <a:pt x="29954" y="3511"/>
                  </a:lnTo>
                  <a:cubicBezTo>
                    <a:pt x="31804" y="4546"/>
                    <a:pt x="33058" y="6364"/>
                    <a:pt x="34735" y="7649"/>
                  </a:cubicBezTo>
                  <a:lnTo>
                    <a:pt x="34735" y="7649"/>
                  </a:lnTo>
                  <a:cubicBezTo>
                    <a:pt x="39108" y="11051"/>
                    <a:pt x="45440" y="10330"/>
                    <a:pt x="50629" y="8386"/>
                  </a:cubicBezTo>
                  <a:lnTo>
                    <a:pt x="50629" y="8386"/>
                  </a:lnTo>
                  <a:cubicBezTo>
                    <a:pt x="52274" y="7775"/>
                    <a:pt x="53905" y="7038"/>
                    <a:pt x="55644" y="6803"/>
                  </a:cubicBezTo>
                  <a:lnTo>
                    <a:pt x="55644" y="6803"/>
                  </a:lnTo>
                  <a:cubicBezTo>
                    <a:pt x="57384" y="6552"/>
                    <a:pt x="59312" y="6897"/>
                    <a:pt x="60550" y="8135"/>
                  </a:cubicBezTo>
                  <a:lnTo>
                    <a:pt x="60550" y="8135"/>
                  </a:lnTo>
                  <a:cubicBezTo>
                    <a:pt x="61851" y="9452"/>
                    <a:pt x="62149" y="11489"/>
                    <a:pt x="63340" y="12916"/>
                  </a:cubicBezTo>
                  <a:lnTo>
                    <a:pt x="63340" y="12916"/>
                  </a:lnTo>
                  <a:cubicBezTo>
                    <a:pt x="64516" y="14326"/>
                    <a:pt x="66413" y="14922"/>
                    <a:pt x="68231" y="15126"/>
                  </a:cubicBezTo>
                  <a:lnTo>
                    <a:pt x="68231" y="15126"/>
                  </a:lnTo>
                  <a:cubicBezTo>
                    <a:pt x="73215" y="15690"/>
                    <a:pt x="76648" y="12571"/>
                    <a:pt x="81397" y="12383"/>
                  </a:cubicBezTo>
                  <a:lnTo>
                    <a:pt x="81397" y="12383"/>
                  </a:lnTo>
                  <a:cubicBezTo>
                    <a:pt x="83200" y="12305"/>
                    <a:pt x="85081" y="12712"/>
                    <a:pt x="86476" y="13841"/>
                  </a:cubicBezTo>
                  <a:lnTo>
                    <a:pt x="86476" y="13841"/>
                  </a:lnTo>
                  <a:cubicBezTo>
                    <a:pt x="87479" y="14656"/>
                    <a:pt x="88169" y="15800"/>
                    <a:pt x="88796" y="16944"/>
                  </a:cubicBezTo>
                  <a:lnTo>
                    <a:pt x="88796" y="16944"/>
                  </a:lnTo>
                  <a:cubicBezTo>
                    <a:pt x="89877" y="18935"/>
                    <a:pt x="90833" y="21051"/>
                    <a:pt x="91225" y="23292"/>
                  </a:cubicBezTo>
                  <a:lnTo>
                    <a:pt x="91225" y="23292"/>
                  </a:lnTo>
                  <a:lnTo>
                    <a:pt x="91398" y="23308"/>
                  </a:lnTo>
                  <a:cubicBezTo>
                    <a:pt x="91742" y="20048"/>
                    <a:pt x="91492" y="16631"/>
                    <a:pt x="89940" y="13747"/>
                  </a:cubicBezTo>
                  <a:lnTo>
                    <a:pt x="89940" y="13747"/>
                  </a:lnTo>
                  <a:cubicBezTo>
                    <a:pt x="88388" y="10862"/>
                    <a:pt x="85332" y="8637"/>
                    <a:pt x="82056" y="8746"/>
                  </a:cubicBezTo>
                  <a:lnTo>
                    <a:pt x="82056" y="8746"/>
                  </a:lnTo>
                  <a:cubicBezTo>
                    <a:pt x="79846" y="8809"/>
                    <a:pt x="77808" y="9891"/>
                    <a:pt x="75723" y="10643"/>
                  </a:cubicBezTo>
                  <a:lnTo>
                    <a:pt x="75723" y="10643"/>
                  </a:lnTo>
                  <a:cubicBezTo>
                    <a:pt x="73544" y="11411"/>
                    <a:pt x="71240" y="11819"/>
                    <a:pt x="68936" y="11850"/>
                  </a:cubicBezTo>
                  <a:lnTo>
                    <a:pt x="68936" y="11850"/>
                  </a:lnTo>
                  <a:cubicBezTo>
                    <a:pt x="67745" y="11881"/>
                    <a:pt x="66491" y="11787"/>
                    <a:pt x="65425" y="11223"/>
                  </a:cubicBezTo>
                  <a:lnTo>
                    <a:pt x="65425" y="11223"/>
                  </a:lnTo>
                  <a:cubicBezTo>
                    <a:pt x="63654" y="10314"/>
                    <a:pt x="62714" y="8370"/>
                    <a:pt x="61334" y="6944"/>
                  </a:cubicBezTo>
                  <a:lnTo>
                    <a:pt x="61334" y="6944"/>
                  </a:lnTo>
                  <a:cubicBezTo>
                    <a:pt x="57839" y="3370"/>
                    <a:pt x="51977" y="3574"/>
                    <a:pt x="47243" y="5188"/>
                  </a:cubicBezTo>
                  <a:lnTo>
                    <a:pt x="47243" y="5188"/>
                  </a:lnTo>
                  <a:cubicBezTo>
                    <a:pt x="45064" y="5925"/>
                    <a:pt x="42838" y="6913"/>
                    <a:pt x="40581" y="6521"/>
                  </a:cubicBezTo>
                  <a:lnTo>
                    <a:pt x="40581" y="6521"/>
                  </a:lnTo>
                  <a:cubicBezTo>
                    <a:pt x="39030" y="6239"/>
                    <a:pt x="37682" y="5345"/>
                    <a:pt x="36381" y="4452"/>
                  </a:cubicBezTo>
                  <a:lnTo>
                    <a:pt x="36381" y="4452"/>
                  </a:lnTo>
                  <a:cubicBezTo>
                    <a:pt x="33152" y="2273"/>
                    <a:pt x="29515" y="0"/>
                    <a:pt x="25738" y="0"/>
                  </a:cubicBezTo>
                  <a:lnTo>
                    <a:pt x="25738" y="0"/>
                  </a:lnTo>
                  <a:cubicBezTo>
                    <a:pt x="25111" y="0"/>
                    <a:pt x="24484" y="63"/>
                    <a:pt x="23857" y="188"/>
                  </a:cubicBezTo>
                </a:path>
              </a:pathLst>
            </a:custGeom>
            <a:solidFill>
              <a:srgbClr val="FFFFFF">
                <a:alpha val="41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ZoneTexte 1">
            <a:extLst>
              <a:ext uri="{FF2B5EF4-FFF2-40B4-BE49-F238E27FC236}">
                <a16:creationId xmlns:a16="http://schemas.microsoft.com/office/drawing/2014/main" id="{643797E7-1CA4-1BE5-085F-B7ADAA9CBE42}"/>
              </a:ext>
            </a:extLst>
          </p:cNvPr>
          <p:cNvSpPr txBox="1"/>
          <p:nvPr/>
        </p:nvSpPr>
        <p:spPr>
          <a:xfrm>
            <a:off x="5735701" y="1744682"/>
            <a:ext cx="2695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CH" sz="1800" b="1" dirty="0">
                <a:solidFill>
                  <a:schemeClr val="dk1"/>
                </a:solidFill>
                <a:latin typeface="Abel"/>
              </a:rPr>
              <a:t>Avez-vous des questions?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18D0630-8C08-444E-7220-BDEB0A966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7086943" y="2202813"/>
            <a:ext cx="355520" cy="44599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Railroad Minitheme by Slidesgo">
  <a:themeElements>
    <a:clrScheme name="Simple Light">
      <a:dk1>
        <a:srgbClr val="274E13"/>
      </a:dk1>
      <a:lt1>
        <a:srgbClr val="FFFFFF"/>
      </a:lt1>
      <a:dk2>
        <a:srgbClr val="D9ECD3"/>
      </a:dk2>
      <a:lt2>
        <a:srgbClr val="89B177"/>
      </a:lt2>
      <a:accent1>
        <a:srgbClr val="7A9E6A"/>
      </a:accent1>
      <a:accent2>
        <a:srgbClr val="38761D"/>
      </a:accent2>
      <a:accent3>
        <a:srgbClr val="6A8060"/>
      </a:accent3>
      <a:accent4>
        <a:srgbClr val="638C50"/>
      </a:accent4>
      <a:accent5>
        <a:srgbClr val="65A649"/>
      </a:accent5>
      <a:accent6>
        <a:srgbClr val="9DAB96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574</Words>
  <Application>Microsoft Office PowerPoint</Application>
  <PresentationFormat>Affichage à l'écran (16:9)</PresentationFormat>
  <Paragraphs>175</Paragraphs>
  <Slides>19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6" baseType="lpstr">
      <vt:lpstr>Arial</vt:lpstr>
      <vt:lpstr>Abhaya Libre</vt:lpstr>
      <vt:lpstr>Bakbak One</vt:lpstr>
      <vt:lpstr>Cambria Math</vt:lpstr>
      <vt:lpstr>Abel</vt:lpstr>
      <vt:lpstr>Wingdings</vt:lpstr>
      <vt:lpstr>Railroad Minitheme by Slidesgo</vt:lpstr>
      <vt:lpstr>RailBeat  Summer School</vt:lpstr>
      <vt:lpstr>Summary</vt:lpstr>
      <vt:lpstr>Sounds  analysis</vt:lpstr>
      <vt:lpstr>Sounds analysis</vt:lpstr>
      <vt:lpstr>Sounds analysis</vt:lpstr>
      <vt:lpstr>Sounds analysis</vt:lpstr>
      <vt:lpstr>Animation</vt:lpstr>
      <vt:lpstr>Animation</vt:lpstr>
      <vt:lpstr>Animation</vt:lpstr>
      <vt:lpstr>Animation</vt:lpstr>
      <vt:lpstr>Animation</vt:lpstr>
      <vt:lpstr>Planification - Prototype</vt:lpstr>
      <vt:lpstr>Planification - Alpha</vt:lpstr>
      <vt:lpstr>Planification - Final</vt:lpstr>
      <vt:lpstr>Outils</vt:lpstr>
      <vt:lpstr>Outils</vt:lpstr>
      <vt:lpstr>Aperçu</vt:lpstr>
      <vt:lpstr>Aperçu</vt:lpstr>
      <vt:lpstr>Merci!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Zuber Dina</cp:lastModifiedBy>
  <cp:revision>17</cp:revision>
  <dcterms:modified xsi:type="dcterms:W3CDTF">2026-08-20T13:45:03Z</dcterms:modified>
</cp:coreProperties>
</file>