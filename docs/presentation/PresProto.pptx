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18"/>
  </p:notesMasterIdLst>
  <p:sldIdLst>
    <p:sldId id="256" r:id="rId2"/>
    <p:sldId id="258" r:id="rId3"/>
    <p:sldId id="260" r:id="rId4"/>
    <p:sldId id="259" r:id="rId5"/>
    <p:sldId id="301" r:id="rId6"/>
    <p:sldId id="302" r:id="rId7"/>
    <p:sldId id="296" r:id="rId8"/>
    <p:sldId id="303" r:id="rId9"/>
    <p:sldId id="304" r:id="rId10"/>
    <p:sldId id="305" r:id="rId11"/>
    <p:sldId id="306" r:id="rId12"/>
    <p:sldId id="299" r:id="rId13"/>
    <p:sldId id="308" r:id="rId14"/>
    <p:sldId id="307" r:id="rId15"/>
    <p:sldId id="257" r:id="rId16"/>
    <p:sldId id="275" r:id="rId17"/>
  </p:sldIdLst>
  <p:sldSz cx="9144000" cy="5143500" type="screen16x9"/>
  <p:notesSz cx="6858000" cy="9144000"/>
  <p:embeddedFontLst>
    <p:embeddedFont>
      <p:font typeface="Abel" panose="02000506030000020004" pitchFamily="2" charset="0"/>
      <p:regular r:id="rId19"/>
    </p:embeddedFont>
    <p:embeddedFont>
      <p:font typeface="Abhaya Libre" panose="020B0604020202020204" charset="0"/>
      <p:regular r:id="rId20"/>
      <p:bold r:id="rId21"/>
    </p:embeddedFont>
    <p:embeddedFont>
      <p:font typeface="Bakbak One" panose="020B0604020202020204" charset="0"/>
      <p:regular r:id="rId22"/>
    </p:embeddedFont>
    <p:embeddedFont>
      <p:font typeface="Cambria Math" panose="02040503050406030204" pitchFamily="18" charset="0"/>
      <p:regular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618" autoAdjust="0"/>
  </p:normalViewPr>
  <p:slideViewPr>
    <p:cSldViewPr snapToGrid="0">
      <p:cViewPr varScale="1">
        <p:scale>
          <a:sx n="128" d="100"/>
          <a:sy n="128" d="100"/>
        </p:scale>
        <p:origin x="1134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g18a80d34a4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3" name="Google Shape;1093;g18a80d34a4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15207a17831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15207a17831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5EEB1F71-77C7-94B5-FC49-EDCBDD6A0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6E20DA4C-F72F-66D0-47B8-0D4645A7E1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CDC2683B-7793-D934-86B9-24EBAAA7C1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82881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09E19AF7-072E-EF4A-92E4-60A5819CD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CB540596-9691-BAD7-B0DB-BAC1FDE8E6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CEE49442-841F-4B79-3213-6245060E70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14256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F7915784-839E-2A79-7947-B0DA6D3E9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B6D6C2D3-7524-D4E2-DFE7-81B9F1F1F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BCF5843E-3EEE-6CBA-D40A-0E3FAC0385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4066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1496DEB4-1B34-0999-EC5E-F187DFA3F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8591062E-BB7D-CF78-2D51-0486AD6D6C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09C75FCF-CE17-8296-2533-9FA0DAE6AC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2816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939C6EBC-3AA2-6B58-E87B-FACE21AF6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957ACD01-EA59-8B94-CCA3-F14BA8270B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060B7E00-FD44-2F31-AEB4-E2C8FA0202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0684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4EAACDCE-75B6-8294-DDD6-3F2706D5C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9325083E-083C-6803-890F-00999C86A3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44F14989-1D30-9818-24AA-08CF1E967B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2329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B25090E0-9B49-6EF7-4DD3-741A313FF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45A281DF-5582-CA95-755F-D6590A80DC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45" name="Google Shape;1245;g152a7caf94b_1_413:notes">
                <a:extLst>
                  <a:ext uri="{FF2B5EF4-FFF2-40B4-BE49-F238E27FC236}">
                    <a16:creationId xmlns:a16="http://schemas.microsoft.com/office/drawing/2014/main" id="{85815AEE-D0AE-9AEE-BFDE-611CF547AAA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endParaRPr lang="en-US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L’</a:t>
                </a:r>
                <a:r>
                  <a:rPr lang="fr-CH" dirty="0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 dirty="0"/>
                  <a:t>courbe la chute vers le bas pour simuler la gravité de manière réaliste.</a:t>
                </a:r>
                <a:endParaRPr dirty="0"/>
              </a:p>
            </p:txBody>
          </p:sp>
        </mc:Choice>
        <mc:Fallback xmlns="">
          <p:sp>
            <p:nvSpPr>
              <p:cNvPr id="1245" name="Google Shape;1245;g152a7caf94b_1_413:notes">
                <a:extLst>
                  <a:ext uri="{FF2B5EF4-FFF2-40B4-BE49-F238E27FC236}">
                    <a16:creationId xmlns:a16="http://schemas.microsoft.com/office/drawing/2014/main" id="{85815AEE-D0AE-9AEE-BFDE-611CF547AAA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endParaRPr lang="en-US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L’</a:t>
                </a:r>
                <a:r>
                  <a:rPr lang="fr-CH" dirty="0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1/2 𝑔𝑡^2</a:t>
                </a:r>
                <a:r>
                  <a:rPr lang="fr-CH" dirty="0"/>
                  <a:t>courbe la chute vers le bas pour simuler la gravité de manière réaliste.</a:t>
                </a:r>
                <a:endParaRPr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60551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65EF2775-C3F5-319F-6D86-55D239F8E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72F29870-3553-18BE-FBED-8DA35EF962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6A5835C2-293C-02CA-156E-DE7F087C9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Alan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88732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D0B21EE8-1CE8-04B8-C63E-D64AEF841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40419A41-CD50-21F1-EE81-D543483D25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E10FF6FB-911A-CD3A-90CB-73D7656809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Dina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489779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>
          <a:extLst>
            <a:ext uri="{FF2B5EF4-FFF2-40B4-BE49-F238E27FC236}">
              <a16:creationId xmlns:a16="http://schemas.microsoft.com/office/drawing/2014/main" id="{02EA796B-6B69-99A1-55E4-972696A41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>
            <a:extLst>
              <a:ext uri="{FF2B5EF4-FFF2-40B4-BE49-F238E27FC236}">
                <a16:creationId xmlns:a16="http://schemas.microsoft.com/office/drawing/2014/main" id="{B03D6F4A-DD55-5AFE-71AA-189D176CA8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>
            <a:extLst>
              <a:ext uri="{FF2B5EF4-FFF2-40B4-BE49-F238E27FC236}">
                <a16:creationId xmlns:a16="http://schemas.microsoft.com/office/drawing/2014/main" id="{D267CF06-FD15-F221-AB4A-4907108B4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125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15207a17831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15207a17831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Alan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6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7" name="Google Shape;2297;g152a7caf94b_1_27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Dina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  <a:sym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59" name="Google Shape;59;p6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6"/>
          <p:cNvSpPr/>
          <p:nvPr/>
        </p:nvSpPr>
        <p:spPr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9"/>
          <p:cNvSpPr/>
          <p:nvPr/>
        </p:nvSpPr>
        <p:spPr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3559000" y="3196325"/>
            <a:ext cx="6828925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9"/>
          <p:cNvSpPr/>
          <p:nvPr/>
        </p:nvSpPr>
        <p:spPr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"/>
          <p:cNvSpPr/>
          <p:nvPr/>
        </p:nvSpPr>
        <p:spPr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9"/>
          <p:cNvSpPr/>
          <p:nvPr/>
        </p:nvSpPr>
        <p:spPr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9"/>
          <p:cNvSpPr/>
          <p:nvPr/>
        </p:nvSpPr>
        <p:spPr>
          <a:xfrm>
            <a:off x="1582075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3" name="Google Shape;263;p9"/>
          <p:cNvGrpSpPr/>
          <p:nvPr/>
        </p:nvGrpSpPr>
        <p:grpSpPr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>
                  <a:xfrm rot="5400000">
                    <a:off x="-497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>
            <a:xfrm>
              <a:off x="6356775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5" name="Google Shape;295;p9"/>
          <p:cNvGrpSpPr/>
          <p:nvPr/>
        </p:nvGrpSpPr>
        <p:grpSpPr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>
            <a:xfrm>
              <a:off x="1512325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>
            <a:xfrm>
              <a:off x="2384450" y="4072200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>
            <a:xfrm>
              <a:off x="2911650" y="4871450"/>
              <a:ext cx="20800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9"/>
          <p:cNvGrpSpPr/>
          <p:nvPr/>
        </p:nvGrpSpPr>
        <p:grpSpPr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4" name="Google Shape;344;p9"/>
          <p:cNvSpPr/>
          <p:nvPr/>
        </p:nvSpPr>
        <p:spPr>
          <a:xfrm>
            <a:off x="1582075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9"/>
          <p:cNvSpPr/>
          <p:nvPr/>
        </p:nvSpPr>
        <p:spPr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9"/>
          <p:cNvSpPr/>
          <p:nvPr/>
        </p:nvSpPr>
        <p:spPr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26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3"/>
          <p:cNvSpPr txBox="1">
            <a:spLocks noGrp="1"/>
          </p:cNvSpPr>
          <p:nvPr>
            <p:ph type="title" hasCustomPrompt="1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4" name="Google Shape;384;p13"/>
          <p:cNvSpPr txBox="1">
            <a:spLocks noGrp="1"/>
          </p:cNvSpPr>
          <p:nvPr>
            <p:ph type="subTitle" idx="1"/>
          </p:nvPr>
        </p:nvSpPr>
        <p:spPr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5" name="Google Shape;385;p13"/>
          <p:cNvSpPr txBox="1">
            <a:spLocks noGrp="1"/>
          </p:cNvSpPr>
          <p:nvPr>
            <p:ph type="subTitle" idx="2"/>
          </p:nvPr>
        </p:nvSpPr>
        <p:spPr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6" name="Google Shape;386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7" name="Google Shape;387;p13"/>
          <p:cNvSpPr txBox="1">
            <a:spLocks noGrp="1"/>
          </p:cNvSpPr>
          <p:nvPr>
            <p:ph type="subTitle" idx="4"/>
          </p:nvPr>
        </p:nvSpPr>
        <p:spPr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8" name="Google Shape;388;p13"/>
          <p:cNvSpPr txBox="1">
            <a:spLocks noGrp="1"/>
          </p:cNvSpPr>
          <p:nvPr>
            <p:ph type="subTitle" idx="5"/>
          </p:nvPr>
        </p:nvSpPr>
        <p:spPr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9" name="Google Shape;389;p13"/>
          <p:cNvSpPr txBox="1">
            <a:spLocks noGrp="1"/>
          </p:cNvSpPr>
          <p:nvPr>
            <p:ph type="title" idx="6" hasCustomPrompt="1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0" name="Google Shape;390;p13"/>
          <p:cNvSpPr txBox="1">
            <a:spLocks noGrp="1"/>
          </p:cNvSpPr>
          <p:nvPr>
            <p:ph type="subTitle" idx="7"/>
          </p:nvPr>
        </p:nvSpPr>
        <p:spPr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1" name="Google Shape;391;p13"/>
          <p:cNvSpPr txBox="1">
            <a:spLocks noGrp="1"/>
          </p:cNvSpPr>
          <p:nvPr>
            <p:ph type="subTitle" idx="8"/>
          </p:nvPr>
        </p:nvSpPr>
        <p:spPr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13"/>
          <p:cNvSpPr txBox="1">
            <a:spLocks noGrp="1"/>
          </p:cNvSpPr>
          <p:nvPr>
            <p:ph type="title" idx="9" hasCustomPrompt="1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13"/>
          <p:cNvSpPr txBox="1">
            <a:spLocks noGrp="1"/>
          </p:cNvSpPr>
          <p:nvPr>
            <p:ph type="subTitle" idx="13"/>
          </p:nvPr>
        </p:nvSpPr>
        <p:spPr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4" name="Google Shape;394;p13"/>
          <p:cNvSpPr txBox="1">
            <a:spLocks noGrp="1"/>
          </p:cNvSpPr>
          <p:nvPr>
            <p:ph type="subTitle" idx="14"/>
          </p:nvPr>
        </p:nvSpPr>
        <p:spPr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5" name="Google Shape;395;p13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9pPr>
          </a:lstStyle>
          <a:p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0" name="Google Shape;400;p13"/>
          <p:cNvGrpSpPr/>
          <p:nvPr/>
        </p:nvGrpSpPr>
        <p:grpSpPr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>
            <a:xfrm>
              <a:off x="1393673" y="4141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8580773" y="3907950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4" name="Google Shape;444;p13"/>
          <p:cNvSpPr/>
          <p:nvPr/>
        </p:nvSpPr>
        <p:spPr>
          <a:xfrm>
            <a:off x="5304438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5" name="Google Shape;445;p13"/>
          <p:cNvGrpSpPr/>
          <p:nvPr/>
        </p:nvGrpSpPr>
        <p:grpSpPr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6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6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16"/>
          <p:cNvSpPr/>
          <p:nvPr/>
        </p:nvSpPr>
        <p:spPr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6"/>
          <p:cNvSpPr/>
          <p:nvPr/>
        </p:nvSpPr>
        <p:spPr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6"/>
          <p:cNvSpPr/>
          <p:nvPr/>
        </p:nvSpPr>
        <p:spPr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0" name="Google Shape;500;p16"/>
          <p:cNvGrpSpPr/>
          <p:nvPr/>
        </p:nvGrpSpPr>
        <p:grpSpPr>
          <a:xfrm>
            <a:off x="-2311315" y="4713377"/>
            <a:ext cx="11543197" cy="859072"/>
            <a:chOff x="238675" y="2497700"/>
            <a:chExt cx="7138650" cy="531275"/>
          </a:xfrm>
        </p:grpSpPr>
        <p:sp>
          <p:nvSpPr>
            <p:cNvPr id="501" name="Google Shape;501;p16"/>
            <p:cNvSpPr/>
            <p:nvPr/>
          </p:nvSpPr>
          <p:spPr>
            <a:xfrm>
              <a:off x="238675" y="2497700"/>
              <a:ext cx="7138650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>
            <a:xfrm>
              <a:off x="238675" y="2565600"/>
              <a:ext cx="7138650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3" name="Google Shape;503;p16"/>
          <p:cNvSpPr/>
          <p:nvPr/>
        </p:nvSpPr>
        <p:spPr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4" name="Google Shape;504;p16"/>
          <p:cNvGrpSpPr/>
          <p:nvPr/>
        </p:nvGrpSpPr>
        <p:grpSpPr>
          <a:xfrm>
            <a:off x="1058800" y="4136600"/>
            <a:ext cx="2419653" cy="571601"/>
            <a:chOff x="3962175" y="2857795"/>
            <a:chExt cx="3075700" cy="726580"/>
          </a:xfrm>
        </p:grpSpPr>
        <p:sp>
          <p:nvSpPr>
            <p:cNvPr id="505" name="Google Shape;505;p1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2_3"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24"/>
          <p:cNvSpPr txBox="1">
            <a:spLocks noGrp="1"/>
          </p:cNvSpPr>
          <p:nvPr>
            <p:ph type="subTitle" idx="1"/>
          </p:nvPr>
        </p:nvSpPr>
        <p:spPr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945" name="Google Shape;945;p24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46" name="Google Shape;946;p24"/>
          <p:cNvSpPr/>
          <p:nvPr/>
        </p:nvSpPr>
        <p:spPr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7" name="Google Shape;947;p24"/>
          <p:cNvSpPr txBox="1"/>
          <p:nvPr/>
        </p:nvSpPr>
        <p:spPr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CREDITS: This presentation template was created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including icons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and infographics &amp; images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4"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25"/>
          <p:cNvSpPr/>
          <p:nvPr/>
        </p:nvSpPr>
        <p:spPr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5"/>
          <p:cNvSpPr/>
          <p:nvPr/>
        </p:nvSpPr>
        <p:spPr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5"/>
          <p:cNvSpPr/>
          <p:nvPr/>
        </p:nvSpPr>
        <p:spPr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25"/>
          <p:cNvSpPr/>
          <p:nvPr/>
        </p:nvSpPr>
        <p:spPr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3" name="Google Shape;953;p25"/>
          <p:cNvGrpSpPr/>
          <p:nvPr/>
        </p:nvGrpSpPr>
        <p:grpSpPr>
          <a:xfrm>
            <a:off x="-139347" y="3868275"/>
            <a:ext cx="9276783" cy="1398672"/>
            <a:chOff x="-139347" y="3868275"/>
            <a:chExt cx="9276783" cy="1398672"/>
          </a:xfrm>
        </p:grpSpPr>
        <p:sp>
          <p:nvSpPr>
            <p:cNvPr id="954" name="Google Shape;954;p25"/>
            <p:cNvSpPr/>
            <p:nvPr/>
          </p:nvSpPr>
          <p:spPr>
            <a:xfrm flipH="1">
              <a:off x="-139347" y="4015425"/>
              <a:ext cx="9276772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>
              <a:xfrm>
                <a:off x="6638025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>
              <a:xfrm>
                <a:off x="1393673" y="4141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>
              <a:xfrm>
                <a:off x="8580773" y="3907950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22" name="Google Shape;1022;p25"/>
          <p:cNvGrpSpPr/>
          <p:nvPr/>
        </p:nvGrpSpPr>
        <p:grpSpPr>
          <a:xfrm rot="127889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2" name="Google Shape;1042;p25"/>
          <p:cNvSpPr/>
          <p:nvPr/>
        </p:nvSpPr>
        <p:spPr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3" name="Google Shape;1043;p25"/>
          <p:cNvSpPr/>
          <p:nvPr/>
        </p:nvSpPr>
        <p:spPr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4" name="Google Shape;1044;p25"/>
          <p:cNvSpPr/>
          <p:nvPr/>
        </p:nvSpPr>
        <p:spPr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5"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p26"/>
          <p:cNvSpPr/>
          <p:nvPr/>
        </p:nvSpPr>
        <p:spPr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26"/>
          <p:cNvSpPr/>
          <p:nvPr/>
        </p:nvSpPr>
        <p:spPr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26"/>
          <p:cNvSpPr/>
          <p:nvPr/>
        </p:nvSpPr>
        <p:spPr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9" name="Google Shape;1049;p26"/>
          <p:cNvSpPr/>
          <p:nvPr/>
        </p:nvSpPr>
        <p:spPr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0" name="Google Shape;1050;p26"/>
          <p:cNvGrpSpPr/>
          <p:nvPr/>
        </p:nvGrpSpPr>
        <p:grpSpPr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" name="Google Shape;1070;p26"/>
          <p:cNvGrpSpPr/>
          <p:nvPr/>
        </p:nvGrpSpPr>
        <p:grpSpPr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084" name="Google Shape;1084;p26"/>
          <p:cNvSpPr/>
          <p:nvPr/>
        </p:nvSpPr>
        <p:spPr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5" r:id="rId4"/>
    <p:sldLayoutId id="2147483658" r:id="rId5"/>
    <p:sldLayoutId id="2147483659" r:id="rId6"/>
    <p:sldLayoutId id="2147483662" r:id="rId7"/>
    <p:sldLayoutId id="2147483670" r:id="rId8"/>
    <p:sldLayoutId id="2147483671" r:id="rId9"/>
    <p:sldLayoutId id="2147483672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290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30"/>
          <p:cNvSpPr/>
          <p:nvPr/>
        </p:nvSpPr>
        <p:spPr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30"/>
          <p:cNvSpPr/>
          <p:nvPr/>
        </p:nvSpPr>
        <p:spPr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" name="Google Shape;1097;p30"/>
          <p:cNvSpPr/>
          <p:nvPr/>
        </p:nvSpPr>
        <p:spPr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8" name="Google Shape;1098;p30"/>
          <p:cNvGrpSpPr/>
          <p:nvPr/>
        </p:nvGrpSpPr>
        <p:grpSpPr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11" name="Google Shape;1111;p30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112" name="Google Shape;1112;p30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Alan, Dina, Ravaka, Gabriel</a:t>
            </a:r>
            <a:endParaRPr dirty="0"/>
          </a:p>
        </p:txBody>
      </p:sp>
      <p:grpSp>
        <p:nvGrpSpPr>
          <p:cNvPr id="1113" name="Google Shape;1113;p30"/>
          <p:cNvGrpSpPr/>
          <p:nvPr/>
        </p:nvGrpSpPr>
        <p:grpSpPr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6" name="Google Shape;1116;p30"/>
          <p:cNvSpPr/>
          <p:nvPr/>
        </p:nvSpPr>
        <p:spPr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7" name="Google Shape;1117;p30"/>
          <p:cNvGrpSpPr/>
          <p:nvPr/>
        </p:nvGrpSpPr>
        <p:grpSpPr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7" name="Google Shape;1137;p30"/>
          <p:cNvSpPr/>
          <p:nvPr/>
        </p:nvSpPr>
        <p:spPr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8" name="Google Shape;1138;p30"/>
          <p:cNvGrpSpPr/>
          <p:nvPr/>
        </p:nvGrpSpPr>
        <p:grpSpPr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" name="Google Shape;1143;p30"/>
          <p:cNvGrpSpPr/>
          <p:nvPr/>
        </p:nvGrpSpPr>
        <p:grpSpPr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9" name="Google Shape;1149;p30"/>
          <p:cNvGrpSpPr/>
          <p:nvPr/>
        </p:nvGrpSpPr>
        <p:grpSpPr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62" name="Google Shape;1162;p30"/>
          <p:cNvGrpSpPr/>
          <p:nvPr/>
        </p:nvGrpSpPr>
        <p:grpSpPr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" name="Google Shape;1167;p30"/>
          <p:cNvGrpSpPr/>
          <p:nvPr/>
        </p:nvGrpSpPr>
        <p:grpSpPr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74" name="Google Shape;1174;p30"/>
          <p:cNvSpPr/>
          <p:nvPr/>
        </p:nvSpPr>
        <p:spPr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5" name="Google Shape;1175;p30"/>
          <p:cNvSpPr/>
          <p:nvPr/>
        </p:nvSpPr>
        <p:spPr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6" name="Google Shape;1176;p30"/>
          <p:cNvSpPr/>
          <p:nvPr/>
        </p:nvSpPr>
        <p:spPr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p30"/>
          <p:cNvSpPr/>
          <p:nvPr/>
        </p:nvSpPr>
        <p:spPr>
          <a:xfrm>
            <a:off x="6525300" y="4846125"/>
            <a:ext cx="825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8" name="Google Shape;1178;p30"/>
          <p:cNvSpPr/>
          <p:nvPr/>
        </p:nvSpPr>
        <p:spPr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9" name="Google Shape;1179;p30"/>
          <p:cNvSpPr/>
          <p:nvPr/>
        </p:nvSpPr>
        <p:spPr>
          <a:xfrm>
            <a:off x="6530800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30"/>
          <p:cNvSpPr/>
          <p:nvPr/>
        </p:nvSpPr>
        <p:spPr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1" name="Google Shape;1181;p30"/>
          <p:cNvGrpSpPr/>
          <p:nvPr/>
        </p:nvGrpSpPr>
        <p:grpSpPr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32"/>
          <p:cNvSpPr/>
          <p:nvPr/>
        </p:nvSpPr>
        <p:spPr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5" name="Google Shape;1215;p32"/>
          <p:cNvSpPr/>
          <p:nvPr/>
        </p:nvSpPr>
        <p:spPr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6" name="Google Shape;1216;p32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Summary</a:t>
            </a:r>
            <a:endParaRPr dirty="0"/>
          </a:p>
        </p:txBody>
      </p:sp>
      <p:sp>
        <p:nvSpPr>
          <p:cNvPr id="1217" name="Google Shape;1217;p32"/>
          <p:cNvSpPr txBox="1">
            <a:spLocks noGrp="1"/>
          </p:cNvSpPr>
          <p:nvPr>
            <p:ph type="title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18" name="Google Shape;1218;p32"/>
          <p:cNvSpPr txBox="1">
            <a:spLocks noGrp="1"/>
          </p:cNvSpPr>
          <p:nvPr>
            <p:ph type="subTitle" idx="1"/>
          </p:nvPr>
        </p:nvSpPr>
        <p:spPr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 analysis</a:t>
            </a:r>
            <a:endParaRPr dirty="0"/>
          </a:p>
        </p:txBody>
      </p:sp>
      <p:sp>
        <p:nvSpPr>
          <p:cNvPr id="1220" name="Google Shape;1220;p32"/>
          <p:cNvSpPr txBox="1">
            <a:spLocks noGrp="1"/>
          </p:cNvSpPr>
          <p:nvPr>
            <p:ph type="title" idx="3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21" name="Google Shape;1221;p32"/>
          <p:cNvSpPr txBox="1">
            <a:spLocks noGrp="1"/>
          </p:cNvSpPr>
          <p:nvPr>
            <p:ph type="subTitle" idx="4"/>
          </p:nvPr>
        </p:nvSpPr>
        <p:spPr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 </a:t>
            </a:r>
            <a:endParaRPr dirty="0"/>
          </a:p>
        </p:txBody>
      </p:sp>
      <p:sp>
        <p:nvSpPr>
          <p:cNvPr id="1223" name="Google Shape;1223;p32"/>
          <p:cNvSpPr txBox="1">
            <a:spLocks noGrp="1"/>
          </p:cNvSpPr>
          <p:nvPr>
            <p:ph type="title" idx="6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24" name="Google Shape;1224;p32"/>
          <p:cNvSpPr txBox="1">
            <a:spLocks noGrp="1"/>
          </p:cNvSpPr>
          <p:nvPr>
            <p:ph type="subTitle" idx="7"/>
          </p:nvPr>
        </p:nvSpPr>
        <p:spPr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Showcase </a:t>
            </a:r>
            <a:endParaRPr dirty="0"/>
          </a:p>
        </p:txBody>
      </p:sp>
      <p:sp>
        <p:nvSpPr>
          <p:cNvPr id="1226" name="Google Shape;1226;p32"/>
          <p:cNvSpPr txBox="1">
            <a:spLocks noGrp="1"/>
          </p:cNvSpPr>
          <p:nvPr>
            <p:ph type="title" idx="9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227" name="Google Shape;1227;p32"/>
          <p:cNvSpPr txBox="1">
            <a:spLocks noGrp="1"/>
          </p:cNvSpPr>
          <p:nvPr>
            <p:ph type="subTitle" idx="13"/>
          </p:nvPr>
        </p:nvSpPr>
        <p:spPr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noProof="0" dirty="0"/>
              <a:t>Contrast with plan</a:t>
            </a:r>
          </a:p>
        </p:txBody>
      </p:sp>
      <p:sp>
        <p:nvSpPr>
          <p:cNvPr id="1229" name="Google Shape;1229;p32"/>
          <p:cNvSpPr/>
          <p:nvPr/>
        </p:nvSpPr>
        <p:spPr>
          <a:xfrm>
            <a:off x="6638025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0" name="Google Shape;1230;p32"/>
          <p:cNvSpPr/>
          <p:nvPr/>
        </p:nvSpPr>
        <p:spPr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1" name="Google Shape;1231;p32"/>
          <p:cNvSpPr/>
          <p:nvPr/>
        </p:nvSpPr>
        <p:spPr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2" name="Google Shape;1232;p32"/>
          <p:cNvSpPr/>
          <p:nvPr/>
        </p:nvSpPr>
        <p:spPr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3" name="Google Shape;1233;p32"/>
          <p:cNvSpPr/>
          <p:nvPr/>
        </p:nvSpPr>
        <p:spPr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34" name="Google Shape;1234;p32"/>
          <p:cNvGrpSpPr/>
          <p:nvPr/>
        </p:nvGrpSpPr>
        <p:grpSpPr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41" name="Google Shape;1241;p32"/>
          <p:cNvSpPr/>
          <p:nvPr/>
        </p:nvSpPr>
        <p:spPr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32"/>
          <p:cNvSpPr/>
          <p:nvPr/>
        </p:nvSpPr>
        <p:spPr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/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/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/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/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/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/>
          <p:cNvSpPr txBox="1">
            <a:spLocks noGrp="1"/>
          </p:cNvSpPr>
          <p:nvPr>
            <p:ph type="title"/>
          </p:nvPr>
        </p:nvSpPr>
        <p:spPr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</a:t>
            </a:r>
            <a:br>
              <a:rPr lang="en" dirty="0"/>
            </a:br>
            <a:r>
              <a:rPr lang="en" dirty="0"/>
              <a:t>analysis</a:t>
            </a:r>
            <a:endParaRPr i="1" dirty="0"/>
          </a:p>
        </p:txBody>
      </p:sp>
      <p:sp>
        <p:nvSpPr>
          <p:cNvPr id="1274" name="Google Shape;1274;p34"/>
          <p:cNvSpPr txBox="1">
            <a:spLocks noGrp="1"/>
          </p:cNvSpPr>
          <p:nvPr>
            <p:ph type="title" idx="2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1276" name="Google Shape;1276;p34"/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/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/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/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/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/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/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analysis</a:t>
            </a:r>
            <a:endParaRPr dirty="0"/>
          </a:p>
        </p:txBody>
      </p:sp>
      <p:sp>
        <p:nvSpPr>
          <p:cNvPr id="1250" name="Google Shape;1250;p33"/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TODO</a:t>
            </a: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/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C1CFEF57-BAD4-0709-E8E3-00D12DE33E0E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Music file to Midi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9B2F04C5-0372-6BAC-3460-FB159ABF7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7BAE664D-92A9-E27C-A90E-78A28F229FFD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2423FD41-615D-E25D-3B4A-2171DA8C723C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769A23C4-AA87-20AA-D922-7E1FE5A65E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analysis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DD8E8524-49C3-576A-7E7C-1FB17836BE1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TODO</a:t>
            </a: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29D440E5-B99E-A1CA-BEC5-630659EA018B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08C1F026-2163-0E92-368B-DD81057F3F45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Manage Hz  ranges from midi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948089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10F44CF5-AECB-0F2C-A053-F319D29DD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8E73E7A0-B5D9-C35E-9FA6-DA1454F7ECFC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E6142372-F9A3-7315-2E0A-93922D195F8D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2348F4CD-5930-8FA3-8624-CBA3752225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analysis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724BAAB4-404F-B35E-B970-8DF0780FD14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TODO</a:t>
            </a: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A46ACA65-CBFA-5234-808D-0BE455F28384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02495C13-5A9A-9F02-26E0-E0E3CDAA11FA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Detect note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164879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38AAA7B8-9A17-8E26-0E27-D69D7A359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B233AF41-E9A8-C800-C6FE-A5B70FBEDD3A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21C4317C-AC2F-0EAF-4238-511605BF805E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721A17A3-1046-F004-836A-5AC2E9B24F04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AC0A0199-05AC-F132-5B91-12B1EAB7EB8D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673E4646-4E34-2193-9AC7-F7D576593DBE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91E795BA-61E0-CB04-7D60-01D32CC07FBC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FA61CA3-61F6-16DD-25F9-E16DC1A3F07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E98A92EE-3850-F118-9B54-0A63E4159CE0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5B910-04DA-13DB-2924-1A1670A0F6F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193F2CF9-F4C7-6C2F-C716-9731219A955E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4956ACCE-0D51-245B-323B-CB2F9971199B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0D7608FF-9111-806C-682C-E0861F332AF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21AB729B-6DBD-8863-288A-841BF8D82D09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BDD12AB0-4838-348B-F7D0-C050911AA9A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F8CFE4B1-23C8-901A-B3B0-E57954AB7811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1E18031D-A946-49D4-6B6F-1AD9AA49F6C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9C8D0883-5AB8-6403-B2DF-C106AD20F85A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2B448C83-4852-39E5-2633-1722EE7741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653058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540C891B-3D20-B99F-B16D-48D32FFE880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5B59E97E-6FB2-061E-34EF-FB53CC3745C9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ABE96C04-190E-B4D9-7510-724A29470C27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031FF49-99FE-A30D-8E2D-B939DB1597CE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0961F854-3C3D-30C9-77C3-D052402B0346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A029631C-E793-EF84-86FC-9A8CE77C1743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7C250844-8E6A-5EA9-A76D-EBF70E7A7638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5C529B5C-C782-846B-6169-8A23BCA41AB0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5CD6F0BD-877D-DADC-4661-420395FB206C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3931E540-E085-52CE-2A2D-CBAB67F718A7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FF06B63A-8A7F-13A0-3239-2FA7782895CE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B3B3AE45-203B-44CE-AE90-C6190E67F798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C8CEB628-7F94-865E-E2DB-0AA137CCB63F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78A1F46B-483A-B823-0A66-28232E89CBCF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6F7AA255-699B-980A-0C06-EE30E771ABD6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753A7454-BC44-13ED-9101-8D6BEE1FAE40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E6EA4F-A778-4984-B931-F9223ECE205D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B0737BBF-437E-3153-E2A1-975C5D084688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5FE26288-966F-DBCB-868C-5B69CFF440BE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587CDE1C-E2C3-2973-CEFA-F16D3107187A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179C3C79-A188-80AB-269E-453AA146394E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E13CE628-EB95-F26A-A2B0-BA14A016535D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16562E96-A667-F57C-0019-035D14A7FFCF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852B06B2-4C3B-38D5-1FEF-265C48EAF94B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482C7504-421E-D68A-34F0-85F8AC519945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B1EB7212-5702-63CD-17BF-92E79E6ED7D2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A110F59E-EC79-218F-1ECA-451EB2589F29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8CD4C851-B010-72FB-864D-C9CE4CDF8B25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C39BC928-EB5D-9249-0B31-9BC73B09235D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F74B6E3C-C319-8ED2-0C55-083E113EBF8A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6DE5BA38-2A84-7E24-CB4E-80AB88581FCB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FFC48D83-2EFB-EAE0-7DC6-8551E539F472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B2CDF52E-DAE8-361E-8F33-9BDD5FDFADCD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50CBCF33-881B-A7E6-3904-440D7001A4C6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B3A2BA08-7D9B-FD2C-FB62-1D9A26F14734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8D46BF32-28F5-36A2-EF4E-F84BE5DE89D8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D5A3E2AE-49FF-E4D0-479F-A6E7D5F8BFF7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D544955E-EE11-2F8A-E3C2-B484F99F5C7D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A3ACFD2F-1462-0039-8659-9E668AC3362E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A4E1C8D9-8A0E-F774-74DA-FD5DC04F96F6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499669AE-65D7-B724-3DF5-856BBFE470E4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EFFFBA4B-6967-420A-6509-9640BD1AF501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7FE81A8E-B8E3-4D0B-E048-D422338F08CA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A5925029-9725-A789-1689-A927740B761B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9CD58EA1-9B20-95DD-08B0-6BBDD077FFEB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F82DF2A-13F4-AA6A-0E1D-72F1E18D29E0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0CE772DA-1513-45AD-20A4-4E41DACE97C5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269026F9-CD86-62CA-37ED-7DA401DB96A8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927D06-4442-6C16-C159-F16D0036394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C6C95707-9342-5B95-C2C7-E4F17391E81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E47A425E-F6D9-1E73-AC18-D51109163104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041014D6-75A5-72E2-D19A-0454A86156DD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4DA7E56C-2686-5ED2-7154-4919751772DF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73AD8862-17CB-289F-75DD-6473B78D255B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6DBA8696-06B5-A9B6-7633-EA0A21610BD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346E26C7-D646-CDF8-EF61-632F622AF98B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C4A7120A-0FBD-877F-2F01-9AA9F1503028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3A65A30-5D4C-1D3E-DF4C-41AB2795F3BF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866795E-FFA9-6BC0-3A65-AF2C4E70115E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6EBDD361-9732-EF6C-8ABA-CA2A2E772C12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B588E626-6B22-157D-183E-F84EA6CAEED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A1521747-604B-B144-6332-1F211A0F257A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F1D57DF5-BE9D-400A-EDF1-4CB0A6A4669B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2572A4D-9FB8-54A5-D9EC-F5B474DD1BC9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213D533C-AD09-F6BD-89FB-9B21E2BB7DC8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4B5C89A-5FAC-B254-71E3-75BEB87F7079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BFEE318F-F0E6-B386-71FE-1A0BA9AD0E8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5C68E4AB-F9B5-5E64-0737-22FAD1A1C295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8BB9AC9C-6E43-D1EB-CB9A-6433DB3D4DC3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DAAAAC01-1B59-0F4E-702F-36BAEB3C70CD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825AF33E-4650-4978-7C4B-0E69A80F7DE9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D7F0FA18-DBC6-A26C-5AA7-1712BD08E90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976E9917-30EE-9654-9EEB-A1260E3B87C1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CE985648-1EE1-97F3-B956-A9892B7BD11F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6F0313D7-07C0-DD4A-0B9C-0CAD3DA6BEE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6AA7191B-8D7E-5893-6CF4-B647808F1B42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21C6941F-A1F8-E376-B3EE-C506D66C36C3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262191B7-0759-5DBE-8A40-9405B87911AE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46A9132F-A334-384C-B61F-5A8B07146B8C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A27B12EE-8400-84BC-5775-25AE86A9DFFF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8CF69CD6-6683-5DB3-0FA8-1F13FA8FCCDF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E6EC4270-E330-192C-AA81-EF399E377845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6946AA7D-288A-FCF0-A63D-0C8940FB0EBC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1316E5B4-C9AE-5824-E323-183B9C3384E9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AC98CA30-AC59-B085-4F28-0C468376B94E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390B8611-62E5-7C37-492A-D46328C473E6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A13D50FA-1E1B-5C94-BE06-B6A4622FA5D8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16735CDD-1A73-5EA2-88A6-80E78E93C667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72B2EB8C-D068-9E29-9441-288A53CDBCF1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35B38A63-FF3C-3734-5E88-0A19EB8BC1EF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5455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CB12850E-CBB6-6142-4EF5-3FCAC5BEF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3E7ADC37-25A2-3BDB-62E4-EF8B51422658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980A6E2F-4BF5-92B9-CF28-47B5E7209FE9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ED739BF9-4689-F630-218A-44A54D38CB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BC147F79-252F-2DB5-C453-7FDF371F3D5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Syncro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Random trains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Can accelerate</a:t>
            </a: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848B2144-7D10-3C6B-25A7-B6635F29CA92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D550502B-0D4C-B315-8E3D-F5782F714597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Train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981606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88941D8A-F5D0-FB07-7FDC-210EAA6CE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8E00E9DE-0553-B604-BCE6-38CB48E3646F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F5C78F0A-C729-3CF4-64A2-FCB6BB821420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68193C01-A942-182B-D55A-9055E3CEAF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6667892A-64DD-EB60-394B-A14E16E9DEAE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468C386E-182D-C23E-9122-ECEFC0917926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Shapes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D012739-D4B6-D54E-D31A-62983B4A0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063" y="1269456"/>
            <a:ext cx="6092826" cy="247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393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78830C12-61B2-AC04-E504-5F80DB7E4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90D67CB5-11B3-C80A-059D-CB4AB55F4CB1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9509FB73-78C0-E2CB-D88E-2296209B3D5C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8CFE856F-AF83-CE79-1B13-B99A94DCC4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356D154D-CBC4-88A7-E3EC-00A5E2BA420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762886" y="403696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Clouds moving to the right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Based on a circle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Changes due to additions of sinus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C7D2D4D2-FA67-D759-BE08-E0AEE3A8BB8F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C9EA8414-7D50-B48B-7B57-E8CE79BBBC8B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>
                <a:sym typeface="Wingdings" panose="05000000000000000000" pitchFamily="2" charset="2"/>
              </a:rPr>
              <a:t>Cloud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1250;p33">
                <a:extLst>
                  <a:ext uri="{FF2B5EF4-FFF2-40B4-BE49-F238E27FC236}">
                    <a16:creationId xmlns:a16="http://schemas.microsoft.com/office/drawing/2014/main" id="{C31012DD-6E52-DAC0-2450-1E67D3C6E79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62886" y="1911540"/>
                <a:ext cx="4081945" cy="14929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16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CH" sz="1400" i="1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fr-CH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sz="14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fr-CH" sz="1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H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sz="1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fr-CH" sz="1400" i="1">
                            <a:latin typeface="Cambria Math" panose="02040503050406030204" pitchFamily="18" charset="0"/>
                          </a:rPr>
                          <m:t>base</m:t>
                        </m:r>
                      </m:sub>
                    </m:sSub>
                    <m:r>
                      <a:rPr lang="fr-CH" sz="1400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subHide m:val="on"/>
                        <m:supHide m:val="on"/>
                        <m:ctrlPr>
                          <a:rPr lang="fr-CH" sz="14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d>
                          <m:dPr>
                            <m:ctrlPr>
                              <a:rPr lang="fr-CH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base</m:t>
                                </m:r>
                              </m:sub>
                            </m:sSub>
                            <m:r>
                              <a:rPr lang="fr-CH" sz="1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fr-CH" sz="1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func>
                              <m:funcPr>
                                <m:ctrl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fr-CH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CH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H" i="1" dirty="0">
                    <a:latin typeface="Cambria Math" panose="02040503050406030204" pitchFamily="18" charset="0"/>
                  </a:rPr>
                  <a:t>A = Amplitude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H" i="1" dirty="0">
                    <a:latin typeface="Cambria Math" panose="02040503050406030204" pitchFamily="18" charset="0"/>
                  </a:rPr>
                  <a:t>f = Frequency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fr-CH" i="1" dirty="0">
                    <a:latin typeface="Cambria Math" panose="02040503050406030204" pitchFamily="18" charset="0"/>
                  </a:rPr>
                  <a:t>= Phase</a:t>
                </a:r>
              </a:p>
              <a:p>
                <a:pPr marL="0" indent="0"/>
                <a:r>
                  <a:rPr lang="fr-CH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 </a:t>
                </a:r>
                <a:r>
                  <a:rPr lang="fr-CH" i="1" dirty="0" err="1">
                    <a:latin typeface="Cambria Math" panose="02040503050406030204" pitchFamily="18" charset="0"/>
                    <a:sym typeface="Wingdings" panose="05000000000000000000" pitchFamily="2" charset="2"/>
                  </a:rPr>
                  <a:t>returns</a:t>
                </a:r>
                <a:r>
                  <a:rPr lang="fr-CH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 </a:t>
                </a:r>
                <a:r>
                  <a:rPr lang="fr-CH" i="1" dirty="0" err="1">
                    <a:latin typeface="Cambria Math" panose="02040503050406030204" pitchFamily="18" charset="0"/>
                    <a:sym typeface="Wingdings" panose="05000000000000000000" pitchFamily="2" charset="2"/>
                  </a:rPr>
                  <a:t>list</a:t>
                </a:r>
                <a:r>
                  <a:rPr lang="fr-CH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 of points</a:t>
                </a:r>
                <a:endParaRPr lang="en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" name="Google Shape;1250;p33">
                <a:extLst>
                  <a:ext uri="{FF2B5EF4-FFF2-40B4-BE49-F238E27FC236}">
                    <a16:creationId xmlns:a16="http://schemas.microsoft.com/office/drawing/2014/main" id="{C31012DD-6E52-DAC0-2450-1E67D3C6E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886" y="1911540"/>
                <a:ext cx="4081945" cy="1492980"/>
              </a:xfrm>
              <a:prstGeom prst="rect">
                <a:avLst/>
              </a:prstGeom>
              <a:blipFill>
                <a:blip r:embed="rId3"/>
                <a:stretch>
                  <a:fillRect l="-1493" t="-17213" b="-122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 6">
            <a:extLst>
              <a:ext uri="{FF2B5EF4-FFF2-40B4-BE49-F238E27FC236}">
                <a16:creationId xmlns:a16="http://schemas.microsoft.com/office/drawing/2014/main" id="{0CA21404-FC39-7563-7C71-F102AEA5A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1744" y="270942"/>
            <a:ext cx="5981074" cy="163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89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0" grpId="0" uiExpand="1" build="p"/>
      <p:bldP spid="1250" grpId="1" uiExpand="1" build="p"/>
      <p:bldP spid="1250" grpId="2" uiExpand="1" build="p"/>
      <p:bldP spid="5" grpId="0"/>
      <p:bldP spid="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0C496D40-92E2-8DF7-3863-9E2330AEE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B44B1E5A-5141-9C7F-CFC8-D0A812E7D41E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EEF39DB1-955C-F751-7D05-0A99E793687C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58C73AD8-69B2-E6A8-939F-8AB9E7169B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2B490955-8F89-2278-89D6-4640AF1333B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762886" y="403696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Groupe of triangles (rays)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Random angle of projection and speed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Changes due to additions of sinus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B2CCEAC5-2751-12D3-8A5E-D70AFE3B4259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9A092E9A-8D62-4C7A-7ABF-DD24CD29B9D4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>
                <a:sym typeface="Wingdings" panose="05000000000000000000" pitchFamily="2" charset="2"/>
              </a:rPr>
              <a:t>Fireworks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5164B2A-A60B-44B8-E99B-4ADB36FA4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5" y="2196601"/>
            <a:ext cx="5275117" cy="1023341"/>
          </a:xfrm>
          <a:prstGeom prst="rect">
            <a:avLst/>
          </a:prstGeom>
        </p:spPr>
      </p:pic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B1A3699F-2DA1-A8F4-BBB6-DF87F1F2F257}"/>
              </a:ext>
            </a:extLst>
          </p:cNvPr>
          <p:cNvSpPr/>
          <p:nvPr/>
        </p:nvSpPr>
        <p:spPr>
          <a:xfrm>
            <a:off x="5521923" y="2465955"/>
            <a:ext cx="498764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1250;p33">
                <a:extLst>
                  <a:ext uri="{FF2B5EF4-FFF2-40B4-BE49-F238E27FC236}">
                    <a16:creationId xmlns:a16="http://schemas.microsoft.com/office/drawing/2014/main" id="{3C2CC9D4-400F-51B3-2D24-40E785D672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43469" y="2159647"/>
                <a:ext cx="3224645" cy="4250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16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9pPr>
              </a:lstStyle>
              <a:p>
                <a:pPr marL="0" indent="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CH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H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CH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CH" dirty="0"/>
              </a:p>
              <a:p>
                <a:pPr marL="0" indent="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CH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CH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CH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H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H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CH" i="1">
                          <a:latin typeface="Cambria Math" panose="02040503050406030204" pitchFamily="18" charset="0"/>
                        </a:rPr>
                        <m:t>𝑔</m:t>
                      </m:r>
                      <m:sSup>
                        <m:sSup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fr-CH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CH" dirty="0"/>
              </a:p>
              <a:p>
                <a:pPr marL="0" indent="0"/>
                <a:r>
                  <a:rPr lang="en-US" noProof="0" dirty="0"/>
                  <a:t>Ballistics</a:t>
                </a:r>
              </a:p>
            </p:txBody>
          </p:sp>
        </mc:Choice>
        <mc:Fallback xmlns="">
          <p:sp>
            <p:nvSpPr>
              <p:cNvPr id="8" name="Google Shape;1250;p33">
                <a:extLst>
                  <a:ext uri="{FF2B5EF4-FFF2-40B4-BE49-F238E27FC236}">
                    <a16:creationId xmlns:a16="http://schemas.microsoft.com/office/drawing/2014/main" id="{3C2CC9D4-400F-51B3-2D24-40E785D672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469" y="2159647"/>
                <a:ext cx="3224645" cy="425021"/>
              </a:xfrm>
              <a:prstGeom prst="rect">
                <a:avLst/>
              </a:prstGeom>
              <a:blipFill>
                <a:blip r:embed="rId4"/>
                <a:stretch>
                  <a:fillRect l="-1134" b="-17428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354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0" grpId="0" uiExpand="1" build="p"/>
      <p:bldP spid="1250" grpId="1" uiExpand="1" build="p"/>
      <p:bldP spid="6" grpId="0" animBg="1"/>
      <p:bldP spid="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EE3DBACA-A879-0082-A1CF-9451B69AD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4F6F7E04-DD08-9791-9DE3-D1B9DBB1AE66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C7D768DB-A0BB-1A7E-F6B3-BE6C645D3BB4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583B7726-612E-48CA-ED0F-49CE859C25FB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9B104533-08F9-DA0C-B75B-E83EA02E9B22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B1859F73-2204-6EFB-B8C7-86AF4B561E03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A70D45EB-E052-84AA-9692-9BF202FE94D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1169136-1975-4337-27E8-26FC58CD913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BE1DCAA3-09EB-15BC-13F5-CE45A20234BB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9DEF1-DBB3-4B40-AD20-BC9132AE3C81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89EF7C86-822A-A650-11BE-36B6D94BBBAF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F4A3D57F-8E5C-8750-B8AF-F75E74BC9D14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57B3C485-A1F2-81F4-BD40-FB5C3B3E4A4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BC8F52D3-3D04-25AD-CA94-19C8E24CB98B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F83F63A6-1F99-5919-DD51-721EF1DC3A8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B5840831-6407-A9D6-C721-5217699A4219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8722ECD8-CCB4-C34C-91ED-7C6DF6E98E3F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3CD4873D-95A3-C384-53FC-B02FEE716F58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ADC5E585-DD31-64FB-1AF0-2B66CE46FC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530246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Showcase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74657970-C71F-0C77-0D16-FABF12FDEA3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E5F5206A-1D81-B4DB-3A8B-D772F3749735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71BAA285-8C0C-C27D-C445-A25DAF639E48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19362EB-E722-CD6D-96B0-2A4AFD3E2E83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A8914F5C-3477-1E35-0BC0-7EF2F4AB3FCB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14AF110B-8114-5B9C-D691-64ACD2310F4A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C2103AD4-37ED-CC59-E27F-EE5F57E9E6E7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63A4F72F-B0EC-6713-9DAA-3E667A8CBC81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C6A1353C-DDCC-F583-5D49-673C7620EF45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9BEC3F41-DECD-1D90-6134-CBBF17880CC6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5A7C0FBC-9C62-0AAC-BAF8-F268B656E4B9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C9F546BA-BF7D-B766-9D87-56B08D0D3B7F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D09D83B5-8C0F-3DE8-0EB2-5EDE3C172A4D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C96ADBDF-5320-26A8-6E14-8A0CEA27F33D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9E08905D-41E2-0216-EB0D-1D65E4F60019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665ED7EA-CEB8-7047-CC60-3FBCCF531A84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D0846F-6DB3-D7D0-5173-EB889D8B6619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53BC4614-8D79-CE64-A8F2-909736960F4C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746DF53C-6717-B62E-95B0-2F78100A00A1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B3ECAB23-7CDE-2D92-3FC5-25A0CBE483F7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E031AA20-AE18-7B40-150C-064611B8CE46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AE0F5C31-FA6A-5138-B169-7E5FFA7D778F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B0E99D91-593E-4A18-B16D-609385A0A405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7B2D134B-23C4-B745-512D-C712C6371F83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E554FA33-7A3F-52D9-F287-E96C47777A48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FDFABF81-CE08-D2B2-1E6D-882CCEA17E71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8E0335F4-C9A4-7D67-7D63-35687BE443A7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0B6E3FA5-715A-338B-8A3E-3875F0BF108C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0BB6C915-5385-1FE1-42FF-C4CAAAE07A73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EDF36729-ECFE-99C7-D0C6-43880599B65B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2EB4FAA4-F095-82DC-AE19-31C4AAC3CA52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00AC4C0E-351D-A8C4-9641-CD5942307C3C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3A2001AB-078E-8A71-016A-9EF35E08D92A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D0A3D80F-17B6-8BCC-E07C-360C5C20E917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A843DEAC-F1F9-DD30-715D-2C5F5A81C2E6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14E8EB7B-3A64-A962-C2BF-F24CBD33984F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5709187A-7126-2DB4-5EE9-0AE6384FA6F9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421FE0BC-D1FF-CA59-CAD1-865945A22DB7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C950E39B-6931-BA10-45C1-6E09C9B77B2C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D64A0505-56D7-AD03-F43D-70AD41EE86E8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781C51C1-B7F0-2A3E-FAAE-29AFE6666592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18973D73-D087-BDE0-5338-E10975FAB2E0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1211E0EC-A585-C500-972F-F8B2492A15A6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16CAFD24-EC56-CD14-C3C1-F84305D00914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D227FC5E-F135-7132-0A59-37A1AB2D73E5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BE330AE-6C04-7587-DE25-C471DB06DE33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2E161488-1FB5-3B9F-5A1F-96D46AC424E6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5774DDB1-B560-619C-F420-F39BBE5E7DCE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59D6C8-30DB-D34B-65B4-F7A1B5B9011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1A5F5352-914C-A89B-37A2-9D63A44971A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7BB24F59-4DA4-401E-8C2F-4F52F14763F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274980AC-5148-63A7-4142-C7A149C0E9FC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6857AEB9-A785-8C87-FAD4-2235F2D5E53D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FA9B1FC4-6151-087F-F19A-DFE2876AF95C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82F99B9B-1393-5E46-B799-7970E262F3A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AC216873-6AFA-413D-3A1A-75BD724BD8EC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6CFD4FC0-7A4F-7FB9-3F0B-790768485BEF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57F956B-2970-79D5-E68D-4DBED2C49A80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7F10F49-EB6A-53DA-9708-E82A93B82D98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E7BA9E98-0AA7-639E-B912-3CE4904B5B76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6DBBE83E-2420-105F-ACB4-06E508068C3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DD52EB39-0641-7A05-4DA4-0BEAA8C2E7B9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54D1D86-1A70-68CA-0BBF-7E8B4513A440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B099CFC-C430-64EC-1CC5-79819F70704C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A1EB6298-FC6B-32F2-8385-E224EFA53B65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02D0F8C-12D4-EDF8-36F5-E10483099B1F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163FC92B-5F50-5474-78C8-EA85DC5955F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3485FDDD-023C-259F-7355-9122CE228468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3EF4D53F-1DAE-478A-E112-4381CDBC91F5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BE4A88D4-9A0F-154B-ABD2-2B16ED64494F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7573566A-DA0D-1C27-F0DA-6393D43E9CB4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3F2E68B4-E37D-1FFB-DAC0-3B5BA5AA0D4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B706220E-BA00-985E-F12B-DE35D6853873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29D94686-63F3-76CA-B8A6-20B6C6522292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17AAB09F-28C6-E356-55B2-4FC93636B01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A1E492BC-A644-9C34-CEF3-F56FA34BC099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BE06763D-1A47-3DB7-581A-2D8AFA448F8E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111626FE-8D5A-AA3A-39CF-B4259ACD4D2B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B73C287C-A3EB-CEB9-CE5A-505DD2861C63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05C34C32-3B6B-B766-8BCE-FD616B247E0E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44AB82DC-368D-2912-9343-C72D6F8B6F90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BB7BA8F2-D767-EBC3-6EF3-CF5D6187B72C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AD7D24DF-6971-C3C9-5295-71FF07ED3FAB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DE07DA82-1F4E-3E04-3992-947D3A9C1608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8CA9E0C6-B26A-FE15-C70B-639FED2DC488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F18260BB-FF46-5C94-71BE-3A54622B8E40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371E993A-88F3-F866-FCC0-C1AA0E5453F9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923ECB04-4101-C99C-6620-14EAF10F6562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1EBE92D5-C468-1376-BE05-21A0BCE245F6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6553446E-6222-F76B-BD42-2961E3DD1B57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6951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B8D1833C-A1DF-B25D-CF44-EABB29C5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78976BCD-D9DC-1D02-0DFF-97616DB1ED47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E05961CA-153C-5FAA-CC08-A32594039924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F9992A79-74B8-165F-0985-D6E8EB7EC243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64FA2D48-1AEC-FCB6-291D-DAE74396C053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DF4AB7CB-4912-DC98-496A-96D9A7912317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2A6FFD49-D6DB-3325-FD45-8A1D76E6F660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7D03190F-90FD-A63F-6D7D-D9167B1CE74B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D6F7DF79-FCCF-D1ED-6F6C-EF96BBF6471A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BE88ECE1-3FDB-3259-10CE-82E0E74A29E9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671183C3-3DD2-78EB-5C91-BFBFAA8A94DB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5BAD059B-091F-FF10-B34D-A73663A27A4B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7AD0ECDE-5AD1-1A5A-F6E9-5F1991D404DB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ED90B805-41BD-44FA-A509-ACD7EF0B4AB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C6173E96-A606-AB9F-99DF-6FB926D49FDE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D6CE6F55-BD05-9B9D-E6E5-61B9F9C77A25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D6A6B937-D70C-88DD-1566-3589811A8C8A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23891E9D-9668-5F5E-C80E-63E313CBD2C7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765E4855-6877-E24F-4D24-27FCE0942A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7103" y="2530246"/>
            <a:ext cx="449386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Contrast with the plan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788D93F1-50F7-449E-0C78-B87E23F4D3D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085634DD-5CFD-6CB8-E2F0-69A6B150C4A6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938B0D4C-47E2-156F-38E7-20E5EDD2A51B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92A977DE-61FC-5F66-7E58-4DE6AC664A8E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7C4371E2-7BB6-E083-4A0A-F57671A1F50B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A87D15A8-BA27-FA63-922B-6CC4868ADA18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461C8B8A-9FDE-16DD-9310-52AE298A5524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919A092B-8579-24CA-2C52-7407D806BD8F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02F8FD80-4D86-C414-E980-EE4B3251B117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685150DE-8A1B-2CA4-9083-C76944D1C3AC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72833700-4273-3B22-E0D3-3BCD8CA1A82A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92CBA0C5-5972-7CF7-3171-C926F4AFA70D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E894E37F-3048-BC6D-F085-BDDD19884429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D626DF0E-411B-3A3B-D187-4605EA7E1934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021773BB-ECA9-3915-7EB4-1FE3787F2C39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826A4709-BF18-AA05-5630-92056C192C0F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3B646167-6277-9644-1657-C5B2AE18EF30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F624620B-751C-3699-524F-4B6BF3330F41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E5B94ED7-43BF-ED85-5347-FE55434FB27A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E9C5DB87-2959-6181-E9C4-66C144EC4673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904B329F-6AB4-8E68-D2B1-A682D8616AD2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7D01271E-4BB2-AA5F-E698-86931A49BE33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57C25ECE-4AD6-DB6A-7AAA-2A2905700213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1AFCF630-95BD-A14A-AD48-AFEB8B4299B8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4270E740-BB80-65AA-7DFA-E904CE6E1164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086959EF-D71D-C067-20C8-E6D0F9F41605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15A1AF61-7F45-B83A-443A-35089AEFCD34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8C93EF44-EE4E-6E6A-1F49-DEFEFCE3AAD3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1EF59F2B-A672-50E3-3369-ADA827DB01AD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0C3F9F06-AA0A-1B01-B0E1-31F209D0A5C9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8CB235AA-CB37-8513-087C-10CC20687426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22EBC010-6769-E891-5BF6-07B8B5DFF18B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171C1F86-E6CF-B45A-6420-8BC2BAB2556E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19DC36E3-1B07-F124-2409-1348B91FD362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810E97DD-4A73-43A1-3612-6D1806F1E5A1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E85B714B-79FE-9056-E74E-22F94018ED90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58CF39A9-7103-67A1-2BD6-BA9C31DD43FD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BFBF3C46-74FB-D07D-5E15-86591D84E0DE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67DF8499-0398-DFA8-80B1-2C2593ECF6CE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0754F595-DE94-C643-AF82-D9E6CF427741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62694BDD-DC09-41F5-A76F-A7700C24F110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D9376F15-0D6F-1A99-1EAA-581E1374EBB9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AB561DCE-F538-9D33-1CDF-A67AA3C1E8B4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48292655-5431-A4C0-3F74-C3ED6DDB51B7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7270F963-5AC2-3F2A-0BAC-E7C40AA73601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A02674ED-3F3A-C1C6-46B3-B1E680C737D3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D517469D-0611-7250-501B-38B194A707D7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0779B50E-348C-3E57-EEC1-ADDF3DC014C9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3513F5CC-38E9-4803-8621-DF3D9C1FB87B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82FF0762-4DAF-0D89-B91A-E629B5C20D58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A860BF02-C3A9-8495-D060-5AC36139B64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AB3C0FBB-CC07-A16D-1818-AE25B322952D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AA3A9957-5545-4A87-21E5-D5130A2AA77F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C9BE2E5E-5391-EA55-0462-EF4C1F5BDA8C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A8F5DE0B-A312-008D-2593-D15610357743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66E24DA4-1CE9-77CF-ED18-16E0D3B63BA9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9CB81A9F-BF28-6CF5-C66F-86A7E7EA420D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B0014DED-A685-B04C-A693-2C0D587CF085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FC0DB3B0-58A2-421D-4E1D-2FBB2D727F89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F4444573-A5FD-4DCE-F4BC-1D433F480504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6DEDF2CC-F235-014F-13C2-11968E0923CF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DEE0BC4D-8499-1715-54CF-8EA3E640B47C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960B5C8-196A-E1BC-D5BB-E18373213BAE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24E24D29-5DEC-1B71-9DF6-DEEE31CA1650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67A3C28E-7CE9-D437-9273-81DB169E38AB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A44A0E06-AE35-0A31-07BD-4DB3B0C1BBC7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9E2582EF-B172-4B56-1827-C8087B86FA25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82BFC1E9-8A66-313D-E84F-2757A18BEB5D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7F5C1478-EDAA-3C24-512A-FA9CFA486961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2B397A93-BA62-B18D-573D-75335872AF1D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B51A817B-0E10-9168-D02F-B8A841310721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4EFF2413-1599-504C-E98B-E1ABD019686B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B90EDCDE-07D1-B9D3-0BE1-AF9BD43D0D7C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E8DB275D-6BD1-5721-C26F-B8D71A509A1B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1FC0DBF4-4683-FEED-E77F-1EB562217358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E5C63C33-B771-D3DD-BDD6-77373B5EBBA0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0EA4309F-7286-0F8E-4353-15F0B9B3A081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42E542DD-95B8-6CE1-25F8-25D54117945B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C9B22E58-3D14-C744-1349-53A169100457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BF88A87D-4DF4-6A5A-7F72-F47222592334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A42E3310-DB33-6799-40C7-03D589E14980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535F3654-847B-6F2E-69CD-EE4DF0C3C67D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1B8AD314-E011-3071-2E7F-5A88433C4D40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B56FE36F-E0E2-3F54-DBAD-824C4B867EB0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48F72C75-784C-3262-7F44-C1B64AF74CE7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1D6E26F9-A33A-58A8-EBD8-F511C5B56AC1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0494AD5C-26BF-7866-4477-04C088013C73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78481CFD-977A-2A4F-E70C-3C5DBA549A0F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D4693DA1-389F-5C8E-84E3-F19FAAA55FCE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94626453-A81C-9457-2EF1-162E1D93AA74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284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>
          <a:extLst>
            <a:ext uri="{FF2B5EF4-FFF2-40B4-BE49-F238E27FC236}">
              <a16:creationId xmlns:a16="http://schemas.microsoft.com/office/drawing/2014/main" id="{8ABCE62F-6DC9-96AE-490E-5122E5255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>
            <a:extLst>
              <a:ext uri="{FF2B5EF4-FFF2-40B4-BE49-F238E27FC236}">
                <a16:creationId xmlns:a16="http://schemas.microsoft.com/office/drawing/2014/main" id="{78185249-511B-DA76-3A1C-6CACFEF133F3}"/>
              </a:ext>
            </a:extLst>
          </p:cNvPr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>
            <a:extLst>
              <a:ext uri="{FF2B5EF4-FFF2-40B4-BE49-F238E27FC236}">
                <a16:creationId xmlns:a16="http://schemas.microsoft.com/office/drawing/2014/main" id="{5AA4755F-ED47-B6C4-1120-594603969F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Prototype</a:t>
            </a:r>
            <a:endParaRPr i="1" dirty="0"/>
          </a:p>
        </p:txBody>
      </p:sp>
      <p:sp>
        <p:nvSpPr>
          <p:cNvPr id="1949" name="Google Shape;1949;p43">
            <a:extLst>
              <a:ext uri="{FF2B5EF4-FFF2-40B4-BE49-F238E27FC236}">
                <a16:creationId xmlns:a16="http://schemas.microsoft.com/office/drawing/2014/main" id="{4FA3A847-DC44-3E26-71DE-2FB6B6652BF1}"/>
              </a:ext>
            </a:extLst>
          </p:cNvPr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>
            <a:extLst>
              <a:ext uri="{FF2B5EF4-FFF2-40B4-BE49-F238E27FC236}">
                <a16:creationId xmlns:a16="http://schemas.microsoft.com/office/drawing/2014/main" id="{E7B41F42-E19D-C570-DF63-32D8DA5A32FD}"/>
              </a:ext>
            </a:extLst>
          </p:cNvPr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AAE120C-176F-D623-FE9E-FB9B6B85E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739" y="1468913"/>
            <a:ext cx="5057775" cy="20574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902EBBD-1184-A53C-5074-3E4641CB4D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823" y="1487678"/>
            <a:ext cx="3705742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497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9" name="Google Shape;1199;p31"/>
          <p:cNvGrpSpPr/>
          <p:nvPr/>
        </p:nvGrpSpPr>
        <p:grpSpPr>
          <a:xfrm>
            <a:off x="543463" y="3301326"/>
            <a:ext cx="8057030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1203" name="Google Shape;1203;p31"/>
          <p:cNvGraphicFramePr/>
          <p:nvPr>
            <p:extLst>
              <p:ext uri="{D42A27DB-BD31-4B8C-83A1-F6EECF244321}">
                <p14:modId xmlns:p14="http://schemas.microsoft.com/office/powerpoint/2010/main" val="1156237451"/>
              </p:ext>
            </p:extLst>
          </p:nvPr>
        </p:nvGraphicFramePr>
        <p:xfrm>
          <a:off x="727855" y="1684737"/>
          <a:ext cx="6449033" cy="3840300"/>
        </p:xfrm>
        <a:graphic>
          <a:graphicData uri="http://schemas.openxmlformats.org/drawingml/2006/table">
            <a:tbl>
              <a:tblPr>
                <a:noFill/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2603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Fix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some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 issues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Detect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 instruments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Add more animations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06" name="Google Shape;1206;p3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Contrast with plan</a:t>
            </a:r>
            <a:endParaRPr dirty="0"/>
          </a:p>
        </p:txBody>
      </p:sp>
      <p:sp>
        <p:nvSpPr>
          <p:cNvPr id="1207" name="Google Shape;1207;p31"/>
          <p:cNvSpPr/>
          <p:nvPr/>
        </p:nvSpPr>
        <p:spPr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8" name="Google Shape;1208;p31"/>
          <p:cNvSpPr/>
          <p:nvPr/>
        </p:nvSpPr>
        <p:spPr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250;p33">
            <a:extLst>
              <a:ext uri="{FF2B5EF4-FFF2-40B4-BE49-F238E27FC236}">
                <a16:creationId xmlns:a16="http://schemas.microsoft.com/office/drawing/2014/main" id="{40123C81-9566-389F-AE54-095FDA7FADDF}"/>
              </a:ext>
            </a:extLst>
          </p:cNvPr>
          <p:cNvSpPr txBox="1">
            <a:spLocks/>
          </p:cNvSpPr>
          <p:nvPr/>
        </p:nvSpPr>
        <p:spPr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>
                <a:sym typeface="Wingdings" panose="05000000000000000000" pitchFamily="2" charset="2"/>
              </a:rPr>
              <a:t>What’s next?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9" name="Google Shape;2299;p49"/>
          <p:cNvSpPr/>
          <p:nvPr/>
        </p:nvSpPr>
        <p:spPr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0" name="Google Shape;2300;p49"/>
          <p:cNvGrpSpPr/>
          <p:nvPr/>
        </p:nvGrpSpPr>
        <p:grpSpPr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>
              <a:xfrm>
                <a:off x="11075" y="3519300"/>
                <a:ext cx="204650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>
              <a:xfrm>
                <a:off x="1976050" y="3763800"/>
                <a:ext cx="202400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>
            <a:xfrm>
              <a:off x="292425" y="3568200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20" name="Google Shape;2320;p49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sp>
        <p:nvSpPr>
          <p:cNvPr id="2322" name="Google Shape;2322;p49"/>
          <p:cNvSpPr txBox="1"/>
          <p:nvPr/>
        </p:nvSpPr>
        <p:spPr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  <p:sp>
        <p:nvSpPr>
          <p:cNvPr id="2344" name="Google Shape;2344;p49"/>
          <p:cNvSpPr/>
          <p:nvPr/>
        </p:nvSpPr>
        <p:spPr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5" name="Google Shape;2345;p49"/>
          <p:cNvSpPr/>
          <p:nvPr/>
        </p:nvSpPr>
        <p:spPr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46" name="Google Shape;2346;p49"/>
          <p:cNvGrpSpPr/>
          <p:nvPr/>
        </p:nvGrpSpPr>
        <p:grpSpPr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>
              <a:xfrm>
                <a:off x="-70375" y="4454000"/>
                <a:ext cx="9237926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405" name="Google Shape;2405;p49"/>
          <p:cNvSpPr/>
          <p:nvPr/>
        </p:nvSpPr>
        <p:spPr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6" name="Google Shape;2406;p49"/>
          <p:cNvSpPr/>
          <p:nvPr/>
        </p:nvSpPr>
        <p:spPr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7" name="Google Shape;2407;p49"/>
          <p:cNvSpPr/>
          <p:nvPr/>
        </p:nvSpPr>
        <p:spPr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8" name="Google Shape;2408;p49"/>
          <p:cNvSpPr/>
          <p:nvPr/>
        </p:nvSpPr>
        <p:spPr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9" name="Google Shape;2409;p49"/>
          <p:cNvSpPr/>
          <p:nvPr/>
        </p:nvSpPr>
        <p:spPr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0" name="Google Shape;2410;p49"/>
          <p:cNvSpPr/>
          <p:nvPr/>
        </p:nvSpPr>
        <p:spPr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11" name="Google Shape;2411;p49"/>
          <p:cNvGrpSpPr/>
          <p:nvPr/>
        </p:nvGrpSpPr>
        <p:grpSpPr>
          <a:xfrm>
            <a:off x="649349" y="4019912"/>
            <a:ext cx="3269777" cy="772427"/>
            <a:chOff x="3962175" y="2857795"/>
            <a:chExt cx="3075700" cy="726580"/>
          </a:xfrm>
        </p:grpSpPr>
        <p:sp>
          <p:nvSpPr>
            <p:cNvPr id="2412" name="Google Shape;2412;p4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643797E7-1CA4-1BE5-085F-B7ADAA9CBE42}"/>
              </a:ext>
            </a:extLst>
          </p:cNvPr>
          <p:cNvSpPr txBox="1"/>
          <p:nvPr/>
        </p:nvSpPr>
        <p:spPr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800" b="1" dirty="0">
                <a:solidFill>
                  <a:schemeClr val="dk1"/>
                </a:solidFill>
                <a:latin typeface="Abel"/>
              </a:rPr>
              <a:t>Do </a:t>
            </a:r>
            <a:r>
              <a:rPr lang="fr-CH" sz="1800" b="1" dirty="0" err="1">
                <a:solidFill>
                  <a:schemeClr val="dk1"/>
                </a:solidFill>
                <a:latin typeface="Abel"/>
              </a:rPr>
              <a:t>you</a:t>
            </a:r>
            <a:r>
              <a:rPr lang="fr-CH" sz="1800" b="1" dirty="0">
                <a:solidFill>
                  <a:schemeClr val="dk1"/>
                </a:solidFill>
                <a:latin typeface="Abel"/>
              </a:rPr>
              <a:t> have questions?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18D0630-8C08-444E-7220-BDEB0A966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310</Words>
  <Application>Microsoft Office PowerPoint</Application>
  <PresentationFormat>Affichage à l'écran (16:9)</PresentationFormat>
  <Paragraphs>80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3" baseType="lpstr">
      <vt:lpstr>Bakbak One</vt:lpstr>
      <vt:lpstr>Abhaya Libre</vt:lpstr>
      <vt:lpstr>Wingdings</vt:lpstr>
      <vt:lpstr>Abel</vt:lpstr>
      <vt:lpstr>Arial</vt:lpstr>
      <vt:lpstr>Cambria Math</vt:lpstr>
      <vt:lpstr>Railroad Minitheme by Slidesgo</vt:lpstr>
      <vt:lpstr>RailBeat  Summer School</vt:lpstr>
      <vt:lpstr>Summary</vt:lpstr>
      <vt:lpstr>Sounds  analysis</vt:lpstr>
      <vt:lpstr>Sounds analysis</vt:lpstr>
      <vt:lpstr>Sounds analysis</vt:lpstr>
      <vt:lpstr>Sounds analysis</vt:lpstr>
      <vt:lpstr>Animation</vt:lpstr>
      <vt:lpstr>Animation</vt:lpstr>
      <vt:lpstr>Animation</vt:lpstr>
      <vt:lpstr>Animation</vt:lpstr>
      <vt:lpstr>Animation</vt:lpstr>
      <vt:lpstr>Showcase</vt:lpstr>
      <vt:lpstr>Contrast with the plan</vt:lpstr>
      <vt:lpstr>Planification - Prototype</vt:lpstr>
      <vt:lpstr>Contrast with plan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19</cp:revision>
  <dcterms:modified xsi:type="dcterms:W3CDTF">2026-08-20T16:33:17Z</dcterms:modified>
</cp:coreProperties>
</file>