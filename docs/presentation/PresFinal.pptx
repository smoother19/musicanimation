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Abel" panose="02000506030000020004" pitchFamily="2" charset="0"/>
      <p:regular r:id="rId23"/>
    </p:embeddedFont>
    <p:embeddedFont>
      <p:font typeface="Cambria Math" panose="02040503050406030204" pitchFamily="18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537" y="36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050711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9813349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837317" name="Google Shape;1092;g18a80d34a48_2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726599" name="Google Shape;1093;g18a80d34a48_2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991729" name="Google Shape;1211;g15207a17831_0_14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1976507" name="Google Shape;1212;g15207a17831_0_14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130792" name="Google Shape;1253;g19910ddec55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567583" name="Google Shape;1254;g19910ddec55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675004" name="Google Shape;1244;g152a7caf94b_1_41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035054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219150" name="Google Shape;1244;g152a7caf94b_1_41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262928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996383" name="Google Shape;1244;g152a7caf94b_1_41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524072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008626" name="Google Shape;1244;g152a7caf94b_1_41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157427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135342" name="Google Shape;1253;g19910ddec55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54315" name="Google Shape;1254;g19910ddec55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64228" name="Google Shape;1244;g152a7caf94b_1_41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3596231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CH"/>
              <a:t>4 cycles par morceau · 3 palettes · 24 bandes de dégradé · 0 image, que des triangles</a:t>
            </a:r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022466" name="Google Shape;1244;g152a7caf94b_1_41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715830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- Whole visual is in triangle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fr-FR"/>
              <a:t>Base class TriangularShape =&gt; which trangles am I made of ? (list_triangles)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fr-FR"/>
              <a:t>Derived Shapes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fr-FR"/>
              <a:t>Composition to move shapes =&gt; Group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430931" name="Google Shape;1244;g152a7caf94b_1_41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781979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en-US"/>
              <a:t>The outline starts from a circle deformed by the superposition of sine waves ($r = r_{\text{base}} + \sum \sin$). The amplitude (height of the bumps), frequency (number of waves), and phase (offset) are adjusted to create organic shapes.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679969" name="Google Shape;1244;g152a7caf94b_1_41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74754043" name="Google Shape;1245;g152a7caf94b_1_413:notes"/>
              <p:cNvSpPr txBox="1">
                <a:spLocks noGrp="1"/>
              </p:cNvSpPr>
              <p:nvPr>
                <p:ph type="body" idx="1"/>
              </p:nvPr>
            </p:nvSpPr>
            <p:spPr bwMode="auto"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defRPr/>
                </a:pPr>
                <a:r>
                  <a:rPr lang="en-US"/>
                  <a:t>The outline starts from a circle deformed by the superposition of sine waves ($r = r_{\text{base}} + \sum \sin$). The amplitude (height of the bumps), frequency (number of waves), and phase (offset) are adjusted to create organic shapes.</a:t>
                </a:r>
                <a:endParaRPr/>
              </a:p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defRPr/>
                </a:pPr>
                <a:endParaRPr lang="en-US"/>
              </a:p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defRPr/>
                </a:pPr>
                <a:r>
                  <a:rPr lang="en-US"/>
                  <a:t>L’</a:t>
                </a:r>
                <a:r>
                  <a:rPr lang="fr-CH"/>
                  <a:t> 'ajout du terme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 lang="fr-CH" sz="1100" b="0" i="0" u="none" strike="noStrike" cap="none" spc="0">
                                <a:solidFill>
                                  <a:srgbClr val="000000"/>
                                </a:solidFill>
                                <a:latin typeface="Cambria Math"/>
                                <a:ea typeface="Arial"/>
                                <a:cs typeface="Arial"/>
                              </a:rPr>
                            </m:ctrlPr>
                          </m:fPr>
                          <m:num>
                            <m:r>
                              <a:rPr lang="fr-CH" sz="1100" b="0" i="0" u="none" strike="noStrike" cap="none" spc="0">
                                <a:solidFill>
                                  <a:srgbClr val="000000"/>
                                </a:solidFill>
                                <a:latin typeface="Cambria Math"/>
                                <a:ea typeface="Arial"/>
                                <a:cs typeface="Arial"/>
                              </a:rPr>
                              <m:t>1</m:t>
                            </m:r>
                          </m:num>
                          <m:den>
                            <m:r>
                              <a:rPr lang="fr-CH" sz="1100" b="0" i="0" u="none" strike="noStrike" cap="none" spc="0">
                                <a:solidFill>
                                  <a:srgbClr val="000000"/>
                                </a:solidFill>
                                <a:latin typeface="Cambria Math"/>
                                <a:ea typeface="Arial"/>
                                <a:cs typeface="Arial"/>
                              </a:rPr>
                              <m:t>2</m:t>
                            </m:r>
                          </m:den>
                        </m:f>
                        <m:r>
                          <a:rPr lang="fr-CH" sz="1100" b="0" i="1" u="none" strike="noStrike" cap="none" spc="0">
                            <a:solidFill>
                              <a:srgbClr val="000000"/>
                            </a:solidFill>
                            <a:latin typeface="Cambria Math"/>
                            <a:ea typeface="Arial"/>
                            <a:cs typeface="Arial"/>
                          </a:rPr>
                          <m:t>𝑔</m:t>
                        </m:r>
                        <m:sSup>
                          <m:sSupPr>
                            <m:ctrlPr>
                              <a:rPr lang="fr-CH" sz="1100" b="0" i="1" u="none" strike="noStrike" cap="none" spc="0">
                                <a:solidFill>
                                  <a:srgbClr val="000000"/>
                                </a:solidFill>
                                <a:latin typeface="Cambria Math"/>
                                <a:ea typeface="Arial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fr-CH" sz="1100" b="0" i="1" u="none" strike="noStrike" cap="none" spc="0">
                                <a:solidFill>
                                  <a:srgbClr val="000000"/>
                                </a:solidFill>
                                <a:latin typeface="Cambria Math"/>
                                <a:ea typeface="Arial"/>
                                <a:cs typeface="Arial"/>
                              </a:rPr>
                              <m:t>𝑡</m:t>
                            </m:r>
                          </m:e>
                          <m:sup>
                            <m:r>
                              <a:rPr lang="fr-CH" sz="1100" b="0" i="0" u="none" strike="noStrike" cap="none" spc="0">
                                <a:solidFill>
                                  <a:srgbClr val="000000"/>
                                </a:solidFill>
                                <a:latin typeface="Cambria Math"/>
                                <a:ea typeface="Arial"/>
                                <a:cs typeface="Arial"/>
                              </a:rPr>
                              <m:t>2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:w="http://schemas.openxmlformats.org/wordprocessingml/2006/main" xmlns=""/>
                </mc:AlternateContent>
                <a:r>
                  <a:rPr lang="fr-CH"/>
                  <a:t>courbe la chute vers le bas pour simuler la gravité de manière réaliste.</a:t>
                </a:r>
                <a:endParaRPr/>
              </a:p>
            </p:txBody>
          </p:sp>
        </mc:Choice>
        <mc:Fallback>
          <p:sp>
            <p:nvSpPr>
              <p:cNvPr id="1974754043" name="Google Shape;1245;g152a7caf94b_1_413:notes"/>
              <p:cNvSpPr txBox="1">
                <a:spLocks noGrp="1"/>
              </p:cNvSpPr>
              <p:nvPr>
                <p:ph type="body" idx="1"/>
              </p:nvPr>
            </p:nvSpPr>
            <p:spPr bwMode="auto"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defRPr/>
                </a:pPr>
                <a:r>
                  <a:rPr lang="en-US"/>
                  <a:t>The outline starts from a circle deformed by the superposition of sine waves ($r = r_{\text{base}} + \sum \sin$). The amplitude (height of the bumps), frequency (number of waves), and phase (offset) are adjusted to create organic shapes.</a:t>
                </a:r>
                <a:endParaRPr/>
              </a:p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defRPr/>
                </a:pPr>
                <a:endParaRPr lang="en-US"/>
              </a:p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defRPr/>
                </a:pPr>
                <a:r>
                  <a:rPr lang="en-US"/>
                  <a:t>L’</a:t>
                </a:r>
                <a:r>
                  <a:rPr lang="fr-CH"/>
                  <a:t> 'ajout du terme </a:t>
                </a:r>
                <a:r>
                  <a:rPr lang="fr-CH" sz="1100" b="0" i="0" u="none" strike="noStrike" cap="none" spc="0">
                    <a:solidFill>
                      <a:srgbClr val="000000"/>
                    </a:solidFill>
                    <a:latin typeface="Cambria Math"/>
                    <a:ea typeface="Arial"/>
                    <a:cs typeface="Arial"/>
                  </a:rPr>
                  <a:t>1</a:t>
                </a:r>
                <a:r>
                  <a:rPr lang="fr-CH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</a:rPr>
                  <a:t>/</a:t>
                </a:r>
                <a:r>
                  <a:rPr lang="fr-CH" sz="1100" b="0" i="0" u="none" strike="noStrike" cap="none" spc="0">
                    <a:solidFill>
                      <a:srgbClr val="000000"/>
                    </a:solidFill>
                    <a:latin typeface="Cambria Math"/>
                    <a:ea typeface="Arial"/>
                    <a:cs typeface="Arial"/>
                  </a:rPr>
                  <a:t>2 𝑔𝑡</a:t>
                </a:r>
                <a:r>
                  <a:rPr lang="fr-CH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</a:rPr>
                  <a:t>^</a:t>
                </a:r>
                <a:r>
                  <a:rPr lang="fr-CH" sz="1100" b="0" i="0" u="none" strike="noStrike" cap="none" spc="0">
                    <a:solidFill>
                      <a:srgbClr val="000000"/>
                    </a:solidFill>
                    <a:latin typeface="Cambria Math"/>
                    <a:ea typeface="Arial"/>
                    <a:cs typeface="Arial"/>
                  </a:rPr>
                  <a:t>2</a:t>
                </a:r>
                <a:r>
                  <a:rPr lang="fr-CH"/>
                  <a:t>courbe la chute vers le bas pour simuler la gravité de manière réaliste.</a:t>
                </a:r>
                <a:endParaRPr/>
              </a:p>
            </p:txBody>
          </p:sp>
        </mc:Fallback>
      </mc:AlternateContent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836302" name="Google Shape;1244;g152a7caf94b_1_41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3568521" name="Google Shape;1245;g152a7caf94b_1_413:notes"/>
              <p:cNvSpPr txBox="1">
                <a:spLocks noGrp="1"/>
              </p:cNvSpPr>
              <p:nvPr>
                <p:ph type="body" idx="1"/>
              </p:nvPr>
            </p:nvSpPr>
            <p:spPr bwMode="auto"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defRPr/>
                </a:pPr>
                <a:r>
                  <a:rPr lang="en-US"/>
                  <a:t>The outline starts from a circle deformed by the superposition of sine waves ($r = r_{\text{base}} + \sum \sin$). The amplitude (height of the bumps), frequency (number of waves), and phase (offset) are adjusted to create organic shapes.</a:t>
                </a:r>
                <a:endParaRPr/>
              </a:p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defRPr/>
                </a:pPr>
                <a:endParaRPr lang="en-US"/>
              </a:p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defRPr/>
                </a:pPr>
                <a:r>
                  <a:rPr lang="en-US"/>
                  <a:t>L’</a:t>
                </a:r>
                <a:r>
                  <a:rPr lang="fr-CH"/>
                  <a:t> 'ajout du terme </a:t>
                </a: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 lang="fr-CH" sz="1100" b="0" i="0" u="none" strike="noStrike" cap="none" spc="0">
                                <a:solidFill>
                                  <a:srgbClr val="000000"/>
                                </a:solidFill>
                                <a:latin typeface="Cambria Math"/>
                                <a:ea typeface="Arial"/>
                                <a:cs typeface="Arial"/>
                              </a:rPr>
                            </m:ctrlPr>
                          </m:fPr>
                          <m:num>
                            <m:r>
                              <a:rPr lang="fr-CH" sz="1100" b="0" i="0" u="none" strike="noStrike" cap="none" spc="0">
                                <a:solidFill>
                                  <a:srgbClr val="000000"/>
                                </a:solidFill>
                                <a:latin typeface="Cambria Math"/>
                                <a:ea typeface="Arial"/>
                                <a:cs typeface="Arial"/>
                              </a:rPr>
                              <m:t>1</m:t>
                            </m:r>
                          </m:num>
                          <m:den>
                            <m:r>
                              <a:rPr lang="fr-CH" sz="1100" b="0" i="0" u="none" strike="noStrike" cap="none" spc="0">
                                <a:solidFill>
                                  <a:srgbClr val="000000"/>
                                </a:solidFill>
                                <a:latin typeface="Cambria Math"/>
                                <a:ea typeface="Arial"/>
                                <a:cs typeface="Arial"/>
                              </a:rPr>
                              <m:t>2</m:t>
                            </m:r>
                          </m:den>
                        </m:f>
                        <m:r>
                          <a:rPr lang="fr-CH" sz="1100" b="0" i="1" u="none" strike="noStrike" cap="none" spc="0">
                            <a:solidFill>
                              <a:srgbClr val="000000"/>
                            </a:solidFill>
                            <a:latin typeface="Cambria Math"/>
                            <a:ea typeface="Arial"/>
                            <a:cs typeface="Arial"/>
                          </a:rPr>
                          <m:t>𝑔</m:t>
                        </m:r>
                        <m:sSup>
                          <m:sSupPr>
                            <m:ctrlPr>
                              <a:rPr lang="fr-CH" sz="1100" b="0" i="1" u="none" strike="noStrike" cap="none" spc="0">
                                <a:solidFill>
                                  <a:srgbClr val="000000"/>
                                </a:solidFill>
                                <a:latin typeface="Cambria Math"/>
                                <a:ea typeface="Arial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fr-CH" sz="1100" b="0" i="1" u="none" strike="noStrike" cap="none" spc="0">
                                <a:solidFill>
                                  <a:srgbClr val="000000"/>
                                </a:solidFill>
                                <a:latin typeface="Cambria Math"/>
                                <a:ea typeface="Arial"/>
                                <a:cs typeface="Arial"/>
                              </a:rPr>
                              <m:t>𝑡</m:t>
                            </m:r>
                          </m:e>
                          <m:sup>
                            <m:r>
                              <a:rPr lang="fr-CH" sz="1100" b="0" i="0" u="none" strike="noStrike" cap="none" spc="0">
                                <a:solidFill>
                                  <a:srgbClr val="000000"/>
                                </a:solidFill>
                                <a:latin typeface="Cambria Math"/>
                                <a:ea typeface="Arial"/>
                                <a:cs typeface="Arial"/>
                              </a:rPr>
                              <m:t>2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:w="http://schemas.openxmlformats.org/wordprocessingml/2006/main" xmlns=""/>
                </mc:AlternateContent>
                <a:r>
                  <a:rPr lang="fr-CH"/>
                  <a:t>courbe la chute vers le bas pour simuler la gravité de manière réaliste.</a:t>
                </a:r>
                <a:endParaRPr/>
              </a:p>
            </p:txBody>
          </p:sp>
        </mc:Choice>
        <mc:Fallback>
          <p:sp>
            <p:nvSpPr>
              <p:cNvPr id="1673568521" name="Google Shape;1245;g152a7caf94b_1_413:notes"/>
              <p:cNvSpPr txBox="1">
                <a:spLocks noGrp="1"/>
              </p:cNvSpPr>
              <p:nvPr>
                <p:ph type="body" idx="1"/>
              </p:nvPr>
            </p:nvSpPr>
            <p:spPr bwMode="auto"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defRPr/>
                </a:pPr>
                <a:r>
                  <a:rPr lang="en-US"/>
                  <a:t>The outline starts from a circle deformed by the superposition of sine waves ($r = r_{\text{base}} + \sum \sin$). The amplitude (height of the bumps), frequency (number of waves), and phase (offset) are adjusted to create organic shapes.</a:t>
                </a:r>
                <a:endParaRPr/>
              </a:p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defRPr/>
                </a:pPr>
                <a:endParaRPr lang="en-US"/>
              </a:p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defRPr/>
                </a:pPr>
                <a:r>
                  <a:rPr lang="en-US"/>
                  <a:t>L’</a:t>
                </a:r>
                <a:r>
                  <a:rPr lang="fr-CH"/>
                  <a:t> 'ajout du terme </a:t>
                </a:r>
                <a:r>
                  <a:rPr lang="fr-CH" sz="1100" b="0" i="0" u="none" strike="noStrike" cap="none" spc="0">
                    <a:solidFill>
                      <a:srgbClr val="000000"/>
                    </a:solidFill>
                    <a:latin typeface="Cambria Math"/>
                    <a:ea typeface="Arial"/>
                    <a:cs typeface="Arial"/>
                  </a:rPr>
                  <a:t>1</a:t>
                </a:r>
                <a:r>
                  <a:rPr lang="fr-CH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</a:rPr>
                  <a:t>/</a:t>
                </a:r>
                <a:r>
                  <a:rPr lang="fr-CH" sz="1100" b="0" i="0" u="none" strike="noStrike" cap="none" spc="0">
                    <a:solidFill>
                      <a:srgbClr val="000000"/>
                    </a:solidFill>
                    <a:latin typeface="Cambria Math"/>
                    <a:ea typeface="Arial"/>
                    <a:cs typeface="Arial"/>
                  </a:rPr>
                  <a:t>2 𝑔𝑡</a:t>
                </a:r>
                <a:r>
                  <a:rPr lang="fr-CH" sz="1100" b="0" i="0" u="none" strike="noStrike" cap="none" spc="0">
                    <a:solidFill>
                      <a:srgbClr val="000000"/>
                    </a:solidFill>
                    <a:latin typeface="Cambria Math" panose="02040503050406030204" pitchFamily="18" charset="0"/>
                    <a:ea typeface="Arial"/>
                    <a:cs typeface="Arial"/>
                  </a:rPr>
                  <a:t>^</a:t>
                </a:r>
                <a:r>
                  <a:rPr lang="fr-CH" sz="1100" b="0" i="0" u="none" strike="noStrike" cap="none" spc="0">
                    <a:solidFill>
                      <a:srgbClr val="000000"/>
                    </a:solidFill>
                    <a:latin typeface="Cambria Math"/>
                    <a:ea typeface="Arial"/>
                    <a:cs typeface="Arial"/>
                  </a:rPr>
                  <a:t>2</a:t>
                </a:r>
                <a:r>
                  <a:rPr lang="fr-CH"/>
                  <a:t>courbe la chute vers le bas pour simuler la gravité de manière réaliste.</a:t>
                </a:r>
                <a:endParaRPr/>
              </a:p>
            </p:txBody>
          </p:sp>
        </mc:Fallback>
      </mc:AlternateContent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111089" name="Google Shape;1253;g19910ddec55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725394" name="Google Shape;1254;g19910ddec55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CH"/>
              <a:t>Dina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822791" name="Google Shape;1943;g152a7caf94b_1_246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92247" name="Google Shape;1944;g152a7caf94b_1_246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94719" name="Google Shape;1943;g152a7caf94b_1_246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066773" name="Google Shape;1944;g152a7caf94b_1_246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170605" name="Google Shape;1943;g152a7caf94b_1_246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0686923" name="Google Shape;1944;g152a7caf94b_1_246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913520" name="Google Shape;1196;g15207a17831_0_17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389537" name="Google Shape;1197;g15207a17831_0_17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CH"/>
              <a:t>Alan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672469" name="Google Shape;1253;g19910ddec55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748003" name="Google Shape;1254;g19910ddec55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CH"/>
              <a:t>Alan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795549" name="Google Shape;2296;g152a7caf94b_1_2772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252857" name="Google Shape;2297;g152a7caf94b_1_277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CH"/>
              <a:t>Dina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774376" name="Google Shape;9;p2"/>
          <p:cNvSpPr txBox="1">
            <a:spLocks noGrp="1"/>
          </p:cNvSpPr>
          <p:nvPr>
            <p:ph type="ctrTitle"/>
          </p:nvPr>
        </p:nvSpPr>
        <p:spPr bwMode="auto">
          <a:xfrm>
            <a:off x="2041638" y="682250"/>
            <a:ext cx="4690200" cy="201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894211911" name="Google Shape;10;p2"/>
          <p:cNvSpPr txBox="1">
            <a:spLocks noGrp="1"/>
          </p:cNvSpPr>
          <p:nvPr>
            <p:ph type="subTitle" idx="1"/>
          </p:nvPr>
        </p:nvSpPr>
        <p:spPr bwMode="auto">
          <a:xfrm>
            <a:off x="2745738" y="2296938"/>
            <a:ext cx="3282000" cy="43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Abel"/>
                <a:ea typeface="Abel"/>
                <a:cs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1961347443" name="Google Shape;11;p2"/>
          <p:cNvSpPr/>
          <p:nvPr/>
        </p:nvSpPr>
        <p:spPr bwMode="auto">
          <a:xfrm rot="-2231248" flipH="1">
            <a:off x="1719168" y="3295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90540069" name="Google Shape;12;p2"/>
          <p:cNvSpPr/>
          <p:nvPr/>
        </p:nvSpPr>
        <p:spPr bwMode="auto">
          <a:xfrm rot="-2231248" flipH="1">
            <a:off x="6823743" y="42208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header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176062" name="Google Shape;14;p3"/>
          <p:cNvSpPr txBox="1">
            <a:spLocks noGrp="1"/>
          </p:cNvSpPr>
          <p:nvPr>
            <p:ph type="title"/>
          </p:nvPr>
        </p:nvSpPr>
        <p:spPr bwMode="auto">
          <a:xfrm>
            <a:off x="713225" y="2193100"/>
            <a:ext cx="3957000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5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endParaRPr/>
          </a:p>
        </p:txBody>
      </p:sp>
      <p:sp>
        <p:nvSpPr>
          <p:cNvPr id="155064770" name="Google Shape;15;p3"/>
          <p:cNvSpPr txBox="1">
            <a:spLocks noGrp="1"/>
          </p:cNvSpPr>
          <p:nvPr>
            <p:ph type="title" idx="2" hasCustomPrompt="1"/>
          </p:nvPr>
        </p:nvSpPr>
        <p:spPr bwMode="auto">
          <a:xfrm>
            <a:off x="713225" y="686500"/>
            <a:ext cx="1303200" cy="1334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884047298" name="Google Shape;16;p3"/>
          <p:cNvSpPr txBox="1">
            <a:spLocks noGrp="1"/>
          </p:cNvSpPr>
          <p:nvPr>
            <p:ph type="subTitle" idx="1"/>
          </p:nvPr>
        </p:nvSpPr>
        <p:spPr bwMode="auto">
          <a:xfrm>
            <a:off x="713225" y="3285275"/>
            <a:ext cx="37404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71741066" name="Google Shape;17;p3"/>
          <p:cNvSpPr/>
          <p:nvPr/>
        </p:nvSpPr>
        <p:spPr bwMode="auto">
          <a:xfrm rot="-2231248" flipH="1">
            <a:off x="371793" y="36408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931522" name="Google Shape;44;p6"/>
          <p:cNvSpPr txBox="1">
            <a:spLocks noGrp="1"/>
          </p:cNvSpPr>
          <p:nvPr>
            <p:ph type="title"/>
          </p:nvPr>
        </p:nvSpPr>
        <p:spPr bwMode="auto"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381979515" name="Google Shape;45;p6"/>
          <p:cNvGrpSpPr/>
          <p:nvPr/>
        </p:nvGrpSpPr>
        <p:grpSpPr bwMode="auto">
          <a:xfrm>
            <a:off x="-613275" y="4743925"/>
            <a:ext cx="9800100" cy="1657575"/>
            <a:chOff x="-613275" y="3559275"/>
            <a:chExt cx="9800100" cy="1657575"/>
          </a:xfrm>
        </p:grpSpPr>
        <p:sp>
          <p:nvSpPr>
            <p:cNvPr id="46" name="Google Shape;46;p6"/>
            <p:cNvSpPr/>
            <p:nvPr/>
          </p:nvSpPr>
          <p:spPr bwMode="auto">
            <a:xfrm>
              <a:off x="8699600" y="3962262"/>
              <a:ext cx="444400" cy="1230850"/>
            </a:xfrm>
            <a:custGeom>
              <a:avLst/>
              <a:gdLst/>
              <a:ahLst/>
              <a:cxnLst/>
              <a:rect l="l" t="t" r="r" b="b"/>
              <a:pathLst>
                <a:path w="17776" h="49234" extrusionOk="0">
                  <a:moveTo>
                    <a:pt x="1" y="15017"/>
                  </a:moveTo>
                  <a:lnTo>
                    <a:pt x="1" y="49234"/>
                  </a:lnTo>
                  <a:lnTo>
                    <a:pt x="5487" y="49234"/>
                  </a:lnTo>
                  <a:lnTo>
                    <a:pt x="5487" y="15017"/>
                  </a:lnTo>
                  <a:cubicBezTo>
                    <a:pt x="5487" y="7665"/>
                    <a:pt x="10785" y="1537"/>
                    <a:pt x="17776" y="251"/>
                  </a:cubicBezTo>
                  <a:lnTo>
                    <a:pt x="17776" y="251"/>
                  </a:lnTo>
                  <a:cubicBezTo>
                    <a:pt x="16882" y="79"/>
                    <a:pt x="15957" y="1"/>
                    <a:pt x="15033" y="1"/>
                  </a:cubicBezTo>
                  <a:lnTo>
                    <a:pt x="15033" y="1"/>
                  </a:lnTo>
                  <a:cubicBezTo>
                    <a:pt x="6725" y="1"/>
                    <a:pt x="1" y="6725"/>
                    <a:pt x="1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 bwMode="auto">
            <a:xfrm>
              <a:off x="7566750" y="3962262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69" y="1537"/>
                    <a:pt x="17759" y="251"/>
                  </a:cubicBezTo>
                  <a:lnTo>
                    <a:pt x="17759" y="251"/>
                  </a:lnTo>
                  <a:cubicBezTo>
                    <a:pt x="16866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 bwMode="auto">
            <a:xfrm>
              <a:off x="6433500" y="3962262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59" y="251"/>
                  </a:cubicBezTo>
                  <a:lnTo>
                    <a:pt x="17759" y="251"/>
                  </a:lnTo>
                  <a:cubicBezTo>
                    <a:pt x="16881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 bwMode="auto">
            <a:xfrm>
              <a:off x="5300250" y="3962262"/>
              <a:ext cx="444375" cy="1230850"/>
            </a:xfrm>
            <a:custGeom>
              <a:avLst/>
              <a:gdLst/>
              <a:ahLst/>
              <a:cxnLst/>
              <a:rect l="l" t="t" r="r" b="b"/>
              <a:pathLst>
                <a:path w="17775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75" y="251"/>
                  </a:cubicBezTo>
                  <a:lnTo>
                    <a:pt x="17775" y="251"/>
                  </a:lnTo>
                  <a:cubicBezTo>
                    <a:pt x="16881" y="79"/>
                    <a:pt x="15957" y="1"/>
                    <a:pt x="15032" y="1"/>
                  </a:cubicBezTo>
                  <a:lnTo>
                    <a:pt x="15032" y="1"/>
                  </a:lnTo>
                  <a:cubicBezTo>
                    <a:pt x="6724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50" name="Google Shape;50;p6"/>
            <p:cNvGrpSpPr/>
            <p:nvPr/>
          </p:nvGrpSpPr>
          <p:grpSpPr bwMode="auto">
            <a:xfrm>
              <a:off x="-613275" y="3559275"/>
              <a:ext cx="9800100" cy="1657575"/>
              <a:chOff x="-613275" y="3443675"/>
              <a:chExt cx="9800100" cy="1657575"/>
            </a:xfrm>
          </p:grpSpPr>
          <p:sp>
            <p:nvSpPr>
              <p:cNvPr id="51" name="Google Shape;51;p6"/>
              <p:cNvSpPr/>
              <p:nvPr/>
            </p:nvSpPr>
            <p:spPr bwMode="auto">
              <a:xfrm>
                <a:off x="3962175" y="3443675"/>
                <a:ext cx="5224650" cy="1657575"/>
              </a:xfrm>
              <a:custGeom>
                <a:avLst/>
                <a:gdLst/>
                <a:ahLst/>
                <a:cxnLst/>
                <a:rect l="l" t="t" r="r" b="b"/>
                <a:pathLst>
                  <a:path w="208986" h="66303" extrusionOk="0">
                    <a:moveTo>
                      <a:pt x="0" y="0"/>
                    </a:moveTo>
                    <a:lnTo>
                      <a:pt x="0" y="1207"/>
                    </a:lnTo>
                    <a:lnTo>
                      <a:pt x="5486" y="1207"/>
                    </a:lnTo>
                    <a:lnTo>
                      <a:pt x="5486" y="5439"/>
                    </a:lnTo>
                    <a:lnTo>
                      <a:pt x="0" y="5439"/>
                    </a:lnTo>
                    <a:lnTo>
                      <a:pt x="0" y="66303"/>
                    </a:lnTo>
                    <a:lnTo>
                      <a:pt x="8104" y="66303"/>
                    </a:lnTo>
                    <a:lnTo>
                      <a:pt x="8104" y="32086"/>
                    </a:lnTo>
                    <a:cubicBezTo>
                      <a:pt x="8104" y="23794"/>
                      <a:pt x="14828" y="17070"/>
                      <a:pt x="23120" y="17070"/>
                    </a:cubicBezTo>
                    <a:lnTo>
                      <a:pt x="23120" y="17070"/>
                    </a:lnTo>
                    <a:cubicBezTo>
                      <a:pt x="31411" y="17070"/>
                      <a:pt x="38136" y="23794"/>
                      <a:pt x="38136" y="32086"/>
                    </a:cubicBezTo>
                    <a:lnTo>
                      <a:pt x="38136" y="32086"/>
                    </a:lnTo>
                    <a:lnTo>
                      <a:pt x="38136" y="66303"/>
                    </a:lnTo>
                    <a:lnTo>
                      <a:pt x="53434" y="66303"/>
                    </a:lnTo>
                    <a:lnTo>
                      <a:pt x="53434" y="32086"/>
                    </a:lnTo>
                    <a:cubicBezTo>
                      <a:pt x="53434" y="23794"/>
                      <a:pt x="60158" y="17070"/>
                      <a:pt x="68450" y="17070"/>
                    </a:cubicBezTo>
                    <a:lnTo>
                      <a:pt x="68450" y="17070"/>
                    </a:lnTo>
                    <a:cubicBezTo>
                      <a:pt x="76741" y="17070"/>
                      <a:pt x="83466" y="23794"/>
                      <a:pt x="83466" y="32086"/>
                    </a:cubicBezTo>
                    <a:lnTo>
                      <a:pt x="83466" y="32086"/>
                    </a:lnTo>
                    <a:lnTo>
                      <a:pt x="83466" y="66303"/>
                    </a:lnTo>
                    <a:lnTo>
                      <a:pt x="98764" y="66303"/>
                    </a:lnTo>
                    <a:lnTo>
                      <a:pt x="98764" y="32086"/>
                    </a:lnTo>
                    <a:cubicBezTo>
                      <a:pt x="98764" y="23794"/>
                      <a:pt x="105488" y="17070"/>
                      <a:pt x="113780" y="17070"/>
                    </a:cubicBezTo>
                    <a:lnTo>
                      <a:pt x="113780" y="17070"/>
                    </a:lnTo>
                    <a:cubicBezTo>
                      <a:pt x="122072" y="17070"/>
                      <a:pt x="128796" y="23794"/>
                      <a:pt x="128796" y="32086"/>
                    </a:cubicBezTo>
                    <a:lnTo>
                      <a:pt x="128796" y="32086"/>
                    </a:lnTo>
                    <a:lnTo>
                      <a:pt x="128796" y="66303"/>
                    </a:lnTo>
                    <a:lnTo>
                      <a:pt x="144094" y="66303"/>
                    </a:lnTo>
                    <a:lnTo>
                      <a:pt x="144094" y="32086"/>
                    </a:lnTo>
                    <a:cubicBezTo>
                      <a:pt x="144094" y="23794"/>
                      <a:pt x="150818" y="17070"/>
                      <a:pt x="159110" y="17070"/>
                    </a:cubicBezTo>
                    <a:lnTo>
                      <a:pt x="159110" y="17070"/>
                    </a:lnTo>
                    <a:cubicBezTo>
                      <a:pt x="167402" y="17070"/>
                      <a:pt x="174126" y="23794"/>
                      <a:pt x="174126" y="32086"/>
                    </a:cubicBezTo>
                    <a:lnTo>
                      <a:pt x="174126" y="32086"/>
                    </a:lnTo>
                    <a:lnTo>
                      <a:pt x="174126" y="66303"/>
                    </a:lnTo>
                    <a:lnTo>
                      <a:pt x="189424" y="66303"/>
                    </a:lnTo>
                    <a:lnTo>
                      <a:pt x="189424" y="32086"/>
                    </a:lnTo>
                    <a:cubicBezTo>
                      <a:pt x="189424" y="23794"/>
                      <a:pt x="196148" y="17070"/>
                      <a:pt x="204440" y="17070"/>
                    </a:cubicBezTo>
                    <a:lnTo>
                      <a:pt x="204440" y="17070"/>
                    </a:lnTo>
                    <a:cubicBezTo>
                      <a:pt x="205976" y="17070"/>
                      <a:pt x="207591" y="17305"/>
                      <a:pt x="208986" y="17728"/>
                    </a:cubicBezTo>
                    <a:lnTo>
                      <a:pt x="208986" y="17728"/>
                    </a:lnTo>
                    <a:lnTo>
                      <a:pt x="208986" y="5439"/>
                    </a:lnTo>
                    <a:lnTo>
                      <a:pt x="205083" y="5439"/>
                    </a:lnTo>
                    <a:lnTo>
                      <a:pt x="205083" y="1207"/>
                    </a:lnTo>
                    <a:lnTo>
                      <a:pt x="208986" y="1207"/>
                    </a:lnTo>
                    <a:lnTo>
                      <a:pt x="208986" y="0"/>
                    </a:lnTo>
                    <a:close/>
                    <a:moveTo>
                      <a:pt x="189832" y="1207"/>
                    </a:moveTo>
                    <a:lnTo>
                      <a:pt x="203766" y="1207"/>
                    </a:lnTo>
                    <a:lnTo>
                      <a:pt x="203766" y="5439"/>
                    </a:lnTo>
                    <a:lnTo>
                      <a:pt x="189832" y="5439"/>
                    </a:lnTo>
                    <a:close/>
                    <a:moveTo>
                      <a:pt x="174581" y="1207"/>
                    </a:moveTo>
                    <a:lnTo>
                      <a:pt x="188515" y="1207"/>
                    </a:lnTo>
                    <a:lnTo>
                      <a:pt x="188515" y="5439"/>
                    </a:lnTo>
                    <a:lnTo>
                      <a:pt x="174581" y="5439"/>
                    </a:lnTo>
                    <a:close/>
                    <a:moveTo>
                      <a:pt x="159314" y="1207"/>
                    </a:moveTo>
                    <a:lnTo>
                      <a:pt x="173264" y="1207"/>
                    </a:lnTo>
                    <a:lnTo>
                      <a:pt x="173264" y="5439"/>
                    </a:lnTo>
                    <a:lnTo>
                      <a:pt x="159314" y="5439"/>
                    </a:lnTo>
                    <a:close/>
                    <a:moveTo>
                      <a:pt x="144063" y="1207"/>
                    </a:moveTo>
                    <a:lnTo>
                      <a:pt x="158013" y="1207"/>
                    </a:lnTo>
                    <a:lnTo>
                      <a:pt x="158013" y="5439"/>
                    </a:lnTo>
                    <a:lnTo>
                      <a:pt x="144063" y="5439"/>
                    </a:lnTo>
                    <a:close/>
                    <a:moveTo>
                      <a:pt x="128812" y="1207"/>
                    </a:moveTo>
                    <a:lnTo>
                      <a:pt x="142762" y="1207"/>
                    </a:lnTo>
                    <a:lnTo>
                      <a:pt x="142762" y="5439"/>
                    </a:lnTo>
                    <a:lnTo>
                      <a:pt x="128812" y="5439"/>
                    </a:lnTo>
                    <a:close/>
                    <a:moveTo>
                      <a:pt x="113560" y="1207"/>
                    </a:moveTo>
                    <a:lnTo>
                      <a:pt x="127511" y="1207"/>
                    </a:lnTo>
                    <a:lnTo>
                      <a:pt x="127511" y="5439"/>
                    </a:lnTo>
                    <a:lnTo>
                      <a:pt x="113560" y="5439"/>
                    </a:lnTo>
                    <a:close/>
                    <a:moveTo>
                      <a:pt x="98309" y="1207"/>
                    </a:moveTo>
                    <a:lnTo>
                      <a:pt x="112259" y="1207"/>
                    </a:lnTo>
                    <a:lnTo>
                      <a:pt x="112259" y="5439"/>
                    </a:lnTo>
                    <a:lnTo>
                      <a:pt x="98309" y="5439"/>
                    </a:lnTo>
                    <a:close/>
                    <a:moveTo>
                      <a:pt x="83058" y="1207"/>
                    </a:moveTo>
                    <a:lnTo>
                      <a:pt x="97008" y="1207"/>
                    </a:lnTo>
                    <a:lnTo>
                      <a:pt x="97008" y="5439"/>
                    </a:lnTo>
                    <a:lnTo>
                      <a:pt x="83058" y="5439"/>
                    </a:lnTo>
                    <a:close/>
                    <a:moveTo>
                      <a:pt x="67807" y="1207"/>
                    </a:moveTo>
                    <a:lnTo>
                      <a:pt x="81757" y="1207"/>
                    </a:lnTo>
                    <a:lnTo>
                      <a:pt x="81757" y="5439"/>
                    </a:lnTo>
                    <a:lnTo>
                      <a:pt x="67807" y="5439"/>
                    </a:lnTo>
                    <a:close/>
                    <a:moveTo>
                      <a:pt x="52556" y="1207"/>
                    </a:moveTo>
                    <a:lnTo>
                      <a:pt x="66490" y="1207"/>
                    </a:lnTo>
                    <a:lnTo>
                      <a:pt x="66490" y="5439"/>
                    </a:lnTo>
                    <a:lnTo>
                      <a:pt x="52556" y="5439"/>
                    </a:lnTo>
                    <a:close/>
                    <a:moveTo>
                      <a:pt x="37305" y="1207"/>
                    </a:moveTo>
                    <a:lnTo>
                      <a:pt x="51239" y="1207"/>
                    </a:lnTo>
                    <a:lnTo>
                      <a:pt x="51239" y="5439"/>
                    </a:lnTo>
                    <a:lnTo>
                      <a:pt x="37305" y="5439"/>
                    </a:lnTo>
                    <a:close/>
                    <a:moveTo>
                      <a:pt x="22038" y="1207"/>
                    </a:moveTo>
                    <a:lnTo>
                      <a:pt x="35988" y="1207"/>
                    </a:lnTo>
                    <a:lnTo>
                      <a:pt x="35988" y="5439"/>
                    </a:lnTo>
                    <a:lnTo>
                      <a:pt x="22038" y="5439"/>
                    </a:lnTo>
                    <a:close/>
                    <a:moveTo>
                      <a:pt x="6787" y="1207"/>
                    </a:moveTo>
                    <a:lnTo>
                      <a:pt x="20737" y="1207"/>
                    </a:lnTo>
                    <a:lnTo>
                      <a:pt x="20737" y="5439"/>
                    </a:lnTo>
                    <a:lnTo>
                      <a:pt x="6787" y="54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grpSp>
            <p:nvGrpSpPr>
              <p:cNvPr id="52" name="Google Shape;52;p6"/>
              <p:cNvGrpSpPr/>
              <p:nvPr/>
            </p:nvGrpSpPr>
            <p:grpSpPr bwMode="auto">
              <a:xfrm>
                <a:off x="-613275" y="3443675"/>
                <a:ext cx="5224650" cy="1657575"/>
                <a:chOff x="1161525" y="3805200"/>
                <a:chExt cx="5224650" cy="1657575"/>
              </a:xfrm>
            </p:grpSpPr>
            <p:sp>
              <p:nvSpPr>
                <p:cNvPr id="53" name="Google Shape;53;p6"/>
                <p:cNvSpPr/>
                <p:nvPr/>
              </p:nvSpPr>
              <p:spPr bwMode="auto">
                <a:xfrm>
                  <a:off x="5896325" y="4231925"/>
                  <a:ext cx="4444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6" h="49234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85" y="1537"/>
                        <a:pt x="17776" y="251"/>
                      </a:cubicBezTo>
                      <a:lnTo>
                        <a:pt x="17776" y="251"/>
                      </a:lnTo>
                      <a:cubicBezTo>
                        <a:pt x="16882" y="79"/>
                        <a:pt x="15957" y="1"/>
                        <a:pt x="15033" y="1"/>
                      </a:cubicBezTo>
                      <a:lnTo>
                        <a:pt x="15033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54" name="Google Shape;54;p6"/>
                <p:cNvSpPr/>
                <p:nvPr/>
              </p:nvSpPr>
              <p:spPr bwMode="auto">
                <a:xfrm>
                  <a:off x="476347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69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66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55" name="Google Shape;55;p6"/>
                <p:cNvSpPr/>
                <p:nvPr/>
              </p:nvSpPr>
              <p:spPr bwMode="auto">
                <a:xfrm>
                  <a:off x="363022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81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56" name="Google Shape;56;p6"/>
                <p:cNvSpPr/>
                <p:nvPr/>
              </p:nvSpPr>
              <p:spPr bwMode="auto">
                <a:xfrm>
                  <a:off x="2496975" y="4231925"/>
                  <a:ext cx="444375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5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75" y="251"/>
                      </a:cubicBezTo>
                      <a:lnTo>
                        <a:pt x="17775" y="251"/>
                      </a:lnTo>
                      <a:cubicBezTo>
                        <a:pt x="16881" y="79"/>
                        <a:pt x="15957" y="1"/>
                        <a:pt x="15032" y="1"/>
                      </a:cubicBezTo>
                      <a:lnTo>
                        <a:pt x="15032" y="1"/>
                      </a:lnTo>
                      <a:cubicBezTo>
                        <a:pt x="6724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57" name="Google Shape;57;p6"/>
                <p:cNvSpPr/>
                <p:nvPr/>
              </p:nvSpPr>
              <p:spPr bwMode="auto">
                <a:xfrm>
                  <a:off x="1364100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69" y="1537"/>
                        <a:pt x="17760" y="251"/>
                      </a:cubicBezTo>
                      <a:lnTo>
                        <a:pt x="17760" y="251"/>
                      </a:lnTo>
                      <a:cubicBezTo>
                        <a:pt x="16866" y="79"/>
                        <a:pt x="15957" y="1"/>
                        <a:pt x="15017" y="1"/>
                      </a:cubicBezTo>
                      <a:lnTo>
                        <a:pt x="15017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58" name="Google Shape;58;p6"/>
                <p:cNvSpPr/>
                <p:nvPr/>
              </p:nvSpPr>
              <p:spPr bwMode="auto">
                <a:xfrm>
                  <a:off x="1161525" y="3805200"/>
                  <a:ext cx="5224650" cy="16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86" h="66303" extrusionOk="0">
                      <a:moveTo>
                        <a:pt x="0" y="0"/>
                      </a:moveTo>
                      <a:lnTo>
                        <a:pt x="0" y="1207"/>
                      </a:lnTo>
                      <a:lnTo>
                        <a:pt x="5486" y="1207"/>
                      </a:lnTo>
                      <a:lnTo>
                        <a:pt x="5486" y="5439"/>
                      </a:lnTo>
                      <a:lnTo>
                        <a:pt x="0" y="5439"/>
                      </a:lnTo>
                      <a:lnTo>
                        <a:pt x="0" y="66303"/>
                      </a:lnTo>
                      <a:lnTo>
                        <a:pt x="8104" y="66303"/>
                      </a:lnTo>
                      <a:lnTo>
                        <a:pt x="8104" y="32086"/>
                      </a:lnTo>
                      <a:cubicBezTo>
                        <a:pt x="8104" y="23794"/>
                        <a:pt x="14828" y="17070"/>
                        <a:pt x="23120" y="17070"/>
                      </a:cubicBezTo>
                      <a:lnTo>
                        <a:pt x="23120" y="17070"/>
                      </a:lnTo>
                      <a:cubicBezTo>
                        <a:pt x="31411" y="17070"/>
                        <a:pt x="38136" y="23794"/>
                        <a:pt x="38136" y="32086"/>
                      </a:cubicBezTo>
                      <a:lnTo>
                        <a:pt x="38136" y="32086"/>
                      </a:lnTo>
                      <a:lnTo>
                        <a:pt x="38136" y="66303"/>
                      </a:lnTo>
                      <a:lnTo>
                        <a:pt x="53434" y="66303"/>
                      </a:lnTo>
                      <a:lnTo>
                        <a:pt x="53434" y="32086"/>
                      </a:lnTo>
                      <a:cubicBezTo>
                        <a:pt x="53434" y="23794"/>
                        <a:pt x="60158" y="17070"/>
                        <a:pt x="68450" y="17070"/>
                      </a:cubicBezTo>
                      <a:lnTo>
                        <a:pt x="68450" y="17070"/>
                      </a:lnTo>
                      <a:cubicBezTo>
                        <a:pt x="76741" y="17070"/>
                        <a:pt x="83466" y="23794"/>
                        <a:pt x="83466" y="32086"/>
                      </a:cubicBezTo>
                      <a:lnTo>
                        <a:pt x="83466" y="32086"/>
                      </a:lnTo>
                      <a:lnTo>
                        <a:pt x="83466" y="66303"/>
                      </a:lnTo>
                      <a:lnTo>
                        <a:pt x="98764" y="66303"/>
                      </a:lnTo>
                      <a:lnTo>
                        <a:pt x="98764" y="32086"/>
                      </a:lnTo>
                      <a:cubicBezTo>
                        <a:pt x="98764" y="23794"/>
                        <a:pt x="105488" y="17070"/>
                        <a:pt x="113780" y="17070"/>
                      </a:cubicBezTo>
                      <a:lnTo>
                        <a:pt x="113780" y="17070"/>
                      </a:lnTo>
                      <a:cubicBezTo>
                        <a:pt x="122072" y="17070"/>
                        <a:pt x="128796" y="23794"/>
                        <a:pt x="128796" y="32086"/>
                      </a:cubicBezTo>
                      <a:lnTo>
                        <a:pt x="128796" y="32086"/>
                      </a:lnTo>
                      <a:lnTo>
                        <a:pt x="128796" y="66303"/>
                      </a:lnTo>
                      <a:lnTo>
                        <a:pt x="144094" y="66303"/>
                      </a:lnTo>
                      <a:lnTo>
                        <a:pt x="144094" y="32086"/>
                      </a:lnTo>
                      <a:cubicBezTo>
                        <a:pt x="144094" y="23794"/>
                        <a:pt x="150818" y="17070"/>
                        <a:pt x="159110" y="17070"/>
                      </a:cubicBezTo>
                      <a:lnTo>
                        <a:pt x="159110" y="17070"/>
                      </a:lnTo>
                      <a:cubicBezTo>
                        <a:pt x="167402" y="17070"/>
                        <a:pt x="174126" y="23794"/>
                        <a:pt x="174126" y="32086"/>
                      </a:cubicBezTo>
                      <a:lnTo>
                        <a:pt x="174126" y="32086"/>
                      </a:lnTo>
                      <a:lnTo>
                        <a:pt x="174126" y="66303"/>
                      </a:lnTo>
                      <a:lnTo>
                        <a:pt x="189424" y="66303"/>
                      </a:lnTo>
                      <a:lnTo>
                        <a:pt x="189424" y="32086"/>
                      </a:lnTo>
                      <a:cubicBezTo>
                        <a:pt x="189424" y="23794"/>
                        <a:pt x="196148" y="17070"/>
                        <a:pt x="204440" y="17070"/>
                      </a:cubicBezTo>
                      <a:lnTo>
                        <a:pt x="204440" y="17070"/>
                      </a:lnTo>
                      <a:cubicBezTo>
                        <a:pt x="205976" y="17070"/>
                        <a:pt x="207591" y="17305"/>
                        <a:pt x="208986" y="17728"/>
                      </a:cubicBezTo>
                      <a:lnTo>
                        <a:pt x="208986" y="17728"/>
                      </a:lnTo>
                      <a:lnTo>
                        <a:pt x="208986" y="5439"/>
                      </a:lnTo>
                      <a:lnTo>
                        <a:pt x="205083" y="5439"/>
                      </a:lnTo>
                      <a:lnTo>
                        <a:pt x="205083" y="1207"/>
                      </a:lnTo>
                      <a:lnTo>
                        <a:pt x="208986" y="1207"/>
                      </a:lnTo>
                      <a:lnTo>
                        <a:pt x="208986" y="0"/>
                      </a:lnTo>
                      <a:close/>
                      <a:moveTo>
                        <a:pt x="189832" y="1207"/>
                      </a:moveTo>
                      <a:lnTo>
                        <a:pt x="203766" y="1207"/>
                      </a:lnTo>
                      <a:lnTo>
                        <a:pt x="203766" y="5439"/>
                      </a:lnTo>
                      <a:lnTo>
                        <a:pt x="189832" y="5439"/>
                      </a:lnTo>
                      <a:close/>
                      <a:moveTo>
                        <a:pt x="174581" y="1207"/>
                      </a:moveTo>
                      <a:lnTo>
                        <a:pt x="188515" y="1207"/>
                      </a:lnTo>
                      <a:lnTo>
                        <a:pt x="188515" y="5439"/>
                      </a:lnTo>
                      <a:lnTo>
                        <a:pt x="174581" y="5439"/>
                      </a:lnTo>
                      <a:close/>
                      <a:moveTo>
                        <a:pt x="159314" y="1207"/>
                      </a:moveTo>
                      <a:lnTo>
                        <a:pt x="173264" y="1207"/>
                      </a:lnTo>
                      <a:lnTo>
                        <a:pt x="173264" y="5439"/>
                      </a:lnTo>
                      <a:lnTo>
                        <a:pt x="159314" y="5439"/>
                      </a:lnTo>
                      <a:close/>
                      <a:moveTo>
                        <a:pt x="144063" y="1207"/>
                      </a:moveTo>
                      <a:lnTo>
                        <a:pt x="158013" y="1207"/>
                      </a:lnTo>
                      <a:lnTo>
                        <a:pt x="158013" y="5439"/>
                      </a:lnTo>
                      <a:lnTo>
                        <a:pt x="144063" y="5439"/>
                      </a:lnTo>
                      <a:close/>
                      <a:moveTo>
                        <a:pt x="128812" y="1207"/>
                      </a:moveTo>
                      <a:lnTo>
                        <a:pt x="142762" y="1207"/>
                      </a:lnTo>
                      <a:lnTo>
                        <a:pt x="142762" y="5439"/>
                      </a:lnTo>
                      <a:lnTo>
                        <a:pt x="128812" y="5439"/>
                      </a:lnTo>
                      <a:close/>
                      <a:moveTo>
                        <a:pt x="113560" y="1207"/>
                      </a:moveTo>
                      <a:lnTo>
                        <a:pt x="127511" y="1207"/>
                      </a:lnTo>
                      <a:lnTo>
                        <a:pt x="127511" y="5439"/>
                      </a:lnTo>
                      <a:lnTo>
                        <a:pt x="113560" y="5439"/>
                      </a:lnTo>
                      <a:close/>
                      <a:moveTo>
                        <a:pt x="98309" y="1207"/>
                      </a:moveTo>
                      <a:lnTo>
                        <a:pt x="112259" y="1207"/>
                      </a:lnTo>
                      <a:lnTo>
                        <a:pt x="112259" y="5439"/>
                      </a:lnTo>
                      <a:lnTo>
                        <a:pt x="98309" y="5439"/>
                      </a:lnTo>
                      <a:close/>
                      <a:moveTo>
                        <a:pt x="83058" y="1207"/>
                      </a:moveTo>
                      <a:lnTo>
                        <a:pt x="97008" y="1207"/>
                      </a:lnTo>
                      <a:lnTo>
                        <a:pt x="97008" y="5439"/>
                      </a:lnTo>
                      <a:lnTo>
                        <a:pt x="83058" y="5439"/>
                      </a:lnTo>
                      <a:close/>
                      <a:moveTo>
                        <a:pt x="67807" y="1207"/>
                      </a:moveTo>
                      <a:lnTo>
                        <a:pt x="81757" y="1207"/>
                      </a:lnTo>
                      <a:lnTo>
                        <a:pt x="81757" y="5439"/>
                      </a:lnTo>
                      <a:lnTo>
                        <a:pt x="67807" y="5439"/>
                      </a:lnTo>
                      <a:close/>
                      <a:moveTo>
                        <a:pt x="52556" y="1207"/>
                      </a:moveTo>
                      <a:lnTo>
                        <a:pt x="66490" y="1207"/>
                      </a:lnTo>
                      <a:lnTo>
                        <a:pt x="66490" y="5439"/>
                      </a:lnTo>
                      <a:lnTo>
                        <a:pt x="52556" y="5439"/>
                      </a:lnTo>
                      <a:close/>
                      <a:moveTo>
                        <a:pt x="37305" y="1207"/>
                      </a:moveTo>
                      <a:lnTo>
                        <a:pt x="51239" y="1207"/>
                      </a:lnTo>
                      <a:lnTo>
                        <a:pt x="51239" y="5439"/>
                      </a:lnTo>
                      <a:lnTo>
                        <a:pt x="37305" y="5439"/>
                      </a:lnTo>
                      <a:close/>
                      <a:moveTo>
                        <a:pt x="22038" y="1207"/>
                      </a:moveTo>
                      <a:lnTo>
                        <a:pt x="35988" y="1207"/>
                      </a:lnTo>
                      <a:lnTo>
                        <a:pt x="35988" y="5439"/>
                      </a:lnTo>
                      <a:lnTo>
                        <a:pt x="22038" y="5439"/>
                      </a:lnTo>
                      <a:close/>
                      <a:moveTo>
                        <a:pt x="6787" y="1207"/>
                      </a:moveTo>
                      <a:lnTo>
                        <a:pt x="20737" y="1207"/>
                      </a:lnTo>
                      <a:lnTo>
                        <a:pt x="20737" y="5439"/>
                      </a:lnTo>
                      <a:lnTo>
                        <a:pt x="6787" y="54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</p:grpSp>
        </p:grpSp>
      </p:grpSp>
      <p:sp>
        <p:nvSpPr>
          <p:cNvPr id="1748795981" name="Google Shape;59;p6"/>
          <p:cNvSpPr/>
          <p:nvPr/>
        </p:nvSpPr>
        <p:spPr bwMode="auto">
          <a:xfrm rot="-2231248" flipH="1">
            <a:off x="371793" y="36408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43313016" name="Google Shape;60;p6"/>
          <p:cNvSpPr/>
          <p:nvPr/>
        </p:nvSpPr>
        <p:spPr bwMode="auto">
          <a:xfrm rot="-2231248" flipH="1">
            <a:off x="7192518" y="44511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title and description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368838" name="Google Shape;247;p9"/>
          <p:cNvSpPr txBox="1">
            <a:spLocks noGrp="1"/>
          </p:cNvSpPr>
          <p:nvPr>
            <p:ph type="title"/>
          </p:nvPr>
        </p:nvSpPr>
        <p:spPr bwMode="auto">
          <a:xfrm>
            <a:off x="4155575" y="681200"/>
            <a:ext cx="39381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1899350554" name="Google Shape;248;p9"/>
          <p:cNvSpPr txBox="1">
            <a:spLocks noGrp="1"/>
          </p:cNvSpPr>
          <p:nvPr>
            <p:ph type="subTitle" idx="1"/>
          </p:nvPr>
        </p:nvSpPr>
        <p:spPr bwMode="auto">
          <a:xfrm>
            <a:off x="4155575" y="1594350"/>
            <a:ext cx="3938100" cy="12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1982745160" name="Google Shape;249;p9"/>
          <p:cNvSpPr/>
          <p:nvPr/>
        </p:nvSpPr>
        <p:spPr bwMode="auto">
          <a:xfrm>
            <a:off x="-1713620" y="2390475"/>
            <a:ext cx="10890094" cy="1760625"/>
          </a:xfrm>
          <a:custGeom>
            <a:avLst/>
            <a:gdLst/>
            <a:ahLst/>
            <a:cxnLst/>
            <a:rect l="l" t="t" r="r" b="b"/>
            <a:pathLst>
              <a:path w="315838" h="70425" extrusionOk="0">
                <a:moveTo>
                  <a:pt x="315838" y="0"/>
                </a:moveTo>
                <a:cubicBezTo>
                  <a:pt x="315838" y="0"/>
                  <a:pt x="234128" y="29311"/>
                  <a:pt x="229081" y="29530"/>
                </a:cubicBezTo>
                <a:cubicBezTo>
                  <a:pt x="229047" y="29532"/>
                  <a:pt x="229007" y="29533"/>
                  <a:pt x="228962" y="29533"/>
                </a:cubicBezTo>
                <a:cubicBezTo>
                  <a:pt x="222386" y="29533"/>
                  <a:pt x="100622" y="13630"/>
                  <a:pt x="85661" y="12634"/>
                </a:cubicBezTo>
                <a:cubicBezTo>
                  <a:pt x="85090" y="12595"/>
                  <a:pt x="84440" y="12576"/>
                  <a:pt x="83718" y="12576"/>
                </a:cubicBezTo>
                <a:cubicBezTo>
                  <a:pt x="65374" y="12576"/>
                  <a:pt x="157" y="24546"/>
                  <a:pt x="157" y="24546"/>
                </a:cubicBezTo>
                <a:lnTo>
                  <a:pt x="0" y="70425"/>
                </a:lnTo>
                <a:lnTo>
                  <a:pt x="315838" y="70425"/>
                </a:lnTo>
                <a:lnTo>
                  <a:pt x="315838" y="0"/>
                </a:lnTo>
                <a:close/>
              </a:path>
            </a:pathLst>
          </a:custGeom>
          <a:solidFill>
            <a:srgbClr val="D9ECD3">
              <a:alpha val="70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2273245" name="Google Shape;250;p9"/>
          <p:cNvSpPr/>
          <p:nvPr/>
        </p:nvSpPr>
        <p:spPr bwMode="auto">
          <a:xfrm>
            <a:off x="84750" y="1740650"/>
            <a:ext cx="2666625" cy="2667025"/>
          </a:xfrm>
          <a:custGeom>
            <a:avLst/>
            <a:gdLst/>
            <a:ahLst/>
            <a:cxnLst/>
            <a:rect l="l" t="t" r="r" b="b"/>
            <a:pathLst>
              <a:path w="106665" h="106681" extrusionOk="0">
                <a:moveTo>
                  <a:pt x="53341" y="1"/>
                </a:moveTo>
                <a:cubicBezTo>
                  <a:pt x="23873" y="1"/>
                  <a:pt x="1" y="23889"/>
                  <a:pt x="1" y="53341"/>
                </a:cubicBezTo>
                <a:cubicBezTo>
                  <a:pt x="1" y="82793"/>
                  <a:pt x="23873" y="106680"/>
                  <a:pt x="53341" y="106680"/>
                </a:cubicBezTo>
                <a:cubicBezTo>
                  <a:pt x="82793" y="106680"/>
                  <a:pt x="106665" y="82793"/>
                  <a:pt x="106665" y="53341"/>
                </a:cubicBezTo>
                <a:cubicBezTo>
                  <a:pt x="106665" y="23889"/>
                  <a:pt x="82793" y="1"/>
                  <a:pt x="533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81881299" name="Google Shape;251;p9"/>
          <p:cNvSpPr/>
          <p:nvPr/>
        </p:nvSpPr>
        <p:spPr bwMode="auto">
          <a:xfrm>
            <a:off x="5972450" y="3196325"/>
            <a:ext cx="6828950" cy="1443150"/>
          </a:xfrm>
          <a:custGeom>
            <a:avLst/>
            <a:gdLst/>
            <a:ahLst/>
            <a:cxnLst/>
            <a:rect l="l" t="t" r="r" b="b"/>
            <a:pathLst>
              <a:path w="273158" h="57726" extrusionOk="0">
                <a:moveTo>
                  <a:pt x="119043" y="0"/>
                </a:moveTo>
                <a:cubicBezTo>
                  <a:pt x="118808" y="0"/>
                  <a:pt x="118606" y="15"/>
                  <a:pt x="118436" y="44"/>
                </a:cubicBezTo>
                <a:cubicBezTo>
                  <a:pt x="114815" y="687"/>
                  <a:pt x="1" y="57726"/>
                  <a:pt x="1" y="57726"/>
                </a:cubicBezTo>
                <a:lnTo>
                  <a:pt x="273157" y="57726"/>
                </a:lnTo>
                <a:cubicBezTo>
                  <a:pt x="273157" y="57726"/>
                  <a:pt x="133756" y="0"/>
                  <a:pt x="1190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01606882" name="Google Shape;252;p9"/>
          <p:cNvSpPr/>
          <p:nvPr/>
        </p:nvSpPr>
        <p:spPr bwMode="auto">
          <a:xfrm>
            <a:off x="-1743225" y="3196325"/>
            <a:ext cx="6829325" cy="1443150"/>
          </a:xfrm>
          <a:custGeom>
            <a:avLst/>
            <a:gdLst/>
            <a:ahLst/>
            <a:cxnLst/>
            <a:rect l="l" t="t" r="r" b="b"/>
            <a:pathLst>
              <a:path w="273173" h="57726" extrusionOk="0">
                <a:moveTo>
                  <a:pt x="119057" y="0"/>
                </a:moveTo>
                <a:cubicBezTo>
                  <a:pt x="118823" y="0"/>
                  <a:pt x="118621" y="15"/>
                  <a:pt x="118451" y="44"/>
                </a:cubicBezTo>
                <a:cubicBezTo>
                  <a:pt x="114815" y="687"/>
                  <a:pt x="0" y="57726"/>
                  <a:pt x="0" y="57726"/>
                </a:cubicBezTo>
                <a:lnTo>
                  <a:pt x="273172" y="57726"/>
                </a:lnTo>
                <a:cubicBezTo>
                  <a:pt x="273172" y="57726"/>
                  <a:pt x="133756" y="0"/>
                  <a:pt x="1190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4706729" name="Google Shape;253;p9"/>
          <p:cNvSpPr/>
          <p:nvPr/>
        </p:nvSpPr>
        <p:spPr bwMode="auto">
          <a:xfrm>
            <a:off x="3559000" y="3196325"/>
            <a:ext cx="6828924" cy="1443150"/>
          </a:xfrm>
          <a:custGeom>
            <a:avLst/>
            <a:gdLst/>
            <a:ahLst/>
            <a:cxnLst/>
            <a:rect l="l" t="t" r="r" b="b"/>
            <a:pathLst>
              <a:path w="273157" h="57726" extrusionOk="0">
                <a:moveTo>
                  <a:pt x="119057" y="0"/>
                </a:moveTo>
                <a:cubicBezTo>
                  <a:pt x="118823" y="0"/>
                  <a:pt x="118621" y="15"/>
                  <a:pt x="118451" y="44"/>
                </a:cubicBezTo>
                <a:cubicBezTo>
                  <a:pt x="114815" y="687"/>
                  <a:pt x="1" y="57726"/>
                  <a:pt x="1" y="57726"/>
                </a:cubicBezTo>
                <a:lnTo>
                  <a:pt x="273157" y="57726"/>
                </a:lnTo>
                <a:cubicBezTo>
                  <a:pt x="273157" y="57726"/>
                  <a:pt x="133755" y="0"/>
                  <a:pt x="1190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82447992" name="Google Shape;254;p9"/>
          <p:cNvSpPr/>
          <p:nvPr/>
        </p:nvSpPr>
        <p:spPr bwMode="auto">
          <a:xfrm>
            <a:off x="888100" y="3587925"/>
            <a:ext cx="5829700" cy="1231825"/>
          </a:xfrm>
          <a:custGeom>
            <a:avLst/>
            <a:gdLst/>
            <a:ahLst/>
            <a:cxnLst/>
            <a:rect l="l" t="t" r="r" b="b"/>
            <a:pathLst>
              <a:path w="233188" h="49273" extrusionOk="0">
                <a:moveTo>
                  <a:pt x="101637" y="1"/>
                </a:moveTo>
                <a:cubicBezTo>
                  <a:pt x="101435" y="1"/>
                  <a:pt x="101261" y="13"/>
                  <a:pt x="101115" y="39"/>
                </a:cubicBezTo>
                <a:cubicBezTo>
                  <a:pt x="98012" y="572"/>
                  <a:pt x="0" y="49272"/>
                  <a:pt x="0" y="49272"/>
                </a:cubicBezTo>
                <a:lnTo>
                  <a:pt x="233187" y="49272"/>
                </a:lnTo>
                <a:cubicBezTo>
                  <a:pt x="233187" y="49272"/>
                  <a:pt x="114207" y="1"/>
                  <a:pt x="1016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63599878" name="Google Shape;255;p9"/>
          <p:cNvSpPr/>
          <p:nvPr/>
        </p:nvSpPr>
        <p:spPr bwMode="auto">
          <a:xfrm>
            <a:off x="2571900" y="3389250"/>
            <a:ext cx="5829700" cy="1231825"/>
          </a:xfrm>
          <a:custGeom>
            <a:avLst/>
            <a:gdLst/>
            <a:ahLst/>
            <a:cxnLst/>
            <a:rect l="l" t="t" r="r" b="b"/>
            <a:pathLst>
              <a:path w="233188" h="49273" extrusionOk="0">
                <a:moveTo>
                  <a:pt x="101637" y="1"/>
                </a:moveTo>
                <a:cubicBezTo>
                  <a:pt x="101436" y="1"/>
                  <a:pt x="101262" y="14"/>
                  <a:pt x="101116" y="39"/>
                </a:cubicBezTo>
                <a:cubicBezTo>
                  <a:pt x="98013" y="572"/>
                  <a:pt x="1" y="49272"/>
                  <a:pt x="1" y="49272"/>
                </a:cubicBezTo>
                <a:lnTo>
                  <a:pt x="233188" y="49272"/>
                </a:lnTo>
                <a:cubicBezTo>
                  <a:pt x="233188" y="49272"/>
                  <a:pt x="114208" y="1"/>
                  <a:pt x="1016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65199816" name="Google Shape;256;p9"/>
          <p:cNvSpPr/>
          <p:nvPr/>
        </p:nvSpPr>
        <p:spPr bwMode="auto">
          <a:xfrm>
            <a:off x="2883050" y="3390225"/>
            <a:ext cx="2344900" cy="1076450"/>
          </a:xfrm>
          <a:custGeom>
            <a:avLst/>
            <a:gdLst/>
            <a:ahLst/>
            <a:cxnLst/>
            <a:rect l="l" t="t" r="r" b="b"/>
            <a:pathLst>
              <a:path w="93796" h="43058" extrusionOk="0">
                <a:moveTo>
                  <a:pt x="88670" y="0"/>
                </a:moveTo>
                <a:cubicBezTo>
                  <a:pt x="86256" y="423"/>
                  <a:pt x="26490" y="29938"/>
                  <a:pt x="0" y="43058"/>
                </a:cubicBezTo>
                <a:lnTo>
                  <a:pt x="0" y="43058"/>
                </a:lnTo>
                <a:lnTo>
                  <a:pt x="23324" y="34233"/>
                </a:lnTo>
                <a:lnTo>
                  <a:pt x="71601" y="32477"/>
                </a:lnTo>
                <a:cubicBezTo>
                  <a:pt x="72447" y="32462"/>
                  <a:pt x="72541" y="31129"/>
                  <a:pt x="71726" y="30957"/>
                </a:cubicBezTo>
                <a:lnTo>
                  <a:pt x="53481" y="27023"/>
                </a:lnTo>
                <a:cubicBezTo>
                  <a:pt x="52870" y="26882"/>
                  <a:pt x="52713" y="26004"/>
                  <a:pt x="53230" y="25612"/>
                </a:cubicBezTo>
                <a:lnTo>
                  <a:pt x="57917" y="22211"/>
                </a:lnTo>
                <a:cubicBezTo>
                  <a:pt x="58011" y="22148"/>
                  <a:pt x="58136" y="22101"/>
                  <a:pt x="58246" y="22085"/>
                </a:cubicBezTo>
                <a:lnTo>
                  <a:pt x="92918" y="18433"/>
                </a:lnTo>
                <a:cubicBezTo>
                  <a:pt x="93796" y="18339"/>
                  <a:pt x="93764" y="16929"/>
                  <a:pt x="92886" y="16897"/>
                </a:cubicBezTo>
                <a:lnTo>
                  <a:pt x="63905" y="15471"/>
                </a:lnTo>
                <a:cubicBezTo>
                  <a:pt x="63184" y="15439"/>
                  <a:pt x="62980" y="14374"/>
                  <a:pt x="63622" y="14013"/>
                </a:cubicBezTo>
                <a:lnTo>
                  <a:pt x="88670" y="0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39545313" name="Google Shape;257;p9"/>
          <p:cNvSpPr/>
          <p:nvPr/>
        </p:nvSpPr>
        <p:spPr bwMode="auto">
          <a:xfrm>
            <a:off x="3757675" y="3894300"/>
            <a:ext cx="4251675" cy="820825"/>
          </a:xfrm>
          <a:custGeom>
            <a:avLst/>
            <a:gdLst/>
            <a:ahLst/>
            <a:cxnLst/>
            <a:rect l="l" t="t" r="r" b="b"/>
            <a:pathLst>
              <a:path w="170067" h="32833" extrusionOk="0">
                <a:moveTo>
                  <a:pt x="74126" y="0"/>
                </a:moveTo>
                <a:cubicBezTo>
                  <a:pt x="73980" y="0"/>
                  <a:pt x="73854" y="9"/>
                  <a:pt x="73748" y="26"/>
                </a:cubicBezTo>
                <a:cubicBezTo>
                  <a:pt x="71475" y="386"/>
                  <a:pt x="0" y="32832"/>
                  <a:pt x="0" y="32832"/>
                </a:cubicBezTo>
                <a:lnTo>
                  <a:pt x="170067" y="32832"/>
                </a:lnTo>
                <a:cubicBezTo>
                  <a:pt x="170067" y="32832"/>
                  <a:pt x="83280" y="0"/>
                  <a:pt x="7412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4800156" name="Google Shape;258;p9"/>
          <p:cNvSpPr/>
          <p:nvPr/>
        </p:nvSpPr>
        <p:spPr bwMode="auto">
          <a:xfrm>
            <a:off x="-108000" y="3658225"/>
            <a:ext cx="5473875" cy="1056900"/>
          </a:xfrm>
          <a:custGeom>
            <a:avLst/>
            <a:gdLst/>
            <a:ahLst/>
            <a:cxnLst/>
            <a:rect l="l" t="t" r="r" b="b"/>
            <a:pathLst>
              <a:path w="218955" h="42276" extrusionOk="0">
                <a:moveTo>
                  <a:pt x="95422" y="1"/>
                </a:moveTo>
                <a:cubicBezTo>
                  <a:pt x="95236" y="1"/>
                  <a:pt x="95075" y="11"/>
                  <a:pt x="94940" y="33"/>
                </a:cubicBezTo>
                <a:cubicBezTo>
                  <a:pt x="92024" y="503"/>
                  <a:pt x="0" y="42275"/>
                  <a:pt x="0" y="42275"/>
                </a:cubicBezTo>
                <a:lnTo>
                  <a:pt x="218955" y="42275"/>
                </a:lnTo>
                <a:cubicBezTo>
                  <a:pt x="218955" y="42275"/>
                  <a:pt x="107185" y="1"/>
                  <a:pt x="9542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27988860" name="Google Shape;259;p9"/>
          <p:cNvSpPr/>
          <p:nvPr/>
        </p:nvSpPr>
        <p:spPr bwMode="auto">
          <a:xfrm>
            <a:off x="183925" y="3659025"/>
            <a:ext cx="2202275" cy="923650"/>
          </a:xfrm>
          <a:custGeom>
            <a:avLst/>
            <a:gdLst/>
            <a:ahLst/>
            <a:cxnLst/>
            <a:rect l="l" t="t" r="r" b="b"/>
            <a:pathLst>
              <a:path w="88091" h="36946" extrusionOk="0">
                <a:moveTo>
                  <a:pt x="83263" y="1"/>
                </a:moveTo>
                <a:lnTo>
                  <a:pt x="83263" y="1"/>
                </a:lnTo>
                <a:cubicBezTo>
                  <a:pt x="81006" y="377"/>
                  <a:pt x="24891" y="25691"/>
                  <a:pt x="1" y="36945"/>
                </a:cubicBezTo>
                <a:lnTo>
                  <a:pt x="1" y="36945"/>
                </a:lnTo>
                <a:lnTo>
                  <a:pt x="21913" y="29390"/>
                </a:lnTo>
                <a:lnTo>
                  <a:pt x="67244" y="27885"/>
                </a:lnTo>
                <a:cubicBezTo>
                  <a:pt x="68027" y="27854"/>
                  <a:pt x="68121" y="26726"/>
                  <a:pt x="67353" y="26569"/>
                </a:cubicBezTo>
                <a:lnTo>
                  <a:pt x="50237" y="23199"/>
                </a:lnTo>
                <a:cubicBezTo>
                  <a:pt x="49657" y="23073"/>
                  <a:pt x="49500" y="22321"/>
                  <a:pt x="49986" y="21992"/>
                </a:cubicBezTo>
                <a:lnTo>
                  <a:pt x="54391" y="19061"/>
                </a:lnTo>
                <a:cubicBezTo>
                  <a:pt x="54485" y="19014"/>
                  <a:pt x="54594" y="18967"/>
                  <a:pt x="54704" y="18967"/>
                </a:cubicBezTo>
                <a:lnTo>
                  <a:pt x="87260" y="15832"/>
                </a:lnTo>
                <a:cubicBezTo>
                  <a:pt x="88090" y="15754"/>
                  <a:pt x="88059" y="14547"/>
                  <a:pt x="87228" y="14500"/>
                </a:cubicBezTo>
                <a:lnTo>
                  <a:pt x="60018" y="13293"/>
                </a:lnTo>
                <a:cubicBezTo>
                  <a:pt x="59344" y="13261"/>
                  <a:pt x="59140" y="12337"/>
                  <a:pt x="59751" y="12039"/>
                </a:cubicBezTo>
                <a:lnTo>
                  <a:pt x="83263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68754205" name="Google Shape;260;p9"/>
          <p:cNvSpPr/>
          <p:nvPr/>
        </p:nvSpPr>
        <p:spPr bwMode="auto">
          <a:xfrm>
            <a:off x="-242325" y="4534050"/>
            <a:ext cx="9418794" cy="1160325"/>
          </a:xfrm>
          <a:custGeom>
            <a:avLst/>
            <a:gdLst/>
            <a:ahLst/>
            <a:cxnLst/>
            <a:rect l="l" t="t" r="r" b="b"/>
            <a:pathLst>
              <a:path w="331356" h="46413" extrusionOk="0">
                <a:moveTo>
                  <a:pt x="1" y="1"/>
                </a:moveTo>
                <a:lnTo>
                  <a:pt x="1" y="46412"/>
                </a:lnTo>
                <a:lnTo>
                  <a:pt x="331356" y="46412"/>
                </a:lnTo>
                <a:lnTo>
                  <a:pt x="33135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57682888" name="Google Shape;261;p9"/>
          <p:cNvSpPr/>
          <p:nvPr/>
        </p:nvSpPr>
        <p:spPr bwMode="auto">
          <a:xfrm>
            <a:off x="1582074" y="4534050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57730696" name="Google Shape;262;p9"/>
          <p:cNvSpPr/>
          <p:nvPr/>
        </p:nvSpPr>
        <p:spPr bwMode="auto">
          <a:xfrm>
            <a:off x="-274550" y="4825825"/>
            <a:ext cx="9418794" cy="868550"/>
          </a:xfrm>
          <a:custGeom>
            <a:avLst/>
            <a:gdLst/>
            <a:ahLst/>
            <a:cxnLst/>
            <a:rect l="l" t="t" r="r" b="b"/>
            <a:pathLst>
              <a:path w="331356" h="34742" extrusionOk="0">
                <a:moveTo>
                  <a:pt x="121144" y="1"/>
                </a:moveTo>
                <a:cubicBezTo>
                  <a:pt x="121070" y="1"/>
                  <a:pt x="121003" y="3"/>
                  <a:pt x="120944" y="7"/>
                </a:cubicBezTo>
                <a:cubicBezTo>
                  <a:pt x="113984" y="509"/>
                  <a:pt x="581" y="5806"/>
                  <a:pt x="581" y="5806"/>
                </a:cubicBezTo>
                <a:lnTo>
                  <a:pt x="1" y="34741"/>
                </a:lnTo>
                <a:lnTo>
                  <a:pt x="331356" y="34741"/>
                </a:lnTo>
                <a:lnTo>
                  <a:pt x="331356" y="7076"/>
                </a:lnTo>
                <a:lnTo>
                  <a:pt x="292248" y="28503"/>
                </a:lnTo>
                <a:lnTo>
                  <a:pt x="233282" y="28503"/>
                </a:lnTo>
                <a:cubicBezTo>
                  <a:pt x="232365" y="28503"/>
                  <a:pt x="129671" y="1"/>
                  <a:pt x="1211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958480214" name="Google Shape;263;p9"/>
          <p:cNvGrpSpPr/>
          <p:nvPr/>
        </p:nvGrpSpPr>
        <p:grpSpPr bwMode="auto">
          <a:xfrm>
            <a:off x="-45125" y="4400963"/>
            <a:ext cx="9144000" cy="135700"/>
            <a:chOff x="96675" y="2823075"/>
            <a:chExt cx="9144000" cy="135700"/>
          </a:xfrm>
        </p:grpSpPr>
        <p:grpSp>
          <p:nvGrpSpPr>
            <p:cNvPr id="264" name="Google Shape;264;p9"/>
            <p:cNvGrpSpPr/>
            <p:nvPr/>
          </p:nvGrpSpPr>
          <p:grpSpPr bwMode="auto">
            <a:xfrm>
              <a:off x="96675" y="2823075"/>
              <a:ext cx="9144000" cy="135700"/>
              <a:chOff x="96675" y="2823075"/>
              <a:chExt cx="9144000" cy="135700"/>
            </a:xfrm>
          </p:grpSpPr>
          <p:grpSp>
            <p:nvGrpSpPr>
              <p:cNvPr id="265" name="Google Shape;265;p9"/>
              <p:cNvGrpSpPr/>
              <p:nvPr/>
            </p:nvGrpSpPr>
            <p:grpSpPr bwMode="auto">
              <a:xfrm>
                <a:off x="96675" y="2823075"/>
                <a:ext cx="9144000" cy="135700"/>
                <a:chOff x="-584175" y="4743925"/>
                <a:chExt cx="9144000" cy="135700"/>
              </a:xfrm>
            </p:grpSpPr>
            <p:sp>
              <p:nvSpPr>
                <p:cNvPr id="266" name="Google Shape;266;p9"/>
                <p:cNvSpPr/>
                <p:nvPr/>
              </p:nvSpPr>
              <p:spPr bwMode="auto">
                <a:xfrm>
                  <a:off x="-584175" y="4743925"/>
                  <a:ext cx="91440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grpSp>
              <p:nvGrpSpPr>
                <p:cNvPr id="267" name="Google Shape;267;p9"/>
                <p:cNvGrpSpPr/>
                <p:nvPr/>
              </p:nvGrpSpPr>
              <p:grpSpPr bwMode="auto">
                <a:xfrm>
                  <a:off x="-450100" y="4750325"/>
                  <a:ext cx="3095500" cy="129300"/>
                  <a:chOff x="-450100" y="4750325"/>
                  <a:chExt cx="3095500" cy="129300"/>
                </a:xfrm>
              </p:grpSpPr>
              <p:sp>
                <p:nvSpPr>
                  <p:cNvPr id="268" name="Google Shape;268;p9"/>
                  <p:cNvSpPr/>
                  <p:nvPr/>
                </p:nvSpPr>
                <p:spPr bwMode="auto">
                  <a:xfrm rot="5400000">
                    <a:off x="-497049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69" name="Google Shape;269;p9"/>
                  <p:cNvSpPr/>
                  <p:nvPr/>
                </p:nvSpPr>
                <p:spPr bwMode="auto">
                  <a:xfrm rot="5400000">
                    <a:off x="-112625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70" name="Google Shape;270;p9"/>
                  <p:cNvSpPr/>
                  <p:nvPr/>
                </p:nvSpPr>
                <p:spPr bwMode="auto">
                  <a:xfrm rot="5400000">
                    <a:off x="271800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71" name="Google Shape;271;p9"/>
                  <p:cNvSpPr/>
                  <p:nvPr/>
                </p:nvSpPr>
                <p:spPr bwMode="auto">
                  <a:xfrm rot="5400000">
                    <a:off x="648575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72" name="Google Shape;272;p9"/>
                  <p:cNvSpPr/>
                  <p:nvPr/>
                </p:nvSpPr>
                <p:spPr bwMode="auto">
                  <a:xfrm rot="5400000">
                    <a:off x="1025350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73" name="Google Shape;273;p9"/>
                  <p:cNvSpPr/>
                  <p:nvPr/>
                </p:nvSpPr>
                <p:spPr bwMode="auto">
                  <a:xfrm rot="5400000">
                    <a:off x="1409775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74" name="Google Shape;274;p9"/>
                  <p:cNvSpPr/>
                  <p:nvPr/>
                </p:nvSpPr>
                <p:spPr bwMode="auto">
                  <a:xfrm rot="5400000">
                    <a:off x="1794200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75" name="Google Shape;275;p9"/>
                  <p:cNvSpPr/>
                  <p:nvPr/>
                </p:nvSpPr>
                <p:spPr bwMode="auto">
                  <a:xfrm rot="5400000">
                    <a:off x="2178625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76" name="Google Shape;276;p9"/>
                  <p:cNvSpPr/>
                  <p:nvPr/>
                </p:nvSpPr>
                <p:spPr bwMode="auto">
                  <a:xfrm rot="5400000">
                    <a:off x="2563050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</p:grpSp>
          </p:grpSp>
          <p:grpSp>
            <p:nvGrpSpPr>
              <p:cNvPr id="277" name="Google Shape;277;p9"/>
              <p:cNvGrpSpPr/>
              <p:nvPr/>
            </p:nvGrpSpPr>
            <p:grpSpPr bwMode="auto">
              <a:xfrm>
                <a:off x="3677725" y="2826275"/>
                <a:ext cx="2711075" cy="129300"/>
                <a:chOff x="-65675" y="4750325"/>
                <a:chExt cx="2711075" cy="129300"/>
              </a:xfrm>
            </p:grpSpPr>
            <p:sp>
              <p:nvSpPr>
                <p:cNvPr id="278" name="Google Shape;278;p9"/>
                <p:cNvSpPr/>
                <p:nvPr/>
              </p:nvSpPr>
              <p:spPr bwMode="auto">
                <a:xfrm rot="5400000">
                  <a:off x="-112625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279" name="Google Shape;279;p9"/>
                <p:cNvSpPr/>
                <p:nvPr/>
              </p:nvSpPr>
              <p:spPr bwMode="auto">
                <a:xfrm rot="5400000">
                  <a:off x="271800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280" name="Google Shape;280;p9"/>
                <p:cNvSpPr/>
                <p:nvPr/>
              </p:nvSpPr>
              <p:spPr bwMode="auto">
                <a:xfrm rot="5400000">
                  <a:off x="648575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281" name="Google Shape;281;p9"/>
                <p:cNvSpPr/>
                <p:nvPr/>
              </p:nvSpPr>
              <p:spPr bwMode="auto">
                <a:xfrm rot="5400000">
                  <a:off x="1025350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282" name="Google Shape;282;p9"/>
                <p:cNvSpPr/>
                <p:nvPr/>
              </p:nvSpPr>
              <p:spPr bwMode="auto">
                <a:xfrm rot="5400000">
                  <a:off x="1409775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283" name="Google Shape;283;p9"/>
                <p:cNvSpPr/>
                <p:nvPr/>
              </p:nvSpPr>
              <p:spPr bwMode="auto">
                <a:xfrm rot="5400000">
                  <a:off x="1794200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284" name="Google Shape;284;p9"/>
                <p:cNvSpPr/>
                <p:nvPr/>
              </p:nvSpPr>
              <p:spPr bwMode="auto">
                <a:xfrm rot="5400000">
                  <a:off x="2178625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285" name="Google Shape;285;p9"/>
                <p:cNvSpPr/>
                <p:nvPr/>
              </p:nvSpPr>
              <p:spPr bwMode="auto">
                <a:xfrm rot="5400000">
                  <a:off x="2563050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</p:grpSp>
        </p:grpSp>
        <p:grpSp>
          <p:nvGrpSpPr>
            <p:cNvPr id="286" name="Google Shape;286;p9"/>
            <p:cNvGrpSpPr/>
            <p:nvPr/>
          </p:nvGrpSpPr>
          <p:grpSpPr bwMode="auto">
            <a:xfrm>
              <a:off x="6356774" y="2826275"/>
              <a:ext cx="2711075" cy="129300"/>
              <a:chOff x="-65675" y="4750325"/>
              <a:chExt cx="2711075" cy="129300"/>
            </a:xfrm>
          </p:grpSpPr>
          <p:sp>
            <p:nvSpPr>
              <p:cNvPr id="287" name="Google Shape;287;p9"/>
              <p:cNvSpPr/>
              <p:nvPr/>
            </p:nvSpPr>
            <p:spPr bwMode="auto">
              <a:xfrm rot="5400000">
                <a:off x="-112625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88" name="Google Shape;288;p9"/>
              <p:cNvSpPr/>
              <p:nvPr/>
            </p:nvSpPr>
            <p:spPr bwMode="auto">
              <a:xfrm rot="5400000">
                <a:off x="271800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89" name="Google Shape;289;p9"/>
              <p:cNvSpPr/>
              <p:nvPr/>
            </p:nvSpPr>
            <p:spPr bwMode="auto">
              <a:xfrm rot="5400000">
                <a:off x="648575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90" name="Google Shape;290;p9"/>
              <p:cNvSpPr/>
              <p:nvPr/>
            </p:nvSpPr>
            <p:spPr bwMode="auto">
              <a:xfrm rot="5400000">
                <a:off x="1025350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91" name="Google Shape;291;p9"/>
              <p:cNvSpPr/>
              <p:nvPr/>
            </p:nvSpPr>
            <p:spPr bwMode="auto">
              <a:xfrm rot="5400000">
                <a:off x="1409775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92" name="Google Shape;292;p9"/>
              <p:cNvSpPr/>
              <p:nvPr/>
            </p:nvSpPr>
            <p:spPr bwMode="auto">
              <a:xfrm rot="5400000">
                <a:off x="1794200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93" name="Google Shape;293;p9"/>
              <p:cNvSpPr/>
              <p:nvPr/>
            </p:nvSpPr>
            <p:spPr bwMode="auto">
              <a:xfrm rot="5400000">
                <a:off x="2178625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94" name="Google Shape;294;p9"/>
              <p:cNvSpPr/>
              <p:nvPr/>
            </p:nvSpPr>
            <p:spPr bwMode="auto">
              <a:xfrm rot="5400000">
                <a:off x="2563050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102424363" name="Google Shape;295;p9"/>
          <p:cNvGrpSpPr/>
          <p:nvPr/>
        </p:nvGrpSpPr>
        <p:grpSpPr bwMode="auto">
          <a:xfrm>
            <a:off x="1364600" y="3586175"/>
            <a:ext cx="1589000" cy="1889925"/>
            <a:chOff x="1364600" y="3586175"/>
            <a:chExt cx="1589000" cy="1889925"/>
          </a:xfrm>
        </p:grpSpPr>
        <p:sp>
          <p:nvSpPr>
            <p:cNvPr id="296" name="Google Shape;296;p9"/>
            <p:cNvSpPr/>
            <p:nvPr/>
          </p:nvSpPr>
          <p:spPr bwMode="auto">
            <a:xfrm>
              <a:off x="1623625" y="3849875"/>
              <a:ext cx="222200" cy="1626225"/>
            </a:xfrm>
            <a:custGeom>
              <a:avLst/>
              <a:gdLst/>
              <a:ahLst/>
              <a:cxnLst/>
              <a:rect l="l" t="t" r="r" b="b"/>
              <a:pathLst>
                <a:path w="8888" h="65049" extrusionOk="0">
                  <a:moveTo>
                    <a:pt x="0" y="0"/>
                  </a:moveTo>
                  <a:cubicBezTo>
                    <a:pt x="7336" y="26647"/>
                    <a:pt x="8887" y="65049"/>
                    <a:pt x="8887" y="65049"/>
                  </a:cubicBezTo>
                  <a:lnTo>
                    <a:pt x="8887" y="262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97" name="Google Shape;297;p9"/>
            <p:cNvSpPr/>
            <p:nvPr/>
          </p:nvSpPr>
          <p:spPr bwMode="auto">
            <a:xfrm>
              <a:off x="1845800" y="3953325"/>
              <a:ext cx="228475" cy="1522775"/>
            </a:xfrm>
            <a:custGeom>
              <a:avLst/>
              <a:gdLst/>
              <a:ahLst/>
              <a:cxnLst/>
              <a:rect l="l" t="t" r="r" b="b"/>
              <a:pathLst>
                <a:path w="9139" h="60911" extrusionOk="0">
                  <a:moveTo>
                    <a:pt x="9139" y="0"/>
                  </a:moveTo>
                  <a:lnTo>
                    <a:pt x="4233" y="15314"/>
                  </a:lnTo>
                  <a:lnTo>
                    <a:pt x="0" y="60911"/>
                  </a:lnTo>
                  <a:lnTo>
                    <a:pt x="4233" y="60911"/>
                  </a:lnTo>
                  <a:lnTo>
                    <a:pt x="91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98" name="Google Shape;298;p9"/>
            <p:cNvSpPr/>
            <p:nvPr/>
          </p:nvSpPr>
          <p:spPr bwMode="auto">
            <a:xfrm>
              <a:off x="2077000" y="4137100"/>
              <a:ext cx="148952" cy="1339000"/>
            </a:xfrm>
            <a:custGeom>
              <a:avLst/>
              <a:gdLst/>
              <a:ahLst/>
              <a:cxnLst/>
              <a:rect l="l" t="t" r="r" b="b"/>
              <a:pathLst>
                <a:path w="9562" h="53560" extrusionOk="0">
                  <a:moveTo>
                    <a:pt x="9562" y="1"/>
                  </a:moveTo>
                  <a:lnTo>
                    <a:pt x="0" y="22148"/>
                  </a:lnTo>
                  <a:cubicBezTo>
                    <a:pt x="0" y="22148"/>
                    <a:pt x="3292" y="50425"/>
                    <a:pt x="3292" y="53560"/>
                  </a:cubicBezTo>
                  <a:lnTo>
                    <a:pt x="6944" y="53560"/>
                  </a:lnTo>
                  <a:lnTo>
                    <a:pt x="95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99" name="Google Shape;299;p9"/>
            <p:cNvSpPr/>
            <p:nvPr/>
          </p:nvSpPr>
          <p:spPr bwMode="auto">
            <a:xfrm>
              <a:off x="1634200" y="3632775"/>
              <a:ext cx="61150" cy="1843325"/>
            </a:xfrm>
            <a:custGeom>
              <a:avLst/>
              <a:gdLst/>
              <a:ahLst/>
              <a:cxnLst/>
              <a:rect l="l" t="t" r="r" b="b"/>
              <a:pathLst>
                <a:path w="2446" h="73733" extrusionOk="0">
                  <a:moveTo>
                    <a:pt x="0" y="1"/>
                  </a:moveTo>
                  <a:lnTo>
                    <a:pt x="0" y="73733"/>
                  </a:lnTo>
                  <a:lnTo>
                    <a:pt x="2446" y="737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0" name="Google Shape;300;p9"/>
            <p:cNvSpPr/>
            <p:nvPr/>
          </p:nvSpPr>
          <p:spPr bwMode="auto">
            <a:xfrm>
              <a:off x="1558175" y="3598675"/>
              <a:ext cx="152450" cy="242600"/>
            </a:xfrm>
            <a:custGeom>
              <a:avLst/>
              <a:gdLst/>
              <a:ahLst/>
              <a:cxnLst/>
              <a:rect l="l" t="t" r="r" b="b"/>
              <a:pathLst>
                <a:path w="6098" h="9704" extrusionOk="0">
                  <a:moveTo>
                    <a:pt x="3041" y="1"/>
                  </a:moveTo>
                  <a:cubicBezTo>
                    <a:pt x="1364" y="1"/>
                    <a:pt x="1" y="3387"/>
                    <a:pt x="1" y="6067"/>
                  </a:cubicBezTo>
                  <a:cubicBezTo>
                    <a:pt x="1" y="8747"/>
                    <a:pt x="1364" y="9703"/>
                    <a:pt x="3041" y="9703"/>
                  </a:cubicBezTo>
                  <a:cubicBezTo>
                    <a:pt x="4734" y="9703"/>
                    <a:pt x="6098" y="8747"/>
                    <a:pt x="6098" y="6067"/>
                  </a:cubicBezTo>
                  <a:cubicBezTo>
                    <a:pt x="6098" y="3387"/>
                    <a:pt x="4734" y="1"/>
                    <a:pt x="30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1" name="Google Shape;301;p9"/>
            <p:cNvSpPr/>
            <p:nvPr/>
          </p:nvSpPr>
          <p:spPr bwMode="auto">
            <a:xfrm>
              <a:off x="1647525" y="3695075"/>
              <a:ext cx="134425" cy="659150"/>
            </a:xfrm>
            <a:custGeom>
              <a:avLst/>
              <a:gdLst/>
              <a:ahLst/>
              <a:cxnLst/>
              <a:rect l="l" t="t" r="r" b="b"/>
              <a:pathLst>
                <a:path w="5377" h="26366" extrusionOk="0">
                  <a:moveTo>
                    <a:pt x="5377" y="1"/>
                  </a:moveTo>
                  <a:cubicBezTo>
                    <a:pt x="5376" y="3"/>
                    <a:pt x="0" y="20393"/>
                    <a:pt x="0" y="21334"/>
                  </a:cubicBezTo>
                  <a:lnTo>
                    <a:pt x="0" y="26365"/>
                  </a:lnTo>
                  <a:lnTo>
                    <a:pt x="53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2" name="Google Shape;302;p9"/>
            <p:cNvSpPr/>
            <p:nvPr/>
          </p:nvSpPr>
          <p:spPr bwMode="auto">
            <a:xfrm>
              <a:off x="1728250" y="3586175"/>
              <a:ext cx="123450" cy="156325"/>
            </a:xfrm>
            <a:custGeom>
              <a:avLst/>
              <a:gdLst/>
              <a:ahLst/>
              <a:cxnLst/>
              <a:rect l="l" t="t" r="r" b="b"/>
              <a:pathLst>
                <a:path w="4938" h="6253" extrusionOk="0">
                  <a:moveTo>
                    <a:pt x="3451" y="1"/>
                  </a:moveTo>
                  <a:cubicBezTo>
                    <a:pt x="2420" y="1"/>
                    <a:pt x="1066" y="1679"/>
                    <a:pt x="564" y="3213"/>
                  </a:cubicBezTo>
                  <a:cubicBezTo>
                    <a:pt x="0" y="4890"/>
                    <a:pt x="658" y="5783"/>
                    <a:pt x="1709" y="6128"/>
                  </a:cubicBezTo>
                  <a:cubicBezTo>
                    <a:pt x="1953" y="6208"/>
                    <a:pt x="2199" y="6253"/>
                    <a:pt x="2438" y="6253"/>
                  </a:cubicBezTo>
                  <a:cubicBezTo>
                    <a:pt x="3227" y="6253"/>
                    <a:pt x="3952" y="5769"/>
                    <a:pt x="4373" y="4482"/>
                  </a:cubicBezTo>
                  <a:cubicBezTo>
                    <a:pt x="4938" y="2805"/>
                    <a:pt x="4781" y="391"/>
                    <a:pt x="3731" y="46"/>
                  </a:cubicBezTo>
                  <a:cubicBezTo>
                    <a:pt x="3641" y="16"/>
                    <a:pt x="3547" y="1"/>
                    <a:pt x="3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 bwMode="auto">
            <a:xfrm>
              <a:off x="1512324" y="3986225"/>
              <a:ext cx="141500" cy="694400"/>
            </a:xfrm>
            <a:custGeom>
              <a:avLst/>
              <a:gdLst/>
              <a:ahLst/>
              <a:cxnLst/>
              <a:rect l="l" t="t" r="r" b="b"/>
              <a:pathLst>
                <a:path w="5660" h="27776" extrusionOk="0">
                  <a:moveTo>
                    <a:pt x="1" y="1"/>
                  </a:moveTo>
                  <a:lnTo>
                    <a:pt x="5659" y="27776"/>
                  </a:lnTo>
                  <a:lnTo>
                    <a:pt x="5659" y="22494"/>
                  </a:lnTo>
                  <a:cubicBezTo>
                    <a:pt x="5659" y="21490"/>
                    <a:pt x="1" y="3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 bwMode="auto">
            <a:xfrm>
              <a:off x="1438650" y="3871425"/>
              <a:ext cx="130125" cy="164725"/>
            </a:xfrm>
            <a:custGeom>
              <a:avLst/>
              <a:gdLst/>
              <a:ahLst/>
              <a:cxnLst/>
              <a:rect l="l" t="t" r="r" b="b"/>
              <a:pathLst>
                <a:path w="5205" h="6589" extrusionOk="0">
                  <a:moveTo>
                    <a:pt x="1565" y="0"/>
                  </a:moveTo>
                  <a:cubicBezTo>
                    <a:pt x="1463" y="0"/>
                    <a:pt x="1365" y="15"/>
                    <a:pt x="1270" y="47"/>
                  </a:cubicBezTo>
                  <a:cubicBezTo>
                    <a:pt x="158" y="408"/>
                    <a:pt x="1" y="2947"/>
                    <a:pt x="596" y="4718"/>
                  </a:cubicBezTo>
                  <a:cubicBezTo>
                    <a:pt x="1042" y="6079"/>
                    <a:pt x="1802" y="6588"/>
                    <a:pt x="2634" y="6588"/>
                  </a:cubicBezTo>
                  <a:cubicBezTo>
                    <a:pt x="2886" y="6588"/>
                    <a:pt x="3144" y="6542"/>
                    <a:pt x="3402" y="6458"/>
                  </a:cubicBezTo>
                  <a:cubicBezTo>
                    <a:pt x="4515" y="6082"/>
                    <a:pt x="5205" y="5157"/>
                    <a:pt x="4609" y="3386"/>
                  </a:cubicBezTo>
                  <a:cubicBezTo>
                    <a:pt x="4078" y="1765"/>
                    <a:pt x="2655" y="0"/>
                    <a:pt x="1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 bwMode="auto">
            <a:xfrm>
              <a:off x="1653800" y="4387100"/>
              <a:ext cx="108950" cy="132075"/>
            </a:xfrm>
            <a:custGeom>
              <a:avLst/>
              <a:gdLst/>
              <a:ahLst/>
              <a:cxnLst/>
              <a:rect l="l" t="t" r="r" b="b"/>
              <a:pathLst>
                <a:path w="4358" h="5283" extrusionOk="0">
                  <a:moveTo>
                    <a:pt x="4358" y="1"/>
                  </a:moveTo>
                  <a:cubicBezTo>
                    <a:pt x="157" y="1161"/>
                    <a:pt x="0" y="5283"/>
                    <a:pt x="0" y="5283"/>
                  </a:cubicBezTo>
                  <a:cubicBezTo>
                    <a:pt x="2586" y="4060"/>
                    <a:pt x="4357" y="1"/>
                    <a:pt x="4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 bwMode="auto">
            <a:xfrm>
              <a:off x="1364600" y="4260925"/>
              <a:ext cx="313500" cy="345650"/>
            </a:xfrm>
            <a:custGeom>
              <a:avLst/>
              <a:gdLst/>
              <a:ahLst/>
              <a:cxnLst/>
              <a:rect l="l" t="t" r="r" b="b"/>
              <a:pathLst>
                <a:path w="12540" h="13826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2430" y="11631"/>
                    <a:pt x="11568" y="13825"/>
                  </a:cubicBezTo>
                  <a:cubicBezTo>
                    <a:pt x="11568" y="13825"/>
                    <a:pt x="12540" y="1061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 bwMode="auto">
            <a:xfrm>
              <a:off x="2368000" y="4170400"/>
              <a:ext cx="86625" cy="1305700"/>
            </a:xfrm>
            <a:custGeom>
              <a:avLst/>
              <a:gdLst/>
              <a:ahLst/>
              <a:cxnLst/>
              <a:rect l="l" t="t" r="r" b="b"/>
              <a:pathLst>
                <a:path w="3465" h="52228" extrusionOk="0">
                  <a:moveTo>
                    <a:pt x="3339" y="1"/>
                  </a:moveTo>
                  <a:lnTo>
                    <a:pt x="0" y="52228"/>
                  </a:lnTo>
                  <a:lnTo>
                    <a:pt x="690" y="52228"/>
                  </a:lnTo>
                  <a:lnTo>
                    <a:pt x="3464" y="16"/>
                  </a:lnTo>
                  <a:lnTo>
                    <a:pt x="33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 bwMode="auto">
            <a:xfrm>
              <a:off x="2384450" y="4072199"/>
              <a:ext cx="105050" cy="131475"/>
            </a:xfrm>
            <a:custGeom>
              <a:avLst/>
              <a:gdLst/>
              <a:ahLst/>
              <a:cxnLst/>
              <a:rect l="l" t="t" r="r" b="b"/>
              <a:pathLst>
                <a:path w="4202" h="5259" extrusionOk="0">
                  <a:moveTo>
                    <a:pt x="1188" y="0"/>
                  </a:moveTo>
                  <a:cubicBezTo>
                    <a:pt x="1103" y="0"/>
                    <a:pt x="1020" y="13"/>
                    <a:pt x="941" y="42"/>
                  </a:cubicBezTo>
                  <a:cubicBezTo>
                    <a:pt x="63" y="371"/>
                    <a:pt x="1" y="2408"/>
                    <a:pt x="502" y="3803"/>
                  </a:cubicBezTo>
                  <a:cubicBezTo>
                    <a:pt x="890" y="4861"/>
                    <a:pt x="1490" y="5258"/>
                    <a:pt x="2136" y="5258"/>
                  </a:cubicBezTo>
                  <a:cubicBezTo>
                    <a:pt x="2351" y="5258"/>
                    <a:pt x="2571" y="5214"/>
                    <a:pt x="2791" y="5136"/>
                  </a:cubicBezTo>
                  <a:cubicBezTo>
                    <a:pt x="3669" y="4822"/>
                    <a:pt x="4202" y="4054"/>
                    <a:pt x="3700" y="2659"/>
                  </a:cubicBezTo>
                  <a:cubicBezTo>
                    <a:pt x="3229" y="1375"/>
                    <a:pt x="2057" y="0"/>
                    <a:pt x="1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9" name="Google Shape;309;p9"/>
            <p:cNvSpPr/>
            <p:nvPr/>
          </p:nvSpPr>
          <p:spPr bwMode="auto">
            <a:xfrm>
              <a:off x="2419325" y="4072875"/>
              <a:ext cx="105450" cy="131025"/>
            </a:xfrm>
            <a:custGeom>
              <a:avLst/>
              <a:gdLst/>
              <a:ahLst/>
              <a:cxnLst/>
              <a:rect l="l" t="t" r="r" b="b"/>
              <a:pathLst>
                <a:path w="4218" h="5241" extrusionOk="0">
                  <a:moveTo>
                    <a:pt x="3047" y="0"/>
                  </a:moveTo>
                  <a:cubicBezTo>
                    <a:pt x="2177" y="0"/>
                    <a:pt x="1001" y="1353"/>
                    <a:pt x="518" y="2617"/>
                  </a:cubicBezTo>
                  <a:cubicBezTo>
                    <a:pt x="1" y="4012"/>
                    <a:pt x="518" y="4780"/>
                    <a:pt x="1396" y="5109"/>
                  </a:cubicBezTo>
                  <a:cubicBezTo>
                    <a:pt x="1621" y="5193"/>
                    <a:pt x="1848" y="5241"/>
                    <a:pt x="2069" y="5241"/>
                  </a:cubicBezTo>
                  <a:cubicBezTo>
                    <a:pt x="2709" y="5241"/>
                    <a:pt x="3304" y="4844"/>
                    <a:pt x="3700" y="3808"/>
                  </a:cubicBezTo>
                  <a:cubicBezTo>
                    <a:pt x="4217" y="2413"/>
                    <a:pt x="4186" y="375"/>
                    <a:pt x="3308" y="46"/>
                  </a:cubicBezTo>
                  <a:cubicBezTo>
                    <a:pt x="3225" y="15"/>
                    <a:pt x="3138" y="0"/>
                    <a:pt x="30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0" name="Google Shape;310;p9"/>
            <p:cNvSpPr/>
            <p:nvPr/>
          </p:nvSpPr>
          <p:spPr bwMode="auto">
            <a:xfrm>
              <a:off x="2411875" y="4072450"/>
              <a:ext cx="85075" cy="135600"/>
            </a:xfrm>
            <a:custGeom>
              <a:avLst/>
              <a:gdLst/>
              <a:ahLst/>
              <a:cxnLst/>
              <a:rect l="l" t="t" r="r" b="b"/>
              <a:pathLst>
                <a:path w="3403" h="5424" extrusionOk="0">
                  <a:moveTo>
                    <a:pt x="1725" y="0"/>
                  </a:moveTo>
                  <a:cubicBezTo>
                    <a:pt x="785" y="0"/>
                    <a:pt x="17" y="1881"/>
                    <a:pt x="1" y="3386"/>
                  </a:cubicBezTo>
                  <a:cubicBezTo>
                    <a:pt x="1" y="4875"/>
                    <a:pt x="753" y="5408"/>
                    <a:pt x="1694" y="5424"/>
                  </a:cubicBezTo>
                  <a:cubicBezTo>
                    <a:pt x="2634" y="5424"/>
                    <a:pt x="3387" y="4891"/>
                    <a:pt x="3402" y="3402"/>
                  </a:cubicBezTo>
                  <a:cubicBezTo>
                    <a:pt x="3402" y="1913"/>
                    <a:pt x="2666" y="16"/>
                    <a:pt x="1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1" name="Google Shape;311;p9"/>
            <p:cNvSpPr/>
            <p:nvPr/>
          </p:nvSpPr>
          <p:spPr bwMode="auto">
            <a:xfrm>
              <a:off x="2442850" y="4106150"/>
              <a:ext cx="144225" cy="283725"/>
            </a:xfrm>
            <a:custGeom>
              <a:avLst/>
              <a:gdLst/>
              <a:ahLst/>
              <a:cxnLst/>
              <a:rect l="l" t="t" r="r" b="b"/>
              <a:pathLst>
                <a:path w="5769" h="11349" extrusionOk="0">
                  <a:moveTo>
                    <a:pt x="5768" y="0"/>
                  </a:moveTo>
                  <a:lnTo>
                    <a:pt x="5768" y="0"/>
                  </a:lnTo>
                  <a:cubicBezTo>
                    <a:pt x="612" y="3903"/>
                    <a:pt x="0" y="11348"/>
                    <a:pt x="0" y="11348"/>
                  </a:cubicBezTo>
                  <a:lnTo>
                    <a:pt x="5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2" name="Google Shape;312;p9"/>
            <p:cNvSpPr/>
            <p:nvPr/>
          </p:nvSpPr>
          <p:spPr bwMode="auto">
            <a:xfrm>
              <a:off x="2318225" y="4097125"/>
              <a:ext cx="124650" cy="292750"/>
            </a:xfrm>
            <a:custGeom>
              <a:avLst/>
              <a:gdLst/>
              <a:ahLst/>
              <a:cxnLst/>
              <a:rect l="l" t="t" r="r" b="b"/>
              <a:pathLst>
                <a:path w="4986" h="11710" extrusionOk="0">
                  <a:moveTo>
                    <a:pt x="1" y="1"/>
                  </a:moveTo>
                  <a:lnTo>
                    <a:pt x="4985" y="11709"/>
                  </a:lnTo>
                  <a:cubicBezTo>
                    <a:pt x="4985" y="11709"/>
                    <a:pt x="4876" y="424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3" name="Google Shape;313;p9"/>
            <p:cNvSpPr/>
            <p:nvPr/>
          </p:nvSpPr>
          <p:spPr bwMode="auto">
            <a:xfrm>
              <a:off x="2023700" y="3918050"/>
              <a:ext cx="103475" cy="1558050"/>
            </a:xfrm>
            <a:custGeom>
              <a:avLst/>
              <a:gdLst/>
              <a:ahLst/>
              <a:cxnLst/>
              <a:rect l="l" t="t" r="r" b="b"/>
              <a:pathLst>
                <a:path w="4139" h="62322" extrusionOk="0">
                  <a:moveTo>
                    <a:pt x="3982" y="1"/>
                  </a:moveTo>
                  <a:lnTo>
                    <a:pt x="1" y="62322"/>
                  </a:lnTo>
                  <a:lnTo>
                    <a:pt x="831" y="62322"/>
                  </a:lnTo>
                  <a:lnTo>
                    <a:pt x="4139" y="16"/>
                  </a:lnTo>
                  <a:lnTo>
                    <a:pt x="39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 bwMode="auto">
            <a:xfrm>
              <a:off x="2043300" y="3800725"/>
              <a:ext cx="125425" cy="156850"/>
            </a:xfrm>
            <a:custGeom>
              <a:avLst/>
              <a:gdLst/>
              <a:ahLst/>
              <a:cxnLst/>
              <a:rect l="l" t="t" r="r" b="b"/>
              <a:pathLst>
                <a:path w="5017" h="6274" extrusionOk="0">
                  <a:moveTo>
                    <a:pt x="1437" y="0"/>
                  </a:moveTo>
                  <a:cubicBezTo>
                    <a:pt x="1330" y="0"/>
                    <a:pt x="1227" y="17"/>
                    <a:pt x="1129" y="54"/>
                  </a:cubicBezTo>
                  <a:cubicBezTo>
                    <a:pt x="79" y="430"/>
                    <a:pt x="0" y="2860"/>
                    <a:pt x="612" y="4537"/>
                  </a:cubicBezTo>
                  <a:cubicBezTo>
                    <a:pt x="1057" y="5791"/>
                    <a:pt x="1774" y="6274"/>
                    <a:pt x="2546" y="6274"/>
                  </a:cubicBezTo>
                  <a:cubicBezTo>
                    <a:pt x="2807" y="6274"/>
                    <a:pt x="3074" y="6219"/>
                    <a:pt x="3339" y="6120"/>
                  </a:cubicBezTo>
                  <a:cubicBezTo>
                    <a:pt x="4389" y="5744"/>
                    <a:pt x="5016" y="4835"/>
                    <a:pt x="4420" y="3157"/>
                  </a:cubicBezTo>
                  <a:cubicBezTo>
                    <a:pt x="3866" y="1637"/>
                    <a:pt x="2474" y="0"/>
                    <a:pt x="1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 bwMode="auto">
            <a:xfrm>
              <a:off x="2084825" y="3801375"/>
              <a:ext cx="126200" cy="156500"/>
            </a:xfrm>
            <a:custGeom>
              <a:avLst/>
              <a:gdLst/>
              <a:ahLst/>
              <a:cxnLst/>
              <a:rect l="l" t="t" r="r" b="b"/>
              <a:pathLst>
                <a:path w="5048" h="6260" extrusionOk="0">
                  <a:moveTo>
                    <a:pt x="3629" y="1"/>
                  </a:moveTo>
                  <a:cubicBezTo>
                    <a:pt x="2590" y="1"/>
                    <a:pt x="1194" y="1616"/>
                    <a:pt x="628" y="3116"/>
                  </a:cubicBezTo>
                  <a:cubicBezTo>
                    <a:pt x="1" y="4793"/>
                    <a:pt x="628" y="5702"/>
                    <a:pt x="1678" y="6094"/>
                  </a:cubicBezTo>
                  <a:cubicBezTo>
                    <a:pt x="1952" y="6200"/>
                    <a:pt x="2227" y="6260"/>
                    <a:pt x="2494" y="6260"/>
                  </a:cubicBezTo>
                  <a:cubicBezTo>
                    <a:pt x="3254" y="6260"/>
                    <a:pt x="3957" y="5782"/>
                    <a:pt x="4421" y="4542"/>
                  </a:cubicBezTo>
                  <a:cubicBezTo>
                    <a:pt x="5048" y="2881"/>
                    <a:pt x="5001" y="451"/>
                    <a:pt x="3951" y="59"/>
                  </a:cubicBezTo>
                  <a:cubicBezTo>
                    <a:pt x="3849" y="20"/>
                    <a:pt x="3741" y="1"/>
                    <a:pt x="3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 bwMode="auto">
            <a:xfrm>
              <a:off x="2076200" y="3800875"/>
              <a:ext cx="101925" cy="161875"/>
            </a:xfrm>
            <a:custGeom>
              <a:avLst/>
              <a:gdLst/>
              <a:ahLst/>
              <a:cxnLst/>
              <a:rect l="l" t="t" r="r" b="b"/>
              <a:pathLst>
                <a:path w="4077" h="6475" extrusionOk="0">
                  <a:moveTo>
                    <a:pt x="2054" y="1"/>
                  </a:moveTo>
                  <a:cubicBezTo>
                    <a:pt x="941" y="1"/>
                    <a:pt x="17" y="2258"/>
                    <a:pt x="1" y="4029"/>
                  </a:cubicBezTo>
                  <a:cubicBezTo>
                    <a:pt x="1" y="5816"/>
                    <a:pt x="894" y="6459"/>
                    <a:pt x="2023" y="6474"/>
                  </a:cubicBezTo>
                  <a:cubicBezTo>
                    <a:pt x="3136" y="6474"/>
                    <a:pt x="4045" y="5847"/>
                    <a:pt x="4061" y="4061"/>
                  </a:cubicBezTo>
                  <a:cubicBezTo>
                    <a:pt x="4076" y="2274"/>
                    <a:pt x="3183" y="17"/>
                    <a:pt x="20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 bwMode="auto">
            <a:xfrm>
              <a:off x="2113450" y="3841250"/>
              <a:ext cx="171650" cy="338575"/>
            </a:xfrm>
            <a:custGeom>
              <a:avLst/>
              <a:gdLst/>
              <a:ahLst/>
              <a:cxnLst/>
              <a:rect l="l" t="t" r="r" b="b"/>
              <a:pathLst>
                <a:path w="6866" h="13543" extrusionOk="0">
                  <a:moveTo>
                    <a:pt x="6865" y="0"/>
                  </a:moveTo>
                  <a:cubicBezTo>
                    <a:pt x="721" y="4656"/>
                    <a:pt x="0" y="13543"/>
                    <a:pt x="0" y="13543"/>
                  </a:cubicBezTo>
                  <a:lnTo>
                    <a:pt x="68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 bwMode="auto">
            <a:xfrm>
              <a:off x="1964525" y="3830675"/>
              <a:ext cx="148950" cy="349150"/>
            </a:xfrm>
            <a:custGeom>
              <a:avLst/>
              <a:gdLst/>
              <a:ahLst/>
              <a:cxnLst/>
              <a:rect l="l" t="t" r="r" b="b"/>
              <a:pathLst>
                <a:path w="5958" h="13966" extrusionOk="0">
                  <a:moveTo>
                    <a:pt x="1" y="0"/>
                  </a:moveTo>
                  <a:lnTo>
                    <a:pt x="5957" y="13966"/>
                  </a:lnTo>
                  <a:cubicBezTo>
                    <a:pt x="5957" y="13966"/>
                    <a:pt x="5816" y="50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 bwMode="auto">
            <a:xfrm>
              <a:off x="2640475" y="5156725"/>
              <a:ext cx="40800" cy="319375"/>
            </a:xfrm>
            <a:custGeom>
              <a:avLst/>
              <a:gdLst/>
              <a:ahLst/>
              <a:cxnLst/>
              <a:rect l="l" t="t" r="r" b="b"/>
              <a:pathLst>
                <a:path w="1632" h="12775" extrusionOk="0">
                  <a:moveTo>
                    <a:pt x="1" y="0"/>
                  </a:moveTo>
                  <a:lnTo>
                    <a:pt x="1" y="12775"/>
                  </a:lnTo>
                  <a:lnTo>
                    <a:pt x="1631" y="127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 bwMode="auto">
            <a:xfrm>
              <a:off x="2546825" y="5002725"/>
              <a:ext cx="49800" cy="473375"/>
            </a:xfrm>
            <a:custGeom>
              <a:avLst/>
              <a:gdLst/>
              <a:ahLst/>
              <a:cxnLst/>
              <a:rect l="l" t="t" r="r" b="b"/>
              <a:pathLst>
                <a:path w="1992" h="18935" extrusionOk="0">
                  <a:moveTo>
                    <a:pt x="1991" y="0"/>
                  </a:moveTo>
                  <a:lnTo>
                    <a:pt x="1145" y="1991"/>
                  </a:lnTo>
                  <a:lnTo>
                    <a:pt x="1" y="7289"/>
                  </a:lnTo>
                  <a:lnTo>
                    <a:pt x="455" y="18935"/>
                  </a:lnTo>
                  <a:lnTo>
                    <a:pt x="1145" y="18935"/>
                  </a:lnTo>
                  <a:lnTo>
                    <a:pt x="1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 bwMode="auto">
            <a:xfrm>
              <a:off x="2857975" y="4895350"/>
              <a:ext cx="53700" cy="580750"/>
            </a:xfrm>
            <a:custGeom>
              <a:avLst/>
              <a:gdLst/>
              <a:ahLst/>
              <a:cxnLst/>
              <a:rect l="l" t="t" r="r" b="b"/>
              <a:pathLst>
                <a:path w="2148" h="23230" extrusionOk="0">
                  <a:moveTo>
                    <a:pt x="0" y="0"/>
                  </a:moveTo>
                  <a:lnTo>
                    <a:pt x="1834" y="23230"/>
                  </a:lnTo>
                  <a:lnTo>
                    <a:pt x="2148" y="23230"/>
                  </a:lnTo>
                  <a:lnTo>
                    <a:pt x="1834" y="23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 bwMode="auto">
            <a:xfrm>
              <a:off x="2911650" y="4871450"/>
              <a:ext cx="20799" cy="604650"/>
            </a:xfrm>
            <a:custGeom>
              <a:avLst/>
              <a:gdLst/>
              <a:ahLst/>
              <a:cxnLst/>
              <a:rect l="l" t="t" r="r" b="b"/>
              <a:pathLst>
                <a:path w="832" h="24186" extrusionOk="0">
                  <a:moveTo>
                    <a:pt x="831" y="0"/>
                  </a:moveTo>
                  <a:lnTo>
                    <a:pt x="455" y="329"/>
                  </a:lnTo>
                  <a:lnTo>
                    <a:pt x="1" y="24186"/>
                  </a:lnTo>
                  <a:lnTo>
                    <a:pt x="455" y="24186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 bwMode="auto">
            <a:xfrm>
              <a:off x="2923025" y="5334625"/>
              <a:ext cx="30575" cy="141475"/>
            </a:xfrm>
            <a:custGeom>
              <a:avLst/>
              <a:gdLst/>
              <a:ahLst/>
              <a:cxnLst/>
              <a:rect l="l" t="t" r="r" b="b"/>
              <a:pathLst>
                <a:path w="1223" h="5659" extrusionOk="0">
                  <a:moveTo>
                    <a:pt x="909" y="0"/>
                  </a:moveTo>
                  <a:lnTo>
                    <a:pt x="0" y="5659"/>
                  </a:lnTo>
                  <a:lnTo>
                    <a:pt x="1223" y="5659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230774464" name="Google Shape;324;p9"/>
          <p:cNvGrpSpPr/>
          <p:nvPr/>
        </p:nvGrpSpPr>
        <p:grpSpPr bwMode="auto">
          <a:xfrm>
            <a:off x="5644250" y="3658233"/>
            <a:ext cx="2419653" cy="749430"/>
            <a:chOff x="3962175" y="2631750"/>
            <a:chExt cx="3075700" cy="952625"/>
          </a:xfrm>
        </p:grpSpPr>
        <p:sp>
          <p:nvSpPr>
            <p:cNvPr id="325" name="Google Shape;325;p9"/>
            <p:cNvSpPr/>
            <p:nvPr/>
          </p:nvSpPr>
          <p:spPr bwMode="auto"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6" name="Google Shape;326;p9"/>
            <p:cNvSpPr/>
            <p:nvPr/>
          </p:nvSpPr>
          <p:spPr bwMode="auto"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7" name="Google Shape;327;p9"/>
            <p:cNvSpPr/>
            <p:nvPr/>
          </p:nvSpPr>
          <p:spPr bwMode="auto"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 bwMode="auto"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 bwMode="auto"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 bwMode="auto"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1" name="Google Shape;331;p9"/>
            <p:cNvSpPr/>
            <p:nvPr/>
          </p:nvSpPr>
          <p:spPr bwMode="auto"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2" name="Google Shape;332;p9"/>
            <p:cNvSpPr/>
            <p:nvPr/>
          </p:nvSpPr>
          <p:spPr bwMode="auto"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 bwMode="auto"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4" name="Google Shape;334;p9"/>
            <p:cNvSpPr/>
            <p:nvPr/>
          </p:nvSpPr>
          <p:spPr bwMode="auto"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5" name="Google Shape;335;p9"/>
            <p:cNvSpPr/>
            <p:nvPr/>
          </p:nvSpPr>
          <p:spPr bwMode="auto"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6" name="Google Shape;336;p9"/>
            <p:cNvSpPr/>
            <p:nvPr/>
          </p:nvSpPr>
          <p:spPr bwMode="auto"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7" name="Google Shape;337;p9"/>
            <p:cNvSpPr/>
            <p:nvPr/>
          </p:nvSpPr>
          <p:spPr bwMode="auto"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8" name="Google Shape;338;p9"/>
            <p:cNvSpPr/>
            <p:nvPr/>
          </p:nvSpPr>
          <p:spPr bwMode="auto"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9" name="Google Shape;339;p9"/>
            <p:cNvSpPr/>
            <p:nvPr/>
          </p:nvSpPr>
          <p:spPr bwMode="auto"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0" name="Google Shape;340;p9"/>
            <p:cNvSpPr/>
            <p:nvPr/>
          </p:nvSpPr>
          <p:spPr bwMode="auto"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1" name="Google Shape;341;p9"/>
            <p:cNvSpPr/>
            <p:nvPr/>
          </p:nvSpPr>
          <p:spPr bwMode="auto"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2" name="Google Shape;342;p9"/>
            <p:cNvSpPr/>
            <p:nvPr/>
          </p:nvSpPr>
          <p:spPr bwMode="auto"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3" name="Google Shape;343;p9"/>
            <p:cNvSpPr/>
            <p:nvPr/>
          </p:nvSpPr>
          <p:spPr bwMode="auto">
            <a:xfrm>
              <a:off x="4570325" y="2631750"/>
              <a:ext cx="2293575" cy="582700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237062243" name="Google Shape;344;p9"/>
          <p:cNvSpPr/>
          <p:nvPr/>
        </p:nvSpPr>
        <p:spPr bwMode="auto">
          <a:xfrm>
            <a:off x="1582074" y="175050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77513031" name="Google Shape;345;p9"/>
          <p:cNvSpPr/>
          <p:nvPr/>
        </p:nvSpPr>
        <p:spPr bwMode="auto">
          <a:xfrm rot="-2231248" flipH="1">
            <a:off x="947293" y="3420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49054389" name="Google Shape;346;p9"/>
          <p:cNvSpPr/>
          <p:nvPr/>
        </p:nvSpPr>
        <p:spPr bwMode="auto">
          <a:xfrm rot="-2231248" flipH="1">
            <a:off x="7897843" y="3420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" type="blank" userDrawn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able of contents" userDrawn="1">
  <p:cSld name="CUSTOM_26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900052" name="Google Shape;383;p13"/>
          <p:cNvSpPr txBox="1">
            <a:spLocks noGrp="1"/>
          </p:cNvSpPr>
          <p:nvPr>
            <p:ph type="title" hasCustomPrompt="1"/>
          </p:nvPr>
        </p:nvSpPr>
        <p:spPr bwMode="auto">
          <a:xfrm flipH="1">
            <a:off x="713224" y="1417925"/>
            <a:ext cx="648600" cy="45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1973267573" name="Google Shape;384;p13"/>
          <p:cNvSpPr txBox="1">
            <a:spLocks noGrp="1"/>
          </p:cNvSpPr>
          <p:nvPr>
            <p:ph type="subTitle" idx="1"/>
          </p:nvPr>
        </p:nvSpPr>
        <p:spPr bwMode="auto">
          <a:xfrm flipH="1">
            <a:off x="1451399" y="1427425"/>
            <a:ext cx="1938300" cy="37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72991451" name="Google Shape;385;p13"/>
          <p:cNvSpPr txBox="1">
            <a:spLocks noGrp="1"/>
          </p:cNvSpPr>
          <p:nvPr>
            <p:ph type="subTitle" idx="2"/>
          </p:nvPr>
        </p:nvSpPr>
        <p:spPr bwMode="auto">
          <a:xfrm flipH="1">
            <a:off x="1451400" y="1751023"/>
            <a:ext cx="19383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1792789134" name="Google Shape;386;p13"/>
          <p:cNvSpPr txBox="1">
            <a:spLocks noGrp="1"/>
          </p:cNvSpPr>
          <p:nvPr>
            <p:ph type="title" idx="3" hasCustomPrompt="1"/>
          </p:nvPr>
        </p:nvSpPr>
        <p:spPr bwMode="auto">
          <a:xfrm flipH="1">
            <a:off x="713224" y="2714350"/>
            <a:ext cx="648600" cy="45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896889473" name="Google Shape;387;p13"/>
          <p:cNvSpPr txBox="1">
            <a:spLocks noGrp="1"/>
          </p:cNvSpPr>
          <p:nvPr>
            <p:ph type="subTitle" idx="4"/>
          </p:nvPr>
        </p:nvSpPr>
        <p:spPr bwMode="auto">
          <a:xfrm flipH="1">
            <a:off x="1451399" y="2725628"/>
            <a:ext cx="1938300" cy="37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96458974" name="Google Shape;388;p13"/>
          <p:cNvSpPr txBox="1">
            <a:spLocks noGrp="1"/>
          </p:cNvSpPr>
          <p:nvPr>
            <p:ph type="subTitle" idx="5"/>
          </p:nvPr>
        </p:nvSpPr>
        <p:spPr bwMode="auto">
          <a:xfrm flipH="1">
            <a:off x="1451400" y="3031578"/>
            <a:ext cx="19383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1585340772" name="Google Shape;389;p13"/>
          <p:cNvSpPr txBox="1">
            <a:spLocks noGrp="1"/>
          </p:cNvSpPr>
          <p:nvPr>
            <p:ph type="title" idx="6" hasCustomPrompt="1"/>
          </p:nvPr>
        </p:nvSpPr>
        <p:spPr bwMode="auto">
          <a:xfrm>
            <a:off x="3782650" y="1417925"/>
            <a:ext cx="648600" cy="45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2097854888" name="Google Shape;390;p13"/>
          <p:cNvSpPr txBox="1">
            <a:spLocks noGrp="1"/>
          </p:cNvSpPr>
          <p:nvPr>
            <p:ph type="subTitle" idx="7"/>
          </p:nvPr>
        </p:nvSpPr>
        <p:spPr bwMode="auto">
          <a:xfrm>
            <a:off x="4493875" y="1427425"/>
            <a:ext cx="1938300" cy="37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3187567" name="Google Shape;391;p13"/>
          <p:cNvSpPr txBox="1">
            <a:spLocks noGrp="1"/>
          </p:cNvSpPr>
          <p:nvPr>
            <p:ph type="subTitle" idx="8"/>
          </p:nvPr>
        </p:nvSpPr>
        <p:spPr bwMode="auto">
          <a:xfrm>
            <a:off x="4493876" y="1751033"/>
            <a:ext cx="19383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86966182" name="Google Shape;392;p13"/>
          <p:cNvSpPr txBox="1">
            <a:spLocks noGrp="1"/>
          </p:cNvSpPr>
          <p:nvPr>
            <p:ph type="title" idx="9" hasCustomPrompt="1"/>
          </p:nvPr>
        </p:nvSpPr>
        <p:spPr bwMode="auto">
          <a:xfrm>
            <a:off x="3782650" y="2714350"/>
            <a:ext cx="648600" cy="45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440640720" name="Google Shape;393;p13"/>
          <p:cNvSpPr txBox="1">
            <a:spLocks noGrp="1"/>
          </p:cNvSpPr>
          <p:nvPr>
            <p:ph type="subTitle" idx="13"/>
          </p:nvPr>
        </p:nvSpPr>
        <p:spPr bwMode="auto">
          <a:xfrm>
            <a:off x="4493875" y="2725627"/>
            <a:ext cx="1938300" cy="37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27813854" name="Google Shape;394;p13"/>
          <p:cNvSpPr txBox="1">
            <a:spLocks noGrp="1"/>
          </p:cNvSpPr>
          <p:nvPr>
            <p:ph type="subTitle" idx="14"/>
          </p:nvPr>
        </p:nvSpPr>
        <p:spPr bwMode="auto">
          <a:xfrm>
            <a:off x="4493876" y="3031576"/>
            <a:ext cx="19383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2147429695" name="Google Shape;395;p13"/>
          <p:cNvSpPr txBox="1">
            <a:spLocks noGrp="1"/>
          </p:cNvSpPr>
          <p:nvPr>
            <p:ph type="title" idx="15"/>
          </p:nvPr>
        </p:nvSpPr>
        <p:spPr bwMode="auto"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81228299" name="Google Shape;396;p13"/>
          <p:cNvSpPr/>
          <p:nvPr/>
        </p:nvSpPr>
        <p:spPr bwMode="auto">
          <a:xfrm>
            <a:off x="-83800" y="3912100"/>
            <a:ext cx="5820894" cy="988500"/>
          </a:xfrm>
          <a:custGeom>
            <a:avLst/>
            <a:gdLst/>
            <a:ahLst/>
            <a:cxnLst/>
            <a:rect l="l" t="t" r="r" b="b"/>
            <a:pathLst>
              <a:path w="154739" h="39540" extrusionOk="0">
                <a:moveTo>
                  <a:pt x="0" y="4425"/>
                </a:moveTo>
                <a:lnTo>
                  <a:pt x="4107" y="39539"/>
                </a:lnTo>
                <a:lnTo>
                  <a:pt x="154739" y="39539"/>
                </a:lnTo>
                <a:cubicBezTo>
                  <a:pt x="154739" y="39539"/>
                  <a:pt x="149325" y="38270"/>
                  <a:pt x="145535" y="37019"/>
                </a:cubicBezTo>
                <a:lnTo>
                  <a:pt x="145535" y="37019"/>
                </a:lnTo>
                <a:cubicBezTo>
                  <a:pt x="141727" y="35750"/>
                  <a:pt x="124963" y="31643"/>
                  <a:pt x="114939" y="31643"/>
                </a:cubicBezTo>
                <a:lnTo>
                  <a:pt x="114939" y="31643"/>
                </a:lnTo>
                <a:cubicBezTo>
                  <a:pt x="104914" y="31643"/>
                  <a:pt x="100602" y="27835"/>
                  <a:pt x="94404" y="23093"/>
                </a:cubicBezTo>
                <a:lnTo>
                  <a:pt x="94404" y="23093"/>
                </a:lnTo>
                <a:cubicBezTo>
                  <a:pt x="88206" y="18351"/>
                  <a:pt x="81318" y="13610"/>
                  <a:pt x="73496" y="13292"/>
                </a:cubicBezTo>
                <a:lnTo>
                  <a:pt x="73496" y="13292"/>
                </a:lnTo>
                <a:cubicBezTo>
                  <a:pt x="65693" y="12975"/>
                  <a:pt x="68343" y="12023"/>
                  <a:pt x="62650" y="8849"/>
                </a:cubicBezTo>
                <a:lnTo>
                  <a:pt x="62650" y="8849"/>
                </a:lnTo>
                <a:cubicBezTo>
                  <a:pt x="56956" y="5694"/>
                  <a:pt x="49993" y="6647"/>
                  <a:pt x="45867" y="6329"/>
                </a:cubicBezTo>
                <a:lnTo>
                  <a:pt x="45867" y="6329"/>
                </a:lnTo>
                <a:cubicBezTo>
                  <a:pt x="41760" y="6012"/>
                  <a:pt x="33546" y="1"/>
                  <a:pt x="21898" y="1"/>
                </a:cubicBezTo>
                <a:lnTo>
                  <a:pt x="21898" y="1"/>
                </a:lnTo>
                <a:cubicBezTo>
                  <a:pt x="10267" y="1"/>
                  <a:pt x="0" y="4425"/>
                  <a:pt x="0" y="4425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03371291" name="Google Shape;397;p13"/>
          <p:cNvSpPr/>
          <p:nvPr/>
        </p:nvSpPr>
        <p:spPr bwMode="auto">
          <a:xfrm>
            <a:off x="-83800" y="4182800"/>
            <a:ext cx="4226815" cy="717800"/>
          </a:xfrm>
          <a:custGeom>
            <a:avLst/>
            <a:gdLst/>
            <a:ahLst/>
            <a:cxnLst/>
            <a:rect l="l" t="t" r="r" b="b"/>
            <a:pathLst>
              <a:path w="112363" h="28712" extrusionOk="0">
                <a:moveTo>
                  <a:pt x="0" y="3211"/>
                </a:moveTo>
                <a:cubicBezTo>
                  <a:pt x="0" y="3211"/>
                  <a:pt x="7467" y="0"/>
                  <a:pt x="15905" y="0"/>
                </a:cubicBezTo>
                <a:cubicBezTo>
                  <a:pt x="24362" y="0"/>
                  <a:pt x="30336" y="4368"/>
                  <a:pt x="33322" y="4592"/>
                </a:cubicBezTo>
                <a:cubicBezTo>
                  <a:pt x="36309" y="4816"/>
                  <a:pt x="41350" y="4144"/>
                  <a:pt x="45494" y="6441"/>
                </a:cubicBezTo>
                <a:cubicBezTo>
                  <a:pt x="49619" y="8737"/>
                  <a:pt x="47697" y="9427"/>
                  <a:pt x="53372" y="9651"/>
                </a:cubicBezTo>
                <a:cubicBezTo>
                  <a:pt x="59047" y="9875"/>
                  <a:pt x="64050" y="13329"/>
                  <a:pt x="68549" y="16764"/>
                </a:cubicBezTo>
                <a:cubicBezTo>
                  <a:pt x="73048" y="20217"/>
                  <a:pt x="76184" y="22980"/>
                  <a:pt x="83464" y="22980"/>
                </a:cubicBezTo>
                <a:cubicBezTo>
                  <a:pt x="90745" y="22980"/>
                  <a:pt x="102916" y="25967"/>
                  <a:pt x="105679" y="26882"/>
                </a:cubicBezTo>
                <a:cubicBezTo>
                  <a:pt x="108442" y="27797"/>
                  <a:pt x="112362" y="28711"/>
                  <a:pt x="112362" y="28711"/>
                </a:cubicBezTo>
                <a:lnTo>
                  <a:pt x="2987" y="2871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0851546" name="Google Shape;398;p13"/>
          <p:cNvSpPr/>
          <p:nvPr/>
        </p:nvSpPr>
        <p:spPr bwMode="auto">
          <a:xfrm>
            <a:off x="-277150" y="4902900"/>
            <a:ext cx="8483374" cy="709400"/>
          </a:xfrm>
          <a:custGeom>
            <a:avLst/>
            <a:gdLst/>
            <a:ahLst/>
            <a:cxnLst/>
            <a:rect l="l" t="t" r="r" b="b"/>
            <a:pathLst>
              <a:path w="220376" h="28376" extrusionOk="0">
                <a:moveTo>
                  <a:pt x="0" y="25202"/>
                </a:moveTo>
                <a:cubicBezTo>
                  <a:pt x="0" y="25202"/>
                  <a:pt x="14617" y="28376"/>
                  <a:pt x="31194" y="28376"/>
                </a:cubicBezTo>
                <a:cubicBezTo>
                  <a:pt x="47771" y="28376"/>
                  <a:pt x="59476" y="24064"/>
                  <a:pt x="65338" y="23840"/>
                </a:cubicBezTo>
                <a:cubicBezTo>
                  <a:pt x="71200" y="23616"/>
                  <a:pt x="81112" y="24288"/>
                  <a:pt x="89214" y="22010"/>
                </a:cubicBezTo>
                <a:cubicBezTo>
                  <a:pt x="97316" y="19751"/>
                  <a:pt x="93564" y="19061"/>
                  <a:pt x="104671" y="18837"/>
                </a:cubicBezTo>
                <a:cubicBezTo>
                  <a:pt x="115797" y="18613"/>
                  <a:pt x="125635" y="15215"/>
                  <a:pt x="134447" y="11799"/>
                </a:cubicBezTo>
                <a:cubicBezTo>
                  <a:pt x="143277" y="8401"/>
                  <a:pt x="149400" y="5676"/>
                  <a:pt x="163699" y="5676"/>
                </a:cubicBezTo>
                <a:cubicBezTo>
                  <a:pt x="177980" y="5676"/>
                  <a:pt x="201856" y="2726"/>
                  <a:pt x="207251" y="1811"/>
                </a:cubicBezTo>
                <a:cubicBezTo>
                  <a:pt x="212665" y="897"/>
                  <a:pt x="220375" y="1"/>
                  <a:pt x="220375" y="1"/>
                </a:cubicBezTo>
                <a:lnTo>
                  <a:pt x="586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65128963" name="Google Shape;399;p13"/>
          <p:cNvSpPr/>
          <p:nvPr/>
        </p:nvSpPr>
        <p:spPr bwMode="auto">
          <a:xfrm>
            <a:off x="5541063" y="4853100"/>
            <a:ext cx="610000" cy="361725"/>
          </a:xfrm>
          <a:custGeom>
            <a:avLst/>
            <a:gdLst/>
            <a:ahLst/>
            <a:cxnLst/>
            <a:rect l="l" t="t" r="r" b="b"/>
            <a:pathLst>
              <a:path w="24400" h="14469" extrusionOk="0">
                <a:moveTo>
                  <a:pt x="3025" y="10287"/>
                </a:moveTo>
                <a:cubicBezTo>
                  <a:pt x="355" y="7841"/>
                  <a:pt x="0" y="14468"/>
                  <a:pt x="0" y="14468"/>
                </a:cubicBezTo>
                <a:lnTo>
                  <a:pt x="0" y="14468"/>
                </a:lnTo>
                <a:lnTo>
                  <a:pt x="23634" y="14095"/>
                </a:lnTo>
                <a:cubicBezTo>
                  <a:pt x="23634" y="14095"/>
                  <a:pt x="24399" y="8439"/>
                  <a:pt x="22962" y="9988"/>
                </a:cubicBezTo>
                <a:lnTo>
                  <a:pt x="22962" y="9988"/>
                </a:lnTo>
                <a:cubicBezTo>
                  <a:pt x="21525" y="11519"/>
                  <a:pt x="20759" y="11724"/>
                  <a:pt x="20759" y="8215"/>
                </a:cubicBezTo>
                <a:lnTo>
                  <a:pt x="20759" y="8215"/>
                </a:lnTo>
                <a:cubicBezTo>
                  <a:pt x="20759" y="4686"/>
                  <a:pt x="18314" y="5153"/>
                  <a:pt x="16970" y="7599"/>
                </a:cubicBezTo>
                <a:lnTo>
                  <a:pt x="16970" y="7599"/>
                </a:lnTo>
                <a:cubicBezTo>
                  <a:pt x="15607" y="10044"/>
                  <a:pt x="17623" y="4070"/>
                  <a:pt x="14449" y="3118"/>
                </a:cubicBezTo>
                <a:lnTo>
                  <a:pt x="14449" y="3118"/>
                </a:lnTo>
                <a:cubicBezTo>
                  <a:pt x="12620" y="2577"/>
                  <a:pt x="11967" y="4089"/>
                  <a:pt x="11556" y="5601"/>
                </a:cubicBezTo>
                <a:lnTo>
                  <a:pt x="11556" y="5601"/>
                </a:lnTo>
                <a:cubicBezTo>
                  <a:pt x="11201" y="6908"/>
                  <a:pt x="11052" y="8215"/>
                  <a:pt x="10548" y="8215"/>
                </a:cubicBezTo>
                <a:lnTo>
                  <a:pt x="10548" y="8215"/>
                </a:lnTo>
                <a:cubicBezTo>
                  <a:pt x="7748" y="8121"/>
                  <a:pt x="12172" y="1"/>
                  <a:pt x="7598" y="1"/>
                </a:cubicBezTo>
                <a:lnTo>
                  <a:pt x="7598" y="1"/>
                </a:lnTo>
                <a:cubicBezTo>
                  <a:pt x="1008" y="1"/>
                  <a:pt x="5694" y="12751"/>
                  <a:pt x="3025" y="10287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012976269" name="Google Shape;400;p13"/>
          <p:cNvGrpSpPr/>
          <p:nvPr/>
        </p:nvGrpSpPr>
        <p:grpSpPr bwMode="auto">
          <a:xfrm>
            <a:off x="-139125" y="3868275"/>
            <a:ext cx="9194843" cy="559600"/>
            <a:chOff x="-139125" y="3868275"/>
            <a:chExt cx="9194843" cy="559600"/>
          </a:xfrm>
        </p:grpSpPr>
        <p:sp>
          <p:nvSpPr>
            <p:cNvPr id="401" name="Google Shape;401;p13"/>
            <p:cNvSpPr/>
            <p:nvPr/>
          </p:nvSpPr>
          <p:spPr bwMode="auto">
            <a:xfrm>
              <a:off x="-139125" y="3868275"/>
              <a:ext cx="9194843" cy="351450"/>
            </a:xfrm>
            <a:custGeom>
              <a:avLst/>
              <a:gdLst/>
              <a:ahLst/>
              <a:cxnLst/>
              <a:rect l="l" t="t" r="r" b="b"/>
              <a:pathLst>
                <a:path w="219946" h="14058" extrusionOk="0">
                  <a:moveTo>
                    <a:pt x="0" y="12956"/>
                  </a:moveTo>
                  <a:lnTo>
                    <a:pt x="0" y="14058"/>
                  </a:lnTo>
                  <a:lnTo>
                    <a:pt x="219946" y="1102"/>
                  </a:lnTo>
                  <a:lnTo>
                    <a:pt x="2199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2" name="Google Shape;402;p13"/>
            <p:cNvSpPr/>
            <p:nvPr/>
          </p:nvSpPr>
          <p:spPr bwMode="auto">
            <a:xfrm>
              <a:off x="125427" y="4182825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3" name="Google Shape;403;p13"/>
            <p:cNvSpPr/>
            <p:nvPr/>
          </p:nvSpPr>
          <p:spPr bwMode="auto">
            <a:xfrm>
              <a:off x="336927" y="4176300"/>
              <a:ext cx="34406" cy="244575"/>
            </a:xfrm>
            <a:custGeom>
              <a:avLst/>
              <a:gdLst/>
              <a:ahLst/>
              <a:cxnLst/>
              <a:rect l="l" t="t" r="r" b="b"/>
              <a:pathLst>
                <a:path w="823" h="9783" extrusionOk="0">
                  <a:moveTo>
                    <a:pt x="1" y="9783"/>
                  </a:moveTo>
                  <a:lnTo>
                    <a:pt x="822" y="9783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4" name="Google Shape;404;p13"/>
            <p:cNvSpPr/>
            <p:nvPr/>
          </p:nvSpPr>
          <p:spPr bwMode="auto">
            <a:xfrm>
              <a:off x="548427" y="4169300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extrusionOk="0">
                  <a:moveTo>
                    <a:pt x="1" y="9801"/>
                  </a:moveTo>
                  <a:lnTo>
                    <a:pt x="803" y="9801"/>
                  </a:lnTo>
                  <a:lnTo>
                    <a:pt x="803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5" name="Google Shape;405;p13"/>
            <p:cNvSpPr/>
            <p:nvPr/>
          </p:nvSpPr>
          <p:spPr bwMode="auto">
            <a:xfrm>
              <a:off x="759174" y="416230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1" y="9801"/>
                  </a:lnTo>
                  <a:lnTo>
                    <a:pt x="821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6" name="Google Shape;406;p13"/>
            <p:cNvSpPr/>
            <p:nvPr/>
          </p:nvSpPr>
          <p:spPr bwMode="auto">
            <a:xfrm>
              <a:off x="970673" y="415530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1" y="9801"/>
                  </a:lnTo>
                  <a:lnTo>
                    <a:pt x="821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7" name="Google Shape;407;p13"/>
            <p:cNvSpPr/>
            <p:nvPr/>
          </p:nvSpPr>
          <p:spPr bwMode="auto">
            <a:xfrm>
              <a:off x="1182173" y="4148775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extrusionOk="0">
                  <a:moveTo>
                    <a:pt x="0" y="9782"/>
                  </a:moveTo>
                  <a:lnTo>
                    <a:pt x="821" y="9782"/>
                  </a:lnTo>
                  <a:lnTo>
                    <a:pt x="8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8" name="Google Shape;408;p13"/>
            <p:cNvSpPr/>
            <p:nvPr/>
          </p:nvSpPr>
          <p:spPr bwMode="auto">
            <a:xfrm>
              <a:off x="1393673" y="4141774"/>
              <a:ext cx="34364" cy="245025"/>
            </a:xfrm>
            <a:custGeom>
              <a:avLst/>
              <a:gdLst/>
              <a:ahLst/>
              <a:cxnLst/>
              <a:rect l="l" t="t" r="r" b="b"/>
              <a:pathLst>
                <a:path w="822" h="9801" extrusionOk="0">
                  <a:moveTo>
                    <a:pt x="0" y="9801"/>
                  </a:moveTo>
                  <a:lnTo>
                    <a:pt x="821" y="9801"/>
                  </a:lnTo>
                  <a:lnTo>
                    <a:pt x="8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9" name="Google Shape;409;p13"/>
            <p:cNvSpPr/>
            <p:nvPr/>
          </p:nvSpPr>
          <p:spPr bwMode="auto">
            <a:xfrm>
              <a:off x="1605172" y="4134775"/>
              <a:ext cx="34364" cy="245025"/>
            </a:xfrm>
            <a:custGeom>
              <a:avLst/>
              <a:gdLst/>
              <a:ahLst/>
              <a:cxnLst/>
              <a:rect l="l" t="t" r="r" b="b"/>
              <a:pathLst>
                <a:path w="822" h="9801" extrusionOk="0">
                  <a:moveTo>
                    <a:pt x="0" y="9801"/>
                  </a:moveTo>
                  <a:lnTo>
                    <a:pt x="821" y="9801"/>
                  </a:lnTo>
                  <a:lnTo>
                    <a:pt x="8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0" name="Google Shape;410;p13"/>
            <p:cNvSpPr/>
            <p:nvPr/>
          </p:nvSpPr>
          <p:spPr bwMode="auto">
            <a:xfrm>
              <a:off x="1816672" y="4127775"/>
              <a:ext cx="33569" cy="245025"/>
            </a:xfrm>
            <a:custGeom>
              <a:avLst/>
              <a:gdLst/>
              <a:ahLst/>
              <a:cxnLst/>
              <a:rect l="l" t="t" r="r" b="b"/>
              <a:pathLst>
                <a:path w="803" h="9801" extrusionOk="0">
                  <a:moveTo>
                    <a:pt x="0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1" name="Google Shape;411;p13"/>
            <p:cNvSpPr/>
            <p:nvPr/>
          </p:nvSpPr>
          <p:spPr bwMode="auto">
            <a:xfrm>
              <a:off x="2027377" y="4121225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extrusionOk="0">
                  <a:moveTo>
                    <a:pt x="0" y="9783"/>
                  </a:moveTo>
                  <a:lnTo>
                    <a:pt x="822" y="9783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2" name="Google Shape;412;p13"/>
            <p:cNvSpPr/>
            <p:nvPr/>
          </p:nvSpPr>
          <p:spPr bwMode="auto">
            <a:xfrm>
              <a:off x="2238877" y="41142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3" name="Google Shape;413;p13"/>
            <p:cNvSpPr/>
            <p:nvPr/>
          </p:nvSpPr>
          <p:spPr bwMode="auto">
            <a:xfrm>
              <a:off x="2450377" y="41072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4" name="Google Shape;414;p13"/>
            <p:cNvSpPr/>
            <p:nvPr/>
          </p:nvSpPr>
          <p:spPr bwMode="auto">
            <a:xfrm>
              <a:off x="2661876" y="41002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5" name="Google Shape;415;p13"/>
            <p:cNvSpPr/>
            <p:nvPr/>
          </p:nvSpPr>
          <p:spPr bwMode="auto">
            <a:xfrm>
              <a:off x="2873376" y="4093700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extrusionOk="0">
                  <a:moveTo>
                    <a:pt x="0" y="9782"/>
                  </a:moveTo>
                  <a:lnTo>
                    <a:pt x="822" y="9782"/>
                  </a:lnTo>
                  <a:lnTo>
                    <a:pt x="8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6" name="Google Shape;416;p13"/>
            <p:cNvSpPr/>
            <p:nvPr/>
          </p:nvSpPr>
          <p:spPr bwMode="auto">
            <a:xfrm>
              <a:off x="3084876" y="4086700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extrusionOk="0">
                  <a:moveTo>
                    <a:pt x="0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7" name="Google Shape;417;p13"/>
            <p:cNvSpPr/>
            <p:nvPr/>
          </p:nvSpPr>
          <p:spPr bwMode="auto">
            <a:xfrm>
              <a:off x="3296375" y="4079700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extrusionOk="0">
                  <a:moveTo>
                    <a:pt x="0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8" name="Google Shape;418;p13"/>
            <p:cNvSpPr/>
            <p:nvPr/>
          </p:nvSpPr>
          <p:spPr bwMode="auto">
            <a:xfrm>
              <a:off x="3507081" y="4072700"/>
              <a:ext cx="34406" cy="245025"/>
            </a:xfrm>
            <a:custGeom>
              <a:avLst/>
              <a:gdLst/>
              <a:ahLst/>
              <a:cxnLst/>
              <a:rect l="l" t="t" r="r" b="b"/>
              <a:pathLst>
                <a:path w="823" h="9801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9" name="Google Shape;419;p13"/>
            <p:cNvSpPr/>
            <p:nvPr/>
          </p:nvSpPr>
          <p:spPr bwMode="auto">
            <a:xfrm>
              <a:off x="3718580" y="4066175"/>
              <a:ext cx="34406" cy="244550"/>
            </a:xfrm>
            <a:custGeom>
              <a:avLst/>
              <a:gdLst/>
              <a:ahLst/>
              <a:cxnLst/>
              <a:rect l="l" t="t" r="r" b="b"/>
              <a:pathLst>
                <a:path w="823" h="9782" extrusionOk="0">
                  <a:moveTo>
                    <a:pt x="1" y="9782"/>
                  </a:moveTo>
                  <a:lnTo>
                    <a:pt x="822" y="9782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0" name="Google Shape;420;p13"/>
            <p:cNvSpPr/>
            <p:nvPr/>
          </p:nvSpPr>
          <p:spPr bwMode="auto">
            <a:xfrm>
              <a:off x="3930080" y="4059150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1" name="Google Shape;421;p13"/>
            <p:cNvSpPr/>
            <p:nvPr/>
          </p:nvSpPr>
          <p:spPr bwMode="auto">
            <a:xfrm>
              <a:off x="4141580" y="4052150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2" name="Google Shape;422;p13"/>
            <p:cNvSpPr/>
            <p:nvPr/>
          </p:nvSpPr>
          <p:spPr bwMode="auto">
            <a:xfrm>
              <a:off x="4353079" y="4045625"/>
              <a:ext cx="33611" cy="244575"/>
            </a:xfrm>
            <a:custGeom>
              <a:avLst/>
              <a:gdLst/>
              <a:ahLst/>
              <a:cxnLst/>
              <a:rect l="l" t="t" r="r" b="b"/>
              <a:pathLst>
                <a:path w="804" h="9783" extrusionOk="0">
                  <a:moveTo>
                    <a:pt x="1" y="9783"/>
                  </a:moveTo>
                  <a:lnTo>
                    <a:pt x="804" y="9783"/>
                  </a:lnTo>
                  <a:lnTo>
                    <a:pt x="80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3" name="Google Shape;423;p13"/>
            <p:cNvSpPr/>
            <p:nvPr/>
          </p:nvSpPr>
          <p:spPr bwMode="auto">
            <a:xfrm>
              <a:off x="4564579" y="4038625"/>
              <a:ext cx="33611" cy="244575"/>
            </a:xfrm>
            <a:custGeom>
              <a:avLst/>
              <a:gdLst/>
              <a:ahLst/>
              <a:cxnLst/>
              <a:rect l="l" t="t" r="r" b="b"/>
              <a:pathLst>
                <a:path w="804" h="9783" extrusionOk="0">
                  <a:moveTo>
                    <a:pt x="1" y="9783"/>
                  </a:moveTo>
                  <a:lnTo>
                    <a:pt x="804" y="9783"/>
                  </a:lnTo>
                  <a:lnTo>
                    <a:pt x="80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4" name="Google Shape;424;p13"/>
            <p:cNvSpPr/>
            <p:nvPr/>
          </p:nvSpPr>
          <p:spPr bwMode="auto">
            <a:xfrm>
              <a:off x="4775326" y="40316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5" name="Google Shape;425;p13"/>
            <p:cNvSpPr/>
            <p:nvPr/>
          </p:nvSpPr>
          <p:spPr bwMode="auto">
            <a:xfrm>
              <a:off x="4986826" y="40246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6" name="Google Shape;426;p13"/>
            <p:cNvSpPr/>
            <p:nvPr/>
          </p:nvSpPr>
          <p:spPr bwMode="auto">
            <a:xfrm>
              <a:off x="5198325" y="4018100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extrusionOk="0">
                  <a:moveTo>
                    <a:pt x="0" y="9782"/>
                  </a:moveTo>
                  <a:lnTo>
                    <a:pt x="822" y="9782"/>
                  </a:lnTo>
                  <a:lnTo>
                    <a:pt x="8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7" name="Google Shape;427;p13"/>
            <p:cNvSpPr/>
            <p:nvPr/>
          </p:nvSpPr>
          <p:spPr bwMode="auto">
            <a:xfrm>
              <a:off x="5409825" y="4011100"/>
              <a:ext cx="34364" cy="245025"/>
            </a:xfrm>
            <a:custGeom>
              <a:avLst/>
              <a:gdLst/>
              <a:ahLst/>
              <a:cxnLst/>
              <a:rect l="l" t="t" r="r" b="b"/>
              <a:pathLst>
                <a:path w="822" h="9801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8" name="Google Shape;428;p13"/>
            <p:cNvSpPr/>
            <p:nvPr/>
          </p:nvSpPr>
          <p:spPr bwMode="auto">
            <a:xfrm>
              <a:off x="5621325" y="4004100"/>
              <a:ext cx="34364" cy="245025"/>
            </a:xfrm>
            <a:custGeom>
              <a:avLst/>
              <a:gdLst/>
              <a:ahLst/>
              <a:cxnLst/>
              <a:rect l="l" t="t" r="r" b="b"/>
              <a:pathLst>
                <a:path w="822" h="9801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9" name="Google Shape;429;p13"/>
            <p:cNvSpPr/>
            <p:nvPr/>
          </p:nvSpPr>
          <p:spPr bwMode="auto">
            <a:xfrm>
              <a:off x="5832824" y="3997100"/>
              <a:ext cx="33569" cy="245025"/>
            </a:xfrm>
            <a:custGeom>
              <a:avLst/>
              <a:gdLst/>
              <a:ahLst/>
              <a:cxnLst/>
              <a:rect l="l" t="t" r="r" b="b"/>
              <a:pathLst>
                <a:path w="803" h="9801" extrusionOk="0">
                  <a:moveTo>
                    <a:pt x="0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0" name="Google Shape;430;p13"/>
            <p:cNvSpPr/>
            <p:nvPr/>
          </p:nvSpPr>
          <p:spPr bwMode="auto">
            <a:xfrm>
              <a:off x="6043530" y="3990550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extrusionOk="0">
                  <a:moveTo>
                    <a:pt x="1" y="9783"/>
                  </a:moveTo>
                  <a:lnTo>
                    <a:pt x="822" y="9783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1" name="Google Shape;431;p13"/>
            <p:cNvSpPr/>
            <p:nvPr/>
          </p:nvSpPr>
          <p:spPr bwMode="auto">
            <a:xfrm>
              <a:off x="6255029" y="398355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2" name="Google Shape;432;p13"/>
            <p:cNvSpPr/>
            <p:nvPr/>
          </p:nvSpPr>
          <p:spPr bwMode="auto">
            <a:xfrm>
              <a:off x="6466529" y="397655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3" name="Google Shape;433;p13"/>
            <p:cNvSpPr/>
            <p:nvPr/>
          </p:nvSpPr>
          <p:spPr bwMode="auto">
            <a:xfrm>
              <a:off x="6678029" y="396955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4" name="Google Shape;434;p13"/>
            <p:cNvSpPr/>
            <p:nvPr/>
          </p:nvSpPr>
          <p:spPr bwMode="auto">
            <a:xfrm>
              <a:off x="6889528" y="3963025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extrusionOk="0">
                  <a:moveTo>
                    <a:pt x="1" y="9782"/>
                  </a:moveTo>
                  <a:lnTo>
                    <a:pt x="822" y="9782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5" name="Google Shape;435;p13"/>
            <p:cNvSpPr/>
            <p:nvPr/>
          </p:nvSpPr>
          <p:spPr bwMode="auto">
            <a:xfrm>
              <a:off x="7101028" y="3956025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extrusionOk="0">
                  <a:moveTo>
                    <a:pt x="1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6" name="Google Shape;436;p13"/>
            <p:cNvSpPr/>
            <p:nvPr/>
          </p:nvSpPr>
          <p:spPr bwMode="auto">
            <a:xfrm>
              <a:off x="7311733" y="3949025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7" name="Google Shape;437;p13"/>
            <p:cNvSpPr/>
            <p:nvPr/>
          </p:nvSpPr>
          <p:spPr bwMode="auto">
            <a:xfrm>
              <a:off x="7523233" y="3942025"/>
              <a:ext cx="34406" cy="245025"/>
            </a:xfrm>
            <a:custGeom>
              <a:avLst/>
              <a:gdLst/>
              <a:ahLst/>
              <a:cxnLst/>
              <a:rect l="l" t="t" r="r" b="b"/>
              <a:pathLst>
                <a:path w="823" h="9801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8" name="Google Shape;438;p13"/>
            <p:cNvSpPr/>
            <p:nvPr/>
          </p:nvSpPr>
          <p:spPr bwMode="auto">
            <a:xfrm>
              <a:off x="7734733" y="3935475"/>
              <a:ext cx="34406" cy="244575"/>
            </a:xfrm>
            <a:custGeom>
              <a:avLst/>
              <a:gdLst/>
              <a:ahLst/>
              <a:cxnLst/>
              <a:rect l="l" t="t" r="r" b="b"/>
              <a:pathLst>
                <a:path w="823" h="9783" extrusionOk="0">
                  <a:moveTo>
                    <a:pt x="1" y="9783"/>
                  </a:moveTo>
                  <a:lnTo>
                    <a:pt x="822" y="9783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9" name="Google Shape;439;p13"/>
            <p:cNvSpPr/>
            <p:nvPr/>
          </p:nvSpPr>
          <p:spPr bwMode="auto">
            <a:xfrm>
              <a:off x="7946232" y="3928475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40" name="Google Shape;440;p13"/>
            <p:cNvSpPr/>
            <p:nvPr/>
          </p:nvSpPr>
          <p:spPr bwMode="auto">
            <a:xfrm>
              <a:off x="8157732" y="3921475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41" name="Google Shape;441;p13"/>
            <p:cNvSpPr/>
            <p:nvPr/>
          </p:nvSpPr>
          <p:spPr bwMode="auto">
            <a:xfrm>
              <a:off x="8369232" y="3914475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extrusionOk="0">
                  <a:moveTo>
                    <a:pt x="1" y="9802"/>
                  </a:moveTo>
                  <a:lnTo>
                    <a:pt x="804" y="9802"/>
                  </a:lnTo>
                  <a:lnTo>
                    <a:pt x="80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42" name="Google Shape;442;p13"/>
            <p:cNvSpPr/>
            <p:nvPr/>
          </p:nvSpPr>
          <p:spPr bwMode="auto">
            <a:xfrm>
              <a:off x="8580773" y="3907949"/>
              <a:ext cx="33569" cy="244575"/>
            </a:xfrm>
            <a:custGeom>
              <a:avLst/>
              <a:gdLst/>
              <a:ahLst/>
              <a:cxnLst/>
              <a:rect l="l" t="t" r="r" b="b"/>
              <a:pathLst>
                <a:path w="803" h="9783" extrusionOk="0">
                  <a:moveTo>
                    <a:pt x="0" y="9783"/>
                  </a:moveTo>
                  <a:lnTo>
                    <a:pt x="803" y="9783"/>
                  </a:lnTo>
                  <a:lnTo>
                    <a:pt x="803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43" name="Google Shape;443;p13"/>
            <p:cNvSpPr/>
            <p:nvPr/>
          </p:nvSpPr>
          <p:spPr bwMode="auto">
            <a:xfrm>
              <a:off x="8791478" y="390095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273376401" name="Google Shape;444;p13"/>
          <p:cNvSpPr/>
          <p:nvPr/>
        </p:nvSpPr>
        <p:spPr bwMode="auto">
          <a:xfrm>
            <a:off x="5304437" y="4971650"/>
            <a:ext cx="382725" cy="250175"/>
          </a:xfrm>
          <a:custGeom>
            <a:avLst/>
            <a:gdLst/>
            <a:ahLst/>
            <a:cxnLst/>
            <a:rect l="l" t="t" r="r" b="b"/>
            <a:pathLst>
              <a:path w="15309" h="10007" extrusionOk="0">
                <a:moveTo>
                  <a:pt x="1905" y="7374"/>
                </a:moveTo>
                <a:cubicBezTo>
                  <a:pt x="225" y="5843"/>
                  <a:pt x="1" y="10006"/>
                  <a:pt x="1" y="10006"/>
                </a:cubicBezTo>
                <a:lnTo>
                  <a:pt x="1" y="10006"/>
                </a:lnTo>
                <a:lnTo>
                  <a:pt x="14823" y="9764"/>
                </a:lnTo>
                <a:cubicBezTo>
                  <a:pt x="14823" y="9764"/>
                  <a:pt x="15308" y="6217"/>
                  <a:pt x="14394" y="7188"/>
                </a:cubicBezTo>
                <a:lnTo>
                  <a:pt x="14394" y="7188"/>
                </a:lnTo>
                <a:cubicBezTo>
                  <a:pt x="13498" y="8158"/>
                  <a:pt x="13031" y="8289"/>
                  <a:pt x="13031" y="6067"/>
                </a:cubicBezTo>
                <a:lnTo>
                  <a:pt x="13031" y="6067"/>
                </a:lnTo>
                <a:cubicBezTo>
                  <a:pt x="13031" y="3865"/>
                  <a:pt x="11482" y="4163"/>
                  <a:pt x="10641" y="5694"/>
                </a:cubicBezTo>
                <a:lnTo>
                  <a:pt x="10641" y="5694"/>
                </a:lnTo>
                <a:cubicBezTo>
                  <a:pt x="9783" y="7225"/>
                  <a:pt x="11071" y="3286"/>
                  <a:pt x="9129" y="2558"/>
                </a:cubicBezTo>
                <a:lnTo>
                  <a:pt x="9129" y="2558"/>
                </a:lnTo>
                <a:cubicBezTo>
                  <a:pt x="7076" y="1792"/>
                  <a:pt x="7300" y="5955"/>
                  <a:pt x="6609" y="6067"/>
                </a:cubicBezTo>
                <a:lnTo>
                  <a:pt x="6609" y="6067"/>
                </a:lnTo>
                <a:cubicBezTo>
                  <a:pt x="4836" y="6385"/>
                  <a:pt x="8681" y="0"/>
                  <a:pt x="4574" y="0"/>
                </a:cubicBezTo>
                <a:lnTo>
                  <a:pt x="4574" y="0"/>
                </a:lnTo>
                <a:cubicBezTo>
                  <a:pt x="1588" y="0"/>
                  <a:pt x="3566" y="8924"/>
                  <a:pt x="1905" y="737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2043628606" name="Google Shape;445;p13"/>
          <p:cNvGrpSpPr/>
          <p:nvPr/>
        </p:nvGrpSpPr>
        <p:grpSpPr bwMode="auto">
          <a:xfrm>
            <a:off x="-83800" y="4015425"/>
            <a:ext cx="9221236" cy="1251522"/>
            <a:chOff x="-83800" y="4015425"/>
            <a:chExt cx="9221236" cy="1251522"/>
          </a:xfrm>
        </p:grpSpPr>
        <p:sp>
          <p:nvSpPr>
            <p:cNvPr id="446" name="Google Shape;446;p13"/>
            <p:cNvSpPr/>
            <p:nvPr/>
          </p:nvSpPr>
          <p:spPr bwMode="auto">
            <a:xfrm>
              <a:off x="-83800" y="4015425"/>
              <a:ext cx="9221236" cy="548850"/>
            </a:xfrm>
            <a:custGeom>
              <a:avLst/>
              <a:gdLst/>
              <a:ahLst/>
              <a:cxnLst/>
              <a:rect l="l" t="t" r="r" b="b"/>
              <a:pathLst>
                <a:path w="219946" h="21954" extrusionOk="0">
                  <a:moveTo>
                    <a:pt x="0" y="12956"/>
                  </a:moveTo>
                  <a:lnTo>
                    <a:pt x="0" y="21954"/>
                  </a:lnTo>
                  <a:lnTo>
                    <a:pt x="219946" y="8998"/>
                  </a:lnTo>
                  <a:lnTo>
                    <a:pt x="219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447" name="Google Shape;447;p13"/>
            <p:cNvGrpSpPr/>
            <p:nvPr/>
          </p:nvGrpSpPr>
          <p:grpSpPr bwMode="auto">
            <a:xfrm>
              <a:off x="3379075" y="4293100"/>
              <a:ext cx="3484400" cy="973847"/>
              <a:chOff x="3379075" y="4293100"/>
              <a:chExt cx="3484400" cy="973847"/>
            </a:xfrm>
          </p:grpSpPr>
          <p:sp>
            <p:nvSpPr>
              <p:cNvPr id="448" name="Google Shape;448;p13"/>
              <p:cNvSpPr/>
              <p:nvPr/>
            </p:nvSpPr>
            <p:spPr bwMode="auto">
              <a:xfrm>
                <a:off x="6638024" y="42931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49" name="Google Shape;449;p13"/>
              <p:cNvSpPr/>
              <p:nvPr/>
            </p:nvSpPr>
            <p:spPr bwMode="auto">
              <a:xfrm>
                <a:off x="5628575" y="4293100"/>
                <a:ext cx="225425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10661" extrusionOk="0">
                    <a:moveTo>
                      <a:pt x="0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50" name="Google Shape;450;p13"/>
              <p:cNvSpPr/>
              <p:nvPr/>
            </p:nvSpPr>
            <p:spPr bwMode="auto">
              <a:xfrm>
                <a:off x="5700425" y="4473175"/>
                <a:ext cx="72850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4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51" name="Google Shape;451;p13"/>
              <p:cNvSpPr/>
              <p:nvPr/>
            </p:nvSpPr>
            <p:spPr bwMode="auto">
              <a:xfrm>
                <a:off x="4520150" y="42931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52" name="Google Shape;452;p13"/>
              <p:cNvSpPr/>
              <p:nvPr/>
            </p:nvSpPr>
            <p:spPr bwMode="auto">
              <a:xfrm>
                <a:off x="4592025" y="4473175"/>
                <a:ext cx="72825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53" name="Google Shape;453;p13"/>
              <p:cNvSpPr/>
              <p:nvPr/>
            </p:nvSpPr>
            <p:spPr bwMode="auto">
              <a:xfrm>
                <a:off x="3379075" y="4327650"/>
                <a:ext cx="22545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492" extrusionOk="0">
                    <a:moveTo>
                      <a:pt x="1" y="10492"/>
                    </a:moveTo>
                    <a:lnTo>
                      <a:pt x="9017" y="10492"/>
                    </a:lnTo>
                    <a:lnTo>
                      <a:pt x="901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54" name="Google Shape;454;p13"/>
              <p:cNvSpPr/>
              <p:nvPr/>
            </p:nvSpPr>
            <p:spPr bwMode="auto">
              <a:xfrm>
                <a:off x="3450950" y="4494102"/>
                <a:ext cx="72825" cy="772845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7567" extrusionOk="0">
                    <a:moveTo>
                      <a:pt x="1" y="47567"/>
                    </a:moveTo>
                    <a:lnTo>
                      <a:pt x="2913" y="47567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 3" userDrawn="1">
  <p:cSld name="TITLE_ONLY_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312236" name="Google Shape;496;p16"/>
          <p:cNvSpPr txBox="1">
            <a:spLocks noGrp="1"/>
          </p:cNvSpPr>
          <p:nvPr>
            <p:ph type="title"/>
          </p:nvPr>
        </p:nvSpPr>
        <p:spPr bwMode="auto">
          <a:xfrm>
            <a:off x="71327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1282473" name="Google Shape;497;p16"/>
          <p:cNvSpPr/>
          <p:nvPr/>
        </p:nvSpPr>
        <p:spPr bwMode="auto">
          <a:xfrm>
            <a:off x="5978300" y="3576775"/>
            <a:ext cx="6828950" cy="1443150"/>
          </a:xfrm>
          <a:custGeom>
            <a:avLst/>
            <a:gdLst/>
            <a:ahLst/>
            <a:cxnLst/>
            <a:rect l="l" t="t" r="r" b="b"/>
            <a:pathLst>
              <a:path w="273158" h="57726" extrusionOk="0">
                <a:moveTo>
                  <a:pt x="119043" y="0"/>
                </a:moveTo>
                <a:cubicBezTo>
                  <a:pt x="118808" y="0"/>
                  <a:pt x="118606" y="15"/>
                  <a:pt x="118436" y="44"/>
                </a:cubicBezTo>
                <a:cubicBezTo>
                  <a:pt x="114815" y="687"/>
                  <a:pt x="1" y="57726"/>
                  <a:pt x="1" y="57726"/>
                </a:cubicBezTo>
                <a:lnTo>
                  <a:pt x="273157" y="57726"/>
                </a:lnTo>
                <a:cubicBezTo>
                  <a:pt x="273157" y="57726"/>
                  <a:pt x="133756" y="0"/>
                  <a:pt x="1190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20068452" name="Google Shape;498;p16"/>
          <p:cNvSpPr/>
          <p:nvPr/>
        </p:nvSpPr>
        <p:spPr bwMode="auto">
          <a:xfrm>
            <a:off x="3757675" y="4199100"/>
            <a:ext cx="4251675" cy="820825"/>
          </a:xfrm>
          <a:custGeom>
            <a:avLst/>
            <a:gdLst/>
            <a:ahLst/>
            <a:cxnLst/>
            <a:rect l="l" t="t" r="r" b="b"/>
            <a:pathLst>
              <a:path w="170067" h="32833" extrusionOk="0">
                <a:moveTo>
                  <a:pt x="74126" y="0"/>
                </a:moveTo>
                <a:cubicBezTo>
                  <a:pt x="73980" y="0"/>
                  <a:pt x="73854" y="9"/>
                  <a:pt x="73748" y="26"/>
                </a:cubicBezTo>
                <a:cubicBezTo>
                  <a:pt x="71475" y="386"/>
                  <a:pt x="0" y="32832"/>
                  <a:pt x="0" y="32832"/>
                </a:cubicBezTo>
                <a:lnTo>
                  <a:pt x="170067" y="32832"/>
                </a:lnTo>
                <a:cubicBezTo>
                  <a:pt x="170067" y="32832"/>
                  <a:pt x="83280" y="0"/>
                  <a:pt x="741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5372733" name="Google Shape;499;p16"/>
          <p:cNvSpPr/>
          <p:nvPr/>
        </p:nvSpPr>
        <p:spPr bwMode="auto">
          <a:xfrm>
            <a:off x="-1555800" y="3963025"/>
            <a:ext cx="5473875" cy="1056900"/>
          </a:xfrm>
          <a:custGeom>
            <a:avLst/>
            <a:gdLst/>
            <a:ahLst/>
            <a:cxnLst/>
            <a:rect l="l" t="t" r="r" b="b"/>
            <a:pathLst>
              <a:path w="218955" h="42276" extrusionOk="0">
                <a:moveTo>
                  <a:pt x="95422" y="1"/>
                </a:moveTo>
                <a:cubicBezTo>
                  <a:pt x="95236" y="1"/>
                  <a:pt x="95075" y="11"/>
                  <a:pt x="94940" y="33"/>
                </a:cubicBezTo>
                <a:cubicBezTo>
                  <a:pt x="92024" y="503"/>
                  <a:pt x="0" y="42275"/>
                  <a:pt x="0" y="42275"/>
                </a:cubicBezTo>
                <a:lnTo>
                  <a:pt x="218955" y="42275"/>
                </a:lnTo>
                <a:cubicBezTo>
                  <a:pt x="218955" y="42275"/>
                  <a:pt x="107185" y="1"/>
                  <a:pt x="9542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362382687" name="Google Shape;500;p16"/>
          <p:cNvGrpSpPr/>
          <p:nvPr/>
        </p:nvGrpSpPr>
        <p:grpSpPr bwMode="auto">
          <a:xfrm>
            <a:off x="-2311315" y="4713377"/>
            <a:ext cx="11543197" cy="859072"/>
            <a:chOff x="238675" y="2497700"/>
            <a:chExt cx="7138649" cy="531275"/>
          </a:xfrm>
        </p:grpSpPr>
        <p:sp>
          <p:nvSpPr>
            <p:cNvPr id="501" name="Google Shape;501;p16"/>
            <p:cNvSpPr/>
            <p:nvPr/>
          </p:nvSpPr>
          <p:spPr bwMode="auto">
            <a:xfrm>
              <a:off x="238675" y="2497700"/>
              <a:ext cx="7138649" cy="41125"/>
            </a:xfrm>
            <a:custGeom>
              <a:avLst/>
              <a:gdLst/>
              <a:ahLst/>
              <a:cxnLst/>
              <a:rect l="l" t="t" r="r" b="b"/>
              <a:pathLst>
                <a:path w="285546" h="1645" extrusionOk="0">
                  <a:moveTo>
                    <a:pt x="1" y="1"/>
                  </a:moveTo>
                  <a:lnTo>
                    <a:pt x="1" y="1644"/>
                  </a:lnTo>
                  <a:lnTo>
                    <a:pt x="285545" y="1644"/>
                  </a:lnTo>
                  <a:lnTo>
                    <a:pt x="2855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 bwMode="auto">
            <a:xfrm>
              <a:off x="238675" y="2565600"/>
              <a:ext cx="7138649" cy="463375"/>
            </a:xfrm>
            <a:custGeom>
              <a:avLst/>
              <a:gdLst/>
              <a:ahLst/>
              <a:cxnLst/>
              <a:rect l="l" t="t" r="r" b="b"/>
              <a:pathLst>
                <a:path w="285546" h="18535" extrusionOk="0">
                  <a:moveTo>
                    <a:pt x="1" y="1"/>
                  </a:moveTo>
                  <a:lnTo>
                    <a:pt x="1" y="18535"/>
                  </a:lnTo>
                  <a:lnTo>
                    <a:pt x="29057" y="18535"/>
                  </a:lnTo>
                  <a:cubicBezTo>
                    <a:pt x="29057" y="18444"/>
                    <a:pt x="29035" y="18352"/>
                    <a:pt x="29035" y="18238"/>
                  </a:cubicBezTo>
                  <a:lnTo>
                    <a:pt x="29035" y="6780"/>
                  </a:lnTo>
                  <a:cubicBezTo>
                    <a:pt x="29035" y="4178"/>
                    <a:pt x="31157" y="2055"/>
                    <a:pt x="33759" y="2055"/>
                  </a:cubicBezTo>
                  <a:cubicBezTo>
                    <a:pt x="36384" y="2055"/>
                    <a:pt x="38484" y="4178"/>
                    <a:pt x="38484" y="6780"/>
                  </a:cubicBezTo>
                  <a:lnTo>
                    <a:pt x="38484" y="18238"/>
                  </a:lnTo>
                  <a:cubicBezTo>
                    <a:pt x="38484" y="18352"/>
                    <a:pt x="38484" y="18444"/>
                    <a:pt x="38484" y="18535"/>
                  </a:cubicBezTo>
                  <a:lnTo>
                    <a:pt x="43666" y="18535"/>
                  </a:lnTo>
                  <a:cubicBezTo>
                    <a:pt x="43666" y="18444"/>
                    <a:pt x="43643" y="18352"/>
                    <a:pt x="43643" y="18238"/>
                  </a:cubicBezTo>
                  <a:lnTo>
                    <a:pt x="43643" y="6780"/>
                  </a:lnTo>
                  <a:cubicBezTo>
                    <a:pt x="43643" y="4178"/>
                    <a:pt x="45766" y="2055"/>
                    <a:pt x="48368" y="2055"/>
                  </a:cubicBezTo>
                  <a:cubicBezTo>
                    <a:pt x="50993" y="2055"/>
                    <a:pt x="53092" y="4178"/>
                    <a:pt x="53092" y="6780"/>
                  </a:cubicBezTo>
                  <a:lnTo>
                    <a:pt x="53092" y="18238"/>
                  </a:lnTo>
                  <a:cubicBezTo>
                    <a:pt x="53092" y="18352"/>
                    <a:pt x="53092" y="18444"/>
                    <a:pt x="53092" y="18535"/>
                  </a:cubicBezTo>
                  <a:lnTo>
                    <a:pt x="58274" y="18535"/>
                  </a:lnTo>
                  <a:cubicBezTo>
                    <a:pt x="58274" y="18444"/>
                    <a:pt x="58251" y="18352"/>
                    <a:pt x="58251" y="18238"/>
                  </a:cubicBezTo>
                  <a:lnTo>
                    <a:pt x="58251" y="6780"/>
                  </a:lnTo>
                  <a:cubicBezTo>
                    <a:pt x="58251" y="4178"/>
                    <a:pt x="60374" y="2055"/>
                    <a:pt x="62976" y="2055"/>
                  </a:cubicBezTo>
                  <a:cubicBezTo>
                    <a:pt x="65601" y="2055"/>
                    <a:pt x="67701" y="4178"/>
                    <a:pt x="67701" y="6780"/>
                  </a:cubicBezTo>
                  <a:lnTo>
                    <a:pt x="67701" y="18238"/>
                  </a:lnTo>
                  <a:cubicBezTo>
                    <a:pt x="67701" y="18352"/>
                    <a:pt x="67701" y="18444"/>
                    <a:pt x="67701" y="18535"/>
                  </a:cubicBezTo>
                  <a:lnTo>
                    <a:pt x="72882" y="18535"/>
                  </a:lnTo>
                  <a:cubicBezTo>
                    <a:pt x="72882" y="18444"/>
                    <a:pt x="72859" y="18352"/>
                    <a:pt x="72859" y="18238"/>
                  </a:cubicBezTo>
                  <a:lnTo>
                    <a:pt x="72859" y="6780"/>
                  </a:lnTo>
                  <a:cubicBezTo>
                    <a:pt x="72859" y="4178"/>
                    <a:pt x="74982" y="2055"/>
                    <a:pt x="77584" y="2055"/>
                  </a:cubicBezTo>
                  <a:cubicBezTo>
                    <a:pt x="80209" y="2055"/>
                    <a:pt x="82309" y="4178"/>
                    <a:pt x="82309" y="6780"/>
                  </a:cubicBezTo>
                  <a:lnTo>
                    <a:pt x="82309" y="18238"/>
                  </a:lnTo>
                  <a:cubicBezTo>
                    <a:pt x="82309" y="18352"/>
                    <a:pt x="82309" y="18444"/>
                    <a:pt x="82309" y="18535"/>
                  </a:cubicBezTo>
                  <a:lnTo>
                    <a:pt x="87490" y="18535"/>
                  </a:lnTo>
                  <a:cubicBezTo>
                    <a:pt x="87490" y="18444"/>
                    <a:pt x="87467" y="18352"/>
                    <a:pt x="87467" y="18238"/>
                  </a:cubicBezTo>
                  <a:lnTo>
                    <a:pt x="87467" y="6780"/>
                  </a:lnTo>
                  <a:cubicBezTo>
                    <a:pt x="87467" y="4178"/>
                    <a:pt x="89590" y="2055"/>
                    <a:pt x="92192" y="2055"/>
                  </a:cubicBezTo>
                  <a:cubicBezTo>
                    <a:pt x="94817" y="2055"/>
                    <a:pt x="96917" y="4178"/>
                    <a:pt x="96917" y="6780"/>
                  </a:cubicBezTo>
                  <a:lnTo>
                    <a:pt x="96917" y="18238"/>
                  </a:lnTo>
                  <a:cubicBezTo>
                    <a:pt x="96917" y="18352"/>
                    <a:pt x="96917" y="18444"/>
                    <a:pt x="96917" y="18535"/>
                  </a:cubicBezTo>
                  <a:lnTo>
                    <a:pt x="102098" y="18535"/>
                  </a:lnTo>
                  <a:cubicBezTo>
                    <a:pt x="102098" y="18444"/>
                    <a:pt x="102076" y="18352"/>
                    <a:pt x="102076" y="18238"/>
                  </a:cubicBezTo>
                  <a:lnTo>
                    <a:pt x="102076" y="6780"/>
                  </a:lnTo>
                  <a:cubicBezTo>
                    <a:pt x="102076" y="4178"/>
                    <a:pt x="104198" y="2055"/>
                    <a:pt x="106800" y="2055"/>
                  </a:cubicBezTo>
                  <a:cubicBezTo>
                    <a:pt x="109425" y="2055"/>
                    <a:pt x="111525" y="4178"/>
                    <a:pt x="111525" y="6780"/>
                  </a:cubicBezTo>
                  <a:lnTo>
                    <a:pt x="111525" y="18238"/>
                  </a:lnTo>
                  <a:cubicBezTo>
                    <a:pt x="111525" y="18352"/>
                    <a:pt x="111525" y="18444"/>
                    <a:pt x="111525" y="18535"/>
                  </a:cubicBezTo>
                  <a:lnTo>
                    <a:pt x="116707" y="18535"/>
                  </a:lnTo>
                  <a:cubicBezTo>
                    <a:pt x="116707" y="18444"/>
                    <a:pt x="116684" y="18352"/>
                    <a:pt x="116684" y="18238"/>
                  </a:cubicBezTo>
                  <a:lnTo>
                    <a:pt x="116684" y="6780"/>
                  </a:lnTo>
                  <a:cubicBezTo>
                    <a:pt x="116684" y="4178"/>
                    <a:pt x="118807" y="2055"/>
                    <a:pt x="121409" y="2055"/>
                  </a:cubicBezTo>
                  <a:cubicBezTo>
                    <a:pt x="124034" y="2055"/>
                    <a:pt x="126133" y="4178"/>
                    <a:pt x="126133" y="6780"/>
                  </a:cubicBezTo>
                  <a:lnTo>
                    <a:pt x="126133" y="18238"/>
                  </a:lnTo>
                  <a:cubicBezTo>
                    <a:pt x="126133" y="18352"/>
                    <a:pt x="126133" y="18444"/>
                    <a:pt x="126133" y="18535"/>
                  </a:cubicBezTo>
                  <a:lnTo>
                    <a:pt x="131315" y="18535"/>
                  </a:lnTo>
                  <a:cubicBezTo>
                    <a:pt x="131315" y="18444"/>
                    <a:pt x="131292" y="18352"/>
                    <a:pt x="131292" y="18238"/>
                  </a:cubicBezTo>
                  <a:lnTo>
                    <a:pt x="131292" y="6780"/>
                  </a:lnTo>
                  <a:cubicBezTo>
                    <a:pt x="131292" y="4178"/>
                    <a:pt x="133415" y="2055"/>
                    <a:pt x="136017" y="2055"/>
                  </a:cubicBezTo>
                  <a:cubicBezTo>
                    <a:pt x="138642" y="2055"/>
                    <a:pt x="140742" y="4178"/>
                    <a:pt x="140742" y="6780"/>
                  </a:cubicBezTo>
                  <a:lnTo>
                    <a:pt x="140742" y="18238"/>
                  </a:lnTo>
                  <a:cubicBezTo>
                    <a:pt x="140742" y="18352"/>
                    <a:pt x="140742" y="18444"/>
                    <a:pt x="140742" y="18535"/>
                  </a:cubicBezTo>
                  <a:lnTo>
                    <a:pt x="145923" y="18535"/>
                  </a:lnTo>
                  <a:cubicBezTo>
                    <a:pt x="145923" y="18444"/>
                    <a:pt x="145900" y="18352"/>
                    <a:pt x="145900" y="18238"/>
                  </a:cubicBezTo>
                  <a:lnTo>
                    <a:pt x="145900" y="6780"/>
                  </a:lnTo>
                  <a:cubicBezTo>
                    <a:pt x="145900" y="4178"/>
                    <a:pt x="148023" y="2055"/>
                    <a:pt x="150625" y="2055"/>
                  </a:cubicBezTo>
                  <a:cubicBezTo>
                    <a:pt x="153250" y="2055"/>
                    <a:pt x="155350" y="4178"/>
                    <a:pt x="155350" y="6780"/>
                  </a:cubicBezTo>
                  <a:lnTo>
                    <a:pt x="155350" y="18238"/>
                  </a:lnTo>
                  <a:cubicBezTo>
                    <a:pt x="155350" y="18352"/>
                    <a:pt x="155350" y="18444"/>
                    <a:pt x="155350" y="18535"/>
                  </a:cubicBezTo>
                  <a:lnTo>
                    <a:pt x="160531" y="18535"/>
                  </a:lnTo>
                  <a:cubicBezTo>
                    <a:pt x="160531" y="18444"/>
                    <a:pt x="160508" y="18352"/>
                    <a:pt x="160508" y="18238"/>
                  </a:cubicBezTo>
                  <a:lnTo>
                    <a:pt x="160508" y="6780"/>
                  </a:lnTo>
                  <a:cubicBezTo>
                    <a:pt x="160508" y="4178"/>
                    <a:pt x="162631" y="2055"/>
                    <a:pt x="165233" y="2055"/>
                  </a:cubicBezTo>
                  <a:cubicBezTo>
                    <a:pt x="167858" y="2055"/>
                    <a:pt x="169958" y="4178"/>
                    <a:pt x="169958" y="6780"/>
                  </a:cubicBezTo>
                  <a:lnTo>
                    <a:pt x="169958" y="18238"/>
                  </a:lnTo>
                  <a:cubicBezTo>
                    <a:pt x="169958" y="18352"/>
                    <a:pt x="169958" y="18444"/>
                    <a:pt x="169958" y="18535"/>
                  </a:cubicBezTo>
                  <a:lnTo>
                    <a:pt x="175139" y="18535"/>
                  </a:lnTo>
                  <a:cubicBezTo>
                    <a:pt x="175139" y="18444"/>
                    <a:pt x="175117" y="18352"/>
                    <a:pt x="175117" y="18238"/>
                  </a:cubicBezTo>
                  <a:lnTo>
                    <a:pt x="175117" y="6780"/>
                  </a:lnTo>
                  <a:cubicBezTo>
                    <a:pt x="175117" y="4178"/>
                    <a:pt x="177239" y="2055"/>
                    <a:pt x="179841" y="2055"/>
                  </a:cubicBezTo>
                  <a:cubicBezTo>
                    <a:pt x="182466" y="2055"/>
                    <a:pt x="184566" y="4178"/>
                    <a:pt x="184566" y="6780"/>
                  </a:cubicBezTo>
                  <a:lnTo>
                    <a:pt x="184566" y="18238"/>
                  </a:lnTo>
                  <a:cubicBezTo>
                    <a:pt x="184566" y="18352"/>
                    <a:pt x="184566" y="18444"/>
                    <a:pt x="184566" y="18535"/>
                  </a:cubicBezTo>
                  <a:lnTo>
                    <a:pt x="189748" y="18535"/>
                  </a:lnTo>
                  <a:cubicBezTo>
                    <a:pt x="189748" y="18444"/>
                    <a:pt x="189725" y="18352"/>
                    <a:pt x="189725" y="18238"/>
                  </a:cubicBezTo>
                  <a:lnTo>
                    <a:pt x="189725" y="6780"/>
                  </a:lnTo>
                  <a:cubicBezTo>
                    <a:pt x="189725" y="4178"/>
                    <a:pt x="191848" y="2055"/>
                    <a:pt x="194450" y="2055"/>
                  </a:cubicBezTo>
                  <a:cubicBezTo>
                    <a:pt x="197075" y="2055"/>
                    <a:pt x="199174" y="4178"/>
                    <a:pt x="199174" y="6780"/>
                  </a:cubicBezTo>
                  <a:lnTo>
                    <a:pt x="199174" y="18238"/>
                  </a:lnTo>
                  <a:cubicBezTo>
                    <a:pt x="199174" y="18352"/>
                    <a:pt x="199174" y="18444"/>
                    <a:pt x="199174" y="18535"/>
                  </a:cubicBezTo>
                  <a:lnTo>
                    <a:pt x="204356" y="18535"/>
                  </a:lnTo>
                  <a:cubicBezTo>
                    <a:pt x="204356" y="18444"/>
                    <a:pt x="204333" y="18352"/>
                    <a:pt x="204333" y="18238"/>
                  </a:cubicBezTo>
                  <a:lnTo>
                    <a:pt x="204333" y="6780"/>
                  </a:lnTo>
                  <a:cubicBezTo>
                    <a:pt x="204333" y="4178"/>
                    <a:pt x="206456" y="2055"/>
                    <a:pt x="209058" y="2055"/>
                  </a:cubicBezTo>
                  <a:cubicBezTo>
                    <a:pt x="211683" y="2055"/>
                    <a:pt x="213783" y="4178"/>
                    <a:pt x="213783" y="6780"/>
                  </a:cubicBezTo>
                  <a:lnTo>
                    <a:pt x="213783" y="18238"/>
                  </a:lnTo>
                  <a:cubicBezTo>
                    <a:pt x="213783" y="18352"/>
                    <a:pt x="213783" y="18444"/>
                    <a:pt x="213783" y="18535"/>
                  </a:cubicBezTo>
                  <a:lnTo>
                    <a:pt x="218964" y="18535"/>
                  </a:lnTo>
                  <a:cubicBezTo>
                    <a:pt x="218964" y="18444"/>
                    <a:pt x="218941" y="18352"/>
                    <a:pt x="218941" y="18238"/>
                  </a:cubicBezTo>
                  <a:lnTo>
                    <a:pt x="218941" y="6780"/>
                  </a:lnTo>
                  <a:cubicBezTo>
                    <a:pt x="218941" y="4178"/>
                    <a:pt x="221064" y="2055"/>
                    <a:pt x="223666" y="2055"/>
                  </a:cubicBezTo>
                  <a:cubicBezTo>
                    <a:pt x="226291" y="2055"/>
                    <a:pt x="228391" y="4178"/>
                    <a:pt x="228391" y="6780"/>
                  </a:cubicBezTo>
                  <a:lnTo>
                    <a:pt x="228391" y="18238"/>
                  </a:lnTo>
                  <a:cubicBezTo>
                    <a:pt x="228391" y="18352"/>
                    <a:pt x="228391" y="18444"/>
                    <a:pt x="228391" y="18535"/>
                  </a:cubicBezTo>
                  <a:lnTo>
                    <a:pt x="233572" y="18535"/>
                  </a:lnTo>
                  <a:cubicBezTo>
                    <a:pt x="233572" y="18444"/>
                    <a:pt x="233549" y="18352"/>
                    <a:pt x="233549" y="18238"/>
                  </a:cubicBezTo>
                  <a:lnTo>
                    <a:pt x="233549" y="6780"/>
                  </a:lnTo>
                  <a:cubicBezTo>
                    <a:pt x="233549" y="4178"/>
                    <a:pt x="235672" y="2055"/>
                    <a:pt x="238274" y="2055"/>
                  </a:cubicBezTo>
                  <a:cubicBezTo>
                    <a:pt x="240899" y="2055"/>
                    <a:pt x="242999" y="4178"/>
                    <a:pt x="242999" y="6780"/>
                  </a:cubicBezTo>
                  <a:lnTo>
                    <a:pt x="242999" y="18238"/>
                  </a:lnTo>
                  <a:cubicBezTo>
                    <a:pt x="242999" y="18352"/>
                    <a:pt x="242999" y="18444"/>
                    <a:pt x="242999" y="18535"/>
                  </a:cubicBezTo>
                  <a:lnTo>
                    <a:pt x="248180" y="18535"/>
                  </a:lnTo>
                  <a:cubicBezTo>
                    <a:pt x="248180" y="18444"/>
                    <a:pt x="248158" y="18352"/>
                    <a:pt x="248158" y="18238"/>
                  </a:cubicBezTo>
                  <a:lnTo>
                    <a:pt x="248158" y="6780"/>
                  </a:lnTo>
                  <a:cubicBezTo>
                    <a:pt x="248158" y="4178"/>
                    <a:pt x="250280" y="2055"/>
                    <a:pt x="252882" y="2055"/>
                  </a:cubicBezTo>
                  <a:cubicBezTo>
                    <a:pt x="255507" y="2055"/>
                    <a:pt x="257607" y="4178"/>
                    <a:pt x="257607" y="6780"/>
                  </a:cubicBezTo>
                  <a:lnTo>
                    <a:pt x="257607" y="18238"/>
                  </a:lnTo>
                  <a:cubicBezTo>
                    <a:pt x="257607" y="18352"/>
                    <a:pt x="257607" y="18444"/>
                    <a:pt x="257607" y="18535"/>
                  </a:cubicBezTo>
                  <a:lnTo>
                    <a:pt x="262789" y="18535"/>
                  </a:lnTo>
                  <a:cubicBezTo>
                    <a:pt x="262789" y="18444"/>
                    <a:pt x="262766" y="18352"/>
                    <a:pt x="262766" y="18238"/>
                  </a:cubicBezTo>
                  <a:lnTo>
                    <a:pt x="262766" y="6780"/>
                  </a:lnTo>
                  <a:cubicBezTo>
                    <a:pt x="262766" y="4178"/>
                    <a:pt x="264889" y="2055"/>
                    <a:pt x="267491" y="2055"/>
                  </a:cubicBezTo>
                  <a:cubicBezTo>
                    <a:pt x="270116" y="2055"/>
                    <a:pt x="272215" y="4178"/>
                    <a:pt x="272215" y="6780"/>
                  </a:cubicBezTo>
                  <a:lnTo>
                    <a:pt x="272215" y="18238"/>
                  </a:lnTo>
                  <a:cubicBezTo>
                    <a:pt x="272215" y="18352"/>
                    <a:pt x="272215" y="18444"/>
                    <a:pt x="272215" y="18535"/>
                  </a:cubicBezTo>
                  <a:lnTo>
                    <a:pt x="277397" y="18535"/>
                  </a:lnTo>
                  <a:cubicBezTo>
                    <a:pt x="277397" y="18444"/>
                    <a:pt x="277374" y="18352"/>
                    <a:pt x="277374" y="18238"/>
                  </a:cubicBezTo>
                  <a:lnTo>
                    <a:pt x="277374" y="6780"/>
                  </a:lnTo>
                  <a:cubicBezTo>
                    <a:pt x="277374" y="4178"/>
                    <a:pt x="279497" y="2055"/>
                    <a:pt x="282099" y="2055"/>
                  </a:cubicBezTo>
                  <a:cubicBezTo>
                    <a:pt x="283468" y="2055"/>
                    <a:pt x="284701" y="2649"/>
                    <a:pt x="285545" y="3562"/>
                  </a:cubicBezTo>
                  <a:lnTo>
                    <a:pt x="2855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157503389" name="Google Shape;503;p16"/>
          <p:cNvSpPr/>
          <p:nvPr/>
        </p:nvSpPr>
        <p:spPr bwMode="auto">
          <a:xfrm rot="-2231248" flipH="1">
            <a:off x="8145968" y="2535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155650462" name="Google Shape;504;p16"/>
          <p:cNvGrpSpPr/>
          <p:nvPr/>
        </p:nvGrpSpPr>
        <p:grpSpPr bwMode="auto">
          <a:xfrm>
            <a:off x="1058800" y="4136600"/>
            <a:ext cx="2419653" cy="571601"/>
            <a:chOff x="3962175" y="2857795"/>
            <a:chExt cx="3075700" cy="726579"/>
          </a:xfrm>
        </p:grpSpPr>
        <p:sp>
          <p:nvSpPr>
            <p:cNvPr id="505" name="Google Shape;505;p16"/>
            <p:cNvSpPr/>
            <p:nvPr/>
          </p:nvSpPr>
          <p:spPr bwMode="auto"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 bwMode="auto"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 bwMode="auto"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 bwMode="auto"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 bwMode="auto"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 bwMode="auto"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 bwMode="auto"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 bwMode="auto"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 bwMode="auto"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 bwMode="auto"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 bwMode="auto"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 bwMode="auto"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 bwMode="auto"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 bwMode="auto"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 bwMode="auto"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 bwMode="auto"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 bwMode="auto"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 bwMode="auto"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 bwMode="auto">
            <a:xfrm>
              <a:off x="4046545" y="2857795"/>
              <a:ext cx="2817428" cy="356671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hanks" userDrawn="1">
  <p:cSld name="CUSTOM_12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015018" name="Google Shape;944;p24"/>
          <p:cNvSpPr txBox="1">
            <a:spLocks noGrp="1"/>
          </p:cNvSpPr>
          <p:nvPr>
            <p:ph type="subTitle" idx="1"/>
          </p:nvPr>
        </p:nvSpPr>
        <p:spPr bwMode="auto">
          <a:xfrm>
            <a:off x="5161075" y="1675525"/>
            <a:ext cx="3269700" cy="10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111036455" name="Google Shape;945;p24"/>
          <p:cNvSpPr txBox="1">
            <a:spLocks noGrp="1"/>
          </p:cNvSpPr>
          <p:nvPr>
            <p:ph type="title"/>
          </p:nvPr>
        </p:nvSpPr>
        <p:spPr bwMode="auto">
          <a:xfrm>
            <a:off x="5161075" y="539500"/>
            <a:ext cx="3269700" cy="109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2537766" name="Google Shape;946;p24"/>
          <p:cNvSpPr/>
          <p:nvPr/>
        </p:nvSpPr>
        <p:spPr bwMode="auto">
          <a:xfrm rot="-2231248" flipH="1">
            <a:off x="8539843" y="2534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9147796" name="Google Shape;947;p24"/>
          <p:cNvSpPr txBox="1"/>
          <p:nvPr/>
        </p:nvSpPr>
        <p:spPr bwMode="auto">
          <a:xfrm>
            <a:off x="5161075" y="3491000"/>
            <a:ext cx="3269700" cy="6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/>
            </a:pPr>
            <a:r>
              <a:rPr lang="en" sz="1200">
                <a:solidFill>
                  <a:schemeClr val="dk1"/>
                </a:solidFill>
                <a:latin typeface="Abel"/>
                <a:ea typeface="Abel"/>
                <a:cs typeface="Abel"/>
              </a:rPr>
              <a:t>CREDITS: This presentation template was created by </a:t>
            </a:r>
            <a:r>
              <a:rPr lang="en" sz="1200" u="sng">
                <a:solidFill>
                  <a:schemeClr val="dk1"/>
                </a:solidFill>
                <a:latin typeface="Abel"/>
                <a:ea typeface="Abel"/>
                <a:cs typeface="Abel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Abel"/>
                <a:ea typeface="Abel"/>
                <a:cs typeface="Abel"/>
              </a:rPr>
              <a:t>, including icons by </a:t>
            </a:r>
            <a:r>
              <a:rPr lang="en" sz="1200" u="sng">
                <a:solidFill>
                  <a:schemeClr val="dk1"/>
                </a:solidFill>
                <a:latin typeface="Abel"/>
                <a:ea typeface="Abel"/>
                <a:cs typeface="Abel"/>
                <a:hlinkClick r:id="rId3"/>
              </a:rPr>
              <a:t>Flaticon</a:t>
            </a:r>
            <a:r>
              <a:rPr lang="en" sz="1200">
                <a:solidFill>
                  <a:schemeClr val="dk1"/>
                </a:solidFill>
                <a:latin typeface="Abel"/>
                <a:ea typeface="Abel"/>
                <a:cs typeface="Abel"/>
              </a:rPr>
              <a:t>, and infographics &amp; images by </a:t>
            </a:r>
            <a:r>
              <a:rPr lang="en" sz="1200" u="sng">
                <a:solidFill>
                  <a:schemeClr val="dk1"/>
                </a:solidFill>
                <a:latin typeface="Abel"/>
                <a:ea typeface="Abel"/>
                <a:cs typeface="Abel"/>
                <a:hlinkClick r:id="rId4"/>
              </a:rPr>
              <a:t>Freepik</a:t>
            </a:r>
            <a:endParaRPr sz="1200">
              <a:solidFill>
                <a:schemeClr val="dk1"/>
              </a:solidFill>
              <a:latin typeface="Abel"/>
              <a:ea typeface="Abel"/>
              <a:cs typeface="Abe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ackground" userDrawn="1">
  <p:cSld name="CUSTOM_2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519514" name="Google Shape;949;p25"/>
          <p:cNvSpPr/>
          <p:nvPr/>
        </p:nvSpPr>
        <p:spPr bwMode="auto">
          <a:xfrm>
            <a:off x="7789950" y="192988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15016996" name="Google Shape;950;p25"/>
          <p:cNvSpPr/>
          <p:nvPr/>
        </p:nvSpPr>
        <p:spPr bwMode="auto">
          <a:xfrm>
            <a:off x="5978300" y="3700350"/>
            <a:ext cx="6828950" cy="1443150"/>
          </a:xfrm>
          <a:custGeom>
            <a:avLst/>
            <a:gdLst/>
            <a:ahLst/>
            <a:cxnLst/>
            <a:rect l="l" t="t" r="r" b="b"/>
            <a:pathLst>
              <a:path w="273158" h="57726" extrusionOk="0">
                <a:moveTo>
                  <a:pt x="119043" y="0"/>
                </a:moveTo>
                <a:cubicBezTo>
                  <a:pt x="118808" y="0"/>
                  <a:pt x="118606" y="15"/>
                  <a:pt x="118436" y="44"/>
                </a:cubicBezTo>
                <a:cubicBezTo>
                  <a:pt x="114815" y="687"/>
                  <a:pt x="1" y="57726"/>
                  <a:pt x="1" y="57726"/>
                </a:cubicBezTo>
                <a:lnTo>
                  <a:pt x="273157" y="57726"/>
                </a:lnTo>
                <a:cubicBezTo>
                  <a:pt x="273157" y="57726"/>
                  <a:pt x="133756" y="0"/>
                  <a:pt x="1190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00430171" name="Google Shape;951;p25"/>
          <p:cNvSpPr/>
          <p:nvPr/>
        </p:nvSpPr>
        <p:spPr bwMode="auto">
          <a:xfrm>
            <a:off x="3757675" y="4322675"/>
            <a:ext cx="4251675" cy="820825"/>
          </a:xfrm>
          <a:custGeom>
            <a:avLst/>
            <a:gdLst/>
            <a:ahLst/>
            <a:cxnLst/>
            <a:rect l="l" t="t" r="r" b="b"/>
            <a:pathLst>
              <a:path w="170067" h="32833" extrusionOk="0">
                <a:moveTo>
                  <a:pt x="74126" y="0"/>
                </a:moveTo>
                <a:cubicBezTo>
                  <a:pt x="73980" y="0"/>
                  <a:pt x="73854" y="9"/>
                  <a:pt x="73748" y="26"/>
                </a:cubicBezTo>
                <a:cubicBezTo>
                  <a:pt x="71475" y="386"/>
                  <a:pt x="0" y="32832"/>
                  <a:pt x="0" y="32832"/>
                </a:cubicBezTo>
                <a:lnTo>
                  <a:pt x="170067" y="32832"/>
                </a:lnTo>
                <a:cubicBezTo>
                  <a:pt x="170067" y="32832"/>
                  <a:pt x="83280" y="0"/>
                  <a:pt x="741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74045922" name="Google Shape;952;p25"/>
          <p:cNvSpPr/>
          <p:nvPr/>
        </p:nvSpPr>
        <p:spPr bwMode="auto">
          <a:xfrm>
            <a:off x="-1555800" y="4086600"/>
            <a:ext cx="5473875" cy="1056900"/>
          </a:xfrm>
          <a:custGeom>
            <a:avLst/>
            <a:gdLst/>
            <a:ahLst/>
            <a:cxnLst/>
            <a:rect l="l" t="t" r="r" b="b"/>
            <a:pathLst>
              <a:path w="218955" h="42276" extrusionOk="0">
                <a:moveTo>
                  <a:pt x="95422" y="1"/>
                </a:moveTo>
                <a:cubicBezTo>
                  <a:pt x="95236" y="1"/>
                  <a:pt x="95075" y="11"/>
                  <a:pt x="94940" y="33"/>
                </a:cubicBezTo>
                <a:cubicBezTo>
                  <a:pt x="92024" y="503"/>
                  <a:pt x="0" y="42275"/>
                  <a:pt x="0" y="42275"/>
                </a:cubicBezTo>
                <a:lnTo>
                  <a:pt x="218955" y="42275"/>
                </a:lnTo>
                <a:cubicBezTo>
                  <a:pt x="218955" y="42275"/>
                  <a:pt x="107185" y="1"/>
                  <a:pt x="9542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2135629118" name="Google Shape;953;p25"/>
          <p:cNvGrpSpPr/>
          <p:nvPr/>
        </p:nvGrpSpPr>
        <p:grpSpPr bwMode="auto">
          <a:xfrm>
            <a:off x="-139347" y="3868275"/>
            <a:ext cx="9276783" cy="1398671"/>
            <a:chOff x="-139347" y="3868275"/>
            <a:chExt cx="9276783" cy="1398671"/>
          </a:xfrm>
        </p:grpSpPr>
        <p:sp>
          <p:nvSpPr>
            <p:cNvPr id="954" name="Google Shape;954;p25"/>
            <p:cNvSpPr/>
            <p:nvPr/>
          </p:nvSpPr>
          <p:spPr bwMode="auto">
            <a:xfrm flipH="1">
              <a:off x="-139347" y="4015425"/>
              <a:ext cx="9276771" cy="548850"/>
            </a:xfrm>
            <a:custGeom>
              <a:avLst/>
              <a:gdLst/>
              <a:ahLst/>
              <a:cxnLst/>
              <a:rect l="l" t="t" r="r" b="b"/>
              <a:pathLst>
                <a:path w="219946" h="21954" extrusionOk="0">
                  <a:moveTo>
                    <a:pt x="0" y="12956"/>
                  </a:moveTo>
                  <a:lnTo>
                    <a:pt x="0" y="21954"/>
                  </a:lnTo>
                  <a:lnTo>
                    <a:pt x="219946" y="8998"/>
                  </a:lnTo>
                  <a:lnTo>
                    <a:pt x="219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955" name="Google Shape;955;p25"/>
            <p:cNvGrpSpPr/>
            <p:nvPr/>
          </p:nvGrpSpPr>
          <p:grpSpPr bwMode="auto">
            <a:xfrm flipH="1">
              <a:off x="2134836" y="4216900"/>
              <a:ext cx="3484400" cy="1050047"/>
              <a:chOff x="3379075" y="4216900"/>
              <a:chExt cx="3484400" cy="1050047"/>
            </a:xfrm>
          </p:grpSpPr>
          <p:sp>
            <p:nvSpPr>
              <p:cNvPr id="956" name="Google Shape;956;p25"/>
              <p:cNvSpPr/>
              <p:nvPr/>
            </p:nvSpPr>
            <p:spPr bwMode="auto">
              <a:xfrm>
                <a:off x="6638024" y="42169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57" name="Google Shape;957;p25"/>
              <p:cNvSpPr/>
              <p:nvPr/>
            </p:nvSpPr>
            <p:spPr bwMode="auto">
              <a:xfrm>
                <a:off x="5628575" y="4216900"/>
                <a:ext cx="225425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10661" extrusionOk="0">
                    <a:moveTo>
                      <a:pt x="0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58" name="Google Shape;958;p25"/>
              <p:cNvSpPr/>
              <p:nvPr/>
            </p:nvSpPr>
            <p:spPr bwMode="auto">
              <a:xfrm>
                <a:off x="5700425" y="4473175"/>
                <a:ext cx="72850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4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59" name="Google Shape;959;p25"/>
              <p:cNvSpPr/>
              <p:nvPr/>
            </p:nvSpPr>
            <p:spPr bwMode="auto">
              <a:xfrm>
                <a:off x="4520150" y="42931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0" name="Google Shape;960;p25"/>
              <p:cNvSpPr/>
              <p:nvPr/>
            </p:nvSpPr>
            <p:spPr bwMode="auto">
              <a:xfrm>
                <a:off x="4592025" y="4473175"/>
                <a:ext cx="72825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1" name="Google Shape;961;p25"/>
              <p:cNvSpPr/>
              <p:nvPr/>
            </p:nvSpPr>
            <p:spPr bwMode="auto">
              <a:xfrm>
                <a:off x="3379075" y="4327650"/>
                <a:ext cx="22545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492" extrusionOk="0">
                    <a:moveTo>
                      <a:pt x="1" y="10492"/>
                    </a:moveTo>
                    <a:lnTo>
                      <a:pt x="9017" y="10492"/>
                    </a:lnTo>
                    <a:lnTo>
                      <a:pt x="901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2" name="Google Shape;962;p25"/>
              <p:cNvSpPr/>
              <p:nvPr/>
            </p:nvSpPr>
            <p:spPr bwMode="auto">
              <a:xfrm>
                <a:off x="3450950" y="4494102"/>
                <a:ext cx="72825" cy="772845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7567" extrusionOk="0">
                    <a:moveTo>
                      <a:pt x="1" y="47567"/>
                    </a:moveTo>
                    <a:lnTo>
                      <a:pt x="2913" y="47567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963" name="Google Shape;963;p25"/>
            <p:cNvGrpSpPr/>
            <p:nvPr/>
          </p:nvGrpSpPr>
          <p:grpSpPr bwMode="auto">
            <a:xfrm flipH="1">
              <a:off x="-57406" y="3868275"/>
              <a:ext cx="9194843" cy="559600"/>
              <a:chOff x="-139125" y="3868275"/>
              <a:chExt cx="9194843" cy="559600"/>
            </a:xfrm>
          </p:grpSpPr>
          <p:sp>
            <p:nvSpPr>
              <p:cNvPr id="964" name="Google Shape;964;p25"/>
              <p:cNvSpPr/>
              <p:nvPr/>
            </p:nvSpPr>
            <p:spPr bwMode="auto">
              <a:xfrm>
                <a:off x="-139125" y="3868275"/>
                <a:ext cx="9194843" cy="351450"/>
              </a:xfrm>
              <a:custGeom>
                <a:avLst/>
                <a:gdLst/>
                <a:ahLst/>
                <a:cxnLst/>
                <a:rect l="l" t="t" r="r" b="b"/>
                <a:pathLst>
                  <a:path w="219946" h="14058" extrusionOk="0">
                    <a:moveTo>
                      <a:pt x="0" y="12956"/>
                    </a:moveTo>
                    <a:lnTo>
                      <a:pt x="0" y="14058"/>
                    </a:lnTo>
                    <a:lnTo>
                      <a:pt x="219946" y="1102"/>
                    </a:lnTo>
                    <a:lnTo>
                      <a:pt x="2199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5" name="Google Shape;965;p25"/>
              <p:cNvSpPr/>
              <p:nvPr/>
            </p:nvSpPr>
            <p:spPr bwMode="auto">
              <a:xfrm>
                <a:off x="125427" y="4182825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6" name="Google Shape;966;p25"/>
              <p:cNvSpPr/>
              <p:nvPr/>
            </p:nvSpPr>
            <p:spPr bwMode="auto">
              <a:xfrm>
                <a:off x="336927" y="4176300"/>
                <a:ext cx="34406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783" extrusionOk="0">
                    <a:moveTo>
                      <a:pt x="1" y="9783"/>
                    </a:moveTo>
                    <a:lnTo>
                      <a:pt x="822" y="9783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7" name="Google Shape;967;p25"/>
              <p:cNvSpPr/>
              <p:nvPr/>
            </p:nvSpPr>
            <p:spPr bwMode="auto">
              <a:xfrm>
                <a:off x="548427" y="4169300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extrusionOk="0">
                    <a:moveTo>
                      <a:pt x="1" y="9801"/>
                    </a:moveTo>
                    <a:lnTo>
                      <a:pt x="803" y="9801"/>
                    </a:lnTo>
                    <a:lnTo>
                      <a:pt x="80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8" name="Google Shape;968;p25"/>
              <p:cNvSpPr/>
              <p:nvPr/>
            </p:nvSpPr>
            <p:spPr bwMode="auto">
              <a:xfrm>
                <a:off x="759174" y="416230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1" y="9801"/>
                    </a:lnTo>
                    <a:lnTo>
                      <a:pt x="82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9" name="Google Shape;969;p25"/>
              <p:cNvSpPr/>
              <p:nvPr/>
            </p:nvSpPr>
            <p:spPr bwMode="auto">
              <a:xfrm>
                <a:off x="970673" y="415530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1" y="9801"/>
                    </a:lnTo>
                    <a:lnTo>
                      <a:pt x="82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0" name="Google Shape;970;p25"/>
              <p:cNvSpPr/>
              <p:nvPr/>
            </p:nvSpPr>
            <p:spPr bwMode="auto">
              <a:xfrm>
                <a:off x="1182173" y="4148775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extrusionOk="0">
                    <a:moveTo>
                      <a:pt x="0" y="9782"/>
                    </a:moveTo>
                    <a:lnTo>
                      <a:pt x="821" y="9782"/>
                    </a:lnTo>
                    <a:lnTo>
                      <a:pt x="8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1" name="Google Shape;971;p25"/>
              <p:cNvSpPr/>
              <p:nvPr/>
            </p:nvSpPr>
            <p:spPr bwMode="auto">
              <a:xfrm>
                <a:off x="1393673" y="4141774"/>
                <a:ext cx="34364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1" extrusionOk="0">
                    <a:moveTo>
                      <a:pt x="0" y="9801"/>
                    </a:moveTo>
                    <a:lnTo>
                      <a:pt x="821" y="9801"/>
                    </a:lnTo>
                    <a:lnTo>
                      <a:pt x="8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2" name="Google Shape;972;p25"/>
              <p:cNvSpPr/>
              <p:nvPr/>
            </p:nvSpPr>
            <p:spPr bwMode="auto">
              <a:xfrm>
                <a:off x="1605172" y="4134775"/>
                <a:ext cx="34364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1" extrusionOk="0">
                    <a:moveTo>
                      <a:pt x="0" y="9801"/>
                    </a:moveTo>
                    <a:lnTo>
                      <a:pt x="821" y="9801"/>
                    </a:lnTo>
                    <a:lnTo>
                      <a:pt x="8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3" name="Google Shape;973;p25"/>
              <p:cNvSpPr/>
              <p:nvPr/>
            </p:nvSpPr>
            <p:spPr bwMode="auto">
              <a:xfrm>
                <a:off x="1816672" y="4127775"/>
                <a:ext cx="33569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9801" extrusionOk="0">
                    <a:moveTo>
                      <a:pt x="0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4" name="Google Shape;974;p25"/>
              <p:cNvSpPr/>
              <p:nvPr/>
            </p:nvSpPr>
            <p:spPr bwMode="auto">
              <a:xfrm>
                <a:off x="2027377" y="4121225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extrusionOk="0">
                    <a:moveTo>
                      <a:pt x="0" y="9783"/>
                    </a:moveTo>
                    <a:lnTo>
                      <a:pt x="822" y="9783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5" name="Google Shape;975;p25"/>
              <p:cNvSpPr/>
              <p:nvPr/>
            </p:nvSpPr>
            <p:spPr bwMode="auto">
              <a:xfrm>
                <a:off x="2238877" y="41142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6" name="Google Shape;976;p25"/>
              <p:cNvSpPr/>
              <p:nvPr/>
            </p:nvSpPr>
            <p:spPr bwMode="auto">
              <a:xfrm>
                <a:off x="2450377" y="41072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7" name="Google Shape;977;p25"/>
              <p:cNvSpPr/>
              <p:nvPr/>
            </p:nvSpPr>
            <p:spPr bwMode="auto">
              <a:xfrm>
                <a:off x="2661876" y="41002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8" name="Google Shape;978;p25"/>
              <p:cNvSpPr/>
              <p:nvPr/>
            </p:nvSpPr>
            <p:spPr bwMode="auto">
              <a:xfrm>
                <a:off x="2873376" y="4093700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extrusionOk="0">
                    <a:moveTo>
                      <a:pt x="0" y="9782"/>
                    </a:moveTo>
                    <a:lnTo>
                      <a:pt x="822" y="9782"/>
                    </a:lnTo>
                    <a:lnTo>
                      <a:pt x="82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9" name="Google Shape;979;p25"/>
              <p:cNvSpPr/>
              <p:nvPr/>
            </p:nvSpPr>
            <p:spPr bwMode="auto">
              <a:xfrm>
                <a:off x="3084876" y="4086700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extrusionOk="0">
                    <a:moveTo>
                      <a:pt x="0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0" name="Google Shape;980;p25"/>
              <p:cNvSpPr/>
              <p:nvPr/>
            </p:nvSpPr>
            <p:spPr bwMode="auto">
              <a:xfrm>
                <a:off x="3296375" y="4079700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extrusionOk="0">
                    <a:moveTo>
                      <a:pt x="0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1" name="Google Shape;981;p25"/>
              <p:cNvSpPr/>
              <p:nvPr/>
            </p:nvSpPr>
            <p:spPr bwMode="auto">
              <a:xfrm>
                <a:off x="3507081" y="4072700"/>
                <a:ext cx="34406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1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2" name="Google Shape;982;p25"/>
              <p:cNvSpPr/>
              <p:nvPr/>
            </p:nvSpPr>
            <p:spPr bwMode="auto">
              <a:xfrm>
                <a:off x="3718580" y="4066175"/>
                <a:ext cx="34406" cy="244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782" extrusionOk="0">
                    <a:moveTo>
                      <a:pt x="1" y="9782"/>
                    </a:moveTo>
                    <a:lnTo>
                      <a:pt x="822" y="9782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3" name="Google Shape;983;p25"/>
              <p:cNvSpPr/>
              <p:nvPr/>
            </p:nvSpPr>
            <p:spPr bwMode="auto">
              <a:xfrm>
                <a:off x="3930080" y="4059150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4" name="Google Shape;984;p25"/>
              <p:cNvSpPr/>
              <p:nvPr/>
            </p:nvSpPr>
            <p:spPr bwMode="auto">
              <a:xfrm>
                <a:off x="4141580" y="4052150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5" name="Google Shape;985;p25"/>
              <p:cNvSpPr/>
              <p:nvPr/>
            </p:nvSpPr>
            <p:spPr bwMode="auto">
              <a:xfrm>
                <a:off x="4353079" y="4045625"/>
                <a:ext cx="33611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783" extrusionOk="0">
                    <a:moveTo>
                      <a:pt x="1" y="9783"/>
                    </a:moveTo>
                    <a:lnTo>
                      <a:pt x="804" y="9783"/>
                    </a:lnTo>
                    <a:lnTo>
                      <a:pt x="804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6" name="Google Shape;986;p25"/>
              <p:cNvSpPr/>
              <p:nvPr/>
            </p:nvSpPr>
            <p:spPr bwMode="auto">
              <a:xfrm>
                <a:off x="4564579" y="4038625"/>
                <a:ext cx="33611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783" extrusionOk="0">
                    <a:moveTo>
                      <a:pt x="1" y="9783"/>
                    </a:moveTo>
                    <a:lnTo>
                      <a:pt x="804" y="9783"/>
                    </a:lnTo>
                    <a:lnTo>
                      <a:pt x="804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7" name="Google Shape;987;p25"/>
              <p:cNvSpPr/>
              <p:nvPr/>
            </p:nvSpPr>
            <p:spPr bwMode="auto">
              <a:xfrm>
                <a:off x="4775326" y="40316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8" name="Google Shape;988;p25"/>
              <p:cNvSpPr/>
              <p:nvPr/>
            </p:nvSpPr>
            <p:spPr bwMode="auto">
              <a:xfrm>
                <a:off x="4986826" y="40246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9" name="Google Shape;989;p25"/>
              <p:cNvSpPr/>
              <p:nvPr/>
            </p:nvSpPr>
            <p:spPr bwMode="auto">
              <a:xfrm>
                <a:off x="5198325" y="4018100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extrusionOk="0">
                    <a:moveTo>
                      <a:pt x="0" y="9782"/>
                    </a:moveTo>
                    <a:lnTo>
                      <a:pt x="822" y="9782"/>
                    </a:lnTo>
                    <a:lnTo>
                      <a:pt x="82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0" name="Google Shape;990;p25"/>
              <p:cNvSpPr/>
              <p:nvPr/>
            </p:nvSpPr>
            <p:spPr bwMode="auto">
              <a:xfrm>
                <a:off x="5409825" y="4011100"/>
                <a:ext cx="34364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1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1" name="Google Shape;991;p25"/>
              <p:cNvSpPr/>
              <p:nvPr/>
            </p:nvSpPr>
            <p:spPr bwMode="auto">
              <a:xfrm>
                <a:off x="5621325" y="4004100"/>
                <a:ext cx="34364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1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2" name="Google Shape;992;p25"/>
              <p:cNvSpPr/>
              <p:nvPr/>
            </p:nvSpPr>
            <p:spPr bwMode="auto">
              <a:xfrm>
                <a:off x="5832824" y="3997100"/>
                <a:ext cx="33569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9801" extrusionOk="0">
                    <a:moveTo>
                      <a:pt x="0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3" name="Google Shape;993;p25"/>
              <p:cNvSpPr/>
              <p:nvPr/>
            </p:nvSpPr>
            <p:spPr bwMode="auto">
              <a:xfrm>
                <a:off x="6043530" y="3990550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extrusionOk="0">
                    <a:moveTo>
                      <a:pt x="1" y="9783"/>
                    </a:moveTo>
                    <a:lnTo>
                      <a:pt x="822" y="9783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4" name="Google Shape;994;p25"/>
              <p:cNvSpPr/>
              <p:nvPr/>
            </p:nvSpPr>
            <p:spPr bwMode="auto">
              <a:xfrm>
                <a:off x="6255029" y="398355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5" name="Google Shape;995;p25"/>
              <p:cNvSpPr/>
              <p:nvPr/>
            </p:nvSpPr>
            <p:spPr bwMode="auto">
              <a:xfrm>
                <a:off x="6466529" y="397655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6" name="Google Shape;996;p25"/>
              <p:cNvSpPr/>
              <p:nvPr/>
            </p:nvSpPr>
            <p:spPr bwMode="auto">
              <a:xfrm>
                <a:off x="6678029" y="396955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7" name="Google Shape;997;p25"/>
              <p:cNvSpPr/>
              <p:nvPr/>
            </p:nvSpPr>
            <p:spPr bwMode="auto">
              <a:xfrm>
                <a:off x="6889528" y="3963025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extrusionOk="0">
                    <a:moveTo>
                      <a:pt x="1" y="9782"/>
                    </a:moveTo>
                    <a:lnTo>
                      <a:pt x="822" y="9782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8" name="Google Shape;998;p25"/>
              <p:cNvSpPr/>
              <p:nvPr/>
            </p:nvSpPr>
            <p:spPr bwMode="auto">
              <a:xfrm>
                <a:off x="7101028" y="3956025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extrusionOk="0">
                    <a:moveTo>
                      <a:pt x="1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9" name="Google Shape;999;p25"/>
              <p:cNvSpPr/>
              <p:nvPr/>
            </p:nvSpPr>
            <p:spPr bwMode="auto">
              <a:xfrm>
                <a:off x="7311733" y="3949025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0" name="Google Shape;1000;p25"/>
              <p:cNvSpPr/>
              <p:nvPr/>
            </p:nvSpPr>
            <p:spPr bwMode="auto">
              <a:xfrm>
                <a:off x="7523233" y="3942025"/>
                <a:ext cx="34406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1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1" name="Google Shape;1001;p25"/>
              <p:cNvSpPr/>
              <p:nvPr/>
            </p:nvSpPr>
            <p:spPr bwMode="auto">
              <a:xfrm>
                <a:off x="7734733" y="3935475"/>
                <a:ext cx="34406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783" extrusionOk="0">
                    <a:moveTo>
                      <a:pt x="1" y="9783"/>
                    </a:moveTo>
                    <a:lnTo>
                      <a:pt x="822" y="9783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2" name="Google Shape;1002;p25"/>
              <p:cNvSpPr/>
              <p:nvPr/>
            </p:nvSpPr>
            <p:spPr bwMode="auto">
              <a:xfrm>
                <a:off x="7946232" y="3928475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3" name="Google Shape;1003;p25"/>
              <p:cNvSpPr/>
              <p:nvPr/>
            </p:nvSpPr>
            <p:spPr bwMode="auto">
              <a:xfrm>
                <a:off x="8157732" y="3921475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4" name="Google Shape;1004;p25"/>
              <p:cNvSpPr/>
              <p:nvPr/>
            </p:nvSpPr>
            <p:spPr bwMode="auto">
              <a:xfrm>
                <a:off x="8369232" y="3914475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extrusionOk="0">
                    <a:moveTo>
                      <a:pt x="1" y="9802"/>
                    </a:moveTo>
                    <a:lnTo>
                      <a:pt x="804" y="9802"/>
                    </a:lnTo>
                    <a:lnTo>
                      <a:pt x="804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5" name="Google Shape;1005;p25"/>
              <p:cNvSpPr/>
              <p:nvPr/>
            </p:nvSpPr>
            <p:spPr bwMode="auto">
              <a:xfrm>
                <a:off x="8580773" y="3907949"/>
                <a:ext cx="33569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9783" extrusionOk="0">
                    <a:moveTo>
                      <a:pt x="0" y="9783"/>
                    </a:moveTo>
                    <a:lnTo>
                      <a:pt x="803" y="9783"/>
                    </a:lnTo>
                    <a:lnTo>
                      <a:pt x="80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6" name="Google Shape;1006;p25"/>
              <p:cNvSpPr/>
              <p:nvPr/>
            </p:nvSpPr>
            <p:spPr bwMode="auto">
              <a:xfrm>
                <a:off x="8791478" y="390095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007" name="Google Shape;1007;p25"/>
            <p:cNvGrpSpPr/>
            <p:nvPr/>
          </p:nvGrpSpPr>
          <p:grpSpPr bwMode="auto">
            <a:xfrm flipH="1">
              <a:off x="5406861" y="4293100"/>
              <a:ext cx="3484400" cy="973847"/>
              <a:chOff x="3379075" y="4293100"/>
              <a:chExt cx="3484400" cy="973847"/>
            </a:xfrm>
          </p:grpSpPr>
          <p:sp>
            <p:nvSpPr>
              <p:cNvPr id="1008" name="Google Shape;1008;p25"/>
              <p:cNvSpPr/>
              <p:nvPr/>
            </p:nvSpPr>
            <p:spPr bwMode="auto">
              <a:xfrm>
                <a:off x="6638024" y="42931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9" name="Google Shape;1009;p25"/>
              <p:cNvSpPr/>
              <p:nvPr/>
            </p:nvSpPr>
            <p:spPr bwMode="auto">
              <a:xfrm>
                <a:off x="5628575" y="4369300"/>
                <a:ext cx="225425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10661" extrusionOk="0">
                    <a:moveTo>
                      <a:pt x="0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0" name="Google Shape;1010;p25"/>
              <p:cNvSpPr/>
              <p:nvPr/>
            </p:nvSpPr>
            <p:spPr bwMode="auto">
              <a:xfrm>
                <a:off x="5700425" y="4473175"/>
                <a:ext cx="72850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4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1" name="Google Shape;1011;p25"/>
              <p:cNvSpPr/>
              <p:nvPr/>
            </p:nvSpPr>
            <p:spPr bwMode="auto">
              <a:xfrm>
                <a:off x="4520150" y="43693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2" name="Google Shape;1012;p25"/>
              <p:cNvSpPr/>
              <p:nvPr/>
            </p:nvSpPr>
            <p:spPr bwMode="auto">
              <a:xfrm>
                <a:off x="4592025" y="4473175"/>
                <a:ext cx="72825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3" name="Google Shape;1013;p25"/>
              <p:cNvSpPr/>
              <p:nvPr/>
            </p:nvSpPr>
            <p:spPr bwMode="auto">
              <a:xfrm>
                <a:off x="3379075" y="4403850"/>
                <a:ext cx="22545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492" extrusionOk="0">
                    <a:moveTo>
                      <a:pt x="1" y="10492"/>
                    </a:moveTo>
                    <a:lnTo>
                      <a:pt x="9017" y="10492"/>
                    </a:lnTo>
                    <a:lnTo>
                      <a:pt x="901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4" name="Google Shape;1014;p25"/>
              <p:cNvSpPr/>
              <p:nvPr/>
            </p:nvSpPr>
            <p:spPr bwMode="auto">
              <a:xfrm>
                <a:off x="3450950" y="4494102"/>
                <a:ext cx="72825" cy="772845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7567" extrusionOk="0">
                    <a:moveTo>
                      <a:pt x="1" y="47567"/>
                    </a:moveTo>
                    <a:lnTo>
                      <a:pt x="2913" y="47567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015" name="Google Shape;1015;p25"/>
            <p:cNvGrpSpPr/>
            <p:nvPr/>
          </p:nvGrpSpPr>
          <p:grpSpPr bwMode="auto">
            <a:xfrm flipH="1">
              <a:off x="-109714" y="4175950"/>
              <a:ext cx="2474925" cy="1050047"/>
              <a:chOff x="3379075" y="4216900"/>
              <a:chExt cx="2474925" cy="1050047"/>
            </a:xfrm>
          </p:grpSpPr>
          <p:sp>
            <p:nvSpPr>
              <p:cNvPr id="1016" name="Google Shape;1016;p25"/>
              <p:cNvSpPr/>
              <p:nvPr/>
            </p:nvSpPr>
            <p:spPr bwMode="auto">
              <a:xfrm>
                <a:off x="5628575" y="4216900"/>
                <a:ext cx="225425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10661" extrusionOk="0">
                    <a:moveTo>
                      <a:pt x="0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7" name="Google Shape;1017;p25"/>
              <p:cNvSpPr/>
              <p:nvPr/>
            </p:nvSpPr>
            <p:spPr bwMode="auto">
              <a:xfrm>
                <a:off x="5700425" y="4473175"/>
                <a:ext cx="72850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4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8" name="Google Shape;1018;p25"/>
              <p:cNvSpPr/>
              <p:nvPr/>
            </p:nvSpPr>
            <p:spPr bwMode="auto">
              <a:xfrm>
                <a:off x="4520150" y="42169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9" name="Google Shape;1019;p25"/>
              <p:cNvSpPr/>
              <p:nvPr/>
            </p:nvSpPr>
            <p:spPr bwMode="auto">
              <a:xfrm>
                <a:off x="4592025" y="4473175"/>
                <a:ext cx="72825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8780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20" name="Google Shape;1020;p25"/>
              <p:cNvSpPr/>
              <p:nvPr/>
            </p:nvSpPr>
            <p:spPr bwMode="auto">
              <a:xfrm>
                <a:off x="3379075" y="4251450"/>
                <a:ext cx="22545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492" extrusionOk="0">
                    <a:moveTo>
                      <a:pt x="1" y="10492"/>
                    </a:moveTo>
                    <a:lnTo>
                      <a:pt x="9017" y="10492"/>
                    </a:lnTo>
                    <a:lnTo>
                      <a:pt x="901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21" name="Google Shape;1021;p25"/>
              <p:cNvSpPr/>
              <p:nvPr/>
            </p:nvSpPr>
            <p:spPr bwMode="auto">
              <a:xfrm>
                <a:off x="3450950" y="4494102"/>
                <a:ext cx="72825" cy="772845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7567" extrusionOk="0">
                    <a:moveTo>
                      <a:pt x="1" y="47567"/>
                    </a:moveTo>
                    <a:lnTo>
                      <a:pt x="2913" y="47567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518953254" name="Google Shape;1022;p25"/>
          <p:cNvGrpSpPr/>
          <p:nvPr/>
        </p:nvGrpSpPr>
        <p:grpSpPr bwMode="auto">
          <a:xfrm rot="127888">
            <a:off x="6158601" y="3415032"/>
            <a:ext cx="2323761" cy="719730"/>
            <a:chOff x="3962175" y="2631750"/>
            <a:chExt cx="3075700" cy="952625"/>
          </a:xfrm>
        </p:grpSpPr>
        <p:sp>
          <p:nvSpPr>
            <p:cNvPr id="1023" name="Google Shape;1023;p25"/>
            <p:cNvSpPr/>
            <p:nvPr/>
          </p:nvSpPr>
          <p:spPr bwMode="auto"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24" name="Google Shape;1024;p25"/>
            <p:cNvSpPr/>
            <p:nvPr/>
          </p:nvSpPr>
          <p:spPr bwMode="auto"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25" name="Google Shape;1025;p25"/>
            <p:cNvSpPr/>
            <p:nvPr/>
          </p:nvSpPr>
          <p:spPr bwMode="auto"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26" name="Google Shape;1026;p25"/>
            <p:cNvSpPr/>
            <p:nvPr/>
          </p:nvSpPr>
          <p:spPr bwMode="auto"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27" name="Google Shape;1027;p25"/>
            <p:cNvSpPr/>
            <p:nvPr/>
          </p:nvSpPr>
          <p:spPr bwMode="auto"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28" name="Google Shape;1028;p25"/>
            <p:cNvSpPr/>
            <p:nvPr/>
          </p:nvSpPr>
          <p:spPr bwMode="auto"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29" name="Google Shape;1029;p25"/>
            <p:cNvSpPr/>
            <p:nvPr/>
          </p:nvSpPr>
          <p:spPr bwMode="auto"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0" name="Google Shape;1030;p25"/>
            <p:cNvSpPr/>
            <p:nvPr/>
          </p:nvSpPr>
          <p:spPr bwMode="auto"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1" name="Google Shape;1031;p25"/>
            <p:cNvSpPr/>
            <p:nvPr/>
          </p:nvSpPr>
          <p:spPr bwMode="auto"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2" name="Google Shape;1032;p25"/>
            <p:cNvSpPr/>
            <p:nvPr/>
          </p:nvSpPr>
          <p:spPr bwMode="auto"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3" name="Google Shape;1033;p25"/>
            <p:cNvSpPr/>
            <p:nvPr/>
          </p:nvSpPr>
          <p:spPr bwMode="auto"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4" name="Google Shape;1034;p25"/>
            <p:cNvSpPr/>
            <p:nvPr/>
          </p:nvSpPr>
          <p:spPr bwMode="auto"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5" name="Google Shape;1035;p25"/>
            <p:cNvSpPr/>
            <p:nvPr/>
          </p:nvSpPr>
          <p:spPr bwMode="auto"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6" name="Google Shape;1036;p25"/>
            <p:cNvSpPr/>
            <p:nvPr/>
          </p:nvSpPr>
          <p:spPr bwMode="auto"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7" name="Google Shape;1037;p25"/>
            <p:cNvSpPr/>
            <p:nvPr/>
          </p:nvSpPr>
          <p:spPr bwMode="auto"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8" name="Google Shape;1038;p25"/>
            <p:cNvSpPr/>
            <p:nvPr/>
          </p:nvSpPr>
          <p:spPr bwMode="auto"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9" name="Google Shape;1039;p25"/>
            <p:cNvSpPr/>
            <p:nvPr/>
          </p:nvSpPr>
          <p:spPr bwMode="auto"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40" name="Google Shape;1040;p25"/>
            <p:cNvSpPr/>
            <p:nvPr/>
          </p:nvSpPr>
          <p:spPr bwMode="auto"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41" name="Google Shape;1041;p25"/>
            <p:cNvSpPr/>
            <p:nvPr/>
          </p:nvSpPr>
          <p:spPr bwMode="auto">
            <a:xfrm>
              <a:off x="4570325" y="2631750"/>
              <a:ext cx="2293575" cy="582700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313551095" name="Google Shape;1042;p25"/>
          <p:cNvSpPr/>
          <p:nvPr/>
        </p:nvSpPr>
        <p:spPr bwMode="auto">
          <a:xfrm>
            <a:off x="5571400" y="36002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99653691" name="Google Shape;1043;p25"/>
          <p:cNvSpPr/>
          <p:nvPr/>
        </p:nvSpPr>
        <p:spPr bwMode="auto">
          <a:xfrm rot="-2231248" flipH="1">
            <a:off x="593018" y="11732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86583402" name="Google Shape;1044;p25"/>
          <p:cNvSpPr/>
          <p:nvPr/>
        </p:nvSpPr>
        <p:spPr bwMode="auto">
          <a:xfrm rot="-2231248" flipH="1">
            <a:off x="757493" y="5528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ackground 1" userDrawn="1">
  <p:cSld name="CUSTOM_2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129304" name="Google Shape;1046;p26"/>
          <p:cNvSpPr/>
          <p:nvPr/>
        </p:nvSpPr>
        <p:spPr bwMode="auto">
          <a:xfrm flipH="1">
            <a:off x="470467" y="398238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28056163" name="Google Shape;1047;p26"/>
          <p:cNvSpPr/>
          <p:nvPr/>
        </p:nvSpPr>
        <p:spPr bwMode="auto">
          <a:xfrm flipH="1">
            <a:off x="0" y="56527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28212619" name="Google Shape;1048;p26"/>
          <p:cNvSpPr/>
          <p:nvPr/>
        </p:nvSpPr>
        <p:spPr bwMode="auto">
          <a:xfrm rot="-2231248" flipH="1">
            <a:off x="1679693" y="10102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71161925" name="Google Shape;1049;p26"/>
          <p:cNvSpPr/>
          <p:nvPr/>
        </p:nvSpPr>
        <p:spPr bwMode="auto">
          <a:xfrm rot="-2231248" flipH="1">
            <a:off x="1844168" y="3898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690734224" name="Google Shape;1050;p26"/>
          <p:cNvGrpSpPr/>
          <p:nvPr/>
        </p:nvGrpSpPr>
        <p:grpSpPr bwMode="auto">
          <a:xfrm flipH="1">
            <a:off x="4964675" y="2631750"/>
            <a:ext cx="3075700" cy="952625"/>
            <a:chOff x="3962175" y="2631750"/>
            <a:chExt cx="3075700" cy="952625"/>
          </a:xfrm>
        </p:grpSpPr>
        <p:sp>
          <p:nvSpPr>
            <p:cNvPr id="1051" name="Google Shape;1051;p26"/>
            <p:cNvSpPr/>
            <p:nvPr/>
          </p:nvSpPr>
          <p:spPr bwMode="auto"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2" name="Google Shape;1052;p26"/>
            <p:cNvSpPr/>
            <p:nvPr/>
          </p:nvSpPr>
          <p:spPr bwMode="auto"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3" name="Google Shape;1053;p26"/>
            <p:cNvSpPr/>
            <p:nvPr/>
          </p:nvSpPr>
          <p:spPr bwMode="auto"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4" name="Google Shape;1054;p26"/>
            <p:cNvSpPr/>
            <p:nvPr/>
          </p:nvSpPr>
          <p:spPr bwMode="auto"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5" name="Google Shape;1055;p26"/>
            <p:cNvSpPr/>
            <p:nvPr/>
          </p:nvSpPr>
          <p:spPr bwMode="auto"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6" name="Google Shape;1056;p26"/>
            <p:cNvSpPr/>
            <p:nvPr/>
          </p:nvSpPr>
          <p:spPr bwMode="auto"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7" name="Google Shape;1057;p26"/>
            <p:cNvSpPr/>
            <p:nvPr/>
          </p:nvSpPr>
          <p:spPr bwMode="auto"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8" name="Google Shape;1058;p26"/>
            <p:cNvSpPr/>
            <p:nvPr/>
          </p:nvSpPr>
          <p:spPr bwMode="auto"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9" name="Google Shape;1059;p26"/>
            <p:cNvSpPr/>
            <p:nvPr/>
          </p:nvSpPr>
          <p:spPr bwMode="auto"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0" name="Google Shape;1060;p26"/>
            <p:cNvSpPr/>
            <p:nvPr/>
          </p:nvSpPr>
          <p:spPr bwMode="auto"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1" name="Google Shape;1061;p26"/>
            <p:cNvSpPr/>
            <p:nvPr/>
          </p:nvSpPr>
          <p:spPr bwMode="auto"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2" name="Google Shape;1062;p26"/>
            <p:cNvSpPr/>
            <p:nvPr/>
          </p:nvSpPr>
          <p:spPr bwMode="auto"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3" name="Google Shape;1063;p26"/>
            <p:cNvSpPr/>
            <p:nvPr/>
          </p:nvSpPr>
          <p:spPr bwMode="auto"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4" name="Google Shape;1064;p26"/>
            <p:cNvSpPr/>
            <p:nvPr/>
          </p:nvSpPr>
          <p:spPr bwMode="auto"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5" name="Google Shape;1065;p26"/>
            <p:cNvSpPr/>
            <p:nvPr/>
          </p:nvSpPr>
          <p:spPr bwMode="auto"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6" name="Google Shape;1066;p26"/>
            <p:cNvSpPr/>
            <p:nvPr/>
          </p:nvSpPr>
          <p:spPr bwMode="auto"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7" name="Google Shape;1067;p26"/>
            <p:cNvSpPr/>
            <p:nvPr/>
          </p:nvSpPr>
          <p:spPr bwMode="auto"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8" name="Google Shape;1068;p26"/>
            <p:cNvSpPr/>
            <p:nvPr/>
          </p:nvSpPr>
          <p:spPr bwMode="auto"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9" name="Google Shape;1069;p26"/>
            <p:cNvSpPr/>
            <p:nvPr/>
          </p:nvSpPr>
          <p:spPr bwMode="auto">
            <a:xfrm>
              <a:off x="4570325" y="2631750"/>
              <a:ext cx="2293575" cy="582700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240262024" name="Google Shape;1070;p26"/>
          <p:cNvGrpSpPr/>
          <p:nvPr/>
        </p:nvGrpSpPr>
        <p:grpSpPr bwMode="auto">
          <a:xfrm flipH="1">
            <a:off x="-613275" y="3559275"/>
            <a:ext cx="9800100" cy="1657575"/>
            <a:chOff x="-613275" y="3559275"/>
            <a:chExt cx="9800100" cy="1657575"/>
          </a:xfrm>
        </p:grpSpPr>
        <p:sp>
          <p:nvSpPr>
            <p:cNvPr id="1071" name="Google Shape;1071;p26"/>
            <p:cNvSpPr/>
            <p:nvPr/>
          </p:nvSpPr>
          <p:spPr bwMode="auto">
            <a:xfrm>
              <a:off x="8699600" y="3962262"/>
              <a:ext cx="444400" cy="1230850"/>
            </a:xfrm>
            <a:custGeom>
              <a:avLst/>
              <a:gdLst/>
              <a:ahLst/>
              <a:cxnLst/>
              <a:rect l="l" t="t" r="r" b="b"/>
              <a:pathLst>
                <a:path w="17776" h="49234" extrusionOk="0">
                  <a:moveTo>
                    <a:pt x="1" y="15017"/>
                  </a:moveTo>
                  <a:lnTo>
                    <a:pt x="1" y="49234"/>
                  </a:lnTo>
                  <a:lnTo>
                    <a:pt x="5487" y="49234"/>
                  </a:lnTo>
                  <a:lnTo>
                    <a:pt x="5487" y="15017"/>
                  </a:lnTo>
                  <a:cubicBezTo>
                    <a:pt x="5487" y="7665"/>
                    <a:pt x="10785" y="1537"/>
                    <a:pt x="17776" y="251"/>
                  </a:cubicBezTo>
                  <a:lnTo>
                    <a:pt x="17776" y="251"/>
                  </a:lnTo>
                  <a:cubicBezTo>
                    <a:pt x="16882" y="79"/>
                    <a:pt x="15957" y="1"/>
                    <a:pt x="15033" y="1"/>
                  </a:cubicBezTo>
                  <a:lnTo>
                    <a:pt x="15033" y="1"/>
                  </a:lnTo>
                  <a:cubicBezTo>
                    <a:pt x="6725" y="1"/>
                    <a:pt x="1" y="6725"/>
                    <a:pt x="1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72" name="Google Shape;1072;p26"/>
            <p:cNvSpPr/>
            <p:nvPr/>
          </p:nvSpPr>
          <p:spPr bwMode="auto">
            <a:xfrm>
              <a:off x="7566750" y="3962262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69" y="1537"/>
                    <a:pt x="17759" y="251"/>
                  </a:cubicBezTo>
                  <a:lnTo>
                    <a:pt x="17759" y="251"/>
                  </a:lnTo>
                  <a:cubicBezTo>
                    <a:pt x="16866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73" name="Google Shape;1073;p26"/>
            <p:cNvSpPr/>
            <p:nvPr/>
          </p:nvSpPr>
          <p:spPr bwMode="auto">
            <a:xfrm>
              <a:off x="6433500" y="3962262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59" y="251"/>
                  </a:cubicBezTo>
                  <a:lnTo>
                    <a:pt x="17759" y="251"/>
                  </a:lnTo>
                  <a:cubicBezTo>
                    <a:pt x="16881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74" name="Google Shape;1074;p26"/>
            <p:cNvSpPr/>
            <p:nvPr/>
          </p:nvSpPr>
          <p:spPr bwMode="auto">
            <a:xfrm>
              <a:off x="5300250" y="3962262"/>
              <a:ext cx="444375" cy="1230850"/>
            </a:xfrm>
            <a:custGeom>
              <a:avLst/>
              <a:gdLst/>
              <a:ahLst/>
              <a:cxnLst/>
              <a:rect l="l" t="t" r="r" b="b"/>
              <a:pathLst>
                <a:path w="17775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75" y="251"/>
                  </a:cubicBezTo>
                  <a:lnTo>
                    <a:pt x="17775" y="251"/>
                  </a:lnTo>
                  <a:cubicBezTo>
                    <a:pt x="16881" y="79"/>
                    <a:pt x="15957" y="1"/>
                    <a:pt x="15032" y="1"/>
                  </a:cubicBezTo>
                  <a:lnTo>
                    <a:pt x="15032" y="1"/>
                  </a:lnTo>
                  <a:cubicBezTo>
                    <a:pt x="6724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075" name="Google Shape;1075;p26"/>
            <p:cNvGrpSpPr/>
            <p:nvPr/>
          </p:nvGrpSpPr>
          <p:grpSpPr bwMode="auto">
            <a:xfrm>
              <a:off x="-613275" y="3559275"/>
              <a:ext cx="9800100" cy="1657575"/>
              <a:chOff x="-613275" y="3443675"/>
              <a:chExt cx="9800100" cy="1657575"/>
            </a:xfrm>
          </p:grpSpPr>
          <p:sp>
            <p:nvSpPr>
              <p:cNvPr id="1076" name="Google Shape;1076;p26"/>
              <p:cNvSpPr/>
              <p:nvPr/>
            </p:nvSpPr>
            <p:spPr bwMode="auto">
              <a:xfrm>
                <a:off x="3962175" y="3443675"/>
                <a:ext cx="5224650" cy="1657575"/>
              </a:xfrm>
              <a:custGeom>
                <a:avLst/>
                <a:gdLst/>
                <a:ahLst/>
                <a:cxnLst/>
                <a:rect l="l" t="t" r="r" b="b"/>
                <a:pathLst>
                  <a:path w="208986" h="66303" extrusionOk="0">
                    <a:moveTo>
                      <a:pt x="0" y="0"/>
                    </a:moveTo>
                    <a:lnTo>
                      <a:pt x="0" y="1207"/>
                    </a:lnTo>
                    <a:lnTo>
                      <a:pt x="5486" y="1207"/>
                    </a:lnTo>
                    <a:lnTo>
                      <a:pt x="5486" y="5439"/>
                    </a:lnTo>
                    <a:lnTo>
                      <a:pt x="0" y="5439"/>
                    </a:lnTo>
                    <a:lnTo>
                      <a:pt x="0" y="66303"/>
                    </a:lnTo>
                    <a:lnTo>
                      <a:pt x="8104" y="66303"/>
                    </a:lnTo>
                    <a:lnTo>
                      <a:pt x="8104" y="32086"/>
                    </a:lnTo>
                    <a:cubicBezTo>
                      <a:pt x="8104" y="23794"/>
                      <a:pt x="14828" y="17070"/>
                      <a:pt x="23120" y="17070"/>
                    </a:cubicBezTo>
                    <a:lnTo>
                      <a:pt x="23120" y="17070"/>
                    </a:lnTo>
                    <a:cubicBezTo>
                      <a:pt x="31411" y="17070"/>
                      <a:pt x="38136" y="23794"/>
                      <a:pt x="38136" y="32086"/>
                    </a:cubicBezTo>
                    <a:lnTo>
                      <a:pt x="38136" y="32086"/>
                    </a:lnTo>
                    <a:lnTo>
                      <a:pt x="38136" y="66303"/>
                    </a:lnTo>
                    <a:lnTo>
                      <a:pt x="53434" y="66303"/>
                    </a:lnTo>
                    <a:lnTo>
                      <a:pt x="53434" y="32086"/>
                    </a:lnTo>
                    <a:cubicBezTo>
                      <a:pt x="53434" y="23794"/>
                      <a:pt x="60158" y="17070"/>
                      <a:pt x="68450" y="17070"/>
                    </a:cubicBezTo>
                    <a:lnTo>
                      <a:pt x="68450" y="17070"/>
                    </a:lnTo>
                    <a:cubicBezTo>
                      <a:pt x="76741" y="17070"/>
                      <a:pt x="83466" y="23794"/>
                      <a:pt x="83466" y="32086"/>
                    </a:cubicBezTo>
                    <a:lnTo>
                      <a:pt x="83466" y="32086"/>
                    </a:lnTo>
                    <a:lnTo>
                      <a:pt x="83466" y="66303"/>
                    </a:lnTo>
                    <a:lnTo>
                      <a:pt x="98764" y="66303"/>
                    </a:lnTo>
                    <a:lnTo>
                      <a:pt x="98764" y="32086"/>
                    </a:lnTo>
                    <a:cubicBezTo>
                      <a:pt x="98764" y="23794"/>
                      <a:pt x="105488" y="17070"/>
                      <a:pt x="113780" y="17070"/>
                    </a:cubicBezTo>
                    <a:lnTo>
                      <a:pt x="113780" y="17070"/>
                    </a:lnTo>
                    <a:cubicBezTo>
                      <a:pt x="122072" y="17070"/>
                      <a:pt x="128796" y="23794"/>
                      <a:pt x="128796" y="32086"/>
                    </a:cubicBezTo>
                    <a:lnTo>
                      <a:pt x="128796" y="32086"/>
                    </a:lnTo>
                    <a:lnTo>
                      <a:pt x="128796" y="66303"/>
                    </a:lnTo>
                    <a:lnTo>
                      <a:pt x="144094" y="66303"/>
                    </a:lnTo>
                    <a:lnTo>
                      <a:pt x="144094" y="32086"/>
                    </a:lnTo>
                    <a:cubicBezTo>
                      <a:pt x="144094" y="23794"/>
                      <a:pt x="150818" y="17070"/>
                      <a:pt x="159110" y="17070"/>
                    </a:cubicBezTo>
                    <a:lnTo>
                      <a:pt x="159110" y="17070"/>
                    </a:lnTo>
                    <a:cubicBezTo>
                      <a:pt x="167402" y="17070"/>
                      <a:pt x="174126" y="23794"/>
                      <a:pt x="174126" y="32086"/>
                    </a:cubicBezTo>
                    <a:lnTo>
                      <a:pt x="174126" y="32086"/>
                    </a:lnTo>
                    <a:lnTo>
                      <a:pt x="174126" y="66303"/>
                    </a:lnTo>
                    <a:lnTo>
                      <a:pt x="189424" y="66303"/>
                    </a:lnTo>
                    <a:lnTo>
                      <a:pt x="189424" y="32086"/>
                    </a:lnTo>
                    <a:cubicBezTo>
                      <a:pt x="189424" y="23794"/>
                      <a:pt x="196148" y="17070"/>
                      <a:pt x="204440" y="17070"/>
                    </a:cubicBezTo>
                    <a:lnTo>
                      <a:pt x="204440" y="17070"/>
                    </a:lnTo>
                    <a:cubicBezTo>
                      <a:pt x="205976" y="17070"/>
                      <a:pt x="207591" y="17305"/>
                      <a:pt x="208986" y="17728"/>
                    </a:cubicBezTo>
                    <a:lnTo>
                      <a:pt x="208986" y="17728"/>
                    </a:lnTo>
                    <a:lnTo>
                      <a:pt x="208986" y="5439"/>
                    </a:lnTo>
                    <a:lnTo>
                      <a:pt x="205083" y="5439"/>
                    </a:lnTo>
                    <a:lnTo>
                      <a:pt x="205083" y="1207"/>
                    </a:lnTo>
                    <a:lnTo>
                      <a:pt x="208986" y="1207"/>
                    </a:lnTo>
                    <a:lnTo>
                      <a:pt x="208986" y="0"/>
                    </a:lnTo>
                    <a:close/>
                    <a:moveTo>
                      <a:pt x="189832" y="1207"/>
                    </a:moveTo>
                    <a:lnTo>
                      <a:pt x="203766" y="1207"/>
                    </a:lnTo>
                    <a:lnTo>
                      <a:pt x="203766" y="5439"/>
                    </a:lnTo>
                    <a:lnTo>
                      <a:pt x="189832" y="5439"/>
                    </a:lnTo>
                    <a:close/>
                    <a:moveTo>
                      <a:pt x="174581" y="1207"/>
                    </a:moveTo>
                    <a:lnTo>
                      <a:pt x="188515" y="1207"/>
                    </a:lnTo>
                    <a:lnTo>
                      <a:pt x="188515" y="5439"/>
                    </a:lnTo>
                    <a:lnTo>
                      <a:pt x="174581" y="5439"/>
                    </a:lnTo>
                    <a:close/>
                    <a:moveTo>
                      <a:pt x="159314" y="1207"/>
                    </a:moveTo>
                    <a:lnTo>
                      <a:pt x="173264" y="1207"/>
                    </a:lnTo>
                    <a:lnTo>
                      <a:pt x="173264" y="5439"/>
                    </a:lnTo>
                    <a:lnTo>
                      <a:pt x="159314" y="5439"/>
                    </a:lnTo>
                    <a:close/>
                    <a:moveTo>
                      <a:pt x="144063" y="1207"/>
                    </a:moveTo>
                    <a:lnTo>
                      <a:pt x="158013" y="1207"/>
                    </a:lnTo>
                    <a:lnTo>
                      <a:pt x="158013" y="5439"/>
                    </a:lnTo>
                    <a:lnTo>
                      <a:pt x="144063" y="5439"/>
                    </a:lnTo>
                    <a:close/>
                    <a:moveTo>
                      <a:pt x="128812" y="1207"/>
                    </a:moveTo>
                    <a:lnTo>
                      <a:pt x="142762" y="1207"/>
                    </a:lnTo>
                    <a:lnTo>
                      <a:pt x="142762" y="5439"/>
                    </a:lnTo>
                    <a:lnTo>
                      <a:pt x="128812" y="5439"/>
                    </a:lnTo>
                    <a:close/>
                    <a:moveTo>
                      <a:pt x="113560" y="1207"/>
                    </a:moveTo>
                    <a:lnTo>
                      <a:pt x="127511" y="1207"/>
                    </a:lnTo>
                    <a:lnTo>
                      <a:pt x="127511" y="5439"/>
                    </a:lnTo>
                    <a:lnTo>
                      <a:pt x="113560" y="5439"/>
                    </a:lnTo>
                    <a:close/>
                    <a:moveTo>
                      <a:pt x="98309" y="1207"/>
                    </a:moveTo>
                    <a:lnTo>
                      <a:pt x="112259" y="1207"/>
                    </a:lnTo>
                    <a:lnTo>
                      <a:pt x="112259" y="5439"/>
                    </a:lnTo>
                    <a:lnTo>
                      <a:pt x="98309" y="5439"/>
                    </a:lnTo>
                    <a:close/>
                    <a:moveTo>
                      <a:pt x="83058" y="1207"/>
                    </a:moveTo>
                    <a:lnTo>
                      <a:pt x="97008" y="1207"/>
                    </a:lnTo>
                    <a:lnTo>
                      <a:pt x="97008" y="5439"/>
                    </a:lnTo>
                    <a:lnTo>
                      <a:pt x="83058" y="5439"/>
                    </a:lnTo>
                    <a:close/>
                    <a:moveTo>
                      <a:pt x="67807" y="1207"/>
                    </a:moveTo>
                    <a:lnTo>
                      <a:pt x="81757" y="1207"/>
                    </a:lnTo>
                    <a:lnTo>
                      <a:pt x="81757" y="5439"/>
                    </a:lnTo>
                    <a:lnTo>
                      <a:pt x="67807" y="5439"/>
                    </a:lnTo>
                    <a:close/>
                    <a:moveTo>
                      <a:pt x="52556" y="1207"/>
                    </a:moveTo>
                    <a:lnTo>
                      <a:pt x="66490" y="1207"/>
                    </a:lnTo>
                    <a:lnTo>
                      <a:pt x="66490" y="5439"/>
                    </a:lnTo>
                    <a:lnTo>
                      <a:pt x="52556" y="5439"/>
                    </a:lnTo>
                    <a:close/>
                    <a:moveTo>
                      <a:pt x="37305" y="1207"/>
                    </a:moveTo>
                    <a:lnTo>
                      <a:pt x="51239" y="1207"/>
                    </a:lnTo>
                    <a:lnTo>
                      <a:pt x="51239" y="5439"/>
                    </a:lnTo>
                    <a:lnTo>
                      <a:pt x="37305" y="5439"/>
                    </a:lnTo>
                    <a:close/>
                    <a:moveTo>
                      <a:pt x="22038" y="1207"/>
                    </a:moveTo>
                    <a:lnTo>
                      <a:pt x="35988" y="1207"/>
                    </a:lnTo>
                    <a:lnTo>
                      <a:pt x="35988" y="5439"/>
                    </a:lnTo>
                    <a:lnTo>
                      <a:pt x="22038" y="5439"/>
                    </a:lnTo>
                    <a:close/>
                    <a:moveTo>
                      <a:pt x="6787" y="1207"/>
                    </a:moveTo>
                    <a:lnTo>
                      <a:pt x="20737" y="1207"/>
                    </a:lnTo>
                    <a:lnTo>
                      <a:pt x="20737" y="5439"/>
                    </a:lnTo>
                    <a:lnTo>
                      <a:pt x="6787" y="54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grpSp>
            <p:nvGrpSpPr>
              <p:cNvPr id="1077" name="Google Shape;1077;p26"/>
              <p:cNvGrpSpPr/>
              <p:nvPr/>
            </p:nvGrpSpPr>
            <p:grpSpPr bwMode="auto">
              <a:xfrm>
                <a:off x="-613275" y="3443675"/>
                <a:ext cx="5224650" cy="1657575"/>
                <a:chOff x="1161525" y="3805200"/>
                <a:chExt cx="5224650" cy="1657575"/>
              </a:xfrm>
            </p:grpSpPr>
            <p:sp>
              <p:nvSpPr>
                <p:cNvPr id="1078" name="Google Shape;1078;p26"/>
                <p:cNvSpPr/>
                <p:nvPr/>
              </p:nvSpPr>
              <p:spPr bwMode="auto">
                <a:xfrm>
                  <a:off x="5896325" y="4231925"/>
                  <a:ext cx="4444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6" h="49234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85" y="1537"/>
                        <a:pt x="17776" y="251"/>
                      </a:cubicBezTo>
                      <a:lnTo>
                        <a:pt x="17776" y="251"/>
                      </a:lnTo>
                      <a:cubicBezTo>
                        <a:pt x="16882" y="79"/>
                        <a:pt x="15957" y="1"/>
                        <a:pt x="15033" y="1"/>
                      </a:cubicBezTo>
                      <a:lnTo>
                        <a:pt x="15033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79" name="Google Shape;1079;p26"/>
                <p:cNvSpPr/>
                <p:nvPr/>
              </p:nvSpPr>
              <p:spPr bwMode="auto">
                <a:xfrm>
                  <a:off x="476347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69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66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80" name="Google Shape;1080;p26"/>
                <p:cNvSpPr/>
                <p:nvPr/>
              </p:nvSpPr>
              <p:spPr bwMode="auto">
                <a:xfrm>
                  <a:off x="363022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81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81" name="Google Shape;1081;p26"/>
                <p:cNvSpPr/>
                <p:nvPr/>
              </p:nvSpPr>
              <p:spPr bwMode="auto">
                <a:xfrm>
                  <a:off x="2496975" y="4231925"/>
                  <a:ext cx="444375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5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75" y="251"/>
                      </a:cubicBezTo>
                      <a:lnTo>
                        <a:pt x="17775" y="251"/>
                      </a:lnTo>
                      <a:cubicBezTo>
                        <a:pt x="16881" y="79"/>
                        <a:pt x="15957" y="1"/>
                        <a:pt x="15032" y="1"/>
                      </a:cubicBezTo>
                      <a:lnTo>
                        <a:pt x="15032" y="1"/>
                      </a:lnTo>
                      <a:cubicBezTo>
                        <a:pt x="6724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82" name="Google Shape;1082;p26"/>
                <p:cNvSpPr/>
                <p:nvPr/>
              </p:nvSpPr>
              <p:spPr bwMode="auto">
                <a:xfrm>
                  <a:off x="1364100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69" y="1537"/>
                        <a:pt x="17760" y="251"/>
                      </a:cubicBezTo>
                      <a:lnTo>
                        <a:pt x="17760" y="251"/>
                      </a:lnTo>
                      <a:cubicBezTo>
                        <a:pt x="16866" y="79"/>
                        <a:pt x="15957" y="1"/>
                        <a:pt x="15017" y="1"/>
                      </a:cubicBezTo>
                      <a:lnTo>
                        <a:pt x="15017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83" name="Google Shape;1083;p26"/>
                <p:cNvSpPr/>
                <p:nvPr/>
              </p:nvSpPr>
              <p:spPr bwMode="auto">
                <a:xfrm>
                  <a:off x="1161525" y="3805200"/>
                  <a:ext cx="5224650" cy="16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86" h="66303" extrusionOk="0">
                      <a:moveTo>
                        <a:pt x="0" y="0"/>
                      </a:moveTo>
                      <a:lnTo>
                        <a:pt x="0" y="1207"/>
                      </a:lnTo>
                      <a:lnTo>
                        <a:pt x="5486" y="1207"/>
                      </a:lnTo>
                      <a:lnTo>
                        <a:pt x="5486" y="5439"/>
                      </a:lnTo>
                      <a:lnTo>
                        <a:pt x="0" y="5439"/>
                      </a:lnTo>
                      <a:lnTo>
                        <a:pt x="0" y="66303"/>
                      </a:lnTo>
                      <a:lnTo>
                        <a:pt x="8104" y="66303"/>
                      </a:lnTo>
                      <a:lnTo>
                        <a:pt x="8104" y="32086"/>
                      </a:lnTo>
                      <a:cubicBezTo>
                        <a:pt x="8104" y="23794"/>
                        <a:pt x="14828" y="17070"/>
                        <a:pt x="23120" y="17070"/>
                      </a:cubicBezTo>
                      <a:lnTo>
                        <a:pt x="23120" y="17070"/>
                      </a:lnTo>
                      <a:cubicBezTo>
                        <a:pt x="31411" y="17070"/>
                        <a:pt x="38136" y="23794"/>
                        <a:pt x="38136" y="32086"/>
                      </a:cubicBezTo>
                      <a:lnTo>
                        <a:pt x="38136" y="32086"/>
                      </a:lnTo>
                      <a:lnTo>
                        <a:pt x="38136" y="66303"/>
                      </a:lnTo>
                      <a:lnTo>
                        <a:pt x="53434" y="66303"/>
                      </a:lnTo>
                      <a:lnTo>
                        <a:pt x="53434" y="32086"/>
                      </a:lnTo>
                      <a:cubicBezTo>
                        <a:pt x="53434" y="23794"/>
                        <a:pt x="60158" y="17070"/>
                        <a:pt x="68450" y="17070"/>
                      </a:cubicBezTo>
                      <a:lnTo>
                        <a:pt x="68450" y="17070"/>
                      </a:lnTo>
                      <a:cubicBezTo>
                        <a:pt x="76741" y="17070"/>
                        <a:pt x="83466" y="23794"/>
                        <a:pt x="83466" y="32086"/>
                      </a:cubicBezTo>
                      <a:lnTo>
                        <a:pt x="83466" y="32086"/>
                      </a:lnTo>
                      <a:lnTo>
                        <a:pt x="83466" y="66303"/>
                      </a:lnTo>
                      <a:lnTo>
                        <a:pt x="98764" y="66303"/>
                      </a:lnTo>
                      <a:lnTo>
                        <a:pt x="98764" y="32086"/>
                      </a:lnTo>
                      <a:cubicBezTo>
                        <a:pt x="98764" y="23794"/>
                        <a:pt x="105488" y="17070"/>
                        <a:pt x="113780" y="17070"/>
                      </a:cubicBezTo>
                      <a:lnTo>
                        <a:pt x="113780" y="17070"/>
                      </a:lnTo>
                      <a:cubicBezTo>
                        <a:pt x="122072" y="17070"/>
                        <a:pt x="128796" y="23794"/>
                        <a:pt x="128796" y="32086"/>
                      </a:cubicBezTo>
                      <a:lnTo>
                        <a:pt x="128796" y="32086"/>
                      </a:lnTo>
                      <a:lnTo>
                        <a:pt x="128796" y="66303"/>
                      </a:lnTo>
                      <a:lnTo>
                        <a:pt x="144094" y="66303"/>
                      </a:lnTo>
                      <a:lnTo>
                        <a:pt x="144094" y="32086"/>
                      </a:lnTo>
                      <a:cubicBezTo>
                        <a:pt x="144094" y="23794"/>
                        <a:pt x="150818" y="17070"/>
                        <a:pt x="159110" y="17070"/>
                      </a:cubicBezTo>
                      <a:lnTo>
                        <a:pt x="159110" y="17070"/>
                      </a:lnTo>
                      <a:cubicBezTo>
                        <a:pt x="167402" y="17070"/>
                        <a:pt x="174126" y="23794"/>
                        <a:pt x="174126" y="32086"/>
                      </a:cubicBezTo>
                      <a:lnTo>
                        <a:pt x="174126" y="32086"/>
                      </a:lnTo>
                      <a:lnTo>
                        <a:pt x="174126" y="66303"/>
                      </a:lnTo>
                      <a:lnTo>
                        <a:pt x="189424" y="66303"/>
                      </a:lnTo>
                      <a:lnTo>
                        <a:pt x="189424" y="32086"/>
                      </a:lnTo>
                      <a:cubicBezTo>
                        <a:pt x="189424" y="23794"/>
                        <a:pt x="196148" y="17070"/>
                        <a:pt x="204440" y="17070"/>
                      </a:cubicBezTo>
                      <a:lnTo>
                        <a:pt x="204440" y="17070"/>
                      </a:lnTo>
                      <a:cubicBezTo>
                        <a:pt x="205976" y="17070"/>
                        <a:pt x="207591" y="17305"/>
                        <a:pt x="208986" y="17728"/>
                      </a:cubicBezTo>
                      <a:lnTo>
                        <a:pt x="208986" y="17728"/>
                      </a:lnTo>
                      <a:lnTo>
                        <a:pt x="208986" y="5439"/>
                      </a:lnTo>
                      <a:lnTo>
                        <a:pt x="205083" y="5439"/>
                      </a:lnTo>
                      <a:lnTo>
                        <a:pt x="205083" y="1207"/>
                      </a:lnTo>
                      <a:lnTo>
                        <a:pt x="208986" y="1207"/>
                      </a:lnTo>
                      <a:lnTo>
                        <a:pt x="208986" y="0"/>
                      </a:lnTo>
                      <a:close/>
                      <a:moveTo>
                        <a:pt x="189832" y="1207"/>
                      </a:moveTo>
                      <a:lnTo>
                        <a:pt x="203766" y="1207"/>
                      </a:lnTo>
                      <a:lnTo>
                        <a:pt x="203766" y="5439"/>
                      </a:lnTo>
                      <a:lnTo>
                        <a:pt x="189832" y="5439"/>
                      </a:lnTo>
                      <a:close/>
                      <a:moveTo>
                        <a:pt x="174581" y="1207"/>
                      </a:moveTo>
                      <a:lnTo>
                        <a:pt x="188515" y="1207"/>
                      </a:lnTo>
                      <a:lnTo>
                        <a:pt x="188515" y="5439"/>
                      </a:lnTo>
                      <a:lnTo>
                        <a:pt x="174581" y="5439"/>
                      </a:lnTo>
                      <a:close/>
                      <a:moveTo>
                        <a:pt x="159314" y="1207"/>
                      </a:moveTo>
                      <a:lnTo>
                        <a:pt x="173264" y="1207"/>
                      </a:lnTo>
                      <a:lnTo>
                        <a:pt x="173264" y="5439"/>
                      </a:lnTo>
                      <a:lnTo>
                        <a:pt x="159314" y="5439"/>
                      </a:lnTo>
                      <a:close/>
                      <a:moveTo>
                        <a:pt x="144063" y="1207"/>
                      </a:moveTo>
                      <a:lnTo>
                        <a:pt x="158013" y="1207"/>
                      </a:lnTo>
                      <a:lnTo>
                        <a:pt x="158013" y="5439"/>
                      </a:lnTo>
                      <a:lnTo>
                        <a:pt x="144063" y="5439"/>
                      </a:lnTo>
                      <a:close/>
                      <a:moveTo>
                        <a:pt x="128812" y="1207"/>
                      </a:moveTo>
                      <a:lnTo>
                        <a:pt x="142762" y="1207"/>
                      </a:lnTo>
                      <a:lnTo>
                        <a:pt x="142762" y="5439"/>
                      </a:lnTo>
                      <a:lnTo>
                        <a:pt x="128812" y="5439"/>
                      </a:lnTo>
                      <a:close/>
                      <a:moveTo>
                        <a:pt x="113560" y="1207"/>
                      </a:moveTo>
                      <a:lnTo>
                        <a:pt x="127511" y="1207"/>
                      </a:lnTo>
                      <a:lnTo>
                        <a:pt x="127511" y="5439"/>
                      </a:lnTo>
                      <a:lnTo>
                        <a:pt x="113560" y="5439"/>
                      </a:lnTo>
                      <a:close/>
                      <a:moveTo>
                        <a:pt x="98309" y="1207"/>
                      </a:moveTo>
                      <a:lnTo>
                        <a:pt x="112259" y="1207"/>
                      </a:lnTo>
                      <a:lnTo>
                        <a:pt x="112259" y="5439"/>
                      </a:lnTo>
                      <a:lnTo>
                        <a:pt x="98309" y="5439"/>
                      </a:lnTo>
                      <a:close/>
                      <a:moveTo>
                        <a:pt x="83058" y="1207"/>
                      </a:moveTo>
                      <a:lnTo>
                        <a:pt x="97008" y="1207"/>
                      </a:lnTo>
                      <a:lnTo>
                        <a:pt x="97008" y="5439"/>
                      </a:lnTo>
                      <a:lnTo>
                        <a:pt x="83058" y="5439"/>
                      </a:lnTo>
                      <a:close/>
                      <a:moveTo>
                        <a:pt x="67807" y="1207"/>
                      </a:moveTo>
                      <a:lnTo>
                        <a:pt x="81757" y="1207"/>
                      </a:lnTo>
                      <a:lnTo>
                        <a:pt x="81757" y="5439"/>
                      </a:lnTo>
                      <a:lnTo>
                        <a:pt x="67807" y="5439"/>
                      </a:lnTo>
                      <a:close/>
                      <a:moveTo>
                        <a:pt x="52556" y="1207"/>
                      </a:moveTo>
                      <a:lnTo>
                        <a:pt x="66490" y="1207"/>
                      </a:lnTo>
                      <a:lnTo>
                        <a:pt x="66490" y="5439"/>
                      </a:lnTo>
                      <a:lnTo>
                        <a:pt x="52556" y="5439"/>
                      </a:lnTo>
                      <a:close/>
                      <a:moveTo>
                        <a:pt x="37305" y="1207"/>
                      </a:moveTo>
                      <a:lnTo>
                        <a:pt x="51239" y="1207"/>
                      </a:lnTo>
                      <a:lnTo>
                        <a:pt x="51239" y="5439"/>
                      </a:lnTo>
                      <a:lnTo>
                        <a:pt x="37305" y="5439"/>
                      </a:lnTo>
                      <a:close/>
                      <a:moveTo>
                        <a:pt x="22038" y="1207"/>
                      </a:moveTo>
                      <a:lnTo>
                        <a:pt x="35988" y="1207"/>
                      </a:lnTo>
                      <a:lnTo>
                        <a:pt x="35988" y="5439"/>
                      </a:lnTo>
                      <a:lnTo>
                        <a:pt x="22038" y="5439"/>
                      </a:lnTo>
                      <a:close/>
                      <a:moveTo>
                        <a:pt x="6787" y="1207"/>
                      </a:moveTo>
                      <a:lnTo>
                        <a:pt x="20737" y="1207"/>
                      </a:lnTo>
                      <a:lnTo>
                        <a:pt x="20737" y="5439"/>
                      </a:lnTo>
                      <a:lnTo>
                        <a:pt x="6787" y="54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</p:grpSp>
        </p:grpSp>
      </p:grpSp>
      <p:sp>
        <p:nvSpPr>
          <p:cNvPr id="549874335" name="Google Shape;1084;p26"/>
          <p:cNvSpPr/>
          <p:nvPr/>
        </p:nvSpPr>
        <p:spPr bwMode="auto">
          <a:xfrm>
            <a:off x="-799400" y="4052725"/>
            <a:ext cx="12354226" cy="1111684"/>
          </a:xfrm>
          <a:custGeom>
            <a:avLst/>
            <a:gdLst/>
            <a:ahLst/>
            <a:cxnLst/>
            <a:rect l="l" t="t" r="r" b="b"/>
            <a:pathLst>
              <a:path w="285317" h="25674" extrusionOk="0">
                <a:moveTo>
                  <a:pt x="17986" y="1"/>
                </a:moveTo>
                <a:cubicBezTo>
                  <a:pt x="17752" y="1"/>
                  <a:pt x="17518" y="144"/>
                  <a:pt x="17439" y="429"/>
                </a:cubicBezTo>
                <a:lnTo>
                  <a:pt x="15498" y="6797"/>
                </a:lnTo>
                <a:cubicBezTo>
                  <a:pt x="13376" y="6866"/>
                  <a:pt x="11321" y="7003"/>
                  <a:pt x="9358" y="7208"/>
                </a:cubicBezTo>
                <a:lnTo>
                  <a:pt x="7578" y="1342"/>
                </a:lnTo>
                <a:cubicBezTo>
                  <a:pt x="7498" y="1057"/>
                  <a:pt x="7264" y="914"/>
                  <a:pt x="7030" y="914"/>
                </a:cubicBezTo>
                <a:cubicBezTo>
                  <a:pt x="6796" y="914"/>
                  <a:pt x="6562" y="1057"/>
                  <a:pt x="6482" y="1342"/>
                </a:cubicBezTo>
                <a:lnTo>
                  <a:pt x="4497" y="7893"/>
                </a:lnTo>
                <a:cubicBezTo>
                  <a:pt x="2922" y="8167"/>
                  <a:pt x="1438" y="8486"/>
                  <a:pt x="0" y="8897"/>
                </a:cubicBezTo>
                <a:lnTo>
                  <a:pt x="0" y="25674"/>
                </a:lnTo>
                <a:lnTo>
                  <a:pt x="285316" y="25674"/>
                </a:lnTo>
                <a:lnTo>
                  <a:pt x="285316" y="13531"/>
                </a:lnTo>
                <a:cubicBezTo>
                  <a:pt x="284038" y="13622"/>
                  <a:pt x="282691" y="13713"/>
                  <a:pt x="281208" y="13850"/>
                </a:cubicBezTo>
                <a:lnTo>
                  <a:pt x="279222" y="7277"/>
                </a:lnTo>
                <a:cubicBezTo>
                  <a:pt x="279165" y="7083"/>
                  <a:pt x="278999" y="6986"/>
                  <a:pt x="278834" y="6986"/>
                </a:cubicBezTo>
                <a:cubicBezTo>
                  <a:pt x="278668" y="6986"/>
                  <a:pt x="278503" y="7083"/>
                  <a:pt x="278446" y="7277"/>
                </a:cubicBezTo>
                <a:lnTo>
                  <a:pt x="276300" y="14330"/>
                </a:lnTo>
                <a:cubicBezTo>
                  <a:pt x="275045" y="14467"/>
                  <a:pt x="273721" y="14603"/>
                  <a:pt x="272306" y="14763"/>
                </a:cubicBezTo>
                <a:lnTo>
                  <a:pt x="270457" y="8646"/>
                </a:lnTo>
                <a:cubicBezTo>
                  <a:pt x="270400" y="8452"/>
                  <a:pt x="270235" y="8355"/>
                  <a:pt x="270069" y="8355"/>
                </a:cubicBezTo>
                <a:cubicBezTo>
                  <a:pt x="269904" y="8355"/>
                  <a:pt x="269738" y="8452"/>
                  <a:pt x="269681" y="8646"/>
                </a:cubicBezTo>
                <a:lnTo>
                  <a:pt x="267650" y="15334"/>
                </a:lnTo>
                <a:cubicBezTo>
                  <a:pt x="266485" y="15471"/>
                  <a:pt x="265276" y="15608"/>
                  <a:pt x="264020" y="15768"/>
                </a:cubicBezTo>
                <a:cubicBezTo>
                  <a:pt x="261030" y="16156"/>
                  <a:pt x="258314" y="16498"/>
                  <a:pt x="255803" y="16840"/>
                </a:cubicBezTo>
                <a:lnTo>
                  <a:pt x="254571" y="12755"/>
                </a:lnTo>
                <a:cubicBezTo>
                  <a:pt x="254514" y="12561"/>
                  <a:pt x="254348" y="12464"/>
                  <a:pt x="254183" y="12464"/>
                </a:cubicBezTo>
                <a:cubicBezTo>
                  <a:pt x="254017" y="12464"/>
                  <a:pt x="253852" y="12561"/>
                  <a:pt x="253795" y="12755"/>
                </a:cubicBezTo>
                <a:lnTo>
                  <a:pt x="252425" y="17297"/>
                </a:lnTo>
                <a:cubicBezTo>
                  <a:pt x="250416" y="17571"/>
                  <a:pt x="248590" y="17822"/>
                  <a:pt x="246901" y="18050"/>
                </a:cubicBezTo>
                <a:lnTo>
                  <a:pt x="245532" y="13576"/>
                </a:lnTo>
                <a:cubicBezTo>
                  <a:pt x="245475" y="13382"/>
                  <a:pt x="245309" y="13285"/>
                  <a:pt x="245144" y="13285"/>
                </a:cubicBezTo>
                <a:cubicBezTo>
                  <a:pt x="244978" y="13285"/>
                  <a:pt x="244813" y="13382"/>
                  <a:pt x="244756" y="13576"/>
                </a:cubicBezTo>
                <a:lnTo>
                  <a:pt x="243226" y="18598"/>
                </a:lnTo>
                <a:cubicBezTo>
                  <a:pt x="228390" y="20789"/>
                  <a:pt x="225719" y="21634"/>
                  <a:pt x="216452" y="21862"/>
                </a:cubicBezTo>
                <a:cubicBezTo>
                  <a:pt x="215292" y="21891"/>
                  <a:pt x="214213" y="21904"/>
                  <a:pt x="213204" y="21904"/>
                </a:cubicBezTo>
                <a:cubicBezTo>
                  <a:pt x="198249" y="21904"/>
                  <a:pt x="198516" y="18933"/>
                  <a:pt x="174226" y="18826"/>
                </a:cubicBezTo>
                <a:cubicBezTo>
                  <a:pt x="173569" y="18821"/>
                  <a:pt x="172926" y="18819"/>
                  <a:pt x="172296" y="18819"/>
                </a:cubicBezTo>
                <a:cubicBezTo>
                  <a:pt x="166993" y="18819"/>
                  <a:pt x="162591" y="18980"/>
                  <a:pt x="158225" y="19123"/>
                </a:cubicBezTo>
                <a:lnTo>
                  <a:pt x="156353" y="12937"/>
                </a:lnTo>
                <a:cubicBezTo>
                  <a:pt x="156296" y="12743"/>
                  <a:pt x="156125" y="12646"/>
                  <a:pt x="155954" y="12646"/>
                </a:cubicBezTo>
                <a:cubicBezTo>
                  <a:pt x="155783" y="12646"/>
                  <a:pt x="155612" y="12743"/>
                  <a:pt x="155554" y="12937"/>
                </a:cubicBezTo>
                <a:lnTo>
                  <a:pt x="153637" y="19260"/>
                </a:lnTo>
                <a:cubicBezTo>
                  <a:pt x="152359" y="19305"/>
                  <a:pt x="151058" y="19328"/>
                  <a:pt x="149711" y="19351"/>
                </a:cubicBezTo>
                <a:lnTo>
                  <a:pt x="147588" y="12389"/>
                </a:lnTo>
                <a:cubicBezTo>
                  <a:pt x="147531" y="12195"/>
                  <a:pt x="147360" y="12098"/>
                  <a:pt x="147189" y="12098"/>
                </a:cubicBezTo>
                <a:cubicBezTo>
                  <a:pt x="147018" y="12098"/>
                  <a:pt x="146847" y="12195"/>
                  <a:pt x="146790" y="12389"/>
                </a:cubicBezTo>
                <a:lnTo>
                  <a:pt x="144644" y="19420"/>
                </a:lnTo>
                <a:cubicBezTo>
                  <a:pt x="143206" y="19420"/>
                  <a:pt x="141700" y="19397"/>
                  <a:pt x="140125" y="19374"/>
                </a:cubicBezTo>
                <a:lnTo>
                  <a:pt x="138002" y="12389"/>
                </a:lnTo>
                <a:cubicBezTo>
                  <a:pt x="137945" y="12195"/>
                  <a:pt x="137774" y="12098"/>
                  <a:pt x="137602" y="12098"/>
                </a:cubicBezTo>
                <a:cubicBezTo>
                  <a:pt x="137431" y="12098"/>
                  <a:pt x="137260" y="12195"/>
                  <a:pt x="137203" y="12389"/>
                </a:cubicBezTo>
                <a:lnTo>
                  <a:pt x="135103" y="19260"/>
                </a:lnTo>
                <a:cubicBezTo>
                  <a:pt x="134464" y="19237"/>
                  <a:pt x="133825" y="19214"/>
                  <a:pt x="133140" y="19191"/>
                </a:cubicBezTo>
                <a:cubicBezTo>
                  <a:pt x="131382" y="19123"/>
                  <a:pt x="129671" y="19054"/>
                  <a:pt x="128027" y="18963"/>
                </a:cubicBezTo>
                <a:lnTo>
                  <a:pt x="125950" y="12115"/>
                </a:lnTo>
                <a:cubicBezTo>
                  <a:pt x="125893" y="11921"/>
                  <a:pt x="125722" y="11824"/>
                  <a:pt x="125551" y="11824"/>
                </a:cubicBezTo>
                <a:cubicBezTo>
                  <a:pt x="125379" y="11824"/>
                  <a:pt x="125208" y="11921"/>
                  <a:pt x="125151" y="12115"/>
                </a:cubicBezTo>
                <a:lnTo>
                  <a:pt x="123165" y="18666"/>
                </a:lnTo>
                <a:cubicBezTo>
                  <a:pt x="121362" y="18552"/>
                  <a:pt x="119650" y="18415"/>
                  <a:pt x="118007" y="18278"/>
                </a:cubicBezTo>
                <a:lnTo>
                  <a:pt x="115542" y="10198"/>
                </a:lnTo>
                <a:cubicBezTo>
                  <a:pt x="115485" y="10004"/>
                  <a:pt x="115313" y="9907"/>
                  <a:pt x="115142" y="9907"/>
                </a:cubicBezTo>
                <a:cubicBezTo>
                  <a:pt x="114971" y="9907"/>
                  <a:pt x="114800" y="10004"/>
                  <a:pt x="114743" y="10198"/>
                </a:cubicBezTo>
                <a:lnTo>
                  <a:pt x="112437" y="17776"/>
                </a:lnTo>
                <a:cubicBezTo>
                  <a:pt x="110360" y="17571"/>
                  <a:pt x="108375" y="17365"/>
                  <a:pt x="106457" y="17160"/>
                </a:cubicBezTo>
                <a:lnTo>
                  <a:pt x="104517" y="10814"/>
                </a:lnTo>
                <a:cubicBezTo>
                  <a:pt x="104460" y="10609"/>
                  <a:pt x="104289" y="10506"/>
                  <a:pt x="104118" y="10506"/>
                </a:cubicBezTo>
                <a:cubicBezTo>
                  <a:pt x="103946" y="10506"/>
                  <a:pt x="103775" y="10609"/>
                  <a:pt x="103718" y="10814"/>
                </a:cubicBezTo>
                <a:lnTo>
                  <a:pt x="101938" y="16658"/>
                </a:lnTo>
                <a:cubicBezTo>
                  <a:pt x="83449" y="14558"/>
                  <a:pt x="72288" y="12321"/>
                  <a:pt x="63272" y="10495"/>
                </a:cubicBezTo>
                <a:lnTo>
                  <a:pt x="61902" y="6044"/>
                </a:lnTo>
                <a:cubicBezTo>
                  <a:pt x="61822" y="5759"/>
                  <a:pt x="61588" y="5616"/>
                  <a:pt x="61354" y="5616"/>
                </a:cubicBezTo>
                <a:cubicBezTo>
                  <a:pt x="61120" y="5616"/>
                  <a:pt x="60887" y="5759"/>
                  <a:pt x="60807" y="6044"/>
                </a:cubicBezTo>
                <a:lnTo>
                  <a:pt x="59665" y="9764"/>
                </a:lnTo>
                <a:cubicBezTo>
                  <a:pt x="57999" y="9422"/>
                  <a:pt x="56379" y="9125"/>
                  <a:pt x="54781" y="8829"/>
                </a:cubicBezTo>
                <a:lnTo>
                  <a:pt x="53137" y="3442"/>
                </a:lnTo>
                <a:cubicBezTo>
                  <a:pt x="53057" y="3157"/>
                  <a:pt x="52823" y="3014"/>
                  <a:pt x="52590" y="3014"/>
                </a:cubicBezTo>
                <a:cubicBezTo>
                  <a:pt x="52356" y="3014"/>
                  <a:pt x="52122" y="3157"/>
                  <a:pt x="52042" y="3442"/>
                </a:cubicBezTo>
                <a:lnTo>
                  <a:pt x="50604" y="8121"/>
                </a:lnTo>
                <a:cubicBezTo>
                  <a:pt x="48915" y="7847"/>
                  <a:pt x="47203" y="7619"/>
                  <a:pt x="45400" y="7413"/>
                </a:cubicBezTo>
                <a:lnTo>
                  <a:pt x="43551" y="1342"/>
                </a:lnTo>
                <a:cubicBezTo>
                  <a:pt x="43471" y="1057"/>
                  <a:pt x="43237" y="914"/>
                  <a:pt x="43003" y="914"/>
                </a:cubicBezTo>
                <a:cubicBezTo>
                  <a:pt x="42769" y="914"/>
                  <a:pt x="42535" y="1057"/>
                  <a:pt x="42455" y="1342"/>
                </a:cubicBezTo>
                <a:lnTo>
                  <a:pt x="40720" y="7003"/>
                </a:lnTo>
                <a:cubicBezTo>
                  <a:pt x="37844" y="6797"/>
                  <a:pt x="34717" y="6660"/>
                  <a:pt x="31202" y="6637"/>
                </a:cubicBezTo>
                <a:cubicBezTo>
                  <a:pt x="29633" y="6628"/>
                  <a:pt x="28099" y="6622"/>
                  <a:pt x="26598" y="6622"/>
                </a:cubicBezTo>
                <a:cubicBezTo>
                  <a:pt x="24476" y="6622"/>
                  <a:pt x="22421" y="6634"/>
                  <a:pt x="20429" y="6660"/>
                </a:cubicBezTo>
                <a:lnTo>
                  <a:pt x="18534" y="429"/>
                </a:lnTo>
                <a:cubicBezTo>
                  <a:pt x="18454" y="144"/>
                  <a:pt x="18220" y="1"/>
                  <a:pt x="179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FFEBEB"/>
            </a:gs>
            <a:gs pos="100000">
              <a:srgbClr val="B2D4A8"/>
            </a:gs>
          </a:gsLst>
          <a:lin ang="5400012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522435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71327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88899186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el"/>
              <a:buChar char="●"/>
              <a:defRPr sz="180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rgbClr val="FFEBEB"/>
            </a:gs>
            <a:gs pos="100000">
              <a:srgbClr val="B2D4A8"/>
            </a:gs>
          </a:gsLst>
          <a:lin ang="5400012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973708" name="Google Shape;1095;p30"/>
          <p:cNvSpPr/>
          <p:nvPr/>
        </p:nvSpPr>
        <p:spPr bwMode="auto">
          <a:xfrm>
            <a:off x="340050" y="3140250"/>
            <a:ext cx="8867716" cy="2936625"/>
          </a:xfrm>
          <a:custGeom>
            <a:avLst/>
            <a:gdLst/>
            <a:ahLst/>
            <a:cxnLst/>
            <a:rect l="l" t="t" r="r" b="b"/>
            <a:pathLst>
              <a:path w="208861" h="117465" extrusionOk="0">
                <a:moveTo>
                  <a:pt x="183045" y="1"/>
                </a:moveTo>
                <a:cubicBezTo>
                  <a:pt x="112165" y="1"/>
                  <a:pt x="135646" y="29390"/>
                  <a:pt x="94030" y="29390"/>
                </a:cubicBezTo>
                <a:cubicBezTo>
                  <a:pt x="65942" y="29390"/>
                  <a:pt x="66005" y="6271"/>
                  <a:pt x="37023" y="6271"/>
                </a:cubicBezTo>
                <a:cubicBezTo>
                  <a:pt x="8025" y="6271"/>
                  <a:pt x="0" y="28215"/>
                  <a:pt x="0" y="28215"/>
                </a:cubicBezTo>
                <a:lnTo>
                  <a:pt x="0" y="117464"/>
                </a:lnTo>
                <a:lnTo>
                  <a:pt x="208860" y="117464"/>
                </a:lnTo>
                <a:lnTo>
                  <a:pt x="208860" y="22337"/>
                </a:lnTo>
                <a:cubicBezTo>
                  <a:pt x="208860" y="22337"/>
                  <a:pt x="208860" y="1"/>
                  <a:pt x="183045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3558248" name="Google Shape;1096;p30"/>
          <p:cNvSpPr/>
          <p:nvPr/>
        </p:nvSpPr>
        <p:spPr bwMode="auto">
          <a:xfrm>
            <a:off x="-8925" y="2012525"/>
            <a:ext cx="3953475" cy="3130975"/>
          </a:xfrm>
          <a:custGeom>
            <a:avLst/>
            <a:gdLst/>
            <a:ahLst/>
            <a:cxnLst/>
            <a:rect l="l" t="t" r="r" b="b"/>
            <a:pathLst>
              <a:path w="158139" h="125239" extrusionOk="0">
                <a:moveTo>
                  <a:pt x="0" y="125239"/>
                </a:moveTo>
                <a:lnTo>
                  <a:pt x="158138" y="12523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95134244" name="Google Shape;1097;p30"/>
          <p:cNvSpPr/>
          <p:nvPr/>
        </p:nvSpPr>
        <p:spPr bwMode="auto">
          <a:xfrm>
            <a:off x="-8925" y="2012525"/>
            <a:ext cx="1866825" cy="2352350"/>
          </a:xfrm>
          <a:custGeom>
            <a:avLst/>
            <a:gdLst/>
            <a:ahLst/>
            <a:cxnLst/>
            <a:rect l="l" t="t" r="r" b="b"/>
            <a:pathLst>
              <a:path w="74673" h="94094" extrusionOk="0">
                <a:moveTo>
                  <a:pt x="0" y="1"/>
                </a:moveTo>
                <a:cubicBezTo>
                  <a:pt x="0" y="1"/>
                  <a:pt x="784" y="10565"/>
                  <a:pt x="8104" y="15785"/>
                </a:cubicBezTo>
                <a:cubicBezTo>
                  <a:pt x="15408" y="21004"/>
                  <a:pt x="1301" y="24672"/>
                  <a:pt x="8104" y="33027"/>
                </a:cubicBezTo>
                <a:cubicBezTo>
                  <a:pt x="14891" y="41381"/>
                  <a:pt x="32650" y="37494"/>
                  <a:pt x="36317" y="43623"/>
                </a:cubicBezTo>
                <a:cubicBezTo>
                  <a:pt x="39970" y="49751"/>
                  <a:pt x="27132" y="74046"/>
                  <a:pt x="33810" y="83843"/>
                </a:cubicBezTo>
                <a:cubicBezTo>
                  <a:pt x="40487" y="93639"/>
                  <a:pt x="46662" y="94094"/>
                  <a:pt x="46662" y="94094"/>
                </a:cubicBezTo>
                <a:lnTo>
                  <a:pt x="74672" y="59156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457291418" name="Google Shape;1098;p30"/>
          <p:cNvGrpSpPr/>
          <p:nvPr/>
        </p:nvGrpSpPr>
        <p:grpSpPr bwMode="auto">
          <a:xfrm>
            <a:off x="1941675" y="4364875"/>
            <a:ext cx="853900" cy="770400"/>
            <a:chOff x="4219225" y="4330850"/>
            <a:chExt cx="853900" cy="770400"/>
          </a:xfrm>
        </p:grpSpPr>
        <p:grpSp>
          <p:nvGrpSpPr>
            <p:cNvPr id="1099" name="Google Shape;1099;p30"/>
            <p:cNvGrpSpPr/>
            <p:nvPr/>
          </p:nvGrpSpPr>
          <p:grpSpPr bwMode="auto">
            <a:xfrm>
              <a:off x="4295625" y="4330850"/>
              <a:ext cx="777500" cy="770400"/>
              <a:chOff x="4295625" y="4330850"/>
              <a:chExt cx="777500" cy="770400"/>
            </a:xfrm>
          </p:grpSpPr>
          <p:sp>
            <p:nvSpPr>
              <p:cNvPr id="1100" name="Google Shape;1100;p30"/>
              <p:cNvSpPr/>
              <p:nvPr/>
            </p:nvSpPr>
            <p:spPr bwMode="auto">
              <a:xfrm>
                <a:off x="4603250" y="4588300"/>
                <a:ext cx="408325" cy="293525"/>
              </a:xfrm>
              <a:custGeom>
                <a:avLst/>
                <a:gdLst/>
                <a:ahLst/>
                <a:cxnLst/>
                <a:rect l="l" t="t" r="r" b="b"/>
                <a:pathLst>
                  <a:path w="16333" h="11741" extrusionOk="0">
                    <a:moveTo>
                      <a:pt x="8167" y="0"/>
                    </a:moveTo>
                    <a:cubicBezTo>
                      <a:pt x="8167" y="0"/>
                      <a:pt x="5549" y="9185"/>
                      <a:pt x="0" y="9185"/>
                    </a:cubicBezTo>
                    <a:cubicBezTo>
                      <a:pt x="0" y="9185"/>
                      <a:pt x="3260" y="11740"/>
                      <a:pt x="8167" y="11740"/>
                    </a:cubicBezTo>
                    <a:cubicBezTo>
                      <a:pt x="13073" y="11740"/>
                      <a:pt x="16333" y="9185"/>
                      <a:pt x="16333" y="9185"/>
                    </a:cubicBezTo>
                    <a:cubicBezTo>
                      <a:pt x="10784" y="9185"/>
                      <a:pt x="8167" y="0"/>
                      <a:pt x="81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grpSp>
            <p:nvGrpSpPr>
              <p:cNvPr id="1101" name="Google Shape;1101;p30"/>
              <p:cNvGrpSpPr/>
              <p:nvPr/>
            </p:nvGrpSpPr>
            <p:grpSpPr bwMode="auto">
              <a:xfrm>
                <a:off x="4295625" y="4330850"/>
                <a:ext cx="777500" cy="770400"/>
                <a:chOff x="4295625" y="4330850"/>
                <a:chExt cx="777500" cy="770400"/>
              </a:xfrm>
            </p:grpSpPr>
            <p:sp>
              <p:nvSpPr>
                <p:cNvPr id="1102" name="Google Shape;1102;p30"/>
                <p:cNvSpPr/>
                <p:nvPr/>
              </p:nvSpPr>
              <p:spPr bwMode="auto">
                <a:xfrm>
                  <a:off x="4637325" y="4508750"/>
                  <a:ext cx="340550" cy="24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2" h="9797" extrusionOk="0">
                      <a:moveTo>
                        <a:pt x="6804" y="0"/>
                      </a:moveTo>
                      <a:cubicBezTo>
                        <a:pt x="6804" y="0"/>
                        <a:pt x="4625" y="7665"/>
                        <a:pt x="1" y="7665"/>
                      </a:cubicBezTo>
                      <a:cubicBezTo>
                        <a:pt x="1" y="7665"/>
                        <a:pt x="2713" y="9797"/>
                        <a:pt x="6804" y="9797"/>
                      </a:cubicBezTo>
                      <a:cubicBezTo>
                        <a:pt x="10895" y="9797"/>
                        <a:pt x="13622" y="7665"/>
                        <a:pt x="13622" y="7665"/>
                      </a:cubicBezTo>
                      <a:cubicBezTo>
                        <a:pt x="8998" y="7665"/>
                        <a:pt x="6804" y="0"/>
                        <a:pt x="680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103" name="Google Shape;1103;p30"/>
                <p:cNvSpPr/>
                <p:nvPr/>
              </p:nvSpPr>
              <p:spPr bwMode="auto">
                <a:xfrm>
                  <a:off x="4330900" y="4565175"/>
                  <a:ext cx="166175" cy="18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7" h="7587" extrusionOk="0">
                      <a:moveTo>
                        <a:pt x="3323" y="0"/>
                      </a:moveTo>
                      <a:cubicBezTo>
                        <a:pt x="3323" y="0"/>
                        <a:pt x="2461" y="6850"/>
                        <a:pt x="1" y="6850"/>
                      </a:cubicBezTo>
                      <a:cubicBezTo>
                        <a:pt x="1" y="6850"/>
                        <a:pt x="1286" y="7587"/>
                        <a:pt x="3323" y="7587"/>
                      </a:cubicBezTo>
                      <a:cubicBezTo>
                        <a:pt x="5361" y="7587"/>
                        <a:pt x="6646" y="6850"/>
                        <a:pt x="6646" y="6850"/>
                      </a:cubicBezTo>
                      <a:cubicBezTo>
                        <a:pt x="4186" y="6850"/>
                        <a:pt x="3323" y="0"/>
                        <a:pt x="33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grpSp>
              <p:nvGrpSpPr>
                <p:cNvPr id="1104" name="Google Shape;1104;p30"/>
                <p:cNvGrpSpPr/>
                <p:nvPr/>
              </p:nvGrpSpPr>
              <p:grpSpPr bwMode="auto">
                <a:xfrm>
                  <a:off x="4295625" y="4330850"/>
                  <a:ext cx="777500" cy="770400"/>
                  <a:chOff x="4295625" y="4330850"/>
                  <a:chExt cx="777500" cy="770400"/>
                </a:xfrm>
              </p:grpSpPr>
              <p:sp>
                <p:nvSpPr>
                  <p:cNvPr id="1105" name="Google Shape;1105;p30"/>
                  <p:cNvSpPr/>
                  <p:nvPr/>
                </p:nvSpPr>
                <p:spPr bwMode="auto">
                  <a:xfrm>
                    <a:off x="4688275" y="4330850"/>
                    <a:ext cx="238675" cy="272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7" h="10910" extrusionOk="0">
                        <a:moveTo>
                          <a:pt x="4766" y="0"/>
                        </a:moveTo>
                        <a:cubicBezTo>
                          <a:pt x="4766" y="0"/>
                          <a:pt x="3543" y="9843"/>
                          <a:pt x="1" y="9843"/>
                        </a:cubicBezTo>
                        <a:cubicBezTo>
                          <a:pt x="1" y="9843"/>
                          <a:pt x="1850" y="10909"/>
                          <a:pt x="4766" y="10909"/>
                        </a:cubicBezTo>
                        <a:cubicBezTo>
                          <a:pt x="7697" y="10909"/>
                          <a:pt x="9546" y="9843"/>
                          <a:pt x="9546" y="9843"/>
                        </a:cubicBezTo>
                        <a:cubicBezTo>
                          <a:pt x="6004" y="9843"/>
                          <a:pt x="4766" y="0"/>
                          <a:pt x="476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1106" name="Google Shape;1106;p30"/>
                  <p:cNvSpPr/>
                  <p:nvPr/>
                </p:nvSpPr>
                <p:spPr bwMode="auto">
                  <a:xfrm>
                    <a:off x="4513550" y="4699175"/>
                    <a:ext cx="559575" cy="402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83" h="16083" extrusionOk="0">
                        <a:moveTo>
                          <a:pt x="11192" y="1"/>
                        </a:moveTo>
                        <a:cubicBezTo>
                          <a:pt x="11192" y="1"/>
                          <a:pt x="7618" y="12587"/>
                          <a:pt x="0" y="12587"/>
                        </a:cubicBezTo>
                        <a:cubicBezTo>
                          <a:pt x="0" y="12587"/>
                          <a:pt x="4483" y="16083"/>
                          <a:pt x="11192" y="16083"/>
                        </a:cubicBezTo>
                        <a:cubicBezTo>
                          <a:pt x="17916" y="16083"/>
                          <a:pt x="22383" y="12587"/>
                          <a:pt x="22383" y="12587"/>
                        </a:cubicBezTo>
                        <a:cubicBezTo>
                          <a:pt x="14781" y="12587"/>
                          <a:pt x="11192" y="1"/>
                          <a:pt x="1119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1107" name="Google Shape;1107;p30"/>
                  <p:cNvSpPr/>
                  <p:nvPr/>
                </p:nvSpPr>
                <p:spPr bwMode="auto">
                  <a:xfrm>
                    <a:off x="4295625" y="4689000"/>
                    <a:ext cx="237100" cy="170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84" h="6819" extrusionOk="0">
                        <a:moveTo>
                          <a:pt x="4734" y="0"/>
                        </a:moveTo>
                        <a:cubicBezTo>
                          <a:pt x="4734" y="0"/>
                          <a:pt x="3214" y="5330"/>
                          <a:pt x="1" y="5330"/>
                        </a:cubicBezTo>
                        <a:cubicBezTo>
                          <a:pt x="1" y="5330"/>
                          <a:pt x="1882" y="6819"/>
                          <a:pt x="4734" y="6819"/>
                        </a:cubicBezTo>
                        <a:cubicBezTo>
                          <a:pt x="7587" y="6819"/>
                          <a:pt x="9484" y="5330"/>
                          <a:pt x="9484" y="5330"/>
                        </a:cubicBezTo>
                        <a:cubicBezTo>
                          <a:pt x="6255" y="5330"/>
                          <a:pt x="4734" y="0"/>
                          <a:pt x="473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</p:grpSp>
          </p:grpSp>
        </p:grpSp>
        <p:grpSp>
          <p:nvGrpSpPr>
            <p:cNvPr id="1108" name="Google Shape;1108;p30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109" name="Google Shape;1109;p30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10" name="Google Shape;1110;p30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668254125" name="Google Shape;1111;p30"/>
          <p:cNvSpPr txBox="1">
            <a:spLocks noGrp="1"/>
          </p:cNvSpPr>
          <p:nvPr>
            <p:ph type="ctrTitle"/>
          </p:nvPr>
        </p:nvSpPr>
        <p:spPr bwMode="auto">
          <a:xfrm>
            <a:off x="2041638" y="682250"/>
            <a:ext cx="4690200" cy="20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fr-CH" sz="7200" b="1"/>
              <a:t>RailBeat</a:t>
            </a:r>
            <a:r>
              <a:rPr lang="fr-CH" sz="7200"/>
              <a:t> </a:t>
            </a:r>
            <a:endParaRPr sz="7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4500" i="1">
                <a:solidFill>
                  <a:schemeClr val="accent2"/>
                </a:solidFill>
              </a:rPr>
              <a:t>Summer School</a:t>
            </a:r>
            <a:endParaRPr sz="4500" i="1">
              <a:solidFill>
                <a:schemeClr val="accent2"/>
              </a:solidFill>
            </a:endParaRPr>
          </a:p>
        </p:txBody>
      </p:sp>
      <p:sp>
        <p:nvSpPr>
          <p:cNvPr id="287806153" name="Google Shape;1112;p30"/>
          <p:cNvSpPr txBox="1">
            <a:spLocks noGrp="1"/>
          </p:cNvSpPr>
          <p:nvPr>
            <p:ph type="subTitle" idx="1"/>
          </p:nvPr>
        </p:nvSpPr>
        <p:spPr bwMode="auto">
          <a:xfrm>
            <a:off x="2745738" y="2296938"/>
            <a:ext cx="3282000" cy="43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Alan, Dina, Ravaka, Gabriel</a:t>
            </a:r>
            <a:endParaRPr/>
          </a:p>
        </p:txBody>
      </p:sp>
      <p:grpSp>
        <p:nvGrpSpPr>
          <p:cNvPr id="615829344" name="Google Shape;1113;p30"/>
          <p:cNvGrpSpPr/>
          <p:nvPr/>
        </p:nvGrpSpPr>
        <p:grpSpPr bwMode="auto">
          <a:xfrm>
            <a:off x="4527625" y="753150"/>
            <a:ext cx="4656075" cy="4419000"/>
            <a:chOff x="4527625" y="682250"/>
            <a:chExt cx="4656075" cy="4419000"/>
          </a:xfrm>
        </p:grpSpPr>
        <p:sp>
          <p:nvSpPr>
            <p:cNvPr id="1114" name="Google Shape;1114;p30"/>
            <p:cNvSpPr/>
            <p:nvPr/>
          </p:nvSpPr>
          <p:spPr bwMode="auto">
            <a:xfrm>
              <a:off x="4527625" y="682250"/>
              <a:ext cx="4656075" cy="4419000"/>
            </a:xfrm>
            <a:custGeom>
              <a:avLst/>
              <a:gdLst/>
              <a:ahLst/>
              <a:cxnLst/>
              <a:rect l="l" t="t" r="r" b="b"/>
              <a:pathLst>
                <a:path w="186243" h="176760" extrusionOk="0">
                  <a:moveTo>
                    <a:pt x="135238" y="1442"/>
                  </a:moveTo>
                  <a:lnTo>
                    <a:pt x="0" y="176760"/>
                  </a:lnTo>
                  <a:lnTo>
                    <a:pt x="186242" y="176760"/>
                  </a:lnTo>
                  <a:lnTo>
                    <a:pt x="186242" y="59359"/>
                  </a:lnTo>
                  <a:lnTo>
                    <a:pt x="141100" y="1427"/>
                  </a:lnTo>
                  <a:cubicBezTo>
                    <a:pt x="140348" y="471"/>
                    <a:pt x="139266" y="0"/>
                    <a:pt x="138169" y="0"/>
                  </a:cubicBezTo>
                  <a:lnTo>
                    <a:pt x="138169" y="0"/>
                  </a:lnTo>
                  <a:cubicBezTo>
                    <a:pt x="137072" y="0"/>
                    <a:pt x="135975" y="486"/>
                    <a:pt x="135238" y="1442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 bwMode="auto">
            <a:xfrm>
              <a:off x="7564125" y="695575"/>
              <a:ext cx="1619575" cy="4405675"/>
            </a:xfrm>
            <a:custGeom>
              <a:avLst/>
              <a:gdLst/>
              <a:ahLst/>
              <a:cxnLst/>
              <a:rect l="l" t="t" r="r" b="b"/>
              <a:pathLst>
                <a:path w="64783" h="176227" extrusionOk="0">
                  <a:moveTo>
                    <a:pt x="21600" y="3417"/>
                  </a:moveTo>
                  <a:cubicBezTo>
                    <a:pt x="18935" y="0"/>
                    <a:pt x="13465" y="3198"/>
                    <a:pt x="15267" y="7148"/>
                  </a:cubicBezTo>
                  <a:cubicBezTo>
                    <a:pt x="15299" y="7226"/>
                    <a:pt x="15346" y="7289"/>
                    <a:pt x="15377" y="7367"/>
                  </a:cubicBezTo>
                  <a:cubicBezTo>
                    <a:pt x="17258" y="10894"/>
                    <a:pt x="21176" y="11286"/>
                    <a:pt x="21176" y="14029"/>
                  </a:cubicBezTo>
                  <a:cubicBezTo>
                    <a:pt x="21176" y="23042"/>
                    <a:pt x="1975" y="29437"/>
                    <a:pt x="1975" y="46678"/>
                  </a:cubicBezTo>
                  <a:cubicBezTo>
                    <a:pt x="1975" y="63920"/>
                    <a:pt x="41553" y="65488"/>
                    <a:pt x="41553" y="83513"/>
                  </a:cubicBezTo>
                  <a:cubicBezTo>
                    <a:pt x="41553" y="101539"/>
                    <a:pt x="0" y="98796"/>
                    <a:pt x="0" y="125442"/>
                  </a:cubicBezTo>
                  <a:cubicBezTo>
                    <a:pt x="0" y="152088"/>
                    <a:pt x="64782" y="176227"/>
                    <a:pt x="64782" y="176227"/>
                  </a:cubicBezTo>
                  <a:lnTo>
                    <a:pt x="64782" y="58826"/>
                  </a:lnTo>
                  <a:close/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494830007" name="Google Shape;1116;p30"/>
          <p:cNvSpPr/>
          <p:nvPr/>
        </p:nvSpPr>
        <p:spPr bwMode="auto">
          <a:xfrm>
            <a:off x="559300" y="442800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805154336" name="Google Shape;1117;p30"/>
          <p:cNvGrpSpPr/>
          <p:nvPr/>
        </p:nvGrpSpPr>
        <p:grpSpPr bwMode="auto">
          <a:xfrm>
            <a:off x="533175" y="2631750"/>
            <a:ext cx="3075700" cy="952625"/>
            <a:chOff x="3962175" y="2631750"/>
            <a:chExt cx="3075700" cy="952625"/>
          </a:xfrm>
        </p:grpSpPr>
        <p:sp>
          <p:nvSpPr>
            <p:cNvPr id="1118" name="Google Shape;1118;p30"/>
            <p:cNvSpPr/>
            <p:nvPr/>
          </p:nvSpPr>
          <p:spPr bwMode="auto"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19" name="Google Shape;1119;p30"/>
            <p:cNvSpPr/>
            <p:nvPr/>
          </p:nvSpPr>
          <p:spPr bwMode="auto"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0" name="Google Shape;1120;p30"/>
            <p:cNvSpPr/>
            <p:nvPr/>
          </p:nvSpPr>
          <p:spPr bwMode="auto"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1" name="Google Shape;1121;p30"/>
            <p:cNvSpPr/>
            <p:nvPr/>
          </p:nvSpPr>
          <p:spPr bwMode="auto"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2" name="Google Shape;1122;p30"/>
            <p:cNvSpPr/>
            <p:nvPr/>
          </p:nvSpPr>
          <p:spPr bwMode="auto"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3" name="Google Shape;1123;p30"/>
            <p:cNvSpPr/>
            <p:nvPr/>
          </p:nvSpPr>
          <p:spPr bwMode="auto"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4" name="Google Shape;1124;p30"/>
            <p:cNvSpPr/>
            <p:nvPr/>
          </p:nvSpPr>
          <p:spPr bwMode="auto"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5" name="Google Shape;1125;p30"/>
            <p:cNvSpPr/>
            <p:nvPr/>
          </p:nvSpPr>
          <p:spPr bwMode="auto"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6" name="Google Shape;1126;p30"/>
            <p:cNvSpPr/>
            <p:nvPr/>
          </p:nvSpPr>
          <p:spPr bwMode="auto"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7" name="Google Shape;1127;p30"/>
            <p:cNvSpPr/>
            <p:nvPr/>
          </p:nvSpPr>
          <p:spPr bwMode="auto"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8" name="Google Shape;1128;p30"/>
            <p:cNvSpPr/>
            <p:nvPr/>
          </p:nvSpPr>
          <p:spPr bwMode="auto"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9" name="Google Shape;1129;p30"/>
            <p:cNvSpPr/>
            <p:nvPr/>
          </p:nvSpPr>
          <p:spPr bwMode="auto"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0" name="Google Shape;1130;p30"/>
            <p:cNvSpPr/>
            <p:nvPr/>
          </p:nvSpPr>
          <p:spPr bwMode="auto"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1" name="Google Shape;1131;p30"/>
            <p:cNvSpPr/>
            <p:nvPr/>
          </p:nvSpPr>
          <p:spPr bwMode="auto"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2" name="Google Shape;1132;p30"/>
            <p:cNvSpPr/>
            <p:nvPr/>
          </p:nvSpPr>
          <p:spPr bwMode="auto"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3" name="Google Shape;1133;p30"/>
            <p:cNvSpPr/>
            <p:nvPr/>
          </p:nvSpPr>
          <p:spPr bwMode="auto"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4" name="Google Shape;1134;p30"/>
            <p:cNvSpPr/>
            <p:nvPr/>
          </p:nvSpPr>
          <p:spPr bwMode="auto"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5" name="Google Shape;1135;p30"/>
            <p:cNvSpPr/>
            <p:nvPr/>
          </p:nvSpPr>
          <p:spPr bwMode="auto"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6" name="Google Shape;1136;p30"/>
            <p:cNvSpPr/>
            <p:nvPr/>
          </p:nvSpPr>
          <p:spPr bwMode="auto">
            <a:xfrm>
              <a:off x="4570325" y="2631750"/>
              <a:ext cx="2293575" cy="582700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939258598" name="Google Shape;1137;p30"/>
          <p:cNvSpPr/>
          <p:nvPr/>
        </p:nvSpPr>
        <p:spPr bwMode="auto">
          <a:xfrm>
            <a:off x="4305025" y="3983225"/>
            <a:ext cx="4881800" cy="1188925"/>
          </a:xfrm>
          <a:custGeom>
            <a:avLst/>
            <a:gdLst/>
            <a:ahLst/>
            <a:cxnLst/>
            <a:rect l="l" t="t" r="r" b="b"/>
            <a:pathLst>
              <a:path w="195272" h="47557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460813360" name="Google Shape;1138;p30"/>
          <p:cNvGrpSpPr/>
          <p:nvPr/>
        </p:nvGrpSpPr>
        <p:grpSpPr bwMode="auto">
          <a:xfrm>
            <a:off x="7524150" y="4407050"/>
            <a:ext cx="559600" cy="770400"/>
            <a:chOff x="7524150" y="4330850"/>
            <a:chExt cx="559600" cy="770400"/>
          </a:xfrm>
        </p:grpSpPr>
        <p:sp>
          <p:nvSpPr>
            <p:cNvPr id="1139" name="Google Shape;1139;p30"/>
            <p:cNvSpPr/>
            <p:nvPr/>
          </p:nvSpPr>
          <p:spPr bwMode="auto">
            <a:xfrm>
              <a:off x="7684825" y="4330850"/>
              <a:ext cx="238275" cy="272750"/>
            </a:xfrm>
            <a:custGeom>
              <a:avLst/>
              <a:gdLst/>
              <a:ahLst/>
              <a:cxnLst/>
              <a:rect l="l" t="t" r="r" b="b"/>
              <a:pathLst>
                <a:path w="9531" h="10910" extrusionOk="0">
                  <a:moveTo>
                    <a:pt x="4765" y="0"/>
                  </a:moveTo>
                  <a:cubicBezTo>
                    <a:pt x="4765" y="0"/>
                    <a:pt x="3527" y="9843"/>
                    <a:pt x="0" y="9843"/>
                  </a:cubicBezTo>
                  <a:cubicBezTo>
                    <a:pt x="0" y="9843"/>
                    <a:pt x="1850" y="10909"/>
                    <a:pt x="4765" y="10909"/>
                  </a:cubicBezTo>
                  <a:cubicBezTo>
                    <a:pt x="7680" y="10909"/>
                    <a:pt x="9530" y="9843"/>
                    <a:pt x="9530" y="9843"/>
                  </a:cubicBezTo>
                  <a:cubicBezTo>
                    <a:pt x="5988" y="9843"/>
                    <a:pt x="4765" y="0"/>
                    <a:pt x="47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40" name="Google Shape;1140;p30"/>
            <p:cNvSpPr/>
            <p:nvPr/>
          </p:nvSpPr>
          <p:spPr bwMode="auto">
            <a:xfrm>
              <a:off x="7633475" y="4508750"/>
              <a:ext cx="340950" cy="244925"/>
            </a:xfrm>
            <a:custGeom>
              <a:avLst/>
              <a:gdLst/>
              <a:ahLst/>
              <a:cxnLst/>
              <a:rect l="l" t="t" r="r" b="b"/>
              <a:pathLst>
                <a:path w="13638" h="9797" extrusionOk="0">
                  <a:moveTo>
                    <a:pt x="6819" y="0"/>
                  </a:moveTo>
                  <a:cubicBezTo>
                    <a:pt x="6819" y="0"/>
                    <a:pt x="4640" y="7665"/>
                    <a:pt x="1" y="7665"/>
                  </a:cubicBezTo>
                  <a:cubicBezTo>
                    <a:pt x="1" y="7665"/>
                    <a:pt x="2728" y="9797"/>
                    <a:pt x="6819" y="9797"/>
                  </a:cubicBezTo>
                  <a:cubicBezTo>
                    <a:pt x="10910" y="9797"/>
                    <a:pt x="13637" y="7665"/>
                    <a:pt x="13637" y="7665"/>
                  </a:cubicBezTo>
                  <a:cubicBezTo>
                    <a:pt x="8998" y="7665"/>
                    <a:pt x="6819" y="0"/>
                    <a:pt x="6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41" name="Google Shape;1141;p30"/>
            <p:cNvSpPr/>
            <p:nvPr/>
          </p:nvSpPr>
          <p:spPr bwMode="auto">
            <a:xfrm>
              <a:off x="7599775" y="4588300"/>
              <a:ext cx="408350" cy="293525"/>
            </a:xfrm>
            <a:custGeom>
              <a:avLst/>
              <a:gdLst/>
              <a:ahLst/>
              <a:cxnLst/>
              <a:rect l="l" t="t" r="r" b="b"/>
              <a:pathLst>
                <a:path w="16334" h="11741" extrusionOk="0">
                  <a:moveTo>
                    <a:pt x="8167" y="0"/>
                  </a:moveTo>
                  <a:cubicBezTo>
                    <a:pt x="8167" y="0"/>
                    <a:pt x="5549" y="9185"/>
                    <a:pt x="1" y="9185"/>
                  </a:cubicBezTo>
                  <a:cubicBezTo>
                    <a:pt x="1" y="9185"/>
                    <a:pt x="3261" y="11740"/>
                    <a:pt x="8167" y="11740"/>
                  </a:cubicBezTo>
                  <a:cubicBezTo>
                    <a:pt x="13073" y="11740"/>
                    <a:pt x="16333" y="9185"/>
                    <a:pt x="16333" y="9185"/>
                  </a:cubicBezTo>
                  <a:cubicBezTo>
                    <a:pt x="10785" y="9185"/>
                    <a:pt x="8167" y="0"/>
                    <a:pt x="8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42" name="Google Shape;1142;p30"/>
            <p:cNvSpPr/>
            <p:nvPr/>
          </p:nvSpPr>
          <p:spPr bwMode="auto">
            <a:xfrm>
              <a:off x="7524150" y="4699175"/>
              <a:ext cx="559600" cy="402075"/>
            </a:xfrm>
            <a:custGeom>
              <a:avLst/>
              <a:gdLst/>
              <a:ahLst/>
              <a:cxnLst/>
              <a:rect l="l" t="t" r="r" b="b"/>
              <a:pathLst>
                <a:path w="22384" h="16083" extrusionOk="0">
                  <a:moveTo>
                    <a:pt x="11192" y="1"/>
                  </a:moveTo>
                  <a:cubicBezTo>
                    <a:pt x="11192" y="1"/>
                    <a:pt x="7603" y="12587"/>
                    <a:pt x="1" y="12587"/>
                  </a:cubicBezTo>
                  <a:cubicBezTo>
                    <a:pt x="1" y="12587"/>
                    <a:pt x="4468" y="16083"/>
                    <a:pt x="11192" y="16083"/>
                  </a:cubicBezTo>
                  <a:cubicBezTo>
                    <a:pt x="17916" y="16083"/>
                    <a:pt x="22384" y="12587"/>
                    <a:pt x="22384" y="12587"/>
                  </a:cubicBezTo>
                  <a:cubicBezTo>
                    <a:pt x="14781" y="12587"/>
                    <a:pt x="11192" y="1"/>
                    <a:pt x="11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094388461" name="Google Shape;1143;p30"/>
          <p:cNvGrpSpPr/>
          <p:nvPr/>
        </p:nvGrpSpPr>
        <p:grpSpPr bwMode="auto">
          <a:xfrm>
            <a:off x="5354825" y="4641375"/>
            <a:ext cx="389150" cy="536075"/>
            <a:chOff x="5354825" y="4565175"/>
            <a:chExt cx="389150" cy="536075"/>
          </a:xfrm>
        </p:grpSpPr>
        <p:sp>
          <p:nvSpPr>
            <p:cNvPr id="1144" name="Google Shape;1144;p30"/>
            <p:cNvSpPr/>
            <p:nvPr/>
          </p:nvSpPr>
          <p:spPr bwMode="auto">
            <a:xfrm>
              <a:off x="5466500" y="4565175"/>
              <a:ext cx="165775" cy="189675"/>
            </a:xfrm>
            <a:custGeom>
              <a:avLst/>
              <a:gdLst/>
              <a:ahLst/>
              <a:cxnLst/>
              <a:rect l="l" t="t" r="r" b="b"/>
              <a:pathLst>
                <a:path w="6631" h="7587" extrusionOk="0">
                  <a:moveTo>
                    <a:pt x="3324" y="0"/>
                  </a:moveTo>
                  <a:cubicBezTo>
                    <a:pt x="3324" y="0"/>
                    <a:pt x="2462" y="6850"/>
                    <a:pt x="1" y="6850"/>
                  </a:cubicBezTo>
                  <a:cubicBezTo>
                    <a:pt x="1" y="6850"/>
                    <a:pt x="1286" y="7587"/>
                    <a:pt x="3324" y="7587"/>
                  </a:cubicBezTo>
                  <a:cubicBezTo>
                    <a:pt x="5346" y="7587"/>
                    <a:pt x="6631" y="6850"/>
                    <a:pt x="6631" y="6850"/>
                  </a:cubicBezTo>
                  <a:cubicBezTo>
                    <a:pt x="4170" y="6850"/>
                    <a:pt x="3324" y="0"/>
                    <a:pt x="3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145" name="Google Shape;1145;p30"/>
            <p:cNvGrpSpPr/>
            <p:nvPr/>
          </p:nvGrpSpPr>
          <p:grpSpPr bwMode="auto">
            <a:xfrm>
              <a:off x="5354825" y="4689000"/>
              <a:ext cx="389150" cy="412250"/>
              <a:chOff x="5354825" y="4689000"/>
              <a:chExt cx="389150" cy="412250"/>
            </a:xfrm>
          </p:grpSpPr>
          <p:sp>
            <p:nvSpPr>
              <p:cNvPr id="1146" name="Google Shape;1146;p30"/>
              <p:cNvSpPr/>
              <p:nvPr/>
            </p:nvSpPr>
            <p:spPr bwMode="auto">
              <a:xfrm>
                <a:off x="5430850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50" y="0"/>
                    </a:moveTo>
                    <a:cubicBezTo>
                      <a:pt x="4750" y="0"/>
                      <a:pt x="3229" y="5330"/>
                      <a:pt x="0" y="5330"/>
                    </a:cubicBezTo>
                    <a:cubicBezTo>
                      <a:pt x="0" y="5330"/>
                      <a:pt x="1897" y="6819"/>
                      <a:pt x="4750" y="6819"/>
                    </a:cubicBezTo>
                    <a:cubicBezTo>
                      <a:pt x="7587" y="6819"/>
                      <a:pt x="9483" y="5330"/>
                      <a:pt x="9483" y="5330"/>
                    </a:cubicBezTo>
                    <a:cubicBezTo>
                      <a:pt x="6270" y="5330"/>
                      <a:pt x="4750" y="0"/>
                      <a:pt x="47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47" name="Google Shape;1147;p30"/>
              <p:cNvSpPr/>
              <p:nvPr/>
            </p:nvSpPr>
            <p:spPr bwMode="auto">
              <a:xfrm>
                <a:off x="5407325" y="4744250"/>
                <a:ext cx="2841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65" h="8167" extrusionOk="0">
                    <a:moveTo>
                      <a:pt x="5691" y="0"/>
                    </a:moveTo>
                    <a:cubicBezTo>
                      <a:pt x="5691" y="0"/>
                      <a:pt x="3857" y="6396"/>
                      <a:pt x="1" y="6396"/>
                    </a:cubicBezTo>
                    <a:cubicBezTo>
                      <a:pt x="1" y="6396"/>
                      <a:pt x="2274" y="8167"/>
                      <a:pt x="5691" y="8167"/>
                    </a:cubicBezTo>
                    <a:cubicBezTo>
                      <a:pt x="9092" y="8167"/>
                      <a:pt x="11365" y="6396"/>
                      <a:pt x="11365" y="6396"/>
                    </a:cubicBezTo>
                    <a:cubicBezTo>
                      <a:pt x="7509" y="6396"/>
                      <a:pt x="5691" y="0"/>
                      <a:pt x="56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48" name="Google Shape;1148;p30"/>
              <p:cNvSpPr/>
              <p:nvPr/>
            </p:nvSpPr>
            <p:spPr bwMode="auto">
              <a:xfrm>
                <a:off x="5354825" y="4821450"/>
                <a:ext cx="389150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66" h="11192" extrusionOk="0">
                    <a:moveTo>
                      <a:pt x="7791" y="0"/>
                    </a:moveTo>
                    <a:cubicBezTo>
                      <a:pt x="7791" y="0"/>
                      <a:pt x="5283" y="8762"/>
                      <a:pt x="1" y="8762"/>
                    </a:cubicBezTo>
                    <a:cubicBezTo>
                      <a:pt x="1" y="8762"/>
                      <a:pt x="3104" y="11192"/>
                      <a:pt x="7791" y="11192"/>
                    </a:cubicBezTo>
                    <a:cubicBezTo>
                      <a:pt x="12462" y="11192"/>
                      <a:pt x="15565" y="8762"/>
                      <a:pt x="15565" y="8762"/>
                    </a:cubicBezTo>
                    <a:cubicBezTo>
                      <a:pt x="10283" y="8762"/>
                      <a:pt x="7791" y="0"/>
                      <a:pt x="77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927489069" name="Google Shape;1149;p30"/>
          <p:cNvGrpSpPr/>
          <p:nvPr/>
        </p:nvGrpSpPr>
        <p:grpSpPr bwMode="auto">
          <a:xfrm>
            <a:off x="4219225" y="4407050"/>
            <a:ext cx="853900" cy="770400"/>
            <a:chOff x="4219225" y="4330850"/>
            <a:chExt cx="853900" cy="770400"/>
          </a:xfrm>
        </p:grpSpPr>
        <p:grpSp>
          <p:nvGrpSpPr>
            <p:cNvPr id="1150" name="Google Shape;1150;p30"/>
            <p:cNvGrpSpPr/>
            <p:nvPr/>
          </p:nvGrpSpPr>
          <p:grpSpPr bwMode="auto">
            <a:xfrm>
              <a:off x="4295625" y="4330850"/>
              <a:ext cx="777500" cy="770400"/>
              <a:chOff x="4295625" y="4330850"/>
              <a:chExt cx="777500" cy="770400"/>
            </a:xfrm>
          </p:grpSpPr>
          <p:sp>
            <p:nvSpPr>
              <p:cNvPr id="1151" name="Google Shape;1151;p30"/>
              <p:cNvSpPr/>
              <p:nvPr/>
            </p:nvSpPr>
            <p:spPr bwMode="auto">
              <a:xfrm>
                <a:off x="4603250" y="4588300"/>
                <a:ext cx="408325" cy="293525"/>
              </a:xfrm>
              <a:custGeom>
                <a:avLst/>
                <a:gdLst/>
                <a:ahLst/>
                <a:cxnLst/>
                <a:rect l="l" t="t" r="r" b="b"/>
                <a:pathLst>
                  <a:path w="16333" h="11741" extrusionOk="0">
                    <a:moveTo>
                      <a:pt x="8167" y="0"/>
                    </a:moveTo>
                    <a:cubicBezTo>
                      <a:pt x="8167" y="0"/>
                      <a:pt x="5549" y="9185"/>
                      <a:pt x="0" y="9185"/>
                    </a:cubicBezTo>
                    <a:cubicBezTo>
                      <a:pt x="0" y="9185"/>
                      <a:pt x="3260" y="11740"/>
                      <a:pt x="8167" y="11740"/>
                    </a:cubicBezTo>
                    <a:cubicBezTo>
                      <a:pt x="13073" y="11740"/>
                      <a:pt x="16333" y="9185"/>
                      <a:pt x="16333" y="9185"/>
                    </a:cubicBezTo>
                    <a:cubicBezTo>
                      <a:pt x="10784" y="9185"/>
                      <a:pt x="8167" y="0"/>
                      <a:pt x="81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grpSp>
            <p:nvGrpSpPr>
              <p:cNvPr id="1152" name="Google Shape;1152;p30"/>
              <p:cNvGrpSpPr/>
              <p:nvPr/>
            </p:nvGrpSpPr>
            <p:grpSpPr bwMode="auto">
              <a:xfrm>
                <a:off x="4295625" y="4330850"/>
                <a:ext cx="777500" cy="770400"/>
                <a:chOff x="4295625" y="4330850"/>
                <a:chExt cx="777500" cy="770400"/>
              </a:xfrm>
            </p:grpSpPr>
            <p:sp>
              <p:nvSpPr>
                <p:cNvPr id="1153" name="Google Shape;1153;p30"/>
                <p:cNvSpPr/>
                <p:nvPr/>
              </p:nvSpPr>
              <p:spPr bwMode="auto">
                <a:xfrm>
                  <a:off x="4637325" y="4508750"/>
                  <a:ext cx="340550" cy="24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2" h="9797" extrusionOk="0">
                      <a:moveTo>
                        <a:pt x="6804" y="0"/>
                      </a:moveTo>
                      <a:cubicBezTo>
                        <a:pt x="6804" y="0"/>
                        <a:pt x="4625" y="7665"/>
                        <a:pt x="1" y="7665"/>
                      </a:cubicBezTo>
                      <a:cubicBezTo>
                        <a:pt x="1" y="7665"/>
                        <a:pt x="2713" y="9797"/>
                        <a:pt x="6804" y="9797"/>
                      </a:cubicBezTo>
                      <a:cubicBezTo>
                        <a:pt x="10895" y="9797"/>
                        <a:pt x="13622" y="7665"/>
                        <a:pt x="13622" y="7665"/>
                      </a:cubicBezTo>
                      <a:cubicBezTo>
                        <a:pt x="8998" y="7665"/>
                        <a:pt x="6804" y="0"/>
                        <a:pt x="680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154" name="Google Shape;1154;p30"/>
                <p:cNvSpPr/>
                <p:nvPr/>
              </p:nvSpPr>
              <p:spPr bwMode="auto">
                <a:xfrm>
                  <a:off x="4330900" y="4565175"/>
                  <a:ext cx="166175" cy="18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7" h="7587" extrusionOk="0">
                      <a:moveTo>
                        <a:pt x="3323" y="0"/>
                      </a:moveTo>
                      <a:cubicBezTo>
                        <a:pt x="3323" y="0"/>
                        <a:pt x="2461" y="6850"/>
                        <a:pt x="1" y="6850"/>
                      </a:cubicBezTo>
                      <a:cubicBezTo>
                        <a:pt x="1" y="6850"/>
                        <a:pt x="1286" y="7587"/>
                        <a:pt x="3323" y="7587"/>
                      </a:cubicBezTo>
                      <a:cubicBezTo>
                        <a:pt x="5361" y="7587"/>
                        <a:pt x="6646" y="6850"/>
                        <a:pt x="6646" y="6850"/>
                      </a:cubicBezTo>
                      <a:cubicBezTo>
                        <a:pt x="4186" y="6850"/>
                        <a:pt x="3323" y="0"/>
                        <a:pt x="33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grpSp>
              <p:nvGrpSpPr>
                <p:cNvPr id="1155" name="Google Shape;1155;p30"/>
                <p:cNvGrpSpPr/>
                <p:nvPr/>
              </p:nvGrpSpPr>
              <p:grpSpPr bwMode="auto">
                <a:xfrm>
                  <a:off x="4295625" y="4330850"/>
                  <a:ext cx="777500" cy="770400"/>
                  <a:chOff x="4295625" y="4330850"/>
                  <a:chExt cx="777500" cy="770400"/>
                </a:xfrm>
              </p:grpSpPr>
              <p:sp>
                <p:nvSpPr>
                  <p:cNvPr id="1156" name="Google Shape;1156;p30"/>
                  <p:cNvSpPr/>
                  <p:nvPr/>
                </p:nvSpPr>
                <p:spPr bwMode="auto">
                  <a:xfrm>
                    <a:off x="4688275" y="4330850"/>
                    <a:ext cx="238675" cy="272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7" h="10910" extrusionOk="0">
                        <a:moveTo>
                          <a:pt x="4766" y="0"/>
                        </a:moveTo>
                        <a:cubicBezTo>
                          <a:pt x="4766" y="0"/>
                          <a:pt x="3543" y="9843"/>
                          <a:pt x="1" y="9843"/>
                        </a:cubicBezTo>
                        <a:cubicBezTo>
                          <a:pt x="1" y="9843"/>
                          <a:pt x="1850" y="10909"/>
                          <a:pt x="4766" y="10909"/>
                        </a:cubicBezTo>
                        <a:cubicBezTo>
                          <a:pt x="7697" y="10909"/>
                          <a:pt x="9546" y="9843"/>
                          <a:pt x="9546" y="9843"/>
                        </a:cubicBezTo>
                        <a:cubicBezTo>
                          <a:pt x="6004" y="9843"/>
                          <a:pt x="4766" y="0"/>
                          <a:pt x="476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1157" name="Google Shape;1157;p30"/>
                  <p:cNvSpPr/>
                  <p:nvPr/>
                </p:nvSpPr>
                <p:spPr bwMode="auto">
                  <a:xfrm>
                    <a:off x="4513550" y="4699175"/>
                    <a:ext cx="559575" cy="402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83" h="16083" extrusionOk="0">
                        <a:moveTo>
                          <a:pt x="11192" y="1"/>
                        </a:moveTo>
                        <a:cubicBezTo>
                          <a:pt x="11192" y="1"/>
                          <a:pt x="7618" y="12587"/>
                          <a:pt x="0" y="12587"/>
                        </a:cubicBezTo>
                        <a:cubicBezTo>
                          <a:pt x="0" y="12587"/>
                          <a:pt x="4483" y="16083"/>
                          <a:pt x="11192" y="16083"/>
                        </a:cubicBezTo>
                        <a:cubicBezTo>
                          <a:pt x="17916" y="16083"/>
                          <a:pt x="22383" y="12587"/>
                          <a:pt x="22383" y="12587"/>
                        </a:cubicBezTo>
                        <a:cubicBezTo>
                          <a:pt x="14781" y="12587"/>
                          <a:pt x="11192" y="1"/>
                          <a:pt x="1119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1158" name="Google Shape;1158;p30"/>
                  <p:cNvSpPr/>
                  <p:nvPr/>
                </p:nvSpPr>
                <p:spPr bwMode="auto">
                  <a:xfrm>
                    <a:off x="4295625" y="4689000"/>
                    <a:ext cx="237100" cy="170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84" h="6819" extrusionOk="0">
                        <a:moveTo>
                          <a:pt x="4734" y="0"/>
                        </a:moveTo>
                        <a:cubicBezTo>
                          <a:pt x="4734" y="0"/>
                          <a:pt x="3214" y="5330"/>
                          <a:pt x="1" y="5330"/>
                        </a:cubicBezTo>
                        <a:cubicBezTo>
                          <a:pt x="1" y="5330"/>
                          <a:pt x="1882" y="6819"/>
                          <a:pt x="4734" y="6819"/>
                        </a:cubicBezTo>
                        <a:cubicBezTo>
                          <a:pt x="7587" y="6819"/>
                          <a:pt x="9484" y="5330"/>
                          <a:pt x="9484" y="5330"/>
                        </a:cubicBezTo>
                        <a:cubicBezTo>
                          <a:pt x="6255" y="5330"/>
                          <a:pt x="4734" y="0"/>
                          <a:pt x="473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</p:grpSp>
          </p:grpSp>
        </p:grpSp>
        <p:grpSp>
          <p:nvGrpSpPr>
            <p:cNvPr id="1159" name="Google Shape;1159;p30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160" name="Google Shape;1160;p30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61" name="Google Shape;1161;p30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318809688" name="Google Shape;1162;p30"/>
          <p:cNvGrpSpPr/>
          <p:nvPr/>
        </p:nvGrpSpPr>
        <p:grpSpPr bwMode="auto">
          <a:xfrm>
            <a:off x="7974400" y="4641375"/>
            <a:ext cx="389125" cy="536075"/>
            <a:chOff x="7974400" y="4565175"/>
            <a:chExt cx="389125" cy="536075"/>
          </a:xfrm>
        </p:grpSpPr>
        <p:sp>
          <p:nvSpPr>
            <p:cNvPr id="1163" name="Google Shape;1163;p30"/>
            <p:cNvSpPr/>
            <p:nvPr/>
          </p:nvSpPr>
          <p:spPr bwMode="auto">
            <a:xfrm>
              <a:off x="8086075" y="4565175"/>
              <a:ext cx="165775" cy="189675"/>
            </a:xfrm>
            <a:custGeom>
              <a:avLst/>
              <a:gdLst/>
              <a:ahLst/>
              <a:cxnLst/>
              <a:rect l="l" t="t" r="r" b="b"/>
              <a:pathLst>
                <a:path w="6631" h="7587" extrusionOk="0">
                  <a:moveTo>
                    <a:pt x="3308" y="0"/>
                  </a:moveTo>
                  <a:cubicBezTo>
                    <a:pt x="3308" y="0"/>
                    <a:pt x="2461" y="6850"/>
                    <a:pt x="1" y="6850"/>
                  </a:cubicBezTo>
                  <a:cubicBezTo>
                    <a:pt x="1" y="6850"/>
                    <a:pt x="1286" y="7587"/>
                    <a:pt x="3308" y="7587"/>
                  </a:cubicBezTo>
                  <a:cubicBezTo>
                    <a:pt x="5346" y="7587"/>
                    <a:pt x="6631" y="6850"/>
                    <a:pt x="6631" y="6850"/>
                  </a:cubicBezTo>
                  <a:cubicBezTo>
                    <a:pt x="4170" y="6850"/>
                    <a:pt x="3308" y="0"/>
                    <a:pt x="3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4" name="Google Shape;1164;p30"/>
            <p:cNvSpPr/>
            <p:nvPr/>
          </p:nvSpPr>
          <p:spPr bwMode="auto">
            <a:xfrm>
              <a:off x="8050425" y="4689000"/>
              <a:ext cx="237100" cy="170475"/>
            </a:xfrm>
            <a:custGeom>
              <a:avLst/>
              <a:gdLst/>
              <a:ahLst/>
              <a:cxnLst/>
              <a:rect l="l" t="t" r="r" b="b"/>
              <a:pathLst>
                <a:path w="9484" h="6819" extrusionOk="0">
                  <a:moveTo>
                    <a:pt x="4734" y="0"/>
                  </a:moveTo>
                  <a:cubicBezTo>
                    <a:pt x="4734" y="0"/>
                    <a:pt x="3213" y="5330"/>
                    <a:pt x="0" y="5330"/>
                  </a:cubicBezTo>
                  <a:cubicBezTo>
                    <a:pt x="0" y="5330"/>
                    <a:pt x="1897" y="6819"/>
                    <a:pt x="4734" y="6819"/>
                  </a:cubicBezTo>
                  <a:cubicBezTo>
                    <a:pt x="7587" y="6819"/>
                    <a:pt x="9483" y="5330"/>
                    <a:pt x="9483" y="5330"/>
                  </a:cubicBezTo>
                  <a:cubicBezTo>
                    <a:pt x="6254" y="5330"/>
                    <a:pt x="4734" y="0"/>
                    <a:pt x="47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5" name="Google Shape;1165;p30"/>
            <p:cNvSpPr/>
            <p:nvPr/>
          </p:nvSpPr>
          <p:spPr bwMode="auto">
            <a:xfrm>
              <a:off x="8026900" y="4744250"/>
              <a:ext cx="284125" cy="204175"/>
            </a:xfrm>
            <a:custGeom>
              <a:avLst/>
              <a:gdLst/>
              <a:ahLst/>
              <a:cxnLst/>
              <a:rect l="l" t="t" r="r" b="b"/>
              <a:pathLst>
                <a:path w="11365" h="8167" extrusionOk="0">
                  <a:moveTo>
                    <a:pt x="5675" y="0"/>
                  </a:moveTo>
                  <a:cubicBezTo>
                    <a:pt x="5675" y="0"/>
                    <a:pt x="3857" y="6396"/>
                    <a:pt x="1" y="6396"/>
                  </a:cubicBezTo>
                  <a:cubicBezTo>
                    <a:pt x="1" y="6396"/>
                    <a:pt x="2274" y="8167"/>
                    <a:pt x="5675" y="8167"/>
                  </a:cubicBezTo>
                  <a:cubicBezTo>
                    <a:pt x="9092" y="8167"/>
                    <a:pt x="11365" y="6396"/>
                    <a:pt x="11365" y="6396"/>
                  </a:cubicBezTo>
                  <a:cubicBezTo>
                    <a:pt x="7509" y="6396"/>
                    <a:pt x="5675" y="0"/>
                    <a:pt x="56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6" name="Google Shape;1166;p30"/>
            <p:cNvSpPr/>
            <p:nvPr/>
          </p:nvSpPr>
          <p:spPr bwMode="auto">
            <a:xfrm>
              <a:off x="7974400" y="4821450"/>
              <a:ext cx="389125" cy="279800"/>
            </a:xfrm>
            <a:custGeom>
              <a:avLst/>
              <a:gdLst/>
              <a:ahLst/>
              <a:cxnLst/>
              <a:rect l="l" t="t" r="r" b="b"/>
              <a:pathLst>
                <a:path w="15565" h="11192" extrusionOk="0">
                  <a:moveTo>
                    <a:pt x="7775" y="0"/>
                  </a:moveTo>
                  <a:cubicBezTo>
                    <a:pt x="7775" y="0"/>
                    <a:pt x="5283" y="8762"/>
                    <a:pt x="0" y="8762"/>
                  </a:cubicBezTo>
                  <a:cubicBezTo>
                    <a:pt x="0" y="8762"/>
                    <a:pt x="3104" y="11192"/>
                    <a:pt x="7775" y="11192"/>
                  </a:cubicBezTo>
                  <a:cubicBezTo>
                    <a:pt x="12461" y="11192"/>
                    <a:pt x="15565" y="8762"/>
                    <a:pt x="15565" y="8762"/>
                  </a:cubicBezTo>
                  <a:cubicBezTo>
                    <a:pt x="10283" y="8762"/>
                    <a:pt x="7775" y="0"/>
                    <a:pt x="77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067419971" name="Google Shape;1167;p30"/>
          <p:cNvGrpSpPr/>
          <p:nvPr/>
        </p:nvGrpSpPr>
        <p:grpSpPr bwMode="auto">
          <a:xfrm>
            <a:off x="6522575" y="4158200"/>
            <a:ext cx="724950" cy="1019250"/>
            <a:chOff x="6522575" y="4082000"/>
            <a:chExt cx="724950" cy="1019250"/>
          </a:xfrm>
        </p:grpSpPr>
        <p:sp>
          <p:nvSpPr>
            <p:cNvPr id="1168" name="Google Shape;1168;p30"/>
            <p:cNvSpPr/>
            <p:nvPr/>
          </p:nvSpPr>
          <p:spPr bwMode="auto">
            <a:xfrm>
              <a:off x="6714575" y="4259900"/>
              <a:ext cx="340550" cy="244949"/>
            </a:xfrm>
            <a:custGeom>
              <a:avLst/>
              <a:gdLst/>
              <a:ahLst/>
              <a:cxnLst/>
              <a:rect l="l" t="t" r="r" b="b"/>
              <a:pathLst>
                <a:path w="13622" h="9798" extrusionOk="0">
                  <a:moveTo>
                    <a:pt x="6819" y="1"/>
                  </a:moveTo>
                  <a:cubicBezTo>
                    <a:pt x="6819" y="1"/>
                    <a:pt x="4624" y="7666"/>
                    <a:pt x="0" y="7666"/>
                  </a:cubicBezTo>
                  <a:cubicBezTo>
                    <a:pt x="0" y="7666"/>
                    <a:pt x="2728" y="9797"/>
                    <a:pt x="6819" y="9797"/>
                  </a:cubicBezTo>
                  <a:cubicBezTo>
                    <a:pt x="10910" y="9797"/>
                    <a:pt x="13621" y="7666"/>
                    <a:pt x="13621" y="7666"/>
                  </a:cubicBezTo>
                  <a:cubicBezTo>
                    <a:pt x="8998" y="7666"/>
                    <a:pt x="6819" y="1"/>
                    <a:pt x="68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169" name="Google Shape;1169;p30"/>
            <p:cNvGrpSpPr/>
            <p:nvPr/>
          </p:nvGrpSpPr>
          <p:grpSpPr bwMode="auto">
            <a:xfrm>
              <a:off x="6522575" y="4082000"/>
              <a:ext cx="724950" cy="1019250"/>
              <a:chOff x="6522575" y="4082000"/>
              <a:chExt cx="724950" cy="1019250"/>
            </a:xfrm>
          </p:grpSpPr>
          <p:sp>
            <p:nvSpPr>
              <p:cNvPr id="1170" name="Google Shape;1170;p30"/>
              <p:cNvSpPr/>
              <p:nvPr/>
            </p:nvSpPr>
            <p:spPr bwMode="auto">
              <a:xfrm>
                <a:off x="6765900" y="4082000"/>
                <a:ext cx="238275" cy="272775"/>
              </a:xfrm>
              <a:custGeom>
                <a:avLst/>
                <a:gdLst/>
                <a:ahLst/>
                <a:cxnLst/>
                <a:rect l="l" t="t" r="r" b="b"/>
                <a:pathLst>
                  <a:path w="9531" h="10911" extrusionOk="0">
                    <a:moveTo>
                      <a:pt x="4766" y="1"/>
                    </a:moveTo>
                    <a:cubicBezTo>
                      <a:pt x="4766" y="1"/>
                      <a:pt x="3527" y="9829"/>
                      <a:pt x="1" y="9829"/>
                    </a:cubicBezTo>
                    <a:cubicBezTo>
                      <a:pt x="1" y="9829"/>
                      <a:pt x="1835" y="10910"/>
                      <a:pt x="4766" y="10910"/>
                    </a:cubicBezTo>
                    <a:cubicBezTo>
                      <a:pt x="7681" y="10910"/>
                      <a:pt x="9531" y="9829"/>
                      <a:pt x="9531" y="9829"/>
                    </a:cubicBezTo>
                    <a:cubicBezTo>
                      <a:pt x="5988" y="9829"/>
                      <a:pt x="4766" y="1"/>
                      <a:pt x="47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71" name="Google Shape;1171;p30"/>
              <p:cNvSpPr/>
              <p:nvPr/>
            </p:nvSpPr>
            <p:spPr bwMode="auto">
              <a:xfrm>
                <a:off x="6680875" y="4339450"/>
                <a:ext cx="408350" cy="293525"/>
              </a:xfrm>
              <a:custGeom>
                <a:avLst/>
                <a:gdLst/>
                <a:ahLst/>
                <a:cxnLst/>
                <a:rect l="l" t="t" r="r" b="b"/>
                <a:pathLst>
                  <a:path w="16334" h="11741" extrusionOk="0">
                    <a:moveTo>
                      <a:pt x="8167" y="1"/>
                    </a:moveTo>
                    <a:cubicBezTo>
                      <a:pt x="8167" y="1"/>
                      <a:pt x="5549" y="9186"/>
                      <a:pt x="0" y="9186"/>
                    </a:cubicBezTo>
                    <a:cubicBezTo>
                      <a:pt x="0" y="9186"/>
                      <a:pt x="3261" y="11741"/>
                      <a:pt x="8167" y="11741"/>
                    </a:cubicBezTo>
                    <a:cubicBezTo>
                      <a:pt x="13073" y="11741"/>
                      <a:pt x="16333" y="9186"/>
                      <a:pt x="16333" y="9186"/>
                    </a:cubicBezTo>
                    <a:cubicBezTo>
                      <a:pt x="10784" y="9186"/>
                      <a:pt x="8167" y="1"/>
                      <a:pt x="81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72" name="Google Shape;1172;p30"/>
              <p:cNvSpPr/>
              <p:nvPr/>
            </p:nvSpPr>
            <p:spPr bwMode="auto">
              <a:xfrm>
                <a:off x="6605250" y="4450350"/>
                <a:ext cx="559600" cy="402075"/>
              </a:xfrm>
              <a:custGeom>
                <a:avLst/>
                <a:gdLst/>
                <a:ahLst/>
                <a:cxnLst/>
                <a:rect l="l" t="t" r="r" b="b"/>
                <a:pathLst>
                  <a:path w="22384" h="16083" extrusionOk="0">
                    <a:moveTo>
                      <a:pt x="11192" y="1"/>
                    </a:moveTo>
                    <a:cubicBezTo>
                      <a:pt x="11192" y="1"/>
                      <a:pt x="7602" y="12587"/>
                      <a:pt x="0" y="12587"/>
                    </a:cubicBezTo>
                    <a:cubicBezTo>
                      <a:pt x="0" y="12587"/>
                      <a:pt x="4467" y="16083"/>
                      <a:pt x="11192" y="16083"/>
                    </a:cubicBezTo>
                    <a:cubicBezTo>
                      <a:pt x="17916" y="16083"/>
                      <a:pt x="22383" y="12587"/>
                      <a:pt x="22383" y="12587"/>
                    </a:cubicBezTo>
                    <a:cubicBezTo>
                      <a:pt x="14781" y="12587"/>
                      <a:pt x="11192" y="1"/>
                      <a:pt x="111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73" name="Google Shape;1173;p30"/>
              <p:cNvSpPr/>
              <p:nvPr/>
            </p:nvSpPr>
            <p:spPr bwMode="auto">
              <a:xfrm>
                <a:off x="6522575" y="4580450"/>
                <a:ext cx="724950" cy="520800"/>
              </a:xfrm>
              <a:custGeom>
                <a:avLst/>
                <a:gdLst/>
                <a:ahLst/>
                <a:cxnLst/>
                <a:rect l="l" t="t" r="r" b="b"/>
                <a:pathLst>
                  <a:path w="28998" h="20832" extrusionOk="0">
                    <a:moveTo>
                      <a:pt x="14499" y="1"/>
                    </a:moveTo>
                    <a:cubicBezTo>
                      <a:pt x="14499" y="1"/>
                      <a:pt x="9843" y="16302"/>
                      <a:pt x="0" y="16302"/>
                    </a:cubicBezTo>
                    <a:cubicBezTo>
                      <a:pt x="0" y="16302"/>
                      <a:pt x="5784" y="20832"/>
                      <a:pt x="14499" y="20832"/>
                    </a:cubicBezTo>
                    <a:cubicBezTo>
                      <a:pt x="23198" y="20832"/>
                      <a:pt x="28998" y="16302"/>
                      <a:pt x="28998" y="16302"/>
                    </a:cubicBezTo>
                    <a:cubicBezTo>
                      <a:pt x="19138" y="16302"/>
                      <a:pt x="14499" y="1"/>
                      <a:pt x="1449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526446728" name="Google Shape;1174;p30"/>
          <p:cNvSpPr/>
          <p:nvPr/>
        </p:nvSpPr>
        <p:spPr bwMode="auto">
          <a:xfrm>
            <a:off x="-8925" y="695575"/>
            <a:ext cx="3504800" cy="490625"/>
          </a:xfrm>
          <a:custGeom>
            <a:avLst/>
            <a:gdLst/>
            <a:ahLst/>
            <a:cxnLst/>
            <a:rect l="l" t="t" r="r" b="b"/>
            <a:pathLst>
              <a:path w="140192" h="19625" extrusionOk="0">
                <a:moveTo>
                  <a:pt x="45832" y="2399"/>
                </a:moveTo>
                <a:cubicBezTo>
                  <a:pt x="38057" y="7775"/>
                  <a:pt x="0" y="2399"/>
                  <a:pt x="0" y="2399"/>
                </a:cubicBezTo>
                <a:lnTo>
                  <a:pt x="0" y="2399"/>
                </a:lnTo>
                <a:lnTo>
                  <a:pt x="0" y="19625"/>
                </a:lnTo>
                <a:cubicBezTo>
                  <a:pt x="0" y="19625"/>
                  <a:pt x="58293" y="7242"/>
                  <a:pt x="63418" y="4781"/>
                </a:cubicBezTo>
                <a:lnTo>
                  <a:pt x="63418" y="4781"/>
                </a:lnTo>
                <a:cubicBezTo>
                  <a:pt x="68528" y="2336"/>
                  <a:pt x="140191" y="2399"/>
                  <a:pt x="140191" y="2399"/>
                </a:cubicBezTo>
                <a:lnTo>
                  <a:pt x="140191" y="2399"/>
                </a:lnTo>
                <a:cubicBezTo>
                  <a:pt x="140191" y="2399"/>
                  <a:pt x="101711" y="0"/>
                  <a:pt x="73763" y="0"/>
                </a:cubicBezTo>
                <a:lnTo>
                  <a:pt x="73763" y="0"/>
                </a:lnTo>
                <a:cubicBezTo>
                  <a:pt x="59782" y="0"/>
                  <a:pt x="48434" y="596"/>
                  <a:pt x="45832" y="2399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52023571" name="Google Shape;1175;p30"/>
          <p:cNvSpPr/>
          <p:nvPr/>
        </p:nvSpPr>
        <p:spPr bwMode="auto">
          <a:xfrm>
            <a:off x="5614225" y="159252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96544435" name="Google Shape;1176;p30"/>
          <p:cNvSpPr/>
          <p:nvPr/>
        </p:nvSpPr>
        <p:spPr bwMode="auto">
          <a:xfrm>
            <a:off x="6525300" y="4845350"/>
            <a:ext cx="25" cy="25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58948046" name="Google Shape;1177;p30"/>
          <p:cNvSpPr/>
          <p:nvPr/>
        </p:nvSpPr>
        <p:spPr bwMode="auto">
          <a:xfrm>
            <a:off x="6525300" y="4846125"/>
            <a:ext cx="824" cy="4725"/>
          </a:xfrm>
          <a:custGeom>
            <a:avLst/>
            <a:gdLst/>
            <a:ahLst/>
            <a:cxnLst/>
            <a:rect l="l" t="t" r="r" b="b"/>
            <a:pathLst>
              <a:path w="33" h="189" extrusionOk="0">
                <a:moveTo>
                  <a:pt x="32" y="189"/>
                </a:moveTo>
                <a:lnTo>
                  <a:pt x="32" y="189"/>
                </a:lnTo>
                <a:cubicBezTo>
                  <a:pt x="16" y="126"/>
                  <a:pt x="1" y="63"/>
                  <a:pt x="1" y="1"/>
                </a:cubicBezTo>
                <a:cubicBezTo>
                  <a:pt x="1" y="63"/>
                  <a:pt x="16" y="126"/>
                  <a:pt x="32" y="18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33036333" name="Google Shape;1178;p30"/>
          <p:cNvSpPr/>
          <p:nvPr/>
        </p:nvSpPr>
        <p:spPr bwMode="auto">
          <a:xfrm>
            <a:off x="6531575" y="4866125"/>
            <a:ext cx="25" cy="400"/>
          </a:xfrm>
          <a:custGeom>
            <a:avLst/>
            <a:gdLst/>
            <a:ahLst/>
            <a:cxnLst/>
            <a:rect l="l" t="t" r="r" b="b"/>
            <a:pathLst>
              <a:path w="1" h="16" extrusionOk="0">
                <a:moveTo>
                  <a:pt x="1" y="16"/>
                </a:moveTo>
                <a:cubicBezTo>
                  <a:pt x="1" y="16"/>
                  <a:pt x="1" y="0"/>
                  <a:pt x="1" y="0"/>
                </a:cubicBezTo>
                <a:cubicBezTo>
                  <a:pt x="1" y="0"/>
                  <a:pt x="1" y="16"/>
                  <a:pt x="1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49159503" name="Google Shape;1179;p30"/>
          <p:cNvSpPr/>
          <p:nvPr/>
        </p:nvSpPr>
        <p:spPr bwMode="auto">
          <a:xfrm>
            <a:off x="6530799" y="4864550"/>
            <a:ext cx="400" cy="800"/>
          </a:xfrm>
          <a:custGeom>
            <a:avLst/>
            <a:gdLst/>
            <a:ahLst/>
            <a:cxnLst/>
            <a:rect l="l" t="t" r="r" b="b"/>
            <a:pathLst>
              <a:path w="16" h="32" extrusionOk="0">
                <a:moveTo>
                  <a:pt x="16" y="32"/>
                </a:moveTo>
                <a:cubicBezTo>
                  <a:pt x="0" y="16"/>
                  <a:pt x="0" y="16"/>
                  <a:pt x="0" y="0"/>
                </a:cubicBezTo>
                <a:cubicBezTo>
                  <a:pt x="0" y="16"/>
                  <a:pt x="0" y="16"/>
                  <a:pt x="16" y="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10229706" name="Google Shape;1180;p30"/>
          <p:cNvSpPr/>
          <p:nvPr/>
        </p:nvSpPr>
        <p:spPr bwMode="auto">
          <a:xfrm>
            <a:off x="6527650" y="4856700"/>
            <a:ext cx="2775" cy="7475"/>
          </a:xfrm>
          <a:custGeom>
            <a:avLst/>
            <a:gdLst/>
            <a:ahLst/>
            <a:cxnLst/>
            <a:rect l="l" t="t" r="r" b="b"/>
            <a:pathLst>
              <a:path w="111" h="299" extrusionOk="0">
                <a:moveTo>
                  <a:pt x="1" y="1"/>
                </a:moveTo>
                <a:cubicBezTo>
                  <a:pt x="32" y="111"/>
                  <a:pt x="63" y="205"/>
                  <a:pt x="111" y="299"/>
                </a:cubicBezTo>
                <a:cubicBezTo>
                  <a:pt x="63" y="205"/>
                  <a:pt x="32" y="111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589509662" name="Google Shape;1181;p30"/>
          <p:cNvGrpSpPr/>
          <p:nvPr/>
        </p:nvGrpSpPr>
        <p:grpSpPr bwMode="auto">
          <a:xfrm>
            <a:off x="-613275" y="3559275"/>
            <a:ext cx="9800100" cy="1657575"/>
            <a:chOff x="-613275" y="3559275"/>
            <a:chExt cx="9800100" cy="1657575"/>
          </a:xfrm>
        </p:grpSpPr>
        <p:sp>
          <p:nvSpPr>
            <p:cNvPr id="1182" name="Google Shape;1182;p30"/>
            <p:cNvSpPr/>
            <p:nvPr/>
          </p:nvSpPr>
          <p:spPr bwMode="auto">
            <a:xfrm>
              <a:off x="8699600" y="3962262"/>
              <a:ext cx="444400" cy="1230850"/>
            </a:xfrm>
            <a:custGeom>
              <a:avLst/>
              <a:gdLst/>
              <a:ahLst/>
              <a:cxnLst/>
              <a:rect l="l" t="t" r="r" b="b"/>
              <a:pathLst>
                <a:path w="17776" h="49234" extrusionOk="0">
                  <a:moveTo>
                    <a:pt x="1" y="15017"/>
                  </a:moveTo>
                  <a:lnTo>
                    <a:pt x="1" y="49234"/>
                  </a:lnTo>
                  <a:lnTo>
                    <a:pt x="5487" y="49234"/>
                  </a:lnTo>
                  <a:lnTo>
                    <a:pt x="5487" y="15017"/>
                  </a:lnTo>
                  <a:cubicBezTo>
                    <a:pt x="5487" y="7665"/>
                    <a:pt x="10785" y="1537"/>
                    <a:pt x="17776" y="251"/>
                  </a:cubicBezTo>
                  <a:lnTo>
                    <a:pt x="17776" y="251"/>
                  </a:lnTo>
                  <a:cubicBezTo>
                    <a:pt x="16882" y="79"/>
                    <a:pt x="15957" y="1"/>
                    <a:pt x="15033" y="1"/>
                  </a:cubicBezTo>
                  <a:lnTo>
                    <a:pt x="15033" y="1"/>
                  </a:lnTo>
                  <a:cubicBezTo>
                    <a:pt x="6725" y="1"/>
                    <a:pt x="1" y="6725"/>
                    <a:pt x="1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3" name="Google Shape;1183;p30"/>
            <p:cNvSpPr/>
            <p:nvPr/>
          </p:nvSpPr>
          <p:spPr bwMode="auto">
            <a:xfrm>
              <a:off x="7566750" y="3962262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69" y="1537"/>
                    <a:pt x="17759" y="251"/>
                  </a:cubicBezTo>
                  <a:lnTo>
                    <a:pt x="17759" y="251"/>
                  </a:lnTo>
                  <a:cubicBezTo>
                    <a:pt x="16866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4" name="Google Shape;1184;p30"/>
            <p:cNvSpPr/>
            <p:nvPr/>
          </p:nvSpPr>
          <p:spPr bwMode="auto">
            <a:xfrm>
              <a:off x="6433500" y="3962262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59" y="251"/>
                  </a:cubicBezTo>
                  <a:lnTo>
                    <a:pt x="17759" y="251"/>
                  </a:lnTo>
                  <a:cubicBezTo>
                    <a:pt x="16881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5" name="Google Shape;1185;p30"/>
            <p:cNvSpPr/>
            <p:nvPr/>
          </p:nvSpPr>
          <p:spPr bwMode="auto">
            <a:xfrm>
              <a:off x="5300250" y="3962262"/>
              <a:ext cx="444375" cy="1230850"/>
            </a:xfrm>
            <a:custGeom>
              <a:avLst/>
              <a:gdLst/>
              <a:ahLst/>
              <a:cxnLst/>
              <a:rect l="l" t="t" r="r" b="b"/>
              <a:pathLst>
                <a:path w="17775" h="49234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75" y="251"/>
                  </a:cubicBezTo>
                  <a:lnTo>
                    <a:pt x="17775" y="251"/>
                  </a:lnTo>
                  <a:cubicBezTo>
                    <a:pt x="16881" y="79"/>
                    <a:pt x="15957" y="1"/>
                    <a:pt x="15032" y="1"/>
                  </a:cubicBezTo>
                  <a:lnTo>
                    <a:pt x="15032" y="1"/>
                  </a:lnTo>
                  <a:cubicBezTo>
                    <a:pt x="6724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186" name="Google Shape;1186;p30"/>
            <p:cNvGrpSpPr/>
            <p:nvPr/>
          </p:nvGrpSpPr>
          <p:grpSpPr bwMode="auto">
            <a:xfrm>
              <a:off x="-613275" y="3559275"/>
              <a:ext cx="9800100" cy="1657575"/>
              <a:chOff x="-613275" y="3443675"/>
              <a:chExt cx="9800100" cy="1657575"/>
            </a:xfrm>
          </p:grpSpPr>
          <p:sp>
            <p:nvSpPr>
              <p:cNvPr id="1187" name="Google Shape;1187;p30"/>
              <p:cNvSpPr/>
              <p:nvPr/>
            </p:nvSpPr>
            <p:spPr bwMode="auto">
              <a:xfrm>
                <a:off x="3962175" y="3443675"/>
                <a:ext cx="5224650" cy="1657575"/>
              </a:xfrm>
              <a:custGeom>
                <a:avLst/>
                <a:gdLst/>
                <a:ahLst/>
                <a:cxnLst/>
                <a:rect l="l" t="t" r="r" b="b"/>
                <a:pathLst>
                  <a:path w="208986" h="66303" extrusionOk="0">
                    <a:moveTo>
                      <a:pt x="0" y="0"/>
                    </a:moveTo>
                    <a:lnTo>
                      <a:pt x="0" y="1207"/>
                    </a:lnTo>
                    <a:lnTo>
                      <a:pt x="5486" y="1207"/>
                    </a:lnTo>
                    <a:lnTo>
                      <a:pt x="5486" y="5439"/>
                    </a:lnTo>
                    <a:lnTo>
                      <a:pt x="0" y="5439"/>
                    </a:lnTo>
                    <a:lnTo>
                      <a:pt x="0" y="66303"/>
                    </a:lnTo>
                    <a:lnTo>
                      <a:pt x="8104" y="66303"/>
                    </a:lnTo>
                    <a:lnTo>
                      <a:pt x="8104" y="32086"/>
                    </a:lnTo>
                    <a:cubicBezTo>
                      <a:pt x="8104" y="23794"/>
                      <a:pt x="14828" y="17070"/>
                      <a:pt x="23120" y="17070"/>
                    </a:cubicBezTo>
                    <a:lnTo>
                      <a:pt x="23120" y="17070"/>
                    </a:lnTo>
                    <a:cubicBezTo>
                      <a:pt x="31411" y="17070"/>
                      <a:pt x="38136" y="23794"/>
                      <a:pt x="38136" y="32086"/>
                    </a:cubicBezTo>
                    <a:lnTo>
                      <a:pt x="38136" y="32086"/>
                    </a:lnTo>
                    <a:lnTo>
                      <a:pt x="38136" y="66303"/>
                    </a:lnTo>
                    <a:lnTo>
                      <a:pt x="53434" y="66303"/>
                    </a:lnTo>
                    <a:lnTo>
                      <a:pt x="53434" y="32086"/>
                    </a:lnTo>
                    <a:cubicBezTo>
                      <a:pt x="53434" y="23794"/>
                      <a:pt x="60158" y="17070"/>
                      <a:pt x="68450" y="17070"/>
                    </a:cubicBezTo>
                    <a:lnTo>
                      <a:pt x="68450" y="17070"/>
                    </a:lnTo>
                    <a:cubicBezTo>
                      <a:pt x="76741" y="17070"/>
                      <a:pt x="83466" y="23794"/>
                      <a:pt x="83466" y="32086"/>
                    </a:cubicBezTo>
                    <a:lnTo>
                      <a:pt x="83466" y="32086"/>
                    </a:lnTo>
                    <a:lnTo>
                      <a:pt x="83466" y="66303"/>
                    </a:lnTo>
                    <a:lnTo>
                      <a:pt x="98764" y="66303"/>
                    </a:lnTo>
                    <a:lnTo>
                      <a:pt x="98764" y="32086"/>
                    </a:lnTo>
                    <a:cubicBezTo>
                      <a:pt x="98764" y="23794"/>
                      <a:pt x="105488" y="17070"/>
                      <a:pt x="113780" y="17070"/>
                    </a:cubicBezTo>
                    <a:lnTo>
                      <a:pt x="113780" y="17070"/>
                    </a:lnTo>
                    <a:cubicBezTo>
                      <a:pt x="122072" y="17070"/>
                      <a:pt x="128796" y="23794"/>
                      <a:pt x="128796" y="32086"/>
                    </a:cubicBezTo>
                    <a:lnTo>
                      <a:pt x="128796" y="32086"/>
                    </a:lnTo>
                    <a:lnTo>
                      <a:pt x="128796" y="66303"/>
                    </a:lnTo>
                    <a:lnTo>
                      <a:pt x="144094" y="66303"/>
                    </a:lnTo>
                    <a:lnTo>
                      <a:pt x="144094" y="32086"/>
                    </a:lnTo>
                    <a:cubicBezTo>
                      <a:pt x="144094" y="23794"/>
                      <a:pt x="150818" y="17070"/>
                      <a:pt x="159110" y="17070"/>
                    </a:cubicBezTo>
                    <a:lnTo>
                      <a:pt x="159110" y="17070"/>
                    </a:lnTo>
                    <a:cubicBezTo>
                      <a:pt x="167402" y="17070"/>
                      <a:pt x="174126" y="23794"/>
                      <a:pt x="174126" y="32086"/>
                    </a:cubicBezTo>
                    <a:lnTo>
                      <a:pt x="174126" y="32086"/>
                    </a:lnTo>
                    <a:lnTo>
                      <a:pt x="174126" y="66303"/>
                    </a:lnTo>
                    <a:lnTo>
                      <a:pt x="189424" y="66303"/>
                    </a:lnTo>
                    <a:lnTo>
                      <a:pt x="189424" y="32086"/>
                    </a:lnTo>
                    <a:cubicBezTo>
                      <a:pt x="189424" y="23794"/>
                      <a:pt x="196148" y="17070"/>
                      <a:pt x="204440" y="17070"/>
                    </a:cubicBezTo>
                    <a:lnTo>
                      <a:pt x="204440" y="17070"/>
                    </a:lnTo>
                    <a:cubicBezTo>
                      <a:pt x="205976" y="17070"/>
                      <a:pt x="207591" y="17305"/>
                      <a:pt x="208986" y="17728"/>
                    </a:cubicBezTo>
                    <a:lnTo>
                      <a:pt x="208986" y="17728"/>
                    </a:lnTo>
                    <a:lnTo>
                      <a:pt x="208986" y="5439"/>
                    </a:lnTo>
                    <a:lnTo>
                      <a:pt x="205083" y="5439"/>
                    </a:lnTo>
                    <a:lnTo>
                      <a:pt x="205083" y="1207"/>
                    </a:lnTo>
                    <a:lnTo>
                      <a:pt x="208986" y="1207"/>
                    </a:lnTo>
                    <a:lnTo>
                      <a:pt x="208986" y="0"/>
                    </a:lnTo>
                    <a:close/>
                    <a:moveTo>
                      <a:pt x="189832" y="1207"/>
                    </a:moveTo>
                    <a:lnTo>
                      <a:pt x="203766" y="1207"/>
                    </a:lnTo>
                    <a:lnTo>
                      <a:pt x="203766" y="5439"/>
                    </a:lnTo>
                    <a:lnTo>
                      <a:pt x="189832" y="5439"/>
                    </a:lnTo>
                    <a:close/>
                    <a:moveTo>
                      <a:pt x="174581" y="1207"/>
                    </a:moveTo>
                    <a:lnTo>
                      <a:pt x="188515" y="1207"/>
                    </a:lnTo>
                    <a:lnTo>
                      <a:pt x="188515" y="5439"/>
                    </a:lnTo>
                    <a:lnTo>
                      <a:pt x="174581" y="5439"/>
                    </a:lnTo>
                    <a:close/>
                    <a:moveTo>
                      <a:pt x="159314" y="1207"/>
                    </a:moveTo>
                    <a:lnTo>
                      <a:pt x="173264" y="1207"/>
                    </a:lnTo>
                    <a:lnTo>
                      <a:pt x="173264" y="5439"/>
                    </a:lnTo>
                    <a:lnTo>
                      <a:pt x="159314" y="5439"/>
                    </a:lnTo>
                    <a:close/>
                    <a:moveTo>
                      <a:pt x="144063" y="1207"/>
                    </a:moveTo>
                    <a:lnTo>
                      <a:pt x="158013" y="1207"/>
                    </a:lnTo>
                    <a:lnTo>
                      <a:pt x="158013" y="5439"/>
                    </a:lnTo>
                    <a:lnTo>
                      <a:pt x="144063" y="5439"/>
                    </a:lnTo>
                    <a:close/>
                    <a:moveTo>
                      <a:pt x="128812" y="1207"/>
                    </a:moveTo>
                    <a:lnTo>
                      <a:pt x="142762" y="1207"/>
                    </a:lnTo>
                    <a:lnTo>
                      <a:pt x="142762" y="5439"/>
                    </a:lnTo>
                    <a:lnTo>
                      <a:pt x="128812" y="5439"/>
                    </a:lnTo>
                    <a:close/>
                    <a:moveTo>
                      <a:pt x="113560" y="1207"/>
                    </a:moveTo>
                    <a:lnTo>
                      <a:pt x="127511" y="1207"/>
                    </a:lnTo>
                    <a:lnTo>
                      <a:pt x="127511" y="5439"/>
                    </a:lnTo>
                    <a:lnTo>
                      <a:pt x="113560" y="5439"/>
                    </a:lnTo>
                    <a:close/>
                    <a:moveTo>
                      <a:pt x="98309" y="1207"/>
                    </a:moveTo>
                    <a:lnTo>
                      <a:pt x="112259" y="1207"/>
                    </a:lnTo>
                    <a:lnTo>
                      <a:pt x="112259" y="5439"/>
                    </a:lnTo>
                    <a:lnTo>
                      <a:pt x="98309" y="5439"/>
                    </a:lnTo>
                    <a:close/>
                    <a:moveTo>
                      <a:pt x="83058" y="1207"/>
                    </a:moveTo>
                    <a:lnTo>
                      <a:pt x="97008" y="1207"/>
                    </a:lnTo>
                    <a:lnTo>
                      <a:pt x="97008" y="5439"/>
                    </a:lnTo>
                    <a:lnTo>
                      <a:pt x="83058" y="5439"/>
                    </a:lnTo>
                    <a:close/>
                    <a:moveTo>
                      <a:pt x="67807" y="1207"/>
                    </a:moveTo>
                    <a:lnTo>
                      <a:pt x="81757" y="1207"/>
                    </a:lnTo>
                    <a:lnTo>
                      <a:pt x="81757" y="5439"/>
                    </a:lnTo>
                    <a:lnTo>
                      <a:pt x="67807" y="5439"/>
                    </a:lnTo>
                    <a:close/>
                    <a:moveTo>
                      <a:pt x="52556" y="1207"/>
                    </a:moveTo>
                    <a:lnTo>
                      <a:pt x="66490" y="1207"/>
                    </a:lnTo>
                    <a:lnTo>
                      <a:pt x="66490" y="5439"/>
                    </a:lnTo>
                    <a:lnTo>
                      <a:pt x="52556" y="5439"/>
                    </a:lnTo>
                    <a:close/>
                    <a:moveTo>
                      <a:pt x="37305" y="1207"/>
                    </a:moveTo>
                    <a:lnTo>
                      <a:pt x="51239" y="1207"/>
                    </a:lnTo>
                    <a:lnTo>
                      <a:pt x="51239" y="5439"/>
                    </a:lnTo>
                    <a:lnTo>
                      <a:pt x="37305" y="5439"/>
                    </a:lnTo>
                    <a:close/>
                    <a:moveTo>
                      <a:pt x="22038" y="1207"/>
                    </a:moveTo>
                    <a:lnTo>
                      <a:pt x="35988" y="1207"/>
                    </a:lnTo>
                    <a:lnTo>
                      <a:pt x="35988" y="5439"/>
                    </a:lnTo>
                    <a:lnTo>
                      <a:pt x="22038" y="5439"/>
                    </a:lnTo>
                    <a:close/>
                    <a:moveTo>
                      <a:pt x="6787" y="1207"/>
                    </a:moveTo>
                    <a:lnTo>
                      <a:pt x="20737" y="1207"/>
                    </a:lnTo>
                    <a:lnTo>
                      <a:pt x="20737" y="5439"/>
                    </a:lnTo>
                    <a:lnTo>
                      <a:pt x="6787" y="54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grpSp>
            <p:nvGrpSpPr>
              <p:cNvPr id="1188" name="Google Shape;1188;p30"/>
              <p:cNvGrpSpPr/>
              <p:nvPr/>
            </p:nvGrpSpPr>
            <p:grpSpPr bwMode="auto">
              <a:xfrm>
                <a:off x="-613275" y="3443675"/>
                <a:ext cx="5224650" cy="1657575"/>
                <a:chOff x="1161525" y="3805200"/>
                <a:chExt cx="5224650" cy="1657575"/>
              </a:xfrm>
            </p:grpSpPr>
            <p:sp>
              <p:nvSpPr>
                <p:cNvPr id="1189" name="Google Shape;1189;p30"/>
                <p:cNvSpPr/>
                <p:nvPr/>
              </p:nvSpPr>
              <p:spPr bwMode="auto">
                <a:xfrm>
                  <a:off x="5896325" y="4231925"/>
                  <a:ext cx="4444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6" h="49234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85" y="1537"/>
                        <a:pt x="17776" y="251"/>
                      </a:cubicBezTo>
                      <a:lnTo>
                        <a:pt x="17776" y="251"/>
                      </a:lnTo>
                      <a:cubicBezTo>
                        <a:pt x="16882" y="79"/>
                        <a:pt x="15957" y="1"/>
                        <a:pt x="15033" y="1"/>
                      </a:cubicBezTo>
                      <a:lnTo>
                        <a:pt x="15033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190" name="Google Shape;1190;p30"/>
                <p:cNvSpPr/>
                <p:nvPr/>
              </p:nvSpPr>
              <p:spPr bwMode="auto">
                <a:xfrm>
                  <a:off x="476347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69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66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191" name="Google Shape;1191;p30"/>
                <p:cNvSpPr/>
                <p:nvPr/>
              </p:nvSpPr>
              <p:spPr bwMode="auto">
                <a:xfrm>
                  <a:off x="363022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81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192" name="Google Shape;1192;p30"/>
                <p:cNvSpPr/>
                <p:nvPr/>
              </p:nvSpPr>
              <p:spPr bwMode="auto">
                <a:xfrm>
                  <a:off x="2496975" y="4231925"/>
                  <a:ext cx="444375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5" h="49234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75" y="251"/>
                      </a:cubicBezTo>
                      <a:lnTo>
                        <a:pt x="17775" y="251"/>
                      </a:lnTo>
                      <a:cubicBezTo>
                        <a:pt x="16881" y="79"/>
                        <a:pt x="15957" y="1"/>
                        <a:pt x="15032" y="1"/>
                      </a:cubicBezTo>
                      <a:lnTo>
                        <a:pt x="15032" y="1"/>
                      </a:lnTo>
                      <a:cubicBezTo>
                        <a:pt x="6724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193" name="Google Shape;1193;p30"/>
                <p:cNvSpPr/>
                <p:nvPr/>
              </p:nvSpPr>
              <p:spPr bwMode="auto">
                <a:xfrm>
                  <a:off x="1364100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69" y="1537"/>
                        <a:pt x="17760" y="251"/>
                      </a:cubicBezTo>
                      <a:lnTo>
                        <a:pt x="17760" y="251"/>
                      </a:lnTo>
                      <a:cubicBezTo>
                        <a:pt x="16866" y="79"/>
                        <a:pt x="15957" y="1"/>
                        <a:pt x="15017" y="1"/>
                      </a:cubicBezTo>
                      <a:lnTo>
                        <a:pt x="15017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194" name="Google Shape;1194;p30"/>
                <p:cNvSpPr/>
                <p:nvPr/>
              </p:nvSpPr>
              <p:spPr bwMode="auto">
                <a:xfrm>
                  <a:off x="1161525" y="3805200"/>
                  <a:ext cx="5224650" cy="16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86" h="66303" extrusionOk="0">
                      <a:moveTo>
                        <a:pt x="0" y="0"/>
                      </a:moveTo>
                      <a:lnTo>
                        <a:pt x="0" y="1207"/>
                      </a:lnTo>
                      <a:lnTo>
                        <a:pt x="5486" y="1207"/>
                      </a:lnTo>
                      <a:lnTo>
                        <a:pt x="5486" y="5439"/>
                      </a:lnTo>
                      <a:lnTo>
                        <a:pt x="0" y="5439"/>
                      </a:lnTo>
                      <a:lnTo>
                        <a:pt x="0" y="66303"/>
                      </a:lnTo>
                      <a:lnTo>
                        <a:pt x="8104" y="66303"/>
                      </a:lnTo>
                      <a:lnTo>
                        <a:pt x="8104" y="32086"/>
                      </a:lnTo>
                      <a:cubicBezTo>
                        <a:pt x="8104" y="23794"/>
                        <a:pt x="14828" y="17070"/>
                        <a:pt x="23120" y="17070"/>
                      </a:cubicBezTo>
                      <a:lnTo>
                        <a:pt x="23120" y="17070"/>
                      </a:lnTo>
                      <a:cubicBezTo>
                        <a:pt x="31411" y="17070"/>
                        <a:pt x="38136" y="23794"/>
                        <a:pt x="38136" y="32086"/>
                      </a:cubicBezTo>
                      <a:lnTo>
                        <a:pt x="38136" y="32086"/>
                      </a:lnTo>
                      <a:lnTo>
                        <a:pt x="38136" y="66303"/>
                      </a:lnTo>
                      <a:lnTo>
                        <a:pt x="53434" y="66303"/>
                      </a:lnTo>
                      <a:lnTo>
                        <a:pt x="53434" y="32086"/>
                      </a:lnTo>
                      <a:cubicBezTo>
                        <a:pt x="53434" y="23794"/>
                        <a:pt x="60158" y="17070"/>
                        <a:pt x="68450" y="17070"/>
                      </a:cubicBezTo>
                      <a:lnTo>
                        <a:pt x="68450" y="17070"/>
                      </a:lnTo>
                      <a:cubicBezTo>
                        <a:pt x="76741" y="17070"/>
                        <a:pt x="83466" y="23794"/>
                        <a:pt x="83466" y="32086"/>
                      </a:cubicBezTo>
                      <a:lnTo>
                        <a:pt x="83466" y="32086"/>
                      </a:lnTo>
                      <a:lnTo>
                        <a:pt x="83466" y="66303"/>
                      </a:lnTo>
                      <a:lnTo>
                        <a:pt x="98764" y="66303"/>
                      </a:lnTo>
                      <a:lnTo>
                        <a:pt x="98764" y="32086"/>
                      </a:lnTo>
                      <a:cubicBezTo>
                        <a:pt x="98764" y="23794"/>
                        <a:pt x="105488" y="17070"/>
                        <a:pt x="113780" y="17070"/>
                      </a:cubicBezTo>
                      <a:lnTo>
                        <a:pt x="113780" y="17070"/>
                      </a:lnTo>
                      <a:cubicBezTo>
                        <a:pt x="122072" y="17070"/>
                        <a:pt x="128796" y="23794"/>
                        <a:pt x="128796" y="32086"/>
                      </a:cubicBezTo>
                      <a:lnTo>
                        <a:pt x="128796" y="32086"/>
                      </a:lnTo>
                      <a:lnTo>
                        <a:pt x="128796" y="66303"/>
                      </a:lnTo>
                      <a:lnTo>
                        <a:pt x="144094" y="66303"/>
                      </a:lnTo>
                      <a:lnTo>
                        <a:pt x="144094" y="32086"/>
                      </a:lnTo>
                      <a:cubicBezTo>
                        <a:pt x="144094" y="23794"/>
                        <a:pt x="150818" y="17070"/>
                        <a:pt x="159110" y="17070"/>
                      </a:cubicBezTo>
                      <a:lnTo>
                        <a:pt x="159110" y="17070"/>
                      </a:lnTo>
                      <a:cubicBezTo>
                        <a:pt x="167402" y="17070"/>
                        <a:pt x="174126" y="23794"/>
                        <a:pt x="174126" y="32086"/>
                      </a:cubicBezTo>
                      <a:lnTo>
                        <a:pt x="174126" y="32086"/>
                      </a:lnTo>
                      <a:lnTo>
                        <a:pt x="174126" y="66303"/>
                      </a:lnTo>
                      <a:lnTo>
                        <a:pt x="189424" y="66303"/>
                      </a:lnTo>
                      <a:lnTo>
                        <a:pt x="189424" y="32086"/>
                      </a:lnTo>
                      <a:cubicBezTo>
                        <a:pt x="189424" y="23794"/>
                        <a:pt x="196148" y="17070"/>
                        <a:pt x="204440" y="17070"/>
                      </a:cubicBezTo>
                      <a:lnTo>
                        <a:pt x="204440" y="17070"/>
                      </a:lnTo>
                      <a:cubicBezTo>
                        <a:pt x="205976" y="17070"/>
                        <a:pt x="207591" y="17305"/>
                        <a:pt x="208986" y="17728"/>
                      </a:cubicBezTo>
                      <a:lnTo>
                        <a:pt x="208986" y="17728"/>
                      </a:lnTo>
                      <a:lnTo>
                        <a:pt x="208986" y="5439"/>
                      </a:lnTo>
                      <a:lnTo>
                        <a:pt x="205083" y="5439"/>
                      </a:lnTo>
                      <a:lnTo>
                        <a:pt x="205083" y="1207"/>
                      </a:lnTo>
                      <a:lnTo>
                        <a:pt x="208986" y="1207"/>
                      </a:lnTo>
                      <a:lnTo>
                        <a:pt x="208986" y="0"/>
                      </a:lnTo>
                      <a:close/>
                      <a:moveTo>
                        <a:pt x="189832" y="1207"/>
                      </a:moveTo>
                      <a:lnTo>
                        <a:pt x="203766" y="1207"/>
                      </a:lnTo>
                      <a:lnTo>
                        <a:pt x="203766" y="5439"/>
                      </a:lnTo>
                      <a:lnTo>
                        <a:pt x="189832" y="5439"/>
                      </a:lnTo>
                      <a:close/>
                      <a:moveTo>
                        <a:pt x="174581" y="1207"/>
                      </a:moveTo>
                      <a:lnTo>
                        <a:pt x="188515" y="1207"/>
                      </a:lnTo>
                      <a:lnTo>
                        <a:pt x="188515" y="5439"/>
                      </a:lnTo>
                      <a:lnTo>
                        <a:pt x="174581" y="5439"/>
                      </a:lnTo>
                      <a:close/>
                      <a:moveTo>
                        <a:pt x="159314" y="1207"/>
                      </a:moveTo>
                      <a:lnTo>
                        <a:pt x="173264" y="1207"/>
                      </a:lnTo>
                      <a:lnTo>
                        <a:pt x="173264" y="5439"/>
                      </a:lnTo>
                      <a:lnTo>
                        <a:pt x="159314" y="5439"/>
                      </a:lnTo>
                      <a:close/>
                      <a:moveTo>
                        <a:pt x="144063" y="1207"/>
                      </a:moveTo>
                      <a:lnTo>
                        <a:pt x="158013" y="1207"/>
                      </a:lnTo>
                      <a:lnTo>
                        <a:pt x="158013" y="5439"/>
                      </a:lnTo>
                      <a:lnTo>
                        <a:pt x="144063" y="5439"/>
                      </a:lnTo>
                      <a:close/>
                      <a:moveTo>
                        <a:pt x="128812" y="1207"/>
                      </a:moveTo>
                      <a:lnTo>
                        <a:pt x="142762" y="1207"/>
                      </a:lnTo>
                      <a:lnTo>
                        <a:pt x="142762" y="5439"/>
                      </a:lnTo>
                      <a:lnTo>
                        <a:pt x="128812" y="5439"/>
                      </a:lnTo>
                      <a:close/>
                      <a:moveTo>
                        <a:pt x="113560" y="1207"/>
                      </a:moveTo>
                      <a:lnTo>
                        <a:pt x="127511" y="1207"/>
                      </a:lnTo>
                      <a:lnTo>
                        <a:pt x="127511" y="5439"/>
                      </a:lnTo>
                      <a:lnTo>
                        <a:pt x="113560" y="5439"/>
                      </a:lnTo>
                      <a:close/>
                      <a:moveTo>
                        <a:pt x="98309" y="1207"/>
                      </a:moveTo>
                      <a:lnTo>
                        <a:pt x="112259" y="1207"/>
                      </a:lnTo>
                      <a:lnTo>
                        <a:pt x="112259" y="5439"/>
                      </a:lnTo>
                      <a:lnTo>
                        <a:pt x="98309" y="5439"/>
                      </a:lnTo>
                      <a:close/>
                      <a:moveTo>
                        <a:pt x="83058" y="1207"/>
                      </a:moveTo>
                      <a:lnTo>
                        <a:pt x="97008" y="1207"/>
                      </a:lnTo>
                      <a:lnTo>
                        <a:pt x="97008" y="5439"/>
                      </a:lnTo>
                      <a:lnTo>
                        <a:pt x="83058" y="5439"/>
                      </a:lnTo>
                      <a:close/>
                      <a:moveTo>
                        <a:pt x="67807" y="1207"/>
                      </a:moveTo>
                      <a:lnTo>
                        <a:pt x="81757" y="1207"/>
                      </a:lnTo>
                      <a:lnTo>
                        <a:pt x="81757" y="5439"/>
                      </a:lnTo>
                      <a:lnTo>
                        <a:pt x="67807" y="5439"/>
                      </a:lnTo>
                      <a:close/>
                      <a:moveTo>
                        <a:pt x="52556" y="1207"/>
                      </a:moveTo>
                      <a:lnTo>
                        <a:pt x="66490" y="1207"/>
                      </a:lnTo>
                      <a:lnTo>
                        <a:pt x="66490" y="5439"/>
                      </a:lnTo>
                      <a:lnTo>
                        <a:pt x="52556" y="5439"/>
                      </a:lnTo>
                      <a:close/>
                      <a:moveTo>
                        <a:pt x="37305" y="1207"/>
                      </a:moveTo>
                      <a:lnTo>
                        <a:pt x="51239" y="1207"/>
                      </a:lnTo>
                      <a:lnTo>
                        <a:pt x="51239" y="5439"/>
                      </a:lnTo>
                      <a:lnTo>
                        <a:pt x="37305" y="5439"/>
                      </a:lnTo>
                      <a:close/>
                      <a:moveTo>
                        <a:pt x="22038" y="1207"/>
                      </a:moveTo>
                      <a:lnTo>
                        <a:pt x="35988" y="1207"/>
                      </a:lnTo>
                      <a:lnTo>
                        <a:pt x="35988" y="5439"/>
                      </a:lnTo>
                      <a:lnTo>
                        <a:pt x="22038" y="5439"/>
                      </a:lnTo>
                      <a:close/>
                      <a:moveTo>
                        <a:pt x="6787" y="1207"/>
                      </a:moveTo>
                      <a:lnTo>
                        <a:pt x="20737" y="1207"/>
                      </a:lnTo>
                      <a:lnTo>
                        <a:pt x="20737" y="5439"/>
                      </a:lnTo>
                      <a:lnTo>
                        <a:pt x="6787" y="54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</p:grpSp>
        </p:grpSp>
      </p:grpSp>
      <p:sp>
        <p:nvSpPr>
          <p:cNvPr id="234809566" name="Google Shape;1116;p30"/>
          <p:cNvSpPr/>
          <p:nvPr/>
        </p:nvSpPr>
        <p:spPr bwMode="auto">
          <a:xfrm>
            <a:off x="8547025" y="4519687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74788" name="Google Shape;1214;p32"/>
          <p:cNvSpPr/>
          <p:nvPr/>
        </p:nvSpPr>
        <p:spPr bwMode="auto">
          <a:xfrm>
            <a:off x="7727825" y="347300"/>
            <a:ext cx="840230" cy="840196"/>
          </a:xfrm>
          <a:custGeom>
            <a:avLst/>
            <a:gdLst/>
            <a:ahLst/>
            <a:cxnLst/>
            <a:rect l="l" t="t" r="r" b="b"/>
            <a:pathLst>
              <a:path w="25166" h="25165" extrusionOk="0">
                <a:moveTo>
                  <a:pt x="12583" y="1"/>
                </a:moveTo>
                <a:cubicBezTo>
                  <a:pt x="5638" y="1"/>
                  <a:pt x="1" y="5638"/>
                  <a:pt x="1" y="12583"/>
                </a:cubicBezTo>
                <a:cubicBezTo>
                  <a:pt x="1" y="19527"/>
                  <a:pt x="5638" y="25165"/>
                  <a:pt x="12583" y="25165"/>
                </a:cubicBezTo>
                <a:cubicBezTo>
                  <a:pt x="19527" y="25165"/>
                  <a:pt x="25165" y="19527"/>
                  <a:pt x="25165" y="12583"/>
                </a:cubicBezTo>
                <a:cubicBezTo>
                  <a:pt x="25165" y="5638"/>
                  <a:pt x="19527" y="1"/>
                  <a:pt x="1258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26100717" name="Google Shape;1215;p32"/>
          <p:cNvSpPr/>
          <p:nvPr/>
        </p:nvSpPr>
        <p:spPr bwMode="auto">
          <a:xfrm>
            <a:off x="-1637787" y="745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77369373" name="Google Shape;1216;p32"/>
          <p:cNvSpPr txBox="1">
            <a:spLocks noGrp="1"/>
          </p:cNvSpPr>
          <p:nvPr>
            <p:ph type="title" idx="15"/>
          </p:nvPr>
        </p:nvSpPr>
        <p:spPr bwMode="auto">
          <a:xfrm>
            <a:off x="713225" y="47057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3600" b="1"/>
              <a:t>Summary</a:t>
            </a:r>
            <a:endParaRPr sz="3600" b="1"/>
          </a:p>
        </p:txBody>
      </p:sp>
      <p:sp>
        <p:nvSpPr>
          <p:cNvPr id="945599241" name="Google Shape;1217;p32"/>
          <p:cNvSpPr txBox="1">
            <a:spLocks noGrp="1"/>
          </p:cNvSpPr>
          <p:nvPr>
            <p:ph type="title"/>
          </p:nvPr>
        </p:nvSpPr>
        <p:spPr bwMode="auto">
          <a:xfrm flipH="1">
            <a:off x="713224" y="1417925"/>
            <a:ext cx="648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01</a:t>
            </a:r>
            <a:endParaRPr/>
          </a:p>
        </p:txBody>
      </p:sp>
      <p:sp>
        <p:nvSpPr>
          <p:cNvPr id="1942648299" name="Google Shape;1218;p32"/>
          <p:cNvSpPr txBox="1">
            <a:spLocks noGrp="1"/>
          </p:cNvSpPr>
          <p:nvPr>
            <p:ph type="subTitle" idx="1"/>
          </p:nvPr>
        </p:nvSpPr>
        <p:spPr bwMode="auto">
          <a:xfrm flipH="1">
            <a:off x="1451399" y="1433956"/>
            <a:ext cx="1938300" cy="4191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i="1"/>
              <a:t>Sound analysis</a:t>
            </a:r>
            <a:endParaRPr i="1"/>
          </a:p>
        </p:txBody>
      </p:sp>
      <p:sp>
        <p:nvSpPr>
          <p:cNvPr id="419713679" name="Google Shape;1220;p32"/>
          <p:cNvSpPr txBox="1">
            <a:spLocks noGrp="1"/>
          </p:cNvSpPr>
          <p:nvPr>
            <p:ph type="title" idx="3"/>
          </p:nvPr>
        </p:nvSpPr>
        <p:spPr bwMode="auto">
          <a:xfrm flipH="1">
            <a:off x="713224" y="2714350"/>
            <a:ext cx="648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02</a:t>
            </a:r>
            <a:endParaRPr/>
          </a:p>
        </p:txBody>
      </p:sp>
      <p:sp>
        <p:nvSpPr>
          <p:cNvPr id="355672173" name="Google Shape;1221;p32"/>
          <p:cNvSpPr txBox="1">
            <a:spLocks noGrp="1"/>
          </p:cNvSpPr>
          <p:nvPr>
            <p:ph type="subTitle" idx="4"/>
          </p:nvPr>
        </p:nvSpPr>
        <p:spPr bwMode="auto">
          <a:xfrm flipH="1">
            <a:off x="1451399" y="2789487"/>
            <a:ext cx="19383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i="1"/>
              <a:t>Animation </a:t>
            </a:r>
            <a:endParaRPr i="1"/>
          </a:p>
        </p:txBody>
      </p:sp>
      <p:sp>
        <p:nvSpPr>
          <p:cNvPr id="1197139959" name="Google Shape;1223;p32"/>
          <p:cNvSpPr txBox="1">
            <a:spLocks noGrp="1"/>
          </p:cNvSpPr>
          <p:nvPr>
            <p:ph type="title" idx="6"/>
          </p:nvPr>
        </p:nvSpPr>
        <p:spPr bwMode="auto">
          <a:xfrm>
            <a:off x="3782650" y="1417925"/>
            <a:ext cx="648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03</a:t>
            </a:r>
            <a:endParaRPr/>
          </a:p>
        </p:txBody>
      </p:sp>
      <p:sp>
        <p:nvSpPr>
          <p:cNvPr id="1167957671" name="Google Shape;1224;p32"/>
          <p:cNvSpPr txBox="1">
            <a:spLocks noGrp="1"/>
          </p:cNvSpPr>
          <p:nvPr>
            <p:ph type="subTitle" idx="7"/>
          </p:nvPr>
        </p:nvSpPr>
        <p:spPr bwMode="auto">
          <a:xfrm>
            <a:off x="4493874" y="1638696"/>
            <a:ext cx="19383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i="1"/>
              <a:t>Contrast with plan</a:t>
            </a:r>
            <a:endParaRPr i="1"/>
          </a:p>
        </p:txBody>
      </p:sp>
      <p:sp>
        <p:nvSpPr>
          <p:cNvPr id="13068598" name="Google Shape;1226;p32"/>
          <p:cNvSpPr txBox="1">
            <a:spLocks noGrp="1"/>
          </p:cNvSpPr>
          <p:nvPr>
            <p:ph type="title" idx="9"/>
          </p:nvPr>
        </p:nvSpPr>
        <p:spPr bwMode="auto">
          <a:xfrm>
            <a:off x="3782650" y="2714350"/>
            <a:ext cx="648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04</a:t>
            </a:r>
            <a:endParaRPr/>
          </a:p>
        </p:txBody>
      </p:sp>
      <p:sp>
        <p:nvSpPr>
          <p:cNvPr id="1950173539" name="Google Shape;1227;p32"/>
          <p:cNvSpPr txBox="1">
            <a:spLocks noGrp="1"/>
          </p:cNvSpPr>
          <p:nvPr>
            <p:ph type="subTitle" idx="13"/>
          </p:nvPr>
        </p:nvSpPr>
        <p:spPr bwMode="auto">
          <a:xfrm>
            <a:off x="4493875" y="2789487"/>
            <a:ext cx="228885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defRPr/>
            </a:pPr>
            <a:r>
              <a:rPr lang="fr-CH" i="1"/>
              <a:t>Showcase </a:t>
            </a:r>
            <a:endParaRPr/>
          </a:p>
        </p:txBody>
      </p:sp>
      <p:sp>
        <p:nvSpPr>
          <p:cNvPr id="669277909" name="Google Shape;1229;p32"/>
          <p:cNvSpPr/>
          <p:nvPr/>
        </p:nvSpPr>
        <p:spPr bwMode="auto">
          <a:xfrm>
            <a:off x="6638024" y="5131575"/>
            <a:ext cx="225450" cy="266525"/>
          </a:xfrm>
          <a:custGeom>
            <a:avLst/>
            <a:gdLst/>
            <a:ahLst/>
            <a:cxnLst/>
            <a:rect l="l" t="t" r="r" b="b"/>
            <a:pathLst>
              <a:path w="9018" h="10661" extrusionOk="0">
                <a:moveTo>
                  <a:pt x="1" y="10660"/>
                </a:moveTo>
                <a:lnTo>
                  <a:pt x="9017" y="10660"/>
                </a:lnTo>
                <a:lnTo>
                  <a:pt x="9017" y="1"/>
                </a:lnTo>
                <a:lnTo>
                  <a:pt x="1" y="1"/>
                </a:lnTo>
                <a:close/>
              </a:path>
            </a:pathLst>
          </a:custGeom>
          <a:solidFill>
            <a:srgbClr val="033B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87373422" name="Google Shape;1230;p32"/>
          <p:cNvSpPr/>
          <p:nvPr/>
        </p:nvSpPr>
        <p:spPr bwMode="auto">
          <a:xfrm>
            <a:off x="6709900" y="4473175"/>
            <a:ext cx="72825" cy="792553"/>
          </a:xfrm>
          <a:custGeom>
            <a:avLst/>
            <a:gdLst/>
            <a:ahLst/>
            <a:cxnLst/>
            <a:rect l="l" t="t" r="r" b="b"/>
            <a:pathLst>
              <a:path w="2913" h="48780" extrusionOk="0">
                <a:moveTo>
                  <a:pt x="1" y="48780"/>
                </a:moveTo>
                <a:lnTo>
                  <a:pt x="2913" y="48780"/>
                </a:lnTo>
                <a:lnTo>
                  <a:pt x="2913" y="1"/>
                </a:lnTo>
                <a:lnTo>
                  <a:pt x="1" y="1"/>
                </a:lnTo>
                <a:close/>
              </a:path>
            </a:pathLst>
          </a:custGeom>
          <a:solidFill>
            <a:srgbClr val="033B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89805150" name="Google Shape;1231;p32"/>
          <p:cNvSpPr/>
          <p:nvPr/>
        </p:nvSpPr>
        <p:spPr bwMode="auto">
          <a:xfrm>
            <a:off x="5855850" y="3492550"/>
            <a:ext cx="3625540" cy="2207975"/>
          </a:xfrm>
          <a:custGeom>
            <a:avLst/>
            <a:gdLst/>
            <a:ahLst/>
            <a:cxnLst/>
            <a:rect l="l" t="t" r="r" b="b"/>
            <a:pathLst>
              <a:path w="102525" h="88319" extrusionOk="0">
                <a:moveTo>
                  <a:pt x="65114" y="10828"/>
                </a:moveTo>
                <a:cubicBezTo>
                  <a:pt x="55668" y="13983"/>
                  <a:pt x="48798" y="13068"/>
                  <a:pt x="45027" y="19826"/>
                </a:cubicBezTo>
                <a:lnTo>
                  <a:pt x="45027" y="19826"/>
                </a:lnTo>
                <a:cubicBezTo>
                  <a:pt x="41256" y="26583"/>
                  <a:pt x="39315" y="30186"/>
                  <a:pt x="32613" y="31549"/>
                </a:cubicBezTo>
                <a:lnTo>
                  <a:pt x="32613" y="31549"/>
                </a:lnTo>
                <a:cubicBezTo>
                  <a:pt x="25930" y="32893"/>
                  <a:pt x="23989" y="35413"/>
                  <a:pt x="19098" y="40678"/>
                </a:cubicBezTo>
                <a:lnTo>
                  <a:pt x="19098" y="40678"/>
                </a:lnTo>
                <a:cubicBezTo>
                  <a:pt x="14207" y="45961"/>
                  <a:pt x="8737" y="50460"/>
                  <a:pt x="8084" y="56321"/>
                </a:cubicBezTo>
                <a:lnTo>
                  <a:pt x="8084" y="56321"/>
                </a:lnTo>
                <a:cubicBezTo>
                  <a:pt x="7449" y="62183"/>
                  <a:pt x="0" y="74355"/>
                  <a:pt x="131" y="78405"/>
                </a:cubicBezTo>
                <a:lnTo>
                  <a:pt x="131" y="78405"/>
                </a:lnTo>
                <a:cubicBezTo>
                  <a:pt x="243" y="82456"/>
                  <a:pt x="3118" y="87422"/>
                  <a:pt x="3118" y="87422"/>
                </a:cubicBezTo>
                <a:lnTo>
                  <a:pt x="3118" y="87422"/>
                </a:lnTo>
                <a:cubicBezTo>
                  <a:pt x="3118" y="87422"/>
                  <a:pt x="21748" y="88318"/>
                  <a:pt x="32613" y="87422"/>
                </a:cubicBezTo>
                <a:lnTo>
                  <a:pt x="32613" y="87422"/>
                </a:lnTo>
                <a:cubicBezTo>
                  <a:pt x="43497" y="86507"/>
                  <a:pt x="46540" y="84715"/>
                  <a:pt x="51318" y="84715"/>
                </a:cubicBezTo>
                <a:lnTo>
                  <a:pt x="51318" y="84715"/>
                </a:lnTo>
                <a:cubicBezTo>
                  <a:pt x="56116" y="84715"/>
                  <a:pt x="63453" y="85611"/>
                  <a:pt x="76688" y="83801"/>
                </a:cubicBezTo>
                <a:lnTo>
                  <a:pt x="76688" y="83801"/>
                </a:lnTo>
                <a:cubicBezTo>
                  <a:pt x="89905" y="82008"/>
                  <a:pt x="102525" y="85163"/>
                  <a:pt x="102525" y="85163"/>
                </a:cubicBezTo>
                <a:lnTo>
                  <a:pt x="102525" y="85163"/>
                </a:lnTo>
                <a:lnTo>
                  <a:pt x="102525" y="0"/>
                </a:lnTo>
                <a:cubicBezTo>
                  <a:pt x="102525" y="0"/>
                  <a:pt x="74560" y="7673"/>
                  <a:pt x="65114" y="10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01848566" name="Google Shape;1232;p32"/>
          <p:cNvSpPr/>
          <p:nvPr/>
        </p:nvSpPr>
        <p:spPr bwMode="auto">
          <a:xfrm>
            <a:off x="6401152" y="3798225"/>
            <a:ext cx="2867400" cy="1881300"/>
          </a:xfrm>
          <a:custGeom>
            <a:avLst/>
            <a:gdLst/>
            <a:ahLst/>
            <a:cxnLst/>
            <a:rect l="l" t="t" r="r" b="b"/>
            <a:pathLst>
              <a:path w="96888" h="75252" extrusionOk="0">
                <a:moveTo>
                  <a:pt x="96887" y="1214"/>
                </a:moveTo>
                <a:cubicBezTo>
                  <a:pt x="96887" y="1214"/>
                  <a:pt x="84809" y="1"/>
                  <a:pt x="53970" y="19173"/>
                </a:cubicBezTo>
                <a:cubicBezTo>
                  <a:pt x="48967" y="22290"/>
                  <a:pt x="34928" y="39670"/>
                  <a:pt x="28992" y="40510"/>
                </a:cubicBezTo>
                <a:cubicBezTo>
                  <a:pt x="23037" y="41350"/>
                  <a:pt x="21301" y="42918"/>
                  <a:pt x="16970" y="46185"/>
                </a:cubicBezTo>
                <a:cubicBezTo>
                  <a:pt x="12620" y="49471"/>
                  <a:pt x="7748" y="52271"/>
                  <a:pt x="7188" y="55930"/>
                </a:cubicBezTo>
                <a:cubicBezTo>
                  <a:pt x="6628" y="59570"/>
                  <a:pt x="1" y="67131"/>
                  <a:pt x="113" y="69651"/>
                </a:cubicBezTo>
                <a:cubicBezTo>
                  <a:pt x="206" y="72171"/>
                  <a:pt x="2763" y="75251"/>
                  <a:pt x="2763" y="75251"/>
                </a:cubicBezTo>
                <a:cubicBezTo>
                  <a:pt x="2763" y="75251"/>
                  <a:pt x="41350" y="73571"/>
                  <a:pt x="45606" y="73571"/>
                </a:cubicBezTo>
                <a:cubicBezTo>
                  <a:pt x="49863" y="73571"/>
                  <a:pt x="56396" y="74131"/>
                  <a:pt x="68139" y="73011"/>
                </a:cubicBezTo>
                <a:cubicBezTo>
                  <a:pt x="79899" y="71891"/>
                  <a:pt x="91119" y="73851"/>
                  <a:pt x="91119" y="7385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7428899" name="Google Shape;1233;p32"/>
          <p:cNvSpPr/>
          <p:nvPr/>
        </p:nvSpPr>
        <p:spPr bwMode="auto">
          <a:xfrm>
            <a:off x="5687175" y="240497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088844219" name="Google Shape;1234;p32"/>
          <p:cNvGrpSpPr/>
          <p:nvPr/>
        </p:nvGrpSpPr>
        <p:grpSpPr bwMode="auto">
          <a:xfrm>
            <a:off x="7697498" y="2089814"/>
            <a:ext cx="2353043" cy="3308282"/>
            <a:chOff x="6522575" y="4082000"/>
            <a:chExt cx="724950" cy="1019250"/>
          </a:xfrm>
        </p:grpSpPr>
        <p:sp>
          <p:nvSpPr>
            <p:cNvPr id="1235" name="Google Shape;1235;p32"/>
            <p:cNvSpPr/>
            <p:nvPr/>
          </p:nvSpPr>
          <p:spPr bwMode="auto">
            <a:xfrm>
              <a:off x="6714575" y="4259900"/>
              <a:ext cx="340550" cy="244949"/>
            </a:xfrm>
            <a:custGeom>
              <a:avLst/>
              <a:gdLst/>
              <a:ahLst/>
              <a:cxnLst/>
              <a:rect l="l" t="t" r="r" b="b"/>
              <a:pathLst>
                <a:path w="13622" h="9798" extrusionOk="0">
                  <a:moveTo>
                    <a:pt x="6819" y="1"/>
                  </a:moveTo>
                  <a:cubicBezTo>
                    <a:pt x="6819" y="1"/>
                    <a:pt x="4624" y="7666"/>
                    <a:pt x="0" y="7666"/>
                  </a:cubicBezTo>
                  <a:cubicBezTo>
                    <a:pt x="0" y="7666"/>
                    <a:pt x="2728" y="9797"/>
                    <a:pt x="6819" y="9797"/>
                  </a:cubicBezTo>
                  <a:cubicBezTo>
                    <a:pt x="10910" y="9797"/>
                    <a:pt x="13621" y="7666"/>
                    <a:pt x="13621" y="7666"/>
                  </a:cubicBezTo>
                  <a:cubicBezTo>
                    <a:pt x="8998" y="7666"/>
                    <a:pt x="6819" y="1"/>
                    <a:pt x="6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236" name="Google Shape;1236;p32"/>
            <p:cNvGrpSpPr/>
            <p:nvPr/>
          </p:nvGrpSpPr>
          <p:grpSpPr bwMode="auto">
            <a:xfrm>
              <a:off x="6522575" y="4082000"/>
              <a:ext cx="724950" cy="1019250"/>
              <a:chOff x="6522575" y="4082000"/>
              <a:chExt cx="724950" cy="1019250"/>
            </a:xfrm>
          </p:grpSpPr>
          <p:sp>
            <p:nvSpPr>
              <p:cNvPr id="1237" name="Google Shape;1237;p32"/>
              <p:cNvSpPr/>
              <p:nvPr/>
            </p:nvSpPr>
            <p:spPr bwMode="auto">
              <a:xfrm>
                <a:off x="6765900" y="4082000"/>
                <a:ext cx="238275" cy="272775"/>
              </a:xfrm>
              <a:custGeom>
                <a:avLst/>
                <a:gdLst/>
                <a:ahLst/>
                <a:cxnLst/>
                <a:rect l="l" t="t" r="r" b="b"/>
                <a:pathLst>
                  <a:path w="9531" h="10911" extrusionOk="0">
                    <a:moveTo>
                      <a:pt x="4766" y="1"/>
                    </a:moveTo>
                    <a:cubicBezTo>
                      <a:pt x="4766" y="1"/>
                      <a:pt x="3527" y="9829"/>
                      <a:pt x="1" y="9829"/>
                    </a:cubicBezTo>
                    <a:cubicBezTo>
                      <a:pt x="1" y="9829"/>
                      <a:pt x="1835" y="10910"/>
                      <a:pt x="4766" y="10910"/>
                    </a:cubicBezTo>
                    <a:cubicBezTo>
                      <a:pt x="7681" y="10910"/>
                      <a:pt x="9531" y="9829"/>
                      <a:pt x="9531" y="9829"/>
                    </a:cubicBezTo>
                    <a:cubicBezTo>
                      <a:pt x="5988" y="9829"/>
                      <a:pt x="4766" y="1"/>
                      <a:pt x="47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38" name="Google Shape;1238;p32"/>
              <p:cNvSpPr/>
              <p:nvPr/>
            </p:nvSpPr>
            <p:spPr bwMode="auto">
              <a:xfrm>
                <a:off x="6680875" y="4339450"/>
                <a:ext cx="408350" cy="293525"/>
              </a:xfrm>
              <a:custGeom>
                <a:avLst/>
                <a:gdLst/>
                <a:ahLst/>
                <a:cxnLst/>
                <a:rect l="l" t="t" r="r" b="b"/>
                <a:pathLst>
                  <a:path w="16334" h="11741" extrusionOk="0">
                    <a:moveTo>
                      <a:pt x="8167" y="1"/>
                    </a:moveTo>
                    <a:cubicBezTo>
                      <a:pt x="8167" y="1"/>
                      <a:pt x="5549" y="9186"/>
                      <a:pt x="0" y="9186"/>
                    </a:cubicBezTo>
                    <a:cubicBezTo>
                      <a:pt x="0" y="9186"/>
                      <a:pt x="3261" y="11741"/>
                      <a:pt x="8167" y="11741"/>
                    </a:cubicBezTo>
                    <a:cubicBezTo>
                      <a:pt x="13073" y="11741"/>
                      <a:pt x="16333" y="9186"/>
                      <a:pt x="16333" y="9186"/>
                    </a:cubicBezTo>
                    <a:cubicBezTo>
                      <a:pt x="10784" y="9186"/>
                      <a:pt x="8167" y="1"/>
                      <a:pt x="81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39" name="Google Shape;1239;p32"/>
              <p:cNvSpPr/>
              <p:nvPr/>
            </p:nvSpPr>
            <p:spPr bwMode="auto">
              <a:xfrm>
                <a:off x="6605250" y="4450350"/>
                <a:ext cx="559600" cy="402075"/>
              </a:xfrm>
              <a:custGeom>
                <a:avLst/>
                <a:gdLst/>
                <a:ahLst/>
                <a:cxnLst/>
                <a:rect l="l" t="t" r="r" b="b"/>
                <a:pathLst>
                  <a:path w="22384" h="16083" extrusionOk="0">
                    <a:moveTo>
                      <a:pt x="11192" y="1"/>
                    </a:moveTo>
                    <a:cubicBezTo>
                      <a:pt x="11192" y="1"/>
                      <a:pt x="7602" y="12587"/>
                      <a:pt x="0" y="12587"/>
                    </a:cubicBezTo>
                    <a:cubicBezTo>
                      <a:pt x="0" y="12587"/>
                      <a:pt x="4467" y="16083"/>
                      <a:pt x="11192" y="16083"/>
                    </a:cubicBezTo>
                    <a:cubicBezTo>
                      <a:pt x="17916" y="16083"/>
                      <a:pt x="22383" y="12587"/>
                      <a:pt x="22383" y="12587"/>
                    </a:cubicBezTo>
                    <a:cubicBezTo>
                      <a:pt x="14781" y="12587"/>
                      <a:pt x="11192" y="1"/>
                      <a:pt x="111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40" name="Google Shape;1240;p32"/>
              <p:cNvSpPr/>
              <p:nvPr/>
            </p:nvSpPr>
            <p:spPr bwMode="auto">
              <a:xfrm>
                <a:off x="6522575" y="4580450"/>
                <a:ext cx="724950" cy="520800"/>
              </a:xfrm>
              <a:custGeom>
                <a:avLst/>
                <a:gdLst/>
                <a:ahLst/>
                <a:cxnLst/>
                <a:rect l="l" t="t" r="r" b="b"/>
                <a:pathLst>
                  <a:path w="28998" h="20832" extrusionOk="0">
                    <a:moveTo>
                      <a:pt x="14499" y="1"/>
                    </a:moveTo>
                    <a:cubicBezTo>
                      <a:pt x="14499" y="1"/>
                      <a:pt x="9843" y="16302"/>
                      <a:pt x="0" y="16302"/>
                    </a:cubicBezTo>
                    <a:cubicBezTo>
                      <a:pt x="0" y="16302"/>
                      <a:pt x="5784" y="20832"/>
                      <a:pt x="14499" y="20832"/>
                    </a:cubicBezTo>
                    <a:cubicBezTo>
                      <a:pt x="23198" y="20832"/>
                      <a:pt x="28998" y="16302"/>
                      <a:pt x="28998" y="16302"/>
                    </a:cubicBezTo>
                    <a:cubicBezTo>
                      <a:pt x="19138" y="16302"/>
                      <a:pt x="14499" y="1"/>
                      <a:pt x="144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367797573" name="Google Shape;1241;p32"/>
          <p:cNvSpPr/>
          <p:nvPr/>
        </p:nvSpPr>
        <p:spPr bwMode="auto">
          <a:xfrm rot="-2231248" flipH="1">
            <a:off x="6494993" y="36408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50907445" name="Google Shape;1242;p32"/>
          <p:cNvSpPr/>
          <p:nvPr/>
        </p:nvSpPr>
        <p:spPr bwMode="auto">
          <a:xfrm rot="-2231248" flipH="1">
            <a:off x="7607768" y="14884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83119317" name="Google Shape;1116;p30"/>
          <p:cNvSpPr/>
          <p:nvPr/>
        </p:nvSpPr>
        <p:spPr bwMode="auto">
          <a:xfrm>
            <a:off x="8568055" y="4627586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2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82228" name="Google Shape;1256;p34"/>
          <p:cNvSpPr/>
          <p:nvPr/>
        </p:nvSpPr>
        <p:spPr bwMode="auto">
          <a:xfrm>
            <a:off x="-94225" y="3782425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45675179" name="Google Shape;1257;p34"/>
          <p:cNvSpPr/>
          <p:nvPr/>
        </p:nvSpPr>
        <p:spPr bwMode="auto">
          <a:xfrm>
            <a:off x="-838450" y="4242475"/>
            <a:ext cx="5219975" cy="901025"/>
          </a:xfrm>
          <a:custGeom>
            <a:avLst/>
            <a:gdLst/>
            <a:ahLst/>
            <a:cxnLst/>
            <a:rect l="l" t="t" r="r" b="b"/>
            <a:pathLst>
              <a:path w="208799" h="36041" extrusionOk="0">
                <a:moveTo>
                  <a:pt x="11178" y="0"/>
                </a:moveTo>
                <a:lnTo>
                  <a:pt x="0" y="8522"/>
                </a:lnTo>
                <a:lnTo>
                  <a:pt x="0" y="36041"/>
                </a:lnTo>
                <a:lnTo>
                  <a:pt x="208798" y="36041"/>
                </a:lnTo>
                <a:lnTo>
                  <a:pt x="208798" y="19925"/>
                </a:lnTo>
                <a:lnTo>
                  <a:pt x="161254" y="27018"/>
                </a:lnTo>
                <a:lnTo>
                  <a:pt x="129800" y="19925"/>
                </a:lnTo>
                <a:lnTo>
                  <a:pt x="113259" y="16166"/>
                </a:lnTo>
                <a:lnTo>
                  <a:pt x="98021" y="23284"/>
                </a:lnTo>
                <a:lnTo>
                  <a:pt x="71955" y="3735"/>
                </a:lnTo>
                <a:lnTo>
                  <a:pt x="48472" y="23108"/>
                </a:lnTo>
                <a:lnTo>
                  <a:pt x="111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898306906" name="Google Shape;1258;p34"/>
          <p:cNvGrpSpPr/>
          <p:nvPr/>
        </p:nvGrpSpPr>
        <p:grpSpPr bwMode="auto">
          <a:xfrm>
            <a:off x="4766341" y="1416933"/>
            <a:ext cx="1530872" cy="2106828"/>
            <a:chOff x="4219225" y="4565175"/>
            <a:chExt cx="389525" cy="536075"/>
          </a:xfrm>
        </p:grpSpPr>
        <p:grpSp>
          <p:nvGrpSpPr>
            <p:cNvPr id="1259" name="Google Shape;1259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0" name="Google Shape;1260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1" name="Google Shape;1261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2" name="Google Shape;1262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63" name="Google Shape;1263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4" name="Google Shape;1264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40753950" name="Google Shape;1265;p34"/>
          <p:cNvGrpSpPr/>
          <p:nvPr/>
        </p:nvGrpSpPr>
        <p:grpSpPr bwMode="auto">
          <a:xfrm>
            <a:off x="4293618" y="1788396"/>
            <a:ext cx="945961" cy="1301858"/>
            <a:chOff x="4219225" y="4565175"/>
            <a:chExt cx="389525" cy="536075"/>
          </a:xfrm>
        </p:grpSpPr>
        <p:grpSp>
          <p:nvGrpSpPr>
            <p:cNvPr id="1266" name="Google Shape;1266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7" name="Google Shape;1267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8" name="Google Shape;1268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9" name="Google Shape;1269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70" name="Google Shape;1270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71" name="Google Shape;1271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449402124" name="Google Shape;1272;p34"/>
          <p:cNvSpPr/>
          <p:nvPr/>
        </p:nvSpPr>
        <p:spPr bwMode="auto">
          <a:xfrm flipH="1">
            <a:off x="-1057094" y="1476025"/>
            <a:ext cx="8629070" cy="2306396"/>
          </a:xfrm>
          <a:custGeom>
            <a:avLst/>
            <a:gdLst/>
            <a:ahLst/>
            <a:cxnLst/>
            <a:rect l="l" t="t" r="r" b="b"/>
            <a:pathLst>
              <a:path w="195272" h="47557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68584152" name="Google Shape;1273;p34"/>
          <p:cNvSpPr txBox="1">
            <a:spLocks noGrp="1"/>
          </p:cNvSpPr>
          <p:nvPr>
            <p:ph type="title"/>
          </p:nvPr>
        </p:nvSpPr>
        <p:spPr bwMode="auto">
          <a:xfrm>
            <a:off x="802803" y="2488940"/>
            <a:ext cx="3957000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Sounds </a:t>
            </a:r>
            <a:br>
              <a:rPr lang="en"/>
            </a:br>
            <a:r>
              <a:rPr lang="en"/>
              <a:t>analysis</a:t>
            </a:r>
            <a:endParaRPr i="1"/>
          </a:p>
        </p:txBody>
      </p:sp>
      <p:sp>
        <p:nvSpPr>
          <p:cNvPr id="111994268" name="Google Shape;1274;p34"/>
          <p:cNvSpPr txBox="1">
            <a:spLocks noGrp="1"/>
          </p:cNvSpPr>
          <p:nvPr>
            <p:ph type="title" idx="2"/>
          </p:nvPr>
        </p:nvSpPr>
        <p:spPr bwMode="auto">
          <a:xfrm>
            <a:off x="713225" y="686500"/>
            <a:ext cx="1512558" cy="1334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01</a:t>
            </a:r>
            <a:endParaRPr/>
          </a:p>
        </p:txBody>
      </p:sp>
      <p:grpSp>
        <p:nvGrpSpPr>
          <p:cNvPr id="204669577" name="Google Shape;1276;p34"/>
          <p:cNvGrpSpPr/>
          <p:nvPr/>
        </p:nvGrpSpPr>
        <p:grpSpPr bwMode="auto">
          <a:xfrm>
            <a:off x="4012764" y="-2"/>
            <a:ext cx="5136119" cy="5858475"/>
            <a:chOff x="1190625" y="238125"/>
            <a:chExt cx="5221225" cy="5955550"/>
          </a:xfrm>
        </p:grpSpPr>
        <p:sp>
          <p:nvSpPr>
            <p:cNvPr id="1277" name="Google Shape;1277;p34"/>
            <p:cNvSpPr/>
            <p:nvPr/>
          </p:nvSpPr>
          <p:spPr bwMode="auto">
            <a:xfrm>
              <a:off x="1195625" y="3411700"/>
              <a:ext cx="2401675" cy="1947400"/>
            </a:xfrm>
            <a:custGeom>
              <a:avLst/>
              <a:gdLst/>
              <a:ahLst/>
              <a:cxnLst/>
              <a:rect l="l" t="t" r="r" b="b"/>
              <a:pathLst>
                <a:path w="96067" h="77896" extrusionOk="0">
                  <a:moveTo>
                    <a:pt x="93685" y="0"/>
                  </a:moveTo>
                  <a:lnTo>
                    <a:pt x="1" y="77895"/>
                  </a:lnTo>
                  <a:lnTo>
                    <a:pt x="13434" y="77895"/>
                  </a:lnTo>
                  <a:lnTo>
                    <a:pt x="96066" y="3634"/>
                  </a:lnTo>
                  <a:lnTo>
                    <a:pt x="936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 bwMode="auto">
            <a:xfrm>
              <a:off x="1190625" y="5355300"/>
              <a:ext cx="344625" cy="104050"/>
            </a:xfrm>
            <a:custGeom>
              <a:avLst/>
              <a:gdLst/>
              <a:ahLst/>
              <a:cxnLst/>
              <a:rect l="l" t="t" r="r" b="b"/>
              <a:pathLst>
                <a:path w="13785" h="4162" extrusionOk="0">
                  <a:moveTo>
                    <a:pt x="0" y="1"/>
                  </a:moveTo>
                  <a:lnTo>
                    <a:pt x="0" y="4161"/>
                  </a:lnTo>
                  <a:lnTo>
                    <a:pt x="13785" y="4161"/>
                  </a:lnTo>
                  <a:lnTo>
                    <a:pt x="137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 bwMode="auto">
            <a:xfrm>
              <a:off x="1524575" y="3787625"/>
              <a:ext cx="1754425" cy="1671725"/>
            </a:xfrm>
            <a:custGeom>
              <a:avLst/>
              <a:gdLst/>
              <a:ahLst/>
              <a:cxnLst/>
              <a:rect l="l" t="t" r="r" b="b"/>
              <a:pathLst>
                <a:path w="70177" h="66869" extrusionOk="0">
                  <a:moveTo>
                    <a:pt x="70176" y="1"/>
                  </a:moveTo>
                  <a:lnTo>
                    <a:pt x="0" y="62658"/>
                  </a:lnTo>
                  <a:lnTo>
                    <a:pt x="0" y="66868"/>
                  </a:lnTo>
                  <a:lnTo>
                    <a:pt x="1680" y="66868"/>
                  </a:lnTo>
                  <a:lnTo>
                    <a:pt x="70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 bwMode="auto">
            <a:xfrm>
              <a:off x="1725075" y="3382250"/>
              <a:ext cx="2440525" cy="2658550"/>
            </a:xfrm>
            <a:custGeom>
              <a:avLst/>
              <a:gdLst/>
              <a:ahLst/>
              <a:cxnLst/>
              <a:rect l="l" t="t" r="r" b="b"/>
              <a:pathLst>
                <a:path w="97621" h="106342" fill="none" extrusionOk="0">
                  <a:moveTo>
                    <a:pt x="1" y="106342"/>
                  </a:moveTo>
                  <a:lnTo>
                    <a:pt x="97620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 bwMode="auto">
            <a:xfrm>
              <a:off x="1781475" y="3434250"/>
              <a:ext cx="2436750" cy="2654800"/>
            </a:xfrm>
            <a:custGeom>
              <a:avLst/>
              <a:gdLst/>
              <a:ahLst/>
              <a:cxnLst/>
              <a:rect l="l" t="t" r="r" b="b"/>
              <a:pathLst>
                <a:path w="97470" h="106192" fill="none" extrusionOk="0">
                  <a:moveTo>
                    <a:pt x="0" y="106191"/>
                  </a:moveTo>
                  <a:lnTo>
                    <a:pt x="97469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 bwMode="auto">
            <a:xfrm>
              <a:off x="2853525" y="4020725"/>
              <a:ext cx="1728725" cy="2124700"/>
            </a:xfrm>
            <a:custGeom>
              <a:avLst/>
              <a:gdLst/>
              <a:ahLst/>
              <a:cxnLst/>
              <a:rect l="l" t="t" r="r" b="b"/>
              <a:pathLst>
                <a:path w="69149" h="84988" fill="none" extrusionOk="0">
                  <a:moveTo>
                    <a:pt x="1" y="84988"/>
                  </a:moveTo>
                  <a:lnTo>
                    <a:pt x="69149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 bwMode="auto">
            <a:xfrm>
              <a:off x="2909300" y="4152925"/>
              <a:ext cx="1649150" cy="2040750"/>
            </a:xfrm>
            <a:custGeom>
              <a:avLst/>
              <a:gdLst/>
              <a:ahLst/>
              <a:cxnLst/>
              <a:rect l="l" t="t" r="r" b="b"/>
              <a:pathLst>
                <a:path w="65966" h="81630" fill="none" extrusionOk="0">
                  <a:moveTo>
                    <a:pt x="0" y="81630"/>
                  </a:moveTo>
                  <a:lnTo>
                    <a:pt x="65966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 bwMode="auto">
            <a:xfrm>
              <a:off x="2349775" y="4713700"/>
              <a:ext cx="276325" cy="276350"/>
            </a:xfrm>
            <a:custGeom>
              <a:avLst/>
              <a:gdLst/>
              <a:ahLst/>
              <a:cxnLst/>
              <a:rect l="l" t="t" r="r" b="b"/>
              <a:pathLst>
                <a:path w="11053" h="11054" fill="none" extrusionOk="0">
                  <a:moveTo>
                    <a:pt x="0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 bwMode="auto">
            <a:xfrm>
              <a:off x="3414925" y="4473725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4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 bwMode="auto">
            <a:xfrm>
              <a:off x="1785850" y="4985000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 bwMode="auto">
            <a:xfrm>
              <a:off x="3288375" y="4996900"/>
              <a:ext cx="256900" cy="294525"/>
            </a:xfrm>
            <a:custGeom>
              <a:avLst/>
              <a:gdLst/>
              <a:ahLst/>
              <a:cxnLst/>
              <a:rect l="l" t="t" r="r" b="b"/>
              <a:pathLst>
                <a:path w="10276" h="11781" fill="none" extrusionOk="0">
                  <a:moveTo>
                    <a:pt x="0" y="11780"/>
                  </a:moveTo>
                  <a:lnTo>
                    <a:pt x="10276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 bwMode="auto">
            <a:xfrm>
              <a:off x="4345400" y="4399800"/>
              <a:ext cx="252525" cy="298250"/>
            </a:xfrm>
            <a:custGeom>
              <a:avLst/>
              <a:gdLst/>
              <a:ahLst/>
              <a:cxnLst/>
              <a:rect l="l" t="t" r="r" b="b"/>
              <a:pathLst>
                <a:path w="10101" h="11930" fill="none" extrusionOk="0">
                  <a:moveTo>
                    <a:pt x="0" y="11930"/>
                  </a:moveTo>
                  <a:lnTo>
                    <a:pt x="10100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 bwMode="auto">
            <a:xfrm>
              <a:off x="3990125" y="4243150"/>
              <a:ext cx="253150" cy="298275"/>
            </a:xfrm>
            <a:custGeom>
              <a:avLst/>
              <a:gdLst/>
              <a:ahLst/>
              <a:cxnLst/>
              <a:rect l="l" t="t" r="r" b="b"/>
              <a:pathLst>
                <a:path w="10126" h="11931" fill="none" extrusionOk="0">
                  <a:moveTo>
                    <a:pt x="1" y="11930"/>
                  </a:moveTo>
                  <a:lnTo>
                    <a:pt x="10126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rgbClr val="71C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 bwMode="auto">
            <a:xfrm>
              <a:off x="6079100" y="2824200"/>
              <a:ext cx="231250" cy="214075"/>
            </a:xfrm>
            <a:custGeom>
              <a:avLst/>
              <a:gdLst/>
              <a:ahLst/>
              <a:cxnLst/>
              <a:rect l="l" t="t" r="r" b="b"/>
              <a:pathLst>
                <a:path w="9250" h="8563" extrusionOk="0">
                  <a:moveTo>
                    <a:pt x="8900" y="1"/>
                  </a:moveTo>
                  <a:cubicBezTo>
                    <a:pt x="8029" y="1"/>
                    <a:pt x="7085" y="257"/>
                    <a:pt x="6215" y="257"/>
                  </a:cubicBezTo>
                  <a:cubicBezTo>
                    <a:pt x="6097" y="257"/>
                    <a:pt x="5980" y="252"/>
                    <a:pt x="5866" y="242"/>
                  </a:cubicBezTo>
                  <a:lnTo>
                    <a:pt x="26" y="442"/>
                  </a:lnTo>
                  <a:lnTo>
                    <a:pt x="1" y="8563"/>
                  </a:lnTo>
                  <a:cubicBezTo>
                    <a:pt x="3059" y="7861"/>
                    <a:pt x="5540" y="7836"/>
                    <a:pt x="9149" y="7786"/>
                  </a:cubicBezTo>
                  <a:lnTo>
                    <a:pt x="9249" y="16"/>
                  </a:lnTo>
                  <a:cubicBezTo>
                    <a:pt x="9134" y="6"/>
                    <a:pt x="9018" y="1"/>
                    <a:pt x="89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 bwMode="auto">
            <a:xfrm>
              <a:off x="5775225" y="2846525"/>
              <a:ext cx="231850" cy="296399"/>
            </a:xfrm>
            <a:custGeom>
              <a:avLst/>
              <a:gdLst/>
              <a:ahLst/>
              <a:cxnLst/>
              <a:rect l="l" t="t" r="r" b="b"/>
              <a:pathLst>
                <a:path w="9274" h="11856" extrusionOk="0">
                  <a:moveTo>
                    <a:pt x="51" y="0"/>
                  </a:moveTo>
                  <a:lnTo>
                    <a:pt x="0" y="11855"/>
                  </a:lnTo>
                  <a:cubicBezTo>
                    <a:pt x="3083" y="10702"/>
                    <a:pt x="6141" y="9725"/>
                    <a:pt x="9224" y="8898"/>
                  </a:cubicBezTo>
                  <a:lnTo>
                    <a:pt x="9274" y="10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 bwMode="auto">
            <a:xfrm>
              <a:off x="5124225" y="2813950"/>
              <a:ext cx="236850" cy="688000"/>
            </a:xfrm>
            <a:custGeom>
              <a:avLst/>
              <a:gdLst/>
              <a:ahLst/>
              <a:cxnLst/>
              <a:rect l="l" t="t" r="r" b="b"/>
              <a:pathLst>
                <a:path w="9474" h="27520" extrusionOk="0">
                  <a:moveTo>
                    <a:pt x="301" y="0"/>
                  </a:moveTo>
                  <a:lnTo>
                    <a:pt x="0" y="27519"/>
                  </a:lnTo>
                  <a:cubicBezTo>
                    <a:pt x="2958" y="25238"/>
                    <a:pt x="6316" y="22707"/>
                    <a:pt x="9449" y="21003"/>
                  </a:cubicBezTo>
                  <a:lnTo>
                    <a:pt x="9474" y="1128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 bwMode="auto">
            <a:xfrm>
              <a:off x="5457549" y="2827100"/>
              <a:ext cx="235000" cy="457425"/>
            </a:xfrm>
            <a:custGeom>
              <a:avLst/>
              <a:gdLst/>
              <a:ahLst/>
              <a:cxnLst/>
              <a:rect l="l" t="t" r="r" b="b"/>
              <a:pathLst>
                <a:path w="9400" h="18297" extrusionOk="0">
                  <a:moveTo>
                    <a:pt x="201" y="0"/>
                  </a:moveTo>
                  <a:lnTo>
                    <a:pt x="1" y="18296"/>
                  </a:lnTo>
                  <a:cubicBezTo>
                    <a:pt x="2532" y="16993"/>
                    <a:pt x="5063" y="15740"/>
                    <a:pt x="7620" y="14612"/>
                  </a:cubicBezTo>
                  <a:cubicBezTo>
                    <a:pt x="8171" y="14361"/>
                    <a:pt x="8697" y="14136"/>
                    <a:pt x="9249" y="13910"/>
                  </a:cubicBezTo>
                  <a:lnTo>
                    <a:pt x="9399" y="60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 bwMode="auto">
            <a:xfrm>
              <a:off x="4741375" y="2710550"/>
              <a:ext cx="291400" cy="1037000"/>
            </a:xfrm>
            <a:custGeom>
              <a:avLst/>
              <a:gdLst/>
              <a:ahLst/>
              <a:cxnLst/>
              <a:rect l="l" t="t" r="r" b="b"/>
              <a:pathLst>
                <a:path w="11656" h="41480" extrusionOk="0">
                  <a:moveTo>
                    <a:pt x="1" y="1"/>
                  </a:moveTo>
                  <a:lnTo>
                    <a:pt x="2056" y="41480"/>
                  </a:lnTo>
                  <a:cubicBezTo>
                    <a:pt x="5615" y="38522"/>
                    <a:pt x="8071" y="36417"/>
                    <a:pt x="11329" y="34136"/>
                  </a:cubicBezTo>
                  <a:lnTo>
                    <a:pt x="11655" y="33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 bwMode="auto">
            <a:xfrm>
              <a:off x="4741375" y="2630975"/>
              <a:ext cx="1478750" cy="111500"/>
            </a:xfrm>
            <a:custGeom>
              <a:avLst/>
              <a:gdLst/>
              <a:ahLst/>
              <a:cxnLst/>
              <a:rect l="l" t="t" r="r" b="b"/>
              <a:pathLst>
                <a:path w="59150" h="4460" extrusionOk="0">
                  <a:moveTo>
                    <a:pt x="1" y="1"/>
                  </a:moveTo>
                  <a:cubicBezTo>
                    <a:pt x="1" y="1"/>
                    <a:pt x="201" y="101"/>
                    <a:pt x="627" y="251"/>
                  </a:cubicBezTo>
                  <a:cubicBezTo>
                    <a:pt x="1028" y="377"/>
                    <a:pt x="1630" y="577"/>
                    <a:pt x="2432" y="828"/>
                  </a:cubicBezTo>
                  <a:cubicBezTo>
                    <a:pt x="3209" y="1053"/>
                    <a:pt x="4161" y="1329"/>
                    <a:pt x="5264" y="1580"/>
                  </a:cubicBezTo>
                  <a:cubicBezTo>
                    <a:pt x="6367" y="1855"/>
                    <a:pt x="7620" y="2156"/>
                    <a:pt x="8998" y="2407"/>
                  </a:cubicBezTo>
                  <a:cubicBezTo>
                    <a:pt x="9675" y="2532"/>
                    <a:pt x="10402" y="2683"/>
                    <a:pt x="11129" y="2808"/>
                  </a:cubicBezTo>
                  <a:cubicBezTo>
                    <a:pt x="11881" y="2908"/>
                    <a:pt x="12658" y="3058"/>
                    <a:pt x="13460" y="3159"/>
                  </a:cubicBezTo>
                  <a:cubicBezTo>
                    <a:pt x="14237" y="3284"/>
                    <a:pt x="15064" y="3384"/>
                    <a:pt x="15891" y="3510"/>
                  </a:cubicBezTo>
                  <a:cubicBezTo>
                    <a:pt x="16718" y="3610"/>
                    <a:pt x="17595" y="3685"/>
                    <a:pt x="18447" y="3785"/>
                  </a:cubicBezTo>
                  <a:cubicBezTo>
                    <a:pt x="19324" y="3886"/>
                    <a:pt x="20201" y="3936"/>
                    <a:pt x="21104" y="4011"/>
                  </a:cubicBezTo>
                  <a:cubicBezTo>
                    <a:pt x="22006" y="4086"/>
                    <a:pt x="22908" y="4161"/>
                    <a:pt x="23836" y="4211"/>
                  </a:cubicBezTo>
                  <a:cubicBezTo>
                    <a:pt x="24738" y="4261"/>
                    <a:pt x="25665" y="4312"/>
                    <a:pt x="26592" y="4362"/>
                  </a:cubicBezTo>
                  <a:cubicBezTo>
                    <a:pt x="27520" y="4387"/>
                    <a:pt x="28447" y="4412"/>
                    <a:pt x="29400" y="4437"/>
                  </a:cubicBezTo>
                  <a:cubicBezTo>
                    <a:pt x="30018" y="4454"/>
                    <a:pt x="30639" y="4459"/>
                    <a:pt x="31260" y="4459"/>
                  </a:cubicBezTo>
                  <a:cubicBezTo>
                    <a:pt x="32502" y="4459"/>
                    <a:pt x="33744" y="4437"/>
                    <a:pt x="34963" y="4437"/>
                  </a:cubicBezTo>
                  <a:cubicBezTo>
                    <a:pt x="36793" y="4412"/>
                    <a:pt x="38598" y="4312"/>
                    <a:pt x="40352" y="4261"/>
                  </a:cubicBezTo>
                  <a:cubicBezTo>
                    <a:pt x="42081" y="4136"/>
                    <a:pt x="43786" y="4011"/>
                    <a:pt x="45365" y="3911"/>
                  </a:cubicBezTo>
                  <a:cubicBezTo>
                    <a:pt x="46969" y="3810"/>
                    <a:pt x="48472" y="3660"/>
                    <a:pt x="49876" y="3560"/>
                  </a:cubicBezTo>
                  <a:cubicBezTo>
                    <a:pt x="51279" y="3434"/>
                    <a:pt x="52532" y="3309"/>
                    <a:pt x="53685" y="3184"/>
                  </a:cubicBezTo>
                  <a:cubicBezTo>
                    <a:pt x="54813" y="3084"/>
                    <a:pt x="55791" y="2983"/>
                    <a:pt x="56593" y="2883"/>
                  </a:cubicBezTo>
                  <a:cubicBezTo>
                    <a:pt x="58221" y="2708"/>
                    <a:pt x="59149" y="2607"/>
                    <a:pt x="59149" y="2607"/>
                  </a:cubicBezTo>
                  <a:lnTo>
                    <a:pt x="59149" y="2607"/>
                  </a:lnTo>
                  <a:cubicBezTo>
                    <a:pt x="59149" y="2607"/>
                    <a:pt x="58221" y="2683"/>
                    <a:pt x="56593" y="2808"/>
                  </a:cubicBezTo>
                  <a:cubicBezTo>
                    <a:pt x="55791" y="2883"/>
                    <a:pt x="54788" y="2958"/>
                    <a:pt x="53660" y="3058"/>
                  </a:cubicBezTo>
                  <a:cubicBezTo>
                    <a:pt x="52532" y="3159"/>
                    <a:pt x="51254" y="3234"/>
                    <a:pt x="49851" y="3334"/>
                  </a:cubicBezTo>
                  <a:cubicBezTo>
                    <a:pt x="48472" y="3434"/>
                    <a:pt x="46969" y="3560"/>
                    <a:pt x="45365" y="3635"/>
                  </a:cubicBezTo>
                  <a:cubicBezTo>
                    <a:pt x="43760" y="3710"/>
                    <a:pt x="42081" y="3810"/>
                    <a:pt x="40327" y="3911"/>
                  </a:cubicBezTo>
                  <a:cubicBezTo>
                    <a:pt x="38598" y="3936"/>
                    <a:pt x="36793" y="4036"/>
                    <a:pt x="34963" y="4036"/>
                  </a:cubicBezTo>
                  <a:cubicBezTo>
                    <a:pt x="33904" y="4036"/>
                    <a:pt x="32844" y="4052"/>
                    <a:pt x="31784" y="4052"/>
                  </a:cubicBezTo>
                  <a:cubicBezTo>
                    <a:pt x="30989" y="4052"/>
                    <a:pt x="30194" y="4043"/>
                    <a:pt x="29400" y="4011"/>
                  </a:cubicBezTo>
                  <a:cubicBezTo>
                    <a:pt x="28472" y="3986"/>
                    <a:pt x="27545" y="3961"/>
                    <a:pt x="26618" y="3936"/>
                  </a:cubicBezTo>
                  <a:cubicBezTo>
                    <a:pt x="25690" y="3911"/>
                    <a:pt x="24763" y="3860"/>
                    <a:pt x="23861" y="3810"/>
                  </a:cubicBezTo>
                  <a:cubicBezTo>
                    <a:pt x="22933" y="3785"/>
                    <a:pt x="22031" y="3710"/>
                    <a:pt x="21129" y="3635"/>
                  </a:cubicBezTo>
                  <a:cubicBezTo>
                    <a:pt x="20252" y="3560"/>
                    <a:pt x="19349" y="3510"/>
                    <a:pt x="18497" y="3409"/>
                  </a:cubicBezTo>
                  <a:cubicBezTo>
                    <a:pt x="17620" y="3334"/>
                    <a:pt x="16768" y="3234"/>
                    <a:pt x="15941" y="3159"/>
                  </a:cubicBezTo>
                  <a:cubicBezTo>
                    <a:pt x="15089" y="3058"/>
                    <a:pt x="14287" y="2958"/>
                    <a:pt x="13485" y="2858"/>
                  </a:cubicBezTo>
                  <a:cubicBezTo>
                    <a:pt x="12708" y="2758"/>
                    <a:pt x="11931" y="2632"/>
                    <a:pt x="11179" y="2532"/>
                  </a:cubicBezTo>
                  <a:cubicBezTo>
                    <a:pt x="10452" y="2407"/>
                    <a:pt x="9725" y="2282"/>
                    <a:pt x="9049" y="2156"/>
                  </a:cubicBezTo>
                  <a:cubicBezTo>
                    <a:pt x="8347" y="2056"/>
                    <a:pt x="7695" y="1931"/>
                    <a:pt x="7069" y="1805"/>
                  </a:cubicBezTo>
                  <a:cubicBezTo>
                    <a:pt x="6442" y="1680"/>
                    <a:pt x="5840" y="1555"/>
                    <a:pt x="5289" y="1429"/>
                  </a:cubicBezTo>
                  <a:cubicBezTo>
                    <a:pt x="4186" y="1179"/>
                    <a:pt x="3234" y="953"/>
                    <a:pt x="2457" y="753"/>
                  </a:cubicBezTo>
                  <a:cubicBezTo>
                    <a:pt x="1655" y="527"/>
                    <a:pt x="1053" y="352"/>
                    <a:pt x="627" y="226"/>
                  </a:cubicBezTo>
                  <a:cubicBezTo>
                    <a:pt x="202" y="7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BE5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 bwMode="auto">
            <a:xfrm>
              <a:off x="2813425" y="2315200"/>
              <a:ext cx="1819575" cy="2078425"/>
            </a:xfrm>
            <a:custGeom>
              <a:avLst/>
              <a:gdLst/>
              <a:ahLst/>
              <a:cxnLst/>
              <a:rect l="l" t="t" r="r" b="b"/>
              <a:pathLst>
                <a:path w="72783" h="83137" extrusionOk="0">
                  <a:moveTo>
                    <a:pt x="36392" y="0"/>
                  </a:moveTo>
                  <a:cubicBezTo>
                    <a:pt x="16291" y="0"/>
                    <a:pt x="1" y="16291"/>
                    <a:pt x="1" y="36391"/>
                  </a:cubicBezTo>
                  <a:lnTo>
                    <a:pt x="201" y="79048"/>
                  </a:lnTo>
                  <a:cubicBezTo>
                    <a:pt x="201" y="82729"/>
                    <a:pt x="6614" y="83137"/>
                    <a:pt x="8887" y="83137"/>
                  </a:cubicBezTo>
                  <a:cubicBezTo>
                    <a:pt x="9385" y="83137"/>
                    <a:pt x="9684" y="83117"/>
                    <a:pt x="9675" y="83108"/>
                  </a:cubicBezTo>
                  <a:lnTo>
                    <a:pt x="63084" y="83108"/>
                  </a:lnTo>
                  <a:cubicBezTo>
                    <a:pt x="63134" y="83033"/>
                    <a:pt x="72432" y="76843"/>
                    <a:pt x="72432" y="72356"/>
                  </a:cubicBezTo>
                  <a:lnTo>
                    <a:pt x="72783" y="36391"/>
                  </a:lnTo>
                  <a:cubicBezTo>
                    <a:pt x="72783" y="16291"/>
                    <a:pt x="56492" y="0"/>
                    <a:pt x="36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 bwMode="auto">
            <a:xfrm>
              <a:off x="2990750" y="2492500"/>
              <a:ext cx="1464325" cy="1724350"/>
            </a:xfrm>
            <a:custGeom>
              <a:avLst/>
              <a:gdLst/>
              <a:ahLst/>
              <a:cxnLst/>
              <a:rect l="l" t="t" r="r" b="b"/>
              <a:pathLst>
                <a:path w="58573" h="68974" extrusionOk="0">
                  <a:moveTo>
                    <a:pt x="29299" y="1"/>
                  </a:moveTo>
                  <a:cubicBezTo>
                    <a:pt x="13133" y="1"/>
                    <a:pt x="0" y="13159"/>
                    <a:pt x="0" y="29274"/>
                  </a:cubicBezTo>
                  <a:lnTo>
                    <a:pt x="201" y="65239"/>
                  </a:lnTo>
                  <a:cubicBezTo>
                    <a:pt x="928" y="66167"/>
                    <a:pt x="2757" y="67721"/>
                    <a:pt x="4612" y="68974"/>
                  </a:cubicBezTo>
                  <a:lnTo>
                    <a:pt x="53635" y="68974"/>
                  </a:lnTo>
                  <a:cubicBezTo>
                    <a:pt x="56692" y="66467"/>
                    <a:pt x="57870" y="65114"/>
                    <a:pt x="58246" y="64538"/>
                  </a:cubicBezTo>
                  <a:lnTo>
                    <a:pt x="58572" y="29274"/>
                  </a:lnTo>
                  <a:cubicBezTo>
                    <a:pt x="58572" y="13134"/>
                    <a:pt x="45439" y="1"/>
                    <a:pt x="29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rgbClr val="5595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 bwMode="auto">
            <a:xfrm>
              <a:off x="296505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 bwMode="auto">
            <a:xfrm>
              <a:off x="2975700" y="4085875"/>
              <a:ext cx="176725" cy="176100"/>
            </a:xfrm>
            <a:custGeom>
              <a:avLst/>
              <a:gdLst/>
              <a:ahLst/>
              <a:cxnLst/>
              <a:rect l="l" t="t" r="r" b="b"/>
              <a:pathLst>
                <a:path w="7069" h="7044" extrusionOk="0">
                  <a:moveTo>
                    <a:pt x="3535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35" y="7043"/>
                  </a:cubicBezTo>
                  <a:cubicBezTo>
                    <a:pt x="5490" y="7043"/>
                    <a:pt x="7069" y="5464"/>
                    <a:pt x="7069" y="3509"/>
                  </a:cubicBezTo>
                  <a:cubicBezTo>
                    <a:pt x="7069" y="1580"/>
                    <a:pt x="5490" y="1"/>
                    <a:pt x="3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 bwMode="auto">
            <a:xfrm>
              <a:off x="427020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 bwMode="auto">
            <a:xfrm>
              <a:off x="4281475" y="4085875"/>
              <a:ext cx="176100" cy="176100"/>
            </a:xfrm>
            <a:custGeom>
              <a:avLst/>
              <a:gdLst/>
              <a:ahLst/>
              <a:cxnLst/>
              <a:rect l="l" t="t" r="r" b="b"/>
              <a:pathLst>
                <a:path w="7044" h="7044" extrusionOk="0">
                  <a:moveTo>
                    <a:pt x="3510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10" y="7043"/>
                  </a:cubicBezTo>
                  <a:cubicBezTo>
                    <a:pt x="5464" y="7043"/>
                    <a:pt x="7043" y="5464"/>
                    <a:pt x="7043" y="3509"/>
                  </a:cubicBezTo>
                  <a:cubicBezTo>
                    <a:pt x="7043" y="1580"/>
                    <a:pt x="5464" y="1"/>
                    <a:pt x="3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 bwMode="auto">
            <a:xfrm>
              <a:off x="3237625" y="4080875"/>
              <a:ext cx="960550" cy="21325"/>
            </a:xfrm>
            <a:custGeom>
              <a:avLst/>
              <a:gdLst/>
              <a:ahLst/>
              <a:cxnLst/>
              <a:rect l="l" t="t" r="r" b="b"/>
              <a:pathLst>
                <a:path w="38422" h="853" extrusionOk="0">
                  <a:moveTo>
                    <a:pt x="401" y="0"/>
                  </a:moveTo>
                  <a:cubicBezTo>
                    <a:pt x="176" y="0"/>
                    <a:pt x="0" y="176"/>
                    <a:pt x="0" y="401"/>
                  </a:cubicBezTo>
                  <a:lnTo>
                    <a:pt x="0" y="451"/>
                  </a:lnTo>
                  <a:cubicBezTo>
                    <a:pt x="0" y="677"/>
                    <a:pt x="176" y="852"/>
                    <a:pt x="401" y="852"/>
                  </a:cubicBezTo>
                  <a:lnTo>
                    <a:pt x="38020" y="852"/>
                  </a:lnTo>
                  <a:cubicBezTo>
                    <a:pt x="38246" y="852"/>
                    <a:pt x="38421" y="677"/>
                    <a:pt x="38421" y="451"/>
                  </a:cubicBezTo>
                  <a:lnTo>
                    <a:pt x="38421" y="401"/>
                  </a:lnTo>
                  <a:cubicBezTo>
                    <a:pt x="38421" y="176"/>
                    <a:pt x="38246" y="0"/>
                    <a:pt x="3802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 bwMode="auto">
            <a:xfrm>
              <a:off x="3237625" y="4164825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2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2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 bwMode="auto">
            <a:xfrm>
              <a:off x="3237625" y="4248150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3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3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 bwMode="auto">
            <a:xfrm>
              <a:off x="3132975" y="3026350"/>
              <a:ext cx="1201175" cy="647275"/>
            </a:xfrm>
            <a:custGeom>
              <a:avLst/>
              <a:gdLst/>
              <a:ahLst/>
              <a:cxnLst/>
              <a:rect l="l" t="t" r="r" b="b"/>
              <a:pathLst>
                <a:path w="48047" h="25891" extrusionOk="0">
                  <a:moveTo>
                    <a:pt x="1329" y="0"/>
                  </a:moveTo>
                  <a:cubicBezTo>
                    <a:pt x="602" y="0"/>
                    <a:pt x="1" y="602"/>
                    <a:pt x="1" y="1329"/>
                  </a:cubicBezTo>
                  <a:lnTo>
                    <a:pt x="1" y="24562"/>
                  </a:lnTo>
                  <a:cubicBezTo>
                    <a:pt x="1" y="25314"/>
                    <a:pt x="602" y="25890"/>
                    <a:pt x="1329" y="25890"/>
                  </a:cubicBezTo>
                  <a:lnTo>
                    <a:pt x="46718" y="25890"/>
                  </a:lnTo>
                  <a:cubicBezTo>
                    <a:pt x="47445" y="25890"/>
                    <a:pt x="48046" y="25314"/>
                    <a:pt x="48046" y="24562"/>
                  </a:cubicBezTo>
                  <a:lnTo>
                    <a:pt x="48046" y="1329"/>
                  </a:lnTo>
                  <a:cubicBezTo>
                    <a:pt x="48046" y="602"/>
                    <a:pt x="47445" y="0"/>
                    <a:pt x="46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 bwMode="auto">
            <a:xfrm>
              <a:off x="3362925" y="2733750"/>
              <a:ext cx="678600" cy="198625"/>
            </a:xfrm>
            <a:custGeom>
              <a:avLst/>
              <a:gdLst/>
              <a:ahLst/>
              <a:cxnLst/>
              <a:rect l="l" t="t" r="r" b="b"/>
              <a:pathLst>
                <a:path w="27144" h="7945" extrusionOk="0">
                  <a:moveTo>
                    <a:pt x="1580" y="0"/>
                  </a:moveTo>
                  <a:cubicBezTo>
                    <a:pt x="803" y="0"/>
                    <a:pt x="1" y="652"/>
                    <a:pt x="1" y="1479"/>
                  </a:cubicBezTo>
                  <a:lnTo>
                    <a:pt x="1" y="6441"/>
                  </a:lnTo>
                  <a:cubicBezTo>
                    <a:pt x="1" y="7268"/>
                    <a:pt x="803" y="7945"/>
                    <a:pt x="1580" y="7945"/>
                  </a:cubicBezTo>
                  <a:lnTo>
                    <a:pt x="25565" y="7945"/>
                  </a:lnTo>
                  <a:cubicBezTo>
                    <a:pt x="26342" y="7945"/>
                    <a:pt x="27144" y="7268"/>
                    <a:pt x="27144" y="6441"/>
                  </a:cubicBezTo>
                  <a:lnTo>
                    <a:pt x="27144" y="1479"/>
                  </a:lnTo>
                  <a:cubicBezTo>
                    <a:pt x="27144" y="652"/>
                    <a:pt x="26342" y="0"/>
                    <a:pt x="25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 bwMode="auto">
            <a:xfrm>
              <a:off x="34042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 bwMode="auto">
            <a:xfrm>
              <a:off x="3456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 bwMode="auto">
            <a:xfrm>
              <a:off x="3508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 bwMode="auto">
            <a:xfrm>
              <a:off x="356092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 bwMode="auto">
            <a:xfrm>
              <a:off x="36135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 bwMode="auto">
            <a:xfrm>
              <a:off x="366557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5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5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7" name="Google Shape;1317;p34"/>
            <p:cNvSpPr/>
            <p:nvPr/>
          </p:nvSpPr>
          <p:spPr bwMode="auto">
            <a:xfrm>
              <a:off x="37175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6" y="0"/>
                  </a:moveTo>
                  <a:cubicBezTo>
                    <a:pt x="201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201" y="5013"/>
                    <a:pt x="426" y="5013"/>
                  </a:cubicBezTo>
                  <a:cubicBezTo>
                    <a:pt x="652" y="5013"/>
                    <a:pt x="852" y="4837"/>
                    <a:pt x="852" y="4612"/>
                  </a:cubicBezTo>
                  <a:lnTo>
                    <a:pt x="852" y="426"/>
                  </a:lnTo>
                  <a:cubicBezTo>
                    <a:pt x="852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8" name="Google Shape;1318;p34"/>
            <p:cNvSpPr/>
            <p:nvPr/>
          </p:nvSpPr>
          <p:spPr bwMode="auto">
            <a:xfrm>
              <a:off x="3770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 bwMode="auto">
            <a:xfrm>
              <a:off x="3822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7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27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0" name="Google Shape;1320;p34"/>
            <p:cNvSpPr/>
            <p:nvPr/>
          </p:nvSpPr>
          <p:spPr bwMode="auto">
            <a:xfrm>
              <a:off x="3874199" y="2765075"/>
              <a:ext cx="21350" cy="125325"/>
            </a:xfrm>
            <a:custGeom>
              <a:avLst/>
              <a:gdLst/>
              <a:ahLst/>
              <a:cxnLst/>
              <a:rect l="l" t="t" r="r" b="b"/>
              <a:pathLst>
                <a:path w="854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3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3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1" name="Google Shape;1321;p34"/>
            <p:cNvSpPr/>
            <p:nvPr/>
          </p:nvSpPr>
          <p:spPr bwMode="auto">
            <a:xfrm>
              <a:off x="3926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2" name="Google Shape;1322;p34"/>
            <p:cNvSpPr/>
            <p:nvPr/>
          </p:nvSpPr>
          <p:spPr bwMode="auto">
            <a:xfrm>
              <a:off x="3978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 bwMode="auto">
            <a:xfrm>
              <a:off x="3344125" y="3273225"/>
              <a:ext cx="193650" cy="193625"/>
            </a:xfrm>
            <a:custGeom>
              <a:avLst/>
              <a:gdLst/>
              <a:ahLst/>
              <a:cxnLst/>
              <a:rect l="l" t="t" r="r" b="b"/>
              <a:pathLst>
                <a:path w="7746" h="7745" fill="none" extrusionOk="0">
                  <a:moveTo>
                    <a:pt x="1" y="0"/>
                  </a:moveTo>
                  <a:lnTo>
                    <a:pt x="7745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 bwMode="auto">
            <a:xfrm>
              <a:off x="3555275" y="3191775"/>
              <a:ext cx="355925" cy="355900"/>
            </a:xfrm>
            <a:custGeom>
              <a:avLst/>
              <a:gdLst/>
              <a:ahLst/>
              <a:cxnLst/>
              <a:rect l="l" t="t" r="r" b="b"/>
              <a:pathLst>
                <a:path w="14237" h="14236" fill="none" extrusionOk="0">
                  <a:moveTo>
                    <a:pt x="1" y="0"/>
                  </a:moveTo>
                  <a:lnTo>
                    <a:pt x="14237" y="14236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 bwMode="auto">
            <a:xfrm>
              <a:off x="3928725" y="3273225"/>
              <a:ext cx="194250" cy="193625"/>
            </a:xfrm>
            <a:custGeom>
              <a:avLst/>
              <a:gdLst/>
              <a:ahLst/>
              <a:cxnLst/>
              <a:rect l="l" t="t" r="r" b="b"/>
              <a:pathLst>
                <a:path w="7770" h="7745" fill="none" extrusionOk="0">
                  <a:moveTo>
                    <a:pt x="0" y="0"/>
                  </a:moveTo>
                  <a:lnTo>
                    <a:pt x="7770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 bwMode="auto">
            <a:xfrm>
              <a:off x="3132975" y="3788875"/>
              <a:ext cx="177350" cy="94025"/>
            </a:xfrm>
            <a:custGeom>
              <a:avLst/>
              <a:gdLst/>
              <a:ahLst/>
              <a:cxnLst/>
              <a:rect l="l" t="t" r="r" b="b"/>
              <a:pathLst>
                <a:path w="7094" h="3761" extrusionOk="0">
                  <a:moveTo>
                    <a:pt x="1254" y="1"/>
                  </a:moveTo>
                  <a:cubicBezTo>
                    <a:pt x="552" y="1"/>
                    <a:pt x="1" y="552"/>
                    <a:pt x="1" y="1254"/>
                  </a:cubicBezTo>
                  <a:lnTo>
                    <a:pt x="1" y="2507"/>
                  </a:lnTo>
                  <a:cubicBezTo>
                    <a:pt x="1" y="3184"/>
                    <a:pt x="552" y="3760"/>
                    <a:pt x="1254" y="3760"/>
                  </a:cubicBezTo>
                  <a:lnTo>
                    <a:pt x="5840" y="3760"/>
                  </a:lnTo>
                  <a:cubicBezTo>
                    <a:pt x="6542" y="3760"/>
                    <a:pt x="7093" y="3184"/>
                    <a:pt x="7093" y="2507"/>
                  </a:cubicBezTo>
                  <a:lnTo>
                    <a:pt x="7093" y="1254"/>
                  </a:lnTo>
                  <a:cubicBezTo>
                    <a:pt x="7093" y="552"/>
                    <a:pt x="6542" y="1"/>
                    <a:pt x="58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 bwMode="auto">
            <a:xfrm>
              <a:off x="4156175" y="3788875"/>
              <a:ext cx="177975" cy="94025"/>
            </a:xfrm>
            <a:custGeom>
              <a:avLst/>
              <a:gdLst/>
              <a:ahLst/>
              <a:cxnLst/>
              <a:rect l="l" t="t" r="r" b="b"/>
              <a:pathLst>
                <a:path w="7119" h="3761" extrusionOk="0">
                  <a:moveTo>
                    <a:pt x="1253" y="1"/>
                  </a:moveTo>
                  <a:cubicBezTo>
                    <a:pt x="577" y="1"/>
                    <a:pt x="0" y="552"/>
                    <a:pt x="0" y="1254"/>
                  </a:cubicBezTo>
                  <a:lnTo>
                    <a:pt x="0" y="2507"/>
                  </a:lnTo>
                  <a:cubicBezTo>
                    <a:pt x="0" y="3184"/>
                    <a:pt x="577" y="3760"/>
                    <a:pt x="1253" y="3760"/>
                  </a:cubicBezTo>
                  <a:lnTo>
                    <a:pt x="5865" y="3760"/>
                  </a:lnTo>
                  <a:cubicBezTo>
                    <a:pt x="6542" y="3760"/>
                    <a:pt x="7118" y="3184"/>
                    <a:pt x="7118" y="2507"/>
                  </a:cubicBezTo>
                  <a:lnTo>
                    <a:pt x="7118" y="1254"/>
                  </a:lnTo>
                  <a:cubicBezTo>
                    <a:pt x="7118" y="552"/>
                    <a:pt x="6542" y="1"/>
                    <a:pt x="58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 bwMode="auto">
            <a:xfrm>
              <a:off x="3341625" y="3798900"/>
              <a:ext cx="783250" cy="21325"/>
            </a:xfrm>
            <a:custGeom>
              <a:avLst/>
              <a:gdLst/>
              <a:ahLst/>
              <a:cxnLst/>
              <a:rect l="l" t="t" r="r" b="b"/>
              <a:pathLst>
                <a:path w="31330" h="853" extrusionOk="0">
                  <a:moveTo>
                    <a:pt x="427" y="1"/>
                  </a:moveTo>
                  <a:cubicBezTo>
                    <a:pt x="201" y="1"/>
                    <a:pt x="1" y="201"/>
                    <a:pt x="1" y="427"/>
                  </a:cubicBezTo>
                  <a:cubicBezTo>
                    <a:pt x="1" y="652"/>
                    <a:pt x="201" y="853"/>
                    <a:pt x="427" y="853"/>
                  </a:cubicBezTo>
                  <a:lnTo>
                    <a:pt x="30928" y="853"/>
                  </a:lnTo>
                  <a:cubicBezTo>
                    <a:pt x="31154" y="853"/>
                    <a:pt x="31329" y="652"/>
                    <a:pt x="31329" y="427"/>
                  </a:cubicBezTo>
                  <a:cubicBezTo>
                    <a:pt x="31329" y="201"/>
                    <a:pt x="31154" y="1"/>
                    <a:pt x="309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 bwMode="auto">
            <a:xfrm>
              <a:off x="3341625" y="3851550"/>
              <a:ext cx="783250" cy="20700"/>
            </a:xfrm>
            <a:custGeom>
              <a:avLst/>
              <a:gdLst/>
              <a:ahLst/>
              <a:cxnLst/>
              <a:rect l="l" t="t" r="r" b="b"/>
              <a:pathLst>
                <a:path w="31330" h="828" extrusionOk="0">
                  <a:moveTo>
                    <a:pt x="427" y="0"/>
                  </a:moveTo>
                  <a:cubicBezTo>
                    <a:pt x="201" y="0"/>
                    <a:pt x="1" y="176"/>
                    <a:pt x="1" y="401"/>
                  </a:cubicBezTo>
                  <a:cubicBezTo>
                    <a:pt x="1" y="652"/>
                    <a:pt x="201" y="827"/>
                    <a:pt x="427" y="827"/>
                  </a:cubicBezTo>
                  <a:lnTo>
                    <a:pt x="30928" y="827"/>
                  </a:lnTo>
                  <a:cubicBezTo>
                    <a:pt x="31154" y="827"/>
                    <a:pt x="31329" y="652"/>
                    <a:pt x="31329" y="401"/>
                  </a:cubicBezTo>
                  <a:cubicBezTo>
                    <a:pt x="31329" y="176"/>
                    <a:pt x="31154" y="0"/>
                    <a:pt x="30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330" name="Google Shape;1330;p34"/>
            <p:cNvGrpSpPr/>
            <p:nvPr/>
          </p:nvGrpSpPr>
          <p:grpSpPr bwMode="auto">
            <a:xfrm>
              <a:off x="3748900" y="238125"/>
              <a:ext cx="2662950" cy="5224975"/>
              <a:chOff x="3748900" y="238125"/>
              <a:chExt cx="2662950" cy="5224975"/>
            </a:xfrm>
          </p:grpSpPr>
          <p:sp>
            <p:nvSpPr>
              <p:cNvPr id="1331" name="Google Shape;1331;p34"/>
              <p:cNvSpPr/>
              <p:nvPr/>
            </p:nvSpPr>
            <p:spPr bwMode="auto">
              <a:xfrm>
                <a:off x="4036500" y="1009425"/>
                <a:ext cx="400400" cy="188625"/>
              </a:xfrm>
              <a:custGeom>
                <a:avLst/>
                <a:gdLst/>
                <a:ahLst/>
                <a:cxnLst/>
                <a:rect l="l" t="t" r="r" b="b"/>
                <a:pathLst>
                  <a:path w="16016" h="7545" extrusionOk="0">
                    <a:moveTo>
                      <a:pt x="8020" y="0"/>
                    </a:moveTo>
                    <a:cubicBezTo>
                      <a:pt x="3735" y="0"/>
                      <a:pt x="251" y="3334"/>
                      <a:pt x="0" y="7544"/>
                    </a:cubicBezTo>
                    <a:lnTo>
                      <a:pt x="16015" y="7544"/>
                    </a:lnTo>
                    <a:cubicBezTo>
                      <a:pt x="15765" y="3334"/>
                      <a:pt x="12281" y="0"/>
                      <a:pt x="8020" y="0"/>
                    </a:cubicBezTo>
                    <a:close/>
                  </a:path>
                </a:pathLst>
              </a:custGeom>
              <a:solidFill>
                <a:srgbClr val="CBE5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2" name="Google Shape;1332;p34"/>
              <p:cNvSpPr/>
              <p:nvPr/>
            </p:nvSpPr>
            <p:spPr bwMode="auto">
              <a:xfrm>
                <a:off x="3748900" y="238125"/>
                <a:ext cx="2662950" cy="1755025"/>
              </a:xfrm>
              <a:custGeom>
                <a:avLst/>
                <a:gdLst/>
                <a:ahLst/>
                <a:cxnLst/>
                <a:rect l="l" t="t" r="r" b="b"/>
                <a:pathLst>
                  <a:path w="106518" h="70201" extrusionOk="0">
                    <a:moveTo>
                      <a:pt x="0" y="0"/>
                    </a:moveTo>
                    <a:lnTo>
                      <a:pt x="89023" y="70201"/>
                    </a:lnTo>
                    <a:lnTo>
                      <a:pt x="106517" y="70201"/>
                    </a:lnTo>
                    <a:lnTo>
                      <a:pt x="106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3" name="Google Shape;1333;p34"/>
              <p:cNvSpPr/>
              <p:nvPr/>
            </p:nvSpPr>
            <p:spPr bwMode="auto">
              <a:xfrm>
                <a:off x="3790875" y="394750"/>
                <a:ext cx="2381000" cy="981875"/>
              </a:xfrm>
              <a:custGeom>
                <a:avLst/>
                <a:gdLst/>
                <a:ahLst/>
                <a:cxnLst/>
                <a:rect l="l" t="t" r="r" b="b"/>
                <a:pathLst>
                  <a:path w="95240" h="39275" extrusionOk="0">
                    <a:moveTo>
                      <a:pt x="1" y="1"/>
                    </a:moveTo>
                    <a:lnTo>
                      <a:pt x="1" y="39274"/>
                    </a:lnTo>
                    <a:lnTo>
                      <a:pt x="95239" y="39274"/>
                    </a:lnTo>
                    <a:lnTo>
                      <a:pt x="952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4" name="Google Shape;1334;p34"/>
              <p:cNvSpPr/>
              <p:nvPr/>
            </p:nvSpPr>
            <p:spPr bwMode="auto">
              <a:xfrm>
                <a:off x="4124850" y="248775"/>
                <a:ext cx="94000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17946" extrusionOk="0">
                    <a:moveTo>
                      <a:pt x="0" y="0"/>
                    </a:moveTo>
                    <a:lnTo>
                      <a:pt x="0" y="17945"/>
                    </a:lnTo>
                    <a:lnTo>
                      <a:pt x="3759" y="17945"/>
                    </a:lnTo>
                    <a:lnTo>
                      <a:pt x="37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5" name="Google Shape;1335;p34"/>
              <p:cNvSpPr/>
              <p:nvPr/>
            </p:nvSpPr>
            <p:spPr bwMode="auto">
              <a:xfrm>
                <a:off x="5659925" y="248775"/>
                <a:ext cx="94025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1" h="17946" extrusionOk="0">
                    <a:moveTo>
                      <a:pt x="1" y="0"/>
                    </a:moveTo>
                    <a:lnTo>
                      <a:pt x="1" y="17945"/>
                    </a:lnTo>
                    <a:lnTo>
                      <a:pt x="3760" y="17945"/>
                    </a:lnTo>
                    <a:lnTo>
                      <a:pt x="37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6" name="Google Shape;1336;p34"/>
              <p:cNvSpPr/>
              <p:nvPr/>
            </p:nvSpPr>
            <p:spPr bwMode="auto">
              <a:xfrm>
                <a:off x="3895525" y="501275"/>
                <a:ext cx="2171700" cy="770075"/>
              </a:xfrm>
              <a:custGeom>
                <a:avLst/>
                <a:gdLst/>
                <a:ahLst/>
                <a:cxnLst/>
                <a:rect l="l" t="t" r="r" b="b"/>
                <a:pathLst>
                  <a:path w="86868" h="30803" extrusionOk="0">
                    <a:moveTo>
                      <a:pt x="0" y="0"/>
                    </a:moveTo>
                    <a:lnTo>
                      <a:pt x="0" y="30803"/>
                    </a:lnTo>
                    <a:lnTo>
                      <a:pt x="86868" y="30803"/>
                    </a:lnTo>
                    <a:lnTo>
                      <a:pt x="868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7" name="Google Shape;1337;p34"/>
              <p:cNvSpPr/>
              <p:nvPr/>
            </p:nvSpPr>
            <p:spPr bwMode="auto">
              <a:xfrm>
                <a:off x="4452525" y="666675"/>
                <a:ext cx="133500" cy="151050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42" extrusionOk="0">
                    <a:moveTo>
                      <a:pt x="2933" y="1"/>
                    </a:moveTo>
                    <a:cubicBezTo>
                      <a:pt x="2457" y="1"/>
                      <a:pt x="2056" y="101"/>
                      <a:pt x="1680" y="277"/>
                    </a:cubicBezTo>
                    <a:cubicBezTo>
                      <a:pt x="1329" y="452"/>
                      <a:pt x="1028" y="678"/>
                      <a:pt x="778" y="953"/>
                    </a:cubicBezTo>
                    <a:cubicBezTo>
                      <a:pt x="527" y="1229"/>
                      <a:pt x="327" y="1555"/>
                      <a:pt x="201" y="1906"/>
                    </a:cubicBezTo>
                    <a:cubicBezTo>
                      <a:pt x="51" y="2257"/>
                      <a:pt x="1" y="2607"/>
                      <a:pt x="1" y="2983"/>
                    </a:cubicBezTo>
                    <a:cubicBezTo>
                      <a:pt x="1" y="3359"/>
                      <a:pt x="76" y="3735"/>
                      <a:pt x="201" y="4086"/>
                    </a:cubicBezTo>
                    <a:cubicBezTo>
                      <a:pt x="352" y="4462"/>
                      <a:pt x="552" y="4788"/>
                      <a:pt x="803" y="5089"/>
                    </a:cubicBezTo>
                    <a:cubicBezTo>
                      <a:pt x="1054" y="5364"/>
                      <a:pt x="1354" y="5590"/>
                      <a:pt x="1705" y="5765"/>
                    </a:cubicBezTo>
                    <a:cubicBezTo>
                      <a:pt x="2056" y="5941"/>
                      <a:pt x="2457" y="6041"/>
                      <a:pt x="2883" y="6041"/>
                    </a:cubicBezTo>
                    <a:cubicBezTo>
                      <a:pt x="3134" y="6041"/>
                      <a:pt x="3359" y="6016"/>
                      <a:pt x="3610" y="5941"/>
                    </a:cubicBezTo>
                    <a:cubicBezTo>
                      <a:pt x="3861" y="5891"/>
                      <a:pt x="4111" y="5790"/>
                      <a:pt x="4312" y="5690"/>
                    </a:cubicBezTo>
                    <a:cubicBezTo>
                      <a:pt x="4537" y="5565"/>
                      <a:pt x="4738" y="5415"/>
                      <a:pt x="4913" y="5264"/>
                    </a:cubicBezTo>
                    <a:cubicBezTo>
                      <a:pt x="5089" y="5089"/>
                      <a:pt x="5239" y="4888"/>
                      <a:pt x="5339" y="4663"/>
                    </a:cubicBezTo>
                    <a:lnTo>
                      <a:pt x="4387" y="4111"/>
                    </a:lnTo>
                    <a:cubicBezTo>
                      <a:pt x="4312" y="4287"/>
                      <a:pt x="4237" y="4412"/>
                      <a:pt x="4111" y="4537"/>
                    </a:cubicBezTo>
                    <a:cubicBezTo>
                      <a:pt x="4011" y="4638"/>
                      <a:pt x="3886" y="4738"/>
                      <a:pt x="3735" y="4813"/>
                    </a:cubicBezTo>
                    <a:cubicBezTo>
                      <a:pt x="3610" y="4888"/>
                      <a:pt x="3485" y="4938"/>
                      <a:pt x="3334" y="4963"/>
                    </a:cubicBezTo>
                    <a:cubicBezTo>
                      <a:pt x="3184" y="5014"/>
                      <a:pt x="3059" y="5014"/>
                      <a:pt x="2908" y="5014"/>
                    </a:cubicBezTo>
                    <a:cubicBezTo>
                      <a:pt x="2658" y="5014"/>
                      <a:pt x="2432" y="4963"/>
                      <a:pt x="2206" y="4863"/>
                    </a:cubicBezTo>
                    <a:cubicBezTo>
                      <a:pt x="1981" y="4738"/>
                      <a:pt x="1805" y="4587"/>
                      <a:pt x="1655" y="4412"/>
                    </a:cubicBezTo>
                    <a:cubicBezTo>
                      <a:pt x="1505" y="4211"/>
                      <a:pt x="1379" y="4011"/>
                      <a:pt x="1304" y="3760"/>
                    </a:cubicBezTo>
                    <a:cubicBezTo>
                      <a:pt x="1204" y="3535"/>
                      <a:pt x="1179" y="3259"/>
                      <a:pt x="1179" y="3008"/>
                    </a:cubicBezTo>
                    <a:cubicBezTo>
                      <a:pt x="1179" y="2783"/>
                      <a:pt x="1204" y="2532"/>
                      <a:pt x="1279" y="2307"/>
                    </a:cubicBezTo>
                    <a:cubicBezTo>
                      <a:pt x="1354" y="2056"/>
                      <a:pt x="1455" y="1856"/>
                      <a:pt x="1605" y="1655"/>
                    </a:cubicBezTo>
                    <a:cubicBezTo>
                      <a:pt x="1755" y="1480"/>
                      <a:pt x="1931" y="1329"/>
                      <a:pt x="2131" y="1204"/>
                    </a:cubicBezTo>
                    <a:cubicBezTo>
                      <a:pt x="2357" y="1079"/>
                      <a:pt x="2607" y="1029"/>
                      <a:pt x="2908" y="1029"/>
                    </a:cubicBezTo>
                    <a:cubicBezTo>
                      <a:pt x="3033" y="1029"/>
                      <a:pt x="3159" y="1054"/>
                      <a:pt x="3309" y="1079"/>
                    </a:cubicBezTo>
                    <a:cubicBezTo>
                      <a:pt x="3460" y="1104"/>
                      <a:pt x="3585" y="1154"/>
                      <a:pt x="3710" y="1229"/>
                    </a:cubicBezTo>
                    <a:cubicBezTo>
                      <a:pt x="3836" y="1279"/>
                      <a:pt x="3961" y="1379"/>
                      <a:pt x="4061" y="1505"/>
                    </a:cubicBezTo>
                    <a:cubicBezTo>
                      <a:pt x="4186" y="1605"/>
                      <a:pt x="4287" y="1755"/>
                      <a:pt x="4362" y="1931"/>
                    </a:cubicBezTo>
                    <a:lnTo>
                      <a:pt x="5239" y="1304"/>
                    </a:lnTo>
                    <a:cubicBezTo>
                      <a:pt x="5039" y="928"/>
                      <a:pt x="4738" y="602"/>
                      <a:pt x="4337" y="377"/>
                    </a:cubicBezTo>
                    <a:cubicBezTo>
                      <a:pt x="3961" y="126"/>
                      <a:pt x="3485" y="1"/>
                      <a:pt x="29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8" name="Google Shape;1338;p34"/>
              <p:cNvSpPr/>
              <p:nvPr/>
            </p:nvSpPr>
            <p:spPr bwMode="auto">
              <a:xfrm>
                <a:off x="4621700" y="667950"/>
                <a:ext cx="10342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36" y="5940"/>
                    </a:lnTo>
                    <a:lnTo>
                      <a:pt x="4136" y="4937"/>
                    </a:lnTo>
                    <a:lnTo>
                      <a:pt x="1179" y="4937"/>
                    </a:lnTo>
                    <a:lnTo>
                      <a:pt x="1179" y="3384"/>
                    </a:lnTo>
                    <a:lnTo>
                      <a:pt x="3660" y="3384"/>
                    </a:lnTo>
                    <a:lnTo>
                      <a:pt x="3660" y="2431"/>
                    </a:lnTo>
                    <a:lnTo>
                      <a:pt x="1179" y="2431"/>
                    </a:lnTo>
                    <a:lnTo>
                      <a:pt x="1179" y="1003"/>
                    </a:lnTo>
                    <a:lnTo>
                      <a:pt x="4061" y="1003"/>
                    </a:lnTo>
                    <a:lnTo>
                      <a:pt x="40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9" name="Google Shape;1339;p34"/>
              <p:cNvSpPr/>
              <p:nvPr/>
            </p:nvSpPr>
            <p:spPr bwMode="auto">
              <a:xfrm>
                <a:off x="4764575" y="667950"/>
                <a:ext cx="1291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5940" extrusionOk="0">
                    <a:moveTo>
                      <a:pt x="0" y="0"/>
                    </a:moveTo>
                    <a:lnTo>
                      <a:pt x="0" y="5940"/>
                    </a:lnTo>
                    <a:lnTo>
                      <a:pt x="1153" y="5940"/>
                    </a:lnTo>
                    <a:lnTo>
                      <a:pt x="1153" y="2130"/>
                    </a:lnTo>
                    <a:lnTo>
                      <a:pt x="4211" y="5940"/>
                    </a:lnTo>
                    <a:lnTo>
                      <a:pt x="5163" y="5940"/>
                    </a:lnTo>
                    <a:lnTo>
                      <a:pt x="5163" y="0"/>
                    </a:lnTo>
                    <a:lnTo>
                      <a:pt x="3985" y="0"/>
                    </a:lnTo>
                    <a:lnTo>
                      <a:pt x="3985" y="3885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0" name="Google Shape;1340;p34"/>
              <p:cNvSpPr/>
              <p:nvPr/>
            </p:nvSpPr>
            <p:spPr bwMode="auto">
              <a:xfrm>
                <a:off x="4928725" y="667950"/>
                <a:ext cx="12345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940" extrusionOk="0">
                    <a:moveTo>
                      <a:pt x="1" y="0"/>
                    </a:moveTo>
                    <a:lnTo>
                      <a:pt x="1" y="1003"/>
                    </a:lnTo>
                    <a:lnTo>
                      <a:pt x="1905" y="1003"/>
                    </a:lnTo>
                    <a:lnTo>
                      <a:pt x="1905" y="5940"/>
                    </a:lnTo>
                    <a:lnTo>
                      <a:pt x="3033" y="5940"/>
                    </a:lnTo>
                    <a:lnTo>
                      <a:pt x="3033" y="1003"/>
                    </a:lnTo>
                    <a:lnTo>
                      <a:pt x="4938" y="1003"/>
                    </a:lnTo>
                    <a:lnTo>
                      <a:pt x="49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1" name="Google Shape;1341;p34"/>
              <p:cNvSpPr/>
              <p:nvPr/>
            </p:nvSpPr>
            <p:spPr bwMode="auto">
              <a:xfrm>
                <a:off x="5087875" y="667950"/>
                <a:ext cx="1197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5940" extrusionOk="0">
                    <a:moveTo>
                      <a:pt x="2532" y="1003"/>
                    </a:moveTo>
                    <a:cubicBezTo>
                      <a:pt x="2632" y="1003"/>
                      <a:pt x="2732" y="1028"/>
                      <a:pt x="2833" y="1078"/>
                    </a:cubicBezTo>
                    <a:cubicBezTo>
                      <a:pt x="2933" y="1128"/>
                      <a:pt x="3033" y="1203"/>
                      <a:pt x="3108" y="1278"/>
                    </a:cubicBezTo>
                    <a:cubicBezTo>
                      <a:pt x="3184" y="1353"/>
                      <a:pt x="3234" y="1454"/>
                      <a:pt x="3284" y="1579"/>
                    </a:cubicBezTo>
                    <a:cubicBezTo>
                      <a:pt x="3334" y="1704"/>
                      <a:pt x="3359" y="1830"/>
                      <a:pt x="3359" y="1980"/>
                    </a:cubicBezTo>
                    <a:cubicBezTo>
                      <a:pt x="3359" y="2105"/>
                      <a:pt x="3334" y="2231"/>
                      <a:pt x="3284" y="2356"/>
                    </a:cubicBezTo>
                    <a:cubicBezTo>
                      <a:pt x="3259" y="2456"/>
                      <a:pt x="3209" y="2556"/>
                      <a:pt x="3133" y="2657"/>
                    </a:cubicBezTo>
                    <a:cubicBezTo>
                      <a:pt x="3058" y="2732"/>
                      <a:pt x="2983" y="2807"/>
                      <a:pt x="2883" y="2857"/>
                    </a:cubicBezTo>
                    <a:cubicBezTo>
                      <a:pt x="2808" y="2907"/>
                      <a:pt x="2707" y="2932"/>
                      <a:pt x="2582" y="2932"/>
                    </a:cubicBezTo>
                    <a:lnTo>
                      <a:pt x="1153" y="2932"/>
                    </a:lnTo>
                    <a:lnTo>
                      <a:pt x="1153" y="1003"/>
                    </a:lnTo>
                    <a:close/>
                    <a:moveTo>
                      <a:pt x="1" y="0"/>
                    </a:moveTo>
                    <a:lnTo>
                      <a:pt x="1" y="5940"/>
                    </a:lnTo>
                    <a:lnTo>
                      <a:pt x="1153" y="5940"/>
                    </a:lnTo>
                    <a:lnTo>
                      <a:pt x="1153" y="3935"/>
                    </a:lnTo>
                    <a:lnTo>
                      <a:pt x="2281" y="3935"/>
                    </a:lnTo>
                    <a:lnTo>
                      <a:pt x="3509" y="5940"/>
                    </a:lnTo>
                    <a:lnTo>
                      <a:pt x="4788" y="5940"/>
                    </a:lnTo>
                    <a:lnTo>
                      <a:pt x="3434" y="3709"/>
                    </a:lnTo>
                    <a:cubicBezTo>
                      <a:pt x="3760" y="3559"/>
                      <a:pt x="4036" y="3333"/>
                      <a:pt x="4211" y="3033"/>
                    </a:cubicBezTo>
                    <a:cubicBezTo>
                      <a:pt x="4412" y="2707"/>
                      <a:pt x="4512" y="2356"/>
                      <a:pt x="4512" y="1980"/>
                    </a:cubicBezTo>
                    <a:cubicBezTo>
                      <a:pt x="4512" y="1729"/>
                      <a:pt x="4462" y="1479"/>
                      <a:pt x="4361" y="1253"/>
                    </a:cubicBezTo>
                    <a:cubicBezTo>
                      <a:pt x="4286" y="1028"/>
                      <a:pt x="4136" y="802"/>
                      <a:pt x="3986" y="627"/>
                    </a:cubicBezTo>
                    <a:cubicBezTo>
                      <a:pt x="3810" y="426"/>
                      <a:pt x="3610" y="276"/>
                      <a:pt x="3384" y="176"/>
                    </a:cubicBezTo>
                    <a:cubicBezTo>
                      <a:pt x="3133" y="50"/>
                      <a:pt x="2883" y="0"/>
                      <a:pt x="2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2" name="Google Shape;1342;p34"/>
              <p:cNvSpPr/>
              <p:nvPr/>
            </p:nvSpPr>
            <p:spPr bwMode="auto">
              <a:xfrm>
                <a:off x="5226975" y="667950"/>
                <a:ext cx="1385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540" h="5940" extrusionOk="0">
                    <a:moveTo>
                      <a:pt x="2782" y="1303"/>
                    </a:moveTo>
                    <a:lnTo>
                      <a:pt x="3610" y="3634"/>
                    </a:lnTo>
                    <a:lnTo>
                      <a:pt x="1930" y="3634"/>
                    </a:lnTo>
                    <a:lnTo>
                      <a:pt x="2782" y="1303"/>
                    </a:lnTo>
                    <a:close/>
                    <a:moveTo>
                      <a:pt x="2256" y="0"/>
                    </a:moveTo>
                    <a:lnTo>
                      <a:pt x="1" y="5940"/>
                    </a:lnTo>
                    <a:lnTo>
                      <a:pt x="1178" y="5940"/>
                    </a:lnTo>
                    <a:lnTo>
                      <a:pt x="1730" y="4461"/>
                    </a:lnTo>
                    <a:lnTo>
                      <a:pt x="3810" y="4461"/>
                    </a:lnTo>
                    <a:lnTo>
                      <a:pt x="4361" y="5940"/>
                    </a:lnTo>
                    <a:lnTo>
                      <a:pt x="5539" y="5940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3" name="Google Shape;1343;p34"/>
              <p:cNvSpPr/>
              <p:nvPr/>
            </p:nvSpPr>
            <p:spPr bwMode="auto">
              <a:xfrm>
                <a:off x="5398650" y="667950"/>
                <a:ext cx="10467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8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86" y="5940"/>
                    </a:lnTo>
                    <a:lnTo>
                      <a:pt x="4186" y="4937"/>
                    </a:lnTo>
                    <a:lnTo>
                      <a:pt x="1154" y="4937"/>
                    </a:lnTo>
                    <a:lnTo>
                      <a:pt x="1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4" name="Google Shape;1344;p34"/>
              <p:cNvSpPr/>
              <p:nvPr/>
            </p:nvSpPr>
            <p:spPr bwMode="auto">
              <a:xfrm>
                <a:off x="4235125" y="885350"/>
                <a:ext cx="177950" cy="229350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9174" extrusionOk="0">
                    <a:moveTo>
                      <a:pt x="3659" y="1"/>
                    </a:moveTo>
                    <a:cubicBezTo>
                      <a:pt x="3183" y="1"/>
                      <a:pt x="2757" y="51"/>
                      <a:pt x="2356" y="176"/>
                    </a:cubicBezTo>
                    <a:cubicBezTo>
                      <a:pt x="1980" y="302"/>
                      <a:pt x="1604" y="477"/>
                      <a:pt x="1303" y="703"/>
                    </a:cubicBezTo>
                    <a:cubicBezTo>
                      <a:pt x="1003" y="953"/>
                      <a:pt x="777" y="1254"/>
                      <a:pt x="602" y="1605"/>
                    </a:cubicBezTo>
                    <a:cubicBezTo>
                      <a:pt x="451" y="1956"/>
                      <a:pt x="351" y="2357"/>
                      <a:pt x="351" y="2833"/>
                    </a:cubicBezTo>
                    <a:cubicBezTo>
                      <a:pt x="351" y="3159"/>
                      <a:pt x="401" y="3460"/>
                      <a:pt x="501" y="3735"/>
                    </a:cubicBezTo>
                    <a:cubicBezTo>
                      <a:pt x="627" y="3961"/>
                      <a:pt x="777" y="4186"/>
                      <a:pt x="1003" y="4387"/>
                    </a:cubicBezTo>
                    <a:cubicBezTo>
                      <a:pt x="1203" y="4562"/>
                      <a:pt x="1479" y="4738"/>
                      <a:pt x="1780" y="4888"/>
                    </a:cubicBezTo>
                    <a:cubicBezTo>
                      <a:pt x="2105" y="5013"/>
                      <a:pt x="2481" y="5139"/>
                      <a:pt x="2907" y="5264"/>
                    </a:cubicBezTo>
                    <a:cubicBezTo>
                      <a:pt x="3258" y="5364"/>
                      <a:pt x="3584" y="5465"/>
                      <a:pt x="3885" y="5540"/>
                    </a:cubicBezTo>
                    <a:cubicBezTo>
                      <a:pt x="4161" y="5640"/>
                      <a:pt x="4411" y="5715"/>
                      <a:pt x="4612" y="5815"/>
                    </a:cubicBezTo>
                    <a:cubicBezTo>
                      <a:pt x="4812" y="5916"/>
                      <a:pt x="4988" y="6041"/>
                      <a:pt x="5088" y="6166"/>
                    </a:cubicBezTo>
                    <a:cubicBezTo>
                      <a:pt x="5188" y="6317"/>
                      <a:pt x="5263" y="6467"/>
                      <a:pt x="5263" y="6668"/>
                    </a:cubicBezTo>
                    <a:cubicBezTo>
                      <a:pt x="5263" y="7294"/>
                      <a:pt x="4762" y="7595"/>
                      <a:pt x="3810" y="7595"/>
                    </a:cubicBezTo>
                    <a:cubicBezTo>
                      <a:pt x="3459" y="7595"/>
                      <a:pt x="3108" y="7570"/>
                      <a:pt x="2782" y="7470"/>
                    </a:cubicBezTo>
                    <a:cubicBezTo>
                      <a:pt x="2456" y="7394"/>
                      <a:pt x="2156" y="7294"/>
                      <a:pt x="1880" y="7169"/>
                    </a:cubicBezTo>
                    <a:cubicBezTo>
                      <a:pt x="1604" y="7044"/>
                      <a:pt x="1379" y="6918"/>
                      <a:pt x="1178" y="6793"/>
                    </a:cubicBezTo>
                    <a:cubicBezTo>
                      <a:pt x="978" y="6668"/>
                      <a:pt x="852" y="6567"/>
                      <a:pt x="777" y="6492"/>
                    </a:cubicBezTo>
                    <a:lnTo>
                      <a:pt x="0" y="8021"/>
                    </a:lnTo>
                    <a:cubicBezTo>
                      <a:pt x="526" y="8372"/>
                      <a:pt x="1103" y="8673"/>
                      <a:pt x="1780" y="8873"/>
                    </a:cubicBezTo>
                    <a:cubicBezTo>
                      <a:pt x="2431" y="9074"/>
                      <a:pt x="3108" y="9174"/>
                      <a:pt x="3785" y="9174"/>
                    </a:cubicBezTo>
                    <a:cubicBezTo>
                      <a:pt x="4211" y="9174"/>
                      <a:pt x="4637" y="9124"/>
                      <a:pt x="5038" y="9049"/>
                    </a:cubicBezTo>
                    <a:cubicBezTo>
                      <a:pt x="5439" y="8948"/>
                      <a:pt x="5790" y="8773"/>
                      <a:pt x="6115" y="8572"/>
                    </a:cubicBezTo>
                    <a:cubicBezTo>
                      <a:pt x="6416" y="8347"/>
                      <a:pt x="6667" y="8071"/>
                      <a:pt x="6842" y="7745"/>
                    </a:cubicBezTo>
                    <a:cubicBezTo>
                      <a:pt x="7018" y="7394"/>
                      <a:pt x="7118" y="6968"/>
                      <a:pt x="7118" y="6492"/>
                    </a:cubicBezTo>
                    <a:cubicBezTo>
                      <a:pt x="7118" y="6091"/>
                      <a:pt x="7043" y="5740"/>
                      <a:pt x="6917" y="5465"/>
                    </a:cubicBezTo>
                    <a:cubicBezTo>
                      <a:pt x="6792" y="5164"/>
                      <a:pt x="6592" y="4913"/>
                      <a:pt x="6341" y="4713"/>
                    </a:cubicBezTo>
                    <a:cubicBezTo>
                      <a:pt x="6090" y="4512"/>
                      <a:pt x="5790" y="4337"/>
                      <a:pt x="5414" y="4211"/>
                    </a:cubicBezTo>
                    <a:cubicBezTo>
                      <a:pt x="5063" y="4061"/>
                      <a:pt x="4662" y="3936"/>
                      <a:pt x="4211" y="3835"/>
                    </a:cubicBezTo>
                    <a:cubicBezTo>
                      <a:pt x="3885" y="3735"/>
                      <a:pt x="3584" y="3660"/>
                      <a:pt x="3308" y="3585"/>
                    </a:cubicBezTo>
                    <a:cubicBezTo>
                      <a:pt x="3058" y="3510"/>
                      <a:pt x="2857" y="3434"/>
                      <a:pt x="2682" y="3334"/>
                    </a:cubicBezTo>
                    <a:cubicBezTo>
                      <a:pt x="2506" y="3234"/>
                      <a:pt x="2381" y="3134"/>
                      <a:pt x="2281" y="3008"/>
                    </a:cubicBezTo>
                    <a:cubicBezTo>
                      <a:pt x="2206" y="2883"/>
                      <a:pt x="2156" y="2733"/>
                      <a:pt x="2156" y="2532"/>
                    </a:cubicBezTo>
                    <a:cubicBezTo>
                      <a:pt x="2156" y="2231"/>
                      <a:pt x="2281" y="1981"/>
                      <a:pt x="2506" y="1805"/>
                    </a:cubicBezTo>
                    <a:cubicBezTo>
                      <a:pt x="2757" y="1605"/>
                      <a:pt x="3108" y="1530"/>
                      <a:pt x="3609" y="1530"/>
                    </a:cubicBezTo>
                    <a:cubicBezTo>
                      <a:pt x="3860" y="1530"/>
                      <a:pt x="4135" y="1555"/>
                      <a:pt x="4411" y="1630"/>
                    </a:cubicBezTo>
                    <a:cubicBezTo>
                      <a:pt x="4662" y="1705"/>
                      <a:pt x="4912" y="1780"/>
                      <a:pt x="5113" y="1881"/>
                    </a:cubicBezTo>
                    <a:cubicBezTo>
                      <a:pt x="5364" y="1981"/>
                      <a:pt x="5539" y="2081"/>
                      <a:pt x="5689" y="2181"/>
                    </a:cubicBezTo>
                    <a:cubicBezTo>
                      <a:pt x="5865" y="2282"/>
                      <a:pt x="5965" y="2357"/>
                      <a:pt x="6015" y="2407"/>
                    </a:cubicBezTo>
                    <a:lnTo>
                      <a:pt x="6792" y="1003"/>
                    </a:lnTo>
                    <a:cubicBezTo>
                      <a:pt x="6416" y="728"/>
                      <a:pt x="5940" y="477"/>
                      <a:pt x="5414" y="302"/>
                    </a:cubicBezTo>
                    <a:cubicBezTo>
                      <a:pt x="4862" y="101"/>
                      <a:pt x="4286" y="1"/>
                      <a:pt x="3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5" name="Google Shape;1345;p34"/>
              <p:cNvSpPr/>
              <p:nvPr/>
            </p:nvSpPr>
            <p:spPr bwMode="auto">
              <a:xfrm>
                <a:off x="4450650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2908" y="1530"/>
                    </a:lnTo>
                    <a:lnTo>
                      <a:pt x="2908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20" y="1530"/>
                    </a:lnTo>
                    <a:lnTo>
                      <a:pt x="75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6" name="Google Shape;1346;p34"/>
              <p:cNvSpPr/>
              <p:nvPr/>
            </p:nvSpPr>
            <p:spPr bwMode="auto">
              <a:xfrm>
                <a:off x="4648025" y="886600"/>
                <a:ext cx="21055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8422" h="9024" extrusionOk="0">
                    <a:moveTo>
                      <a:pt x="4211" y="2006"/>
                    </a:moveTo>
                    <a:lnTo>
                      <a:pt x="5464" y="5540"/>
                    </a:lnTo>
                    <a:lnTo>
                      <a:pt x="2908" y="5540"/>
                    </a:lnTo>
                    <a:lnTo>
                      <a:pt x="4211" y="2006"/>
                    </a:lnTo>
                    <a:close/>
                    <a:moveTo>
                      <a:pt x="3434" y="1"/>
                    </a:moveTo>
                    <a:lnTo>
                      <a:pt x="0" y="9024"/>
                    </a:lnTo>
                    <a:lnTo>
                      <a:pt x="1805" y="9024"/>
                    </a:lnTo>
                    <a:lnTo>
                      <a:pt x="2632" y="6768"/>
                    </a:lnTo>
                    <a:lnTo>
                      <a:pt x="5790" y="6768"/>
                    </a:lnTo>
                    <a:lnTo>
                      <a:pt x="6617" y="9024"/>
                    </a:lnTo>
                    <a:lnTo>
                      <a:pt x="8422" y="9024"/>
                    </a:lnTo>
                    <a:lnTo>
                      <a:pt x="49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7" name="Google Shape;1347;p34"/>
              <p:cNvSpPr/>
              <p:nvPr/>
            </p:nvSpPr>
            <p:spPr bwMode="auto">
              <a:xfrm>
                <a:off x="4867325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0" y="1"/>
                    </a:moveTo>
                    <a:lnTo>
                      <a:pt x="0" y="1530"/>
                    </a:lnTo>
                    <a:lnTo>
                      <a:pt x="2883" y="1530"/>
                    </a:lnTo>
                    <a:lnTo>
                      <a:pt x="2883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19" y="1530"/>
                    </a:lnTo>
                    <a:lnTo>
                      <a:pt x="7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8" name="Google Shape;1348;p34"/>
              <p:cNvSpPr/>
              <p:nvPr/>
            </p:nvSpPr>
            <p:spPr bwMode="auto">
              <a:xfrm>
                <a:off x="5108550" y="886600"/>
                <a:ext cx="439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9" name="Google Shape;1349;p34"/>
              <p:cNvSpPr/>
              <p:nvPr/>
            </p:nvSpPr>
            <p:spPr bwMode="auto">
              <a:xfrm>
                <a:off x="5211300" y="885350"/>
                <a:ext cx="219950" cy="228725"/>
              </a:xfrm>
              <a:custGeom>
                <a:avLst/>
                <a:gdLst/>
                <a:ahLst/>
                <a:cxnLst/>
                <a:rect l="l" t="t" r="r" b="b"/>
                <a:pathLst>
                  <a:path w="8798" h="9149" extrusionOk="0">
                    <a:moveTo>
                      <a:pt x="4412" y="1555"/>
                    </a:moveTo>
                    <a:cubicBezTo>
                      <a:pt x="4813" y="1555"/>
                      <a:pt x="5189" y="1630"/>
                      <a:pt x="5490" y="1805"/>
                    </a:cubicBezTo>
                    <a:cubicBezTo>
                      <a:pt x="5841" y="1956"/>
                      <a:pt x="6116" y="2181"/>
                      <a:pt x="6317" y="2457"/>
                    </a:cubicBezTo>
                    <a:cubicBezTo>
                      <a:pt x="6567" y="2758"/>
                      <a:pt x="6743" y="3059"/>
                      <a:pt x="6843" y="3434"/>
                    </a:cubicBezTo>
                    <a:cubicBezTo>
                      <a:pt x="6968" y="3785"/>
                      <a:pt x="7044" y="4186"/>
                      <a:pt x="7044" y="4562"/>
                    </a:cubicBezTo>
                    <a:cubicBezTo>
                      <a:pt x="7044" y="4938"/>
                      <a:pt x="6968" y="5314"/>
                      <a:pt x="6868" y="5665"/>
                    </a:cubicBezTo>
                    <a:cubicBezTo>
                      <a:pt x="6743" y="6016"/>
                      <a:pt x="6592" y="6342"/>
                      <a:pt x="6342" y="6643"/>
                    </a:cubicBezTo>
                    <a:cubicBezTo>
                      <a:pt x="6141" y="6918"/>
                      <a:pt x="5866" y="7169"/>
                      <a:pt x="5540" y="7344"/>
                    </a:cubicBezTo>
                    <a:cubicBezTo>
                      <a:pt x="5214" y="7495"/>
                      <a:pt x="4838" y="7595"/>
                      <a:pt x="4412" y="7595"/>
                    </a:cubicBezTo>
                    <a:cubicBezTo>
                      <a:pt x="3986" y="7595"/>
                      <a:pt x="3610" y="7495"/>
                      <a:pt x="3284" y="7344"/>
                    </a:cubicBezTo>
                    <a:cubicBezTo>
                      <a:pt x="2958" y="7169"/>
                      <a:pt x="2683" y="6943"/>
                      <a:pt x="2457" y="6668"/>
                    </a:cubicBezTo>
                    <a:cubicBezTo>
                      <a:pt x="2257" y="6392"/>
                      <a:pt x="2081" y="6066"/>
                      <a:pt x="1956" y="5690"/>
                    </a:cubicBezTo>
                    <a:cubicBezTo>
                      <a:pt x="1831" y="5339"/>
                      <a:pt x="1780" y="4963"/>
                      <a:pt x="1780" y="4562"/>
                    </a:cubicBezTo>
                    <a:cubicBezTo>
                      <a:pt x="1780" y="4186"/>
                      <a:pt x="1831" y="3835"/>
                      <a:pt x="1931" y="3460"/>
                    </a:cubicBezTo>
                    <a:cubicBezTo>
                      <a:pt x="2056" y="3109"/>
                      <a:pt x="2232" y="2783"/>
                      <a:pt x="2457" y="2507"/>
                    </a:cubicBezTo>
                    <a:cubicBezTo>
                      <a:pt x="2683" y="2206"/>
                      <a:pt x="2958" y="1981"/>
                      <a:pt x="3284" y="1830"/>
                    </a:cubicBezTo>
                    <a:cubicBezTo>
                      <a:pt x="3610" y="1630"/>
                      <a:pt x="3986" y="1555"/>
                      <a:pt x="4412" y="1555"/>
                    </a:cubicBezTo>
                    <a:close/>
                    <a:moveTo>
                      <a:pt x="4437" y="1"/>
                    </a:moveTo>
                    <a:cubicBezTo>
                      <a:pt x="3810" y="1"/>
                      <a:pt x="3209" y="126"/>
                      <a:pt x="2658" y="377"/>
                    </a:cubicBezTo>
                    <a:cubicBezTo>
                      <a:pt x="2131" y="627"/>
                      <a:pt x="1655" y="953"/>
                      <a:pt x="1254" y="1379"/>
                    </a:cubicBezTo>
                    <a:cubicBezTo>
                      <a:pt x="878" y="1805"/>
                      <a:pt x="552" y="2282"/>
                      <a:pt x="327" y="2833"/>
                    </a:cubicBezTo>
                    <a:cubicBezTo>
                      <a:pt x="101" y="3384"/>
                      <a:pt x="1" y="3961"/>
                      <a:pt x="1" y="4562"/>
                    </a:cubicBezTo>
                    <a:cubicBezTo>
                      <a:pt x="1" y="5139"/>
                      <a:pt x="101" y="5715"/>
                      <a:pt x="327" y="6267"/>
                    </a:cubicBezTo>
                    <a:cubicBezTo>
                      <a:pt x="527" y="6793"/>
                      <a:pt x="828" y="7294"/>
                      <a:pt x="1204" y="7720"/>
                    </a:cubicBezTo>
                    <a:cubicBezTo>
                      <a:pt x="1605" y="8146"/>
                      <a:pt x="2056" y="8497"/>
                      <a:pt x="2582" y="8748"/>
                    </a:cubicBezTo>
                    <a:cubicBezTo>
                      <a:pt x="3134" y="9023"/>
                      <a:pt x="3735" y="9149"/>
                      <a:pt x="4387" y="9149"/>
                    </a:cubicBezTo>
                    <a:cubicBezTo>
                      <a:pt x="5039" y="9149"/>
                      <a:pt x="5615" y="9023"/>
                      <a:pt x="6166" y="8773"/>
                    </a:cubicBezTo>
                    <a:cubicBezTo>
                      <a:pt x="6693" y="8522"/>
                      <a:pt x="7169" y="8171"/>
                      <a:pt x="7570" y="7770"/>
                    </a:cubicBezTo>
                    <a:cubicBezTo>
                      <a:pt x="7946" y="7344"/>
                      <a:pt x="8247" y="6868"/>
                      <a:pt x="8472" y="6317"/>
                    </a:cubicBezTo>
                    <a:cubicBezTo>
                      <a:pt x="8698" y="5765"/>
                      <a:pt x="8798" y="5189"/>
                      <a:pt x="8798" y="4587"/>
                    </a:cubicBezTo>
                    <a:cubicBezTo>
                      <a:pt x="8798" y="4011"/>
                      <a:pt x="8698" y="3460"/>
                      <a:pt x="8497" y="2908"/>
                    </a:cubicBezTo>
                    <a:cubicBezTo>
                      <a:pt x="8272" y="2357"/>
                      <a:pt x="7971" y="1881"/>
                      <a:pt x="7595" y="1429"/>
                    </a:cubicBezTo>
                    <a:cubicBezTo>
                      <a:pt x="7219" y="1003"/>
                      <a:pt x="6768" y="652"/>
                      <a:pt x="6217" y="402"/>
                    </a:cubicBezTo>
                    <a:cubicBezTo>
                      <a:pt x="5690" y="126"/>
                      <a:pt x="5089" y="1"/>
                      <a:pt x="44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0" name="Google Shape;1350;p34"/>
              <p:cNvSpPr/>
              <p:nvPr/>
            </p:nvSpPr>
            <p:spPr bwMode="auto">
              <a:xfrm>
                <a:off x="5490750" y="886600"/>
                <a:ext cx="195525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821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3234"/>
                    </a:lnTo>
                    <a:lnTo>
                      <a:pt x="6392" y="9024"/>
                    </a:lnTo>
                    <a:lnTo>
                      <a:pt x="7821" y="9024"/>
                    </a:lnTo>
                    <a:lnTo>
                      <a:pt x="7821" y="26"/>
                    </a:lnTo>
                    <a:lnTo>
                      <a:pt x="6066" y="26"/>
                    </a:lnTo>
                    <a:lnTo>
                      <a:pt x="6066" y="5916"/>
                    </a:lnTo>
                    <a:lnTo>
                      <a:pt x="13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1" name="Google Shape;1351;p34"/>
              <p:cNvSpPr/>
              <p:nvPr/>
            </p:nvSpPr>
            <p:spPr bwMode="auto">
              <a:xfrm>
                <a:off x="6297149" y="1991250"/>
                <a:ext cx="114699" cy="1138500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45540" extrusionOk="0">
                    <a:moveTo>
                      <a:pt x="1" y="1"/>
                    </a:moveTo>
                    <a:lnTo>
                      <a:pt x="1" y="45540"/>
                    </a:lnTo>
                    <a:lnTo>
                      <a:pt x="4587" y="45540"/>
                    </a:lnTo>
                    <a:lnTo>
                      <a:pt x="45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2" name="Google Shape;1352;p34"/>
              <p:cNvSpPr/>
              <p:nvPr/>
            </p:nvSpPr>
            <p:spPr bwMode="auto">
              <a:xfrm>
                <a:off x="4166825" y="5218725"/>
                <a:ext cx="2245025" cy="2443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9775" extrusionOk="0">
                    <a:moveTo>
                      <a:pt x="89800" y="0"/>
                    </a:moveTo>
                    <a:lnTo>
                      <a:pt x="0" y="401"/>
                    </a:lnTo>
                    <a:lnTo>
                      <a:pt x="0" y="9775"/>
                    </a:lnTo>
                    <a:lnTo>
                      <a:pt x="89800" y="9775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3" name="Google Shape;1353;p34"/>
              <p:cNvSpPr/>
              <p:nvPr/>
            </p:nvSpPr>
            <p:spPr bwMode="auto">
              <a:xfrm>
                <a:off x="4166825" y="3055800"/>
                <a:ext cx="2245025" cy="21729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86919" extrusionOk="0">
                    <a:moveTo>
                      <a:pt x="72306" y="0"/>
                    </a:moveTo>
                    <a:lnTo>
                      <a:pt x="0" y="86918"/>
                    </a:lnTo>
                    <a:lnTo>
                      <a:pt x="89800" y="86918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4" name="Google Shape;1354;p34"/>
              <p:cNvSpPr/>
              <p:nvPr/>
            </p:nvSpPr>
            <p:spPr bwMode="auto">
              <a:xfrm>
                <a:off x="4741375" y="4978125"/>
                <a:ext cx="1599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987" h="1" fill="none" extrusionOk="0">
                    <a:moveTo>
                      <a:pt x="1" y="0"/>
                    </a:moveTo>
                    <a:lnTo>
                      <a:pt x="63986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5" name="Google Shape;1355;p34"/>
              <p:cNvSpPr/>
              <p:nvPr/>
            </p:nvSpPr>
            <p:spPr bwMode="auto">
              <a:xfrm>
                <a:off x="5002025" y="4716825"/>
                <a:ext cx="1338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3536" h="1" fill="none" extrusionOk="0">
                    <a:moveTo>
                      <a:pt x="1" y="1"/>
                    </a:moveTo>
                    <a:lnTo>
                      <a:pt x="53535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6" name="Google Shape;1356;p34"/>
              <p:cNvSpPr/>
              <p:nvPr/>
            </p:nvSpPr>
            <p:spPr bwMode="auto">
              <a:xfrm>
                <a:off x="5263325" y="4455550"/>
                <a:ext cx="1074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2983" h="1" fill="none" extrusionOk="0">
                    <a:moveTo>
                      <a:pt x="0" y="1"/>
                    </a:moveTo>
                    <a:lnTo>
                      <a:pt x="4298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7" name="Google Shape;1357;p34"/>
              <p:cNvSpPr/>
              <p:nvPr/>
            </p:nvSpPr>
            <p:spPr bwMode="auto">
              <a:xfrm>
                <a:off x="5482625" y="4194900"/>
                <a:ext cx="855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4236" h="1" fill="none" extrusionOk="0">
                    <a:moveTo>
                      <a:pt x="0" y="1"/>
                    </a:moveTo>
                    <a:lnTo>
                      <a:pt x="34236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8" name="Google Shape;1358;p34"/>
              <p:cNvSpPr/>
              <p:nvPr/>
            </p:nvSpPr>
            <p:spPr bwMode="auto">
              <a:xfrm>
                <a:off x="5659925" y="3933625"/>
                <a:ext cx="677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7094" h="1" fill="none" extrusionOk="0">
                    <a:moveTo>
                      <a:pt x="1" y="0"/>
                    </a:moveTo>
                    <a:lnTo>
                      <a:pt x="27094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9" name="Google Shape;1359;p34"/>
              <p:cNvSpPr/>
              <p:nvPr/>
            </p:nvSpPr>
            <p:spPr bwMode="auto">
              <a:xfrm>
                <a:off x="5921225" y="3672350"/>
                <a:ext cx="420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6818" h="1" fill="none" extrusionOk="0">
                    <a:moveTo>
                      <a:pt x="0" y="0"/>
                    </a:moveTo>
                    <a:lnTo>
                      <a:pt x="16817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0" name="Google Shape;1360;p34"/>
              <p:cNvSpPr/>
              <p:nvPr/>
            </p:nvSpPr>
            <p:spPr bwMode="auto">
              <a:xfrm>
                <a:off x="6098525" y="3411700"/>
                <a:ext cx="2431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1" fill="none" extrusionOk="0">
                    <a:moveTo>
                      <a:pt x="1" y="0"/>
                    </a:moveTo>
                    <a:lnTo>
                      <a:pt x="9725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1" name="Google Shape;1361;p34"/>
              <p:cNvSpPr/>
              <p:nvPr/>
            </p:nvSpPr>
            <p:spPr bwMode="auto">
              <a:xfrm>
                <a:off x="6216325" y="3228725"/>
                <a:ext cx="125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014" h="1" fill="none" extrusionOk="0">
                    <a:moveTo>
                      <a:pt x="1" y="1"/>
                    </a:moveTo>
                    <a:lnTo>
                      <a:pt x="501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126896603" name="Google Shape;1362;p34"/>
          <p:cNvSpPr/>
          <p:nvPr/>
        </p:nvSpPr>
        <p:spPr bwMode="auto">
          <a:xfrm>
            <a:off x="3743350" y="359025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11784050" name="Google Shape;1363;p34"/>
          <p:cNvSpPr/>
          <p:nvPr/>
        </p:nvSpPr>
        <p:spPr bwMode="auto">
          <a:xfrm>
            <a:off x="1704525" y="271725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65741527" name="Google Shape;1364;p34"/>
          <p:cNvSpPr/>
          <p:nvPr/>
        </p:nvSpPr>
        <p:spPr bwMode="auto">
          <a:xfrm rot="-2231248" flipH="1">
            <a:off x="5706368" y="747534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36366640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3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666021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53716146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16282037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Sounds analysis</a:t>
            </a:r>
            <a:endParaRPr/>
          </a:p>
        </p:txBody>
      </p:sp>
      <p:sp>
        <p:nvSpPr>
          <p:cNvPr id="627645215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69004004" name="Google Shape;1250;p33"/>
          <p:cNvSpPr txBox="1"/>
          <p:nvPr/>
        </p:nvSpPr>
        <p:spPr bwMode="auto">
          <a:xfrm>
            <a:off x="614729" y="981117"/>
            <a:ext cx="2637341" cy="41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fr-FR" sz="2400" b="1" i="1"/>
              <a:t>Algorithmes utilisés</a:t>
            </a:r>
            <a:endParaRPr/>
          </a:p>
        </p:txBody>
      </p:sp>
      <p:sp>
        <p:nvSpPr>
          <p:cNvPr id="158610089" name="ZoneTexte 2015357090"/>
          <p:cNvSpPr txBox="1"/>
          <p:nvPr/>
        </p:nvSpPr>
        <p:spPr bwMode="auto">
          <a:xfrm>
            <a:off x="2591038" y="1840785"/>
            <a:ext cx="59836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17793" indent="-217793">
              <a:buFont typeface="Arial"/>
              <a:buChar char="•"/>
              <a:defRPr/>
            </a:pPr>
            <a:endParaRPr/>
          </a:p>
        </p:txBody>
      </p:sp>
      <p:sp>
        <p:nvSpPr>
          <p:cNvPr id="1924313463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4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454633918" name="ZoneTexte 1454633917"/>
          <p:cNvSpPr txBox="1"/>
          <p:nvPr/>
        </p:nvSpPr>
        <p:spPr bwMode="auto">
          <a:xfrm>
            <a:off x="557612" y="1498314"/>
            <a:ext cx="8423748" cy="2774039"/>
          </a:xfrm>
          <a:prstGeom prst="rect">
            <a:avLst/>
          </a:prstGeom>
          <a:gradFill>
            <a:gsLst>
              <a:gs pos="0">
                <a:schemeClr val="bg2">
                  <a:lumMod val="75000"/>
                </a:schemeClr>
              </a:gs>
              <a:gs pos="100000">
                <a:schemeClr val="tx1">
                  <a:lumMod val="10000"/>
                  <a:lumOff val="90000"/>
                </a:schemeClr>
              </a:gs>
            </a:gsLst>
            <a:lin ang="0" scaled="1"/>
          </a:gradFill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61850" indent="-261850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Abel"/>
                <a:ea typeface="Abel"/>
                <a:cs typeface="Abel"/>
              </a:rPr>
              <a:t>STFT (librosa.stft) : Utilisé pour le calcul de l'enveloppe d'attaque et les visualisations</a:t>
            </a:r>
            <a:endParaRPr sz="1600" b="1" i="0" u="none" strike="noStrike" cap="none" spc="0">
              <a:solidFill>
                <a:schemeClr val="tx1"/>
              </a:solidFill>
              <a:latin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endParaRPr sz="1600" b="1" i="0" u="none" strike="noStrike" cap="none" spc="0">
              <a:solidFill>
                <a:schemeClr val="tx1"/>
              </a:solidFill>
              <a:latin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Abel"/>
                <a:ea typeface="Abel"/>
                <a:cs typeface="Abel"/>
              </a:rPr>
              <a:t>RMS (librosa.feature.rms) : Sert à la détection d'attaques, au calcul des temps de décroissance (seuil à 60 %) et à la classification instrument</a:t>
            </a:r>
            <a:endParaRPr sz="1600" b="1" i="0" u="none" strike="noStrike" cap="none" spc="0">
              <a:solidFill>
                <a:schemeClr val="tx1"/>
              </a:solidFill>
              <a:latin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endParaRPr sz="1600" b="1" i="0" u="none" strike="noStrike" cap="none" spc="0">
              <a:solidFill>
                <a:schemeClr val="tx1"/>
              </a:solidFill>
              <a:latin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Abel"/>
                <a:ea typeface="Abel"/>
                <a:cs typeface="Abel"/>
              </a:rPr>
              <a:t>Onset Detection (librosa.onset.onset_detect) : Repère les débuts de notes à partir de l'enveloppe RMS</a:t>
            </a:r>
            <a:endParaRPr sz="1600" b="1" i="0" u="none" strike="noStrike" cap="none" spc="0">
              <a:solidFill>
                <a:schemeClr val="tx1"/>
              </a:solidFill>
              <a:latin typeface="Abel"/>
              <a:ea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endParaRPr sz="1600" b="1" i="0" u="none" strike="noStrike" cap="none" spc="0">
              <a:solidFill>
                <a:schemeClr val="tx1"/>
              </a:solidFill>
              <a:latin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Abel"/>
                <a:ea typeface="Abel"/>
                <a:cs typeface="Abel"/>
              </a:rPr>
              <a:t>Peak Picking (librosa.util.peak_pick) : Fournit la liste finale des attaques</a:t>
            </a:r>
            <a:endParaRPr sz="1600" b="1" i="0" u="none" strike="noStrike" cap="none" spc="0">
              <a:solidFill>
                <a:schemeClr val="tx1"/>
              </a:solidFill>
              <a:latin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endParaRPr sz="1600" b="1" i="0" u="none" strike="noStrike" cap="none" spc="0">
              <a:solidFill>
                <a:schemeClr val="tx1"/>
              </a:solidFill>
              <a:latin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Abel"/>
                <a:ea typeface="Abel"/>
                <a:cs typeface="Abel"/>
              </a:rPr>
              <a:t>PYIN (librosa.pyin) : Estimation probabiliste de la fréquence fondamentale (F0) d’un segment donné pour la estimer la note</a:t>
            </a:r>
            <a:endParaRPr sz="1600" b="1">
              <a:solidFill>
                <a:schemeClr val="tx1"/>
              </a:solidFill>
              <a:latin typeface="Abel"/>
              <a:cs typeface="Abe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605228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67320103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39002731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Sounds analysis</a:t>
            </a:r>
            <a:endParaRPr/>
          </a:p>
        </p:txBody>
      </p:sp>
      <p:sp>
        <p:nvSpPr>
          <p:cNvPr id="371871193" name="Google Shape;1250;p33"/>
          <p:cNvSpPr txBox="1">
            <a:spLocks noGrp="1"/>
          </p:cNvSpPr>
          <p:nvPr>
            <p:ph type="subTitle" idx="1"/>
          </p:nvPr>
        </p:nvSpPr>
        <p:spPr bwMode="auto">
          <a:xfrm>
            <a:off x="5491348" y="1631946"/>
            <a:ext cx="3654388" cy="2486409"/>
          </a:xfrm>
          <a:prstGeom prst="rect">
            <a:avLst/>
          </a:prstGeom>
        </p:spPr>
        <p:txBody>
          <a:bodyPr spcFirstLastPara="1" vertOverflow="overflow" horzOverflow="overflow" vert="horz" wrap="square" lIns="91423" tIns="91423" rIns="91423" bIns="91423" numCol="1" spcCol="0" rtlCol="0" fromWordArt="0" anchor="t" anchorCtr="0" forceAA="0" compatLnSpc="0">
            <a:noAutofit/>
          </a:bodyPr>
          <a:lstStyle/>
          <a:p>
            <a:pPr marL="376150" indent="-261850">
              <a:buClr>
                <a:schemeClr val="dk1"/>
              </a:buClr>
              <a:buSzPts val="2100"/>
              <a:buFont typeface="Arial"/>
              <a:buChar char="•"/>
              <a:defRPr/>
            </a:pPr>
            <a:r>
              <a:rPr lang="fr-FR" sz="15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Mesure de l’énergie moyenne du signal audio sur une fenêtre temporelle</a:t>
            </a:r>
          </a:p>
          <a:p>
            <a:pPr marL="376149" indent="-261849">
              <a:buClr>
                <a:schemeClr val="dk1"/>
              </a:buClr>
              <a:buSzPts val="2100"/>
              <a:buFont typeface="Arial"/>
              <a:buChar char="•"/>
              <a:defRPr/>
            </a:pPr>
            <a:r>
              <a:rPr lang="fr-FR" sz="15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Représente le volume perçu à chaque instant</a:t>
            </a:r>
            <a:endParaRPr sz="15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 marL="376149" indent="-261849">
              <a:buClr>
                <a:schemeClr val="dk1"/>
              </a:buClr>
              <a:buSzPts val="2100"/>
              <a:buFont typeface="Arial"/>
              <a:buChar char="•"/>
              <a:defRPr/>
            </a:pPr>
            <a:r>
              <a:rPr lang="fr-FR" sz="1500" b="1" i="0" u="none" strike="noStrike" cap="none" spc="0">
                <a:solidFill>
                  <a:schemeClr val="dk1"/>
                </a:solidFill>
                <a:latin typeface="Abel"/>
                <a:cs typeface="Abel"/>
              </a:rPr>
              <a:t>Utilisation pour détection d’attaques</a:t>
            </a:r>
          </a:p>
        </p:txBody>
      </p:sp>
      <p:sp>
        <p:nvSpPr>
          <p:cNvPr id="68512052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63776218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fr-FR" sz="2400" b="1" i="1"/>
              <a:t>RMS</a:t>
            </a:r>
            <a:endParaRPr lang="en" sz="2400" b="1" i="1"/>
          </a:p>
        </p:txBody>
      </p:sp>
      <p:sp>
        <p:nvSpPr>
          <p:cNvPr id="2078148047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5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827175544" name="Image 82717554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75674" y="1534545"/>
            <a:ext cx="4687584" cy="3515688"/>
          </a:xfrm>
          <a:prstGeom prst="rect">
            <a:avLst/>
          </a:prstGeom>
        </p:spPr>
      </p:pic>
      <p:sp>
        <p:nvSpPr>
          <p:cNvPr id="1327147176" name="ZoneTexte 1327147175"/>
          <p:cNvSpPr txBox="1"/>
          <p:nvPr/>
        </p:nvSpPr>
        <p:spPr bwMode="auto">
          <a:xfrm>
            <a:off x="953595" y="1631946"/>
            <a:ext cx="197137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>
                <a:solidFill>
                  <a:srgbClr val="C00000"/>
                </a:solidFill>
              </a:rPr>
              <a:t>Piano</a:t>
            </a:r>
            <a:endParaRPr/>
          </a:p>
        </p:txBody>
      </p:sp>
      <p:sp>
        <p:nvSpPr>
          <p:cNvPr id="1696924056" name="ZoneTexte 1696924055"/>
          <p:cNvSpPr txBox="1"/>
          <p:nvPr/>
        </p:nvSpPr>
        <p:spPr bwMode="auto">
          <a:xfrm>
            <a:off x="2991417" y="1631946"/>
            <a:ext cx="197461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>
                <a:solidFill>
                  <a:srgbClr val="C00000"/>
                </a:solidFill>
              </a:rPr>
              <a:t>Trompette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915393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46589123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72660244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Sounds analysis</a:t>
            </a:r>
            <a:endParaRPr/>
          </a:p>
        </p:txBody>
      </p:sp>
      <p:sp>
        <p:nvSpPr>
          <p:cNvPr id="1690376046" name="Google Shape;1250;p33"/>
          <p:cNvSpPr txBox="1">
            <a:spLocks noGrp="1"/>
          </p:cNvSpPr>
          <p:nvPr>
            <p:ph type="subTitle" idx="1"/>
          </p:nvPr>
        </p:nvSpPr>
        <p:spPr bwMode="auto">
          <a:xfrm>
            <a:off x="4883456" y="1628569"/>
            <a:ext cx="3938100" cy="1983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Permet d’affiner la détection d’attaques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Algorithme de peak picking adaptatif qui compare chaque échantillon à ses voisins et à la moyenne locale</a:t>
            </a:r>
            <a:endParaRPr b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b="0"/>
              <a:t>Comparaison avec onset_detect</a:t>
            </a:r>
            <a:endParaRPr lang="fr-FR" sz="1600" b="0" i="0" u="none" strike="noStrike" cap="none" spc="0">
              <a:solidFill>
                <a:schemeClr val="dk1"/>
              </a:solidFill>
              <a:latin typeface="Abel"/>
              <a:ea typeface="Abel"/>
              <a:cs typeface="Abel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b="0"/>
          </a:p>
        </p:txBody>
      </p:sp>
      <p:sp>
        <p:nvSpPr>
          <p:cNvPr id="198588151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63861713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fr-FR" sz="2400" b="1" i="1"/>
              <a:t>peak_pick</a:t>
            </a:r>
            <a:endParaRPr/>
          </a:p>
        </p:txBody>
      </p:sp>
      <p:sp>
        <p:nvSpPr>
          <p:cNvPr id="482249161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6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952056308" name="Image 95205630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7454" y="1685922"/>
            <a:ext cx="4395438" cy="32965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877246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60751124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39299970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Sounds analysis</a:t>
            </a:r>
            <a:endParaRPr/>
          </a:p>
        </p:txBody>
      </p:sp>
      <p:sp>
        <p:nvSpPr>
          <p:cNvPr id="938724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38124590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endParaRPr lang="en" sz="2400" b="1" i="1"/>
          </a:p>
        </p:txBody>
      </p:sp>
      <p:sp>
        <p:nvSpPr>
          <p:cNvPr id="1761465405" name="Google Shape;1250;p33"/>
          <p:cNvSpPr txBox="1"/>
          <p:nvPr/>
        </p:nvSpPr>
        <p:spPr bwMode="auto">
          <a:xfrm>
            <a:off x="297590" y="1022149"/>
            <a:ext cx="3755426" cy="94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fr-FR" sz="2400" b="1" i="1"/>
              <a:t>Pipeline</a:t>
            </a:r>
            <a:endParaRPr/>
          </a:p>
        </p:txBody>
      </p:sp>
      <p:sp>
        <p:nvSpPr>
          <p:cNvPr id="760117528" name="Sous-titre 5"/>
          <p:cNvSpPr>
            <a:spLocks noGrp="1"/>
          </p:cNvSpPr>
          <p:nvPr>
            <p:ph type="subTitle" idx="1"/>
          </p:nvPr>
        </p:nvSpPr>
        <p:spPr bwMode="auto">
          <a:xfrm>
            <a:off x="1838793" y="1022148"/>
            <a:ext cx="6912284" cy="4297356"/>
          </a:xfrm>
          <a:prstGeom prst="rect">
            <a:avLst/>
          </a:prstGeom>
          <a:gradFill>
            <a:gsLst>
              <a:gs pos="0">
                <a:schemeClr val="bg2">
                  <a:lumMod val="75000"/>
                </a:schemeClr>
              </a:gs>
              <a:gs pos="100000">
                <a:schemeClr val="tx1">
                  <a:lumMod val="10000"/>
                  <a:lumOff val="90000"/>
                </a:schemeClr>
              </a:gs>
            </a:gsLst>
            <a:lin ang="0" scaled="1"/>
          </a:gradFill>
        </p:spPr>
        <p:txBody>
          <a:bodyPr/>
          <a:lstStyle/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Chargement audio (librosa)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↓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STFT + RMS + </a:t>
            </a:r>
            <a:r>
              <a:rPr lang="fr-FR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Onset Enveloppe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↓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Détection des pics d’attaque (onset + peak_pick)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↓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Calcul du temps de décroissance par pic (RMS &lt; 60% du pic)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↓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Segmentation : chaque pic → un segment (du pic au prochain pic)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↓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Pour chaque segment :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  • Classification instrument (piano / trompette) → basée sur la pente de décroissance du log(RMS)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  • Estimation de la hauteur (pyin) → conversion en note MIDI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↓</a:t>
            </a:r>
            <a:endParaRPr sz="1600" b="1" i="0" u="none" strike="noStrike" cap="none" spc="0">
              <a:solidFill>
                <a:schemeClr val="dk1"/>
              </a:solidFill>
              <a:latin typeface="Abel"/>
              <a:ea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Génération MIDI (2 pistes : piano &amp; trompette) 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</p:txBody>
      </p:sp>
      <p:sp>
        <p:nvSpPr>
          <p:cNvPr id="1031118373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7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60926" name="Google Shape;1256;p34"/>
          <p:cNvSpPr/>
          <p:nvPr/>
        </p:nvSpPr>
        <p:spPr bwMode="auto">
          <a:xfrm>
            <a:off x="-94225" y="3782425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8817287" name="Google Shape;1257;p34"/>
          <p:cNvSpPr/>
          <p:nvPr/>
        </p:nvSpPr>
        <p:spPr bwMode="auto">
          <a:xfrm>
            <a:off x="-838450" y="4242475"/>
            <a:ext cx="5219975" cy="901025"/>
          </a:xfrm>
          <a:custGeom>
            <a:avLst/>
            <a:gdLst/>
            <a:ahLst/>
            <a:cxnLst/>
            <a:rect l="l" t="t" r="r" b="b"/>
            <a:pathLst>
              <a:path w="208799" h="36041" extrusionOk="0">
                <a:moveTo>
                  <a:pt x="11178" y="0"/>
                </a:moveTo>
                <a:lnTo>
                  <a:pt x="0" y="8522"/>
                </a:lnTo>
                <a:lnTo>
                  <a:pt x="0" y="36041"/>
                </a:lnTo>
                <a:lnTo>
                  <a:pt x="208798" y="36041"/>
                </a:lnTo>
                <a:lnTo>
                  <a:pt x="208798" y="19925"/>
                </a:lnTo>
                <a:lnTo>
                  <a:pt x="161254" y="27018"/>
                </a:lnTo>
                <a:lnTo>
                  <a:pt x="129800" y="19925"/>
                </a:lnTo>
                <a:lnTo>
                  <a:pt x="113259" y="16166"/>
                </a:lnTo>
                <a:lnTo>
                  <a:pt x="98021" y="23284"/>
                </a:lnTo>
                <a:lnTo>
                  <a:pt x="71955" y="3735"/>
                </a:lnTo>
                <a:lnTo>
                  <a:pt x="48472" y="23108"/>
                </a:lnTo>
                <a:lnTo>
                  <a:pt x="111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2072971124" name="Google Shape;1258;p34"/>
          <p:cNvGrpSpPr/>
          <p:nvPr/>
        </p:nvGrpSpPr>
        <p:grpSpPr bwMode="auto">
          <a:xfrm>
            <a:off x="4766341" y="1416933"/>
            <a:ext cx="1530872" cy="2106828"/>
            <a:chOff x="4219225" y="4565175"/>
            <a:chExt cx="389525" cy="536075"/>
          </a:xfrm>
        </p:grpSpPr>
        <p:grpSp>
          <p:nvGrpSpPr>
            <p:cNvPr id="1259" name="Google Shape;1259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0" name="Google Shape;1260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1" name="Google Shape;1261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2" name="Google Shape;1262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63" name="Google Shape;1263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4" name="Google Shape;1264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1415260213" name="Google Shape;1265;p34"/>
          <p:cNvGrpSpPr/>
          <p:nvPr/>
        </p:nvGrpSpPr>
        <p:grpSpPr bwMode="auto">
          <a:xfrm>
            <a:off x="4293618" y="1788396"/>
            <a:ext cx="945961" cy="1301858"/>
            <a:chOff x="4219225" y="4565175"/>
            <a:chExt cx="389525" cy="536075"/>
          </a:xfrm>
        </p:grpSpPr>
        <p:grpSp>
          <p:nvGrpSpPr>
            <p:cNvPr id="1266" name="Google Shape;1266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7" name="Google Shape;1267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8" name="Google Shape;1268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9" name="Google Shape;1269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70" name="Google Shape;1270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71" name="Google Shape;1271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829535047" name="Google Shape;1272;p34"/>
          <p:cNvSpPr/>
          <p:nvPr/>
        </p:nvSpPr>
        <p:spPr bwMode="auto">
          <a:xfrm flipH="1">
            <a:off x="-1057094" y="1476025"/>
            <a:ext cx="8629070" cy="2306396"/>
          </a:xfrm>
          <a:custGeom>
            <a:avLst/>
            <a:gdLst/>
            <a:ahLst/>
            <a:cxnLst/>
            <a:rect l="l" t="t" r="r" b="b"/>
            <a:pathLst>
              <a:path w="195272" h="47557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96782856" name="Google Shape;1273;p34"/>
          <p:cNvSpPr txBox="1">
            <a:spLocks noGrp="1"/>
          </p:cNvSpPr>
          <p:nvPr>
            <p:ph type="title"/>
          </p:nvPr>
        </p:nvSpPr>
        <p:spPr bwMode="auto">
          <a:xfrm>
            <a:off x="771053" y="2653058"/>
            <a:ext cx="4825418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Animation</a:t>
            </a:r>
            <a:endParaRPr i="1"/>
          </a:p>
        </p:txBody>
      </p:sp>
      <p:sp>
        <p:nvSpPr>
          <p:cNvPr id="1393028023" name="Google Shape;1274;p34"/>
          <p:cNvSpPr txBox="1">
            <a:spLocks noGrp="1"/>
          </p:cNvSpPr>
          <p:nvPr>
            <p:ph type="title" idx="2"/>
          </p:nvPr>
        </p:nvSpPr>
        <p:spPr bwMode="auto">
          <a:xfrm>
            <a:off x="713224" y="686500"/>
            <a:ext cx="1597533" cy="1334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02</a:t>
            </a:r>
            <a:endParaRPr/>
          </a:p>
        </p:txBody>
      </p:sp>
      <p:grpSp>
        <p:nvGrpSpPr>
          <p:cNvPr id="114766384" name="Google Shape;1276;p34"/>
          <p:cNvGrpSpPr/>
          <p:nvPr/>
        </p:nvGrpSpPr>
        <p:grpSpPr bwMode="auto">
          <a:xfrm>
            <a:off x="4012764" y="-2"/>
            <a:ext cx="5136119" cy="5858475"/>
            <a:chOff x="1190625" y="238125"/>
            <a:chExt cx="5221225" cy="5955550"/>
          </a:xfrm>
        </p:grpSpPr>
        <p:sp>
          <p:nvSpPr>
            <p:cNvPr id="1277" name="Google Shape;1277;p34"/>
            <p:cNvSpPr/>
            <p:nvPr/>
          </p:nvSpPr>
          <p:spPr bwMode="auto">
            <a:xfrm>
              <a:off x="1195625" y="3411700"/>
              <a:ext cx="2401675" cy="1947400"/>
            </a:xfrm>
            <a:custGeom>
              <a:avLst/>
              <a:gdLst/>
              <a:ahLst/>
              <a:cxnLst/>
              <a:rect l="l" t="t" r="r" b="b"/>
              <a:pathLst>
                <a:path w="96067" h="77896" extrusionOk="0">
                  <a:moveTo>
                    <a:pt x="93685" y="0"/>
                  </a:moveTo>
                  <a:lnTo>
                    <a:pt x="1" y="77895"/>
                  </a:lnTo>
                  <a:lnTo>
                    <a:pt x="13434" y="77895"/>
                  </a:lnTo>
                  <a:lnTo>
                    <a:pt x="96066" y="3634"/>
                  </a:lnTo>
                  <a:lnTo>
                    <a:pt x="936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 bwMode="auto">
            <a:xfrm>
              <a:off x="1190625" y="5355300"/>
              <a:ext cx="344625" cy="104050"/>
            </a:xfrm>
            <a:custGeom>
              <a:avLst/>
              <a:gdLst/>
              <a:ahLst/>
              <a:cxnLst/>
              <a:rect l="l" t="t" r="r" b="b"/>
              <a:pathLst>
                <a:path w="13785" h="4162" extrusionOk="0">
                  <a:moveTo>
                    <a:pt x="0" y="1"/>
                  </a:moveTo>
                  <a:lnTo>
                    <a:pt x="0" y="4161"/>
                  </a:lnTo>
                  <a:lnTo>
                    <a:pt x="13785" y="4161"/>
                  </a:lnTo>
                  <a:lnTo>
                    <a:pt x="137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 bwMode="auto">
            <a:xfrm>
              <a:off x="1524575" y="3787625"/>
              <a:ext cx="1754425" cy="1671725"/>
            </a:xfrm>
            <a:custGeom>
              <a:avLst/>
              <a:gdLst/>
              <a:ahLst/>
              <a:cxnLst/>
              <a:rect l="l" t="t" r="r" b="b"/>
              <a:pathLst>
                <a:path w="70177" h="66869" extrusionOk="0">
                  <a:moveTo>
                    <a:pt x="70176" y="1"/>
                  </a:moveTo>
                  <a:lnTo>
                    <a:pt x="0" y="62658"/>
                  </a:lnTo>
                  <a:lnTo>
                    <a:pt x="0" y="66868"/>
                  </a:lnTo>
                  <a:lnTo>
                    <a:pt x="1680" y="66868"/>
                  </a:lnTo>
                  <a:lnTo>
                    <a:pt x="70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 bwMode="auto">
            <a:xfrm>
              <a:off x="1725075" y="3382250"/>
              <a:ext cx="2440525" cy="2658550"/>
            </a:xfrm>
            <a:custGeom>
              <a:avLst/>
              <a:gdLst/>
              <a:ahLst/>
              <a:cxnLst/>
              <a:rect l="l" t="t" r="r" b="b"/>
              <a:pathLst>
                <a:path w="97621" h="106342" fill="none" extrusionOk="0">
                  <a:moveTo>
                    <a:pt x="1" y="106342"/>
                  </a:moveTo>
                  <a:lnTo>
                    <a:pt x="97620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 bwMode="auto">
            <a:xfrm>
              <a:off x="1781475" y="3434250"/>
              <a:ext cx="2436750" cy="2654800"/>
            </a:xfrm>
            <a:custGeom>
              <a:avLst/>
              <a:gdLst/>
              <a:ahLst/>
              <a:cxnLst/>
              <a:rect l="l" t="t" r="r" b="b"/>
              <a:pathLst>
                <a:path w="97470" h="106192" fill="none" extrusionOk="0">
                  <a:moveTo>
                    <a:pt x="0" y="106191"/>
                  </a:moveTo>
                  <a:lnTo>
                    <a:pt x="97469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 bwMode="auto">
            <a:xfrm>
              <a:off x="2853525" y="4020725"/>
              <a:ext cx="1728725" cy="2124700"/>
            </a:xfrm>
            <a:custGeom>
              <a:avLst/>
              <a:gdLst/>
              <a:ahLst/>
              <a:cxnLst/>
              <a:rect l="l" t="t" r="r" b="b"/>
              <a:pathLst>
                <a:path w="69149" h="84988" fill="none" extrusionOk="0">
                  <a:moveTo>
                    <a:pt x="1" y="84988"/>
                  </a:moveTo>
                  <a:lnTo>
                    <a:pt x="69149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 bwMode="auto">
            <a:xfrm>
              <a:off x="2909300" y="4152925"/>
              <a:ext cx="1649150" cy="2040750"/>
            </a:xfrm>
            <a:custGeom>
              <a:avLst/>
              <a:gdLst/>
              <a:ahLst/>
              <a:cxnLst/>
              <a:rect l="l" t="t" r="r" b="b"/>
              <a:pathLst>
                <a:path w="65966" h="81630" fill="none" extrusionOk="0">
                  <a:moveTo>
                    <a:pt x="0" y="81630"/>
                  </a:moveTo>
                  <a:lnTo>
                    <a:pt x="65966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 bwMode="auto">
            <a:xfrm>
              <a:off x="2349775" y="4713700"/>
              <a:ext cx="276325" cy="276350"/>
            </a:xfrm>
            <a:custGeom>
              <a:avLst/>
              <a:gdLst/>
              <a:ahLst/>
              <a:cxnLst/>
              <a:rect l="l" t="t" r="r" b="b"/>
              <a:pathLst>
                <a:path w="11053" h="11054" fill="none" extrusionOk="0">
                  <a:moveTo>
                    <a:pt x="0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 bwMode="auto">
            <a:xfrm>
              <a:off x="3414925" y="4473725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4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 bwMode="auto">
            <a:xfrm>
              <a:off x="1785850" y="4985000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 bwMode="auto">
            <a:xfrm>
              <a:off x="3288375" y="4996900"/>
              <a:ext cx="256900" cy="294525"/>
            </a:xfrm>
            <a:custGeom>
              <a:avLst/>
              <a:gdLst/>
              <a:ahLst/>
              <a:cxnLst/>
              <a:rect l="l" t="t" r="r" b="b"/>
              <a:pathLst>
                <a:path w="10276" h="11781" fill="none" extrusionOk="0">
                  <a:moveTo>
                    <a:pt x="0" y="11780"/>
                  </a:moveTo>
                  <a:lnTo>
                    <a:pt x="10276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 bwMode="auto">
            <a:xfrm>
              <a:off x="4345400" y="4399800"/>
              <a:ext cx="252525" cy="298250"/>
            </a:xfrm>
            <a:custGeom>
              <a:avLst/>
              <a:gdLst/>
              <a:ahLst/>
              <a:cxnLst/>
              <a:rect l="l" t="t" r="r" b="b"/>
              <a:pathLst>
                <a:path w="10101" h="11930" fill="none" extrusionOk="0">
                  <a:moveTo>
                    <a:pt x="0" y="11930"/>
                  </a:moveTo>
                  <a:lnTo>
                    <a:pt x="10100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 bwMode="auto">
            <a:xfrm>
              <a:off x="3990125" y="4243150"/>
              <a:ext cx="253150" cy="298275"/>
            </a:xfrm>
            <a:custGeom>
              <a:avLst/>
              <a:gdLst/>
              <a:ahLst/>
              <a:cxnLst/>
              <a:rect l="l" t="t" r="r" b="b"/>
              <a:pathLst>
                <a:path w="10126" h="11931" fill="none" extrusionOk="0">
                  <a:moveTo>
                    <a:pt x="1" y="11930"/>
                  </a:moveTo>
                  <a:lnTo>
                    <a:pt x="10126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rgbClr val="71C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 bwMode="auto">
            <a:xfrm>
              <a:off x="6079100" y="2824200"/>
              <a:ext cx="231250" cy="214075"/>
            </a:xfrm>
            <a:custGeom>
              <a:avLst/>
              <a:gdLst/>
              <a:ahLst/>
              <a:cxnLst/>
              <a:rect l="l" t="t" r="r" b="b"/>
              <a:pathLst>
                <a:path w="9250" h="8563" extrusionOk="0">
                  <a:moveTo>
                    <a:pt x="8900" y="1"/>
                  </a:moveTo>
                  <a:cubicBezTo>
                    <a:pt x="8029" y="1"/>
                    <a:pt x="7085" y="257"/>
                    <a:pt x="6215" y="257"/>
                  </a:cubicBezTo>
                  <a:cubicBezTo>
                    <a:pt x="6097" y="257"/>
                    <a:pt x="5980" y="252"/>
                    <a:pt x="5866" y="242"/>
                  </a:cubicBezTo>
                  <a:lnTo>
                    <a:pt x="26" y="442"/>
                  </a:lnTo>
                  <a:lnTo>
                    <a:pt x="1" y="8563"/>
                  </a:lnTo>
                  <a:cubicBezTo>
                    <a:pt x="3059" y="7861"/>
                    <a:pt x="5540" y="7836"/>
                    <a:pt x="9149" y="7786"/>
                  </a:cubicBezTo>
                  <a:lnTo>
                    <a:pt x="9249" y="16"/>
                  </a:lnTo>
                  <a:cubicBezTo>
                    <a:pt x="9134" y="6"/>
                    <a:pt x="9018" y="1"/>
                    <a:pt x="89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 bwMode="auto">
            <a:xfrm>
              <a:off x="5775225" y="2846525"/>
              <a:ext cx="231850" cy="296399"/>
            </a:xfrm>
            <a:custGeom>
              <a:avLst/>
              <a:gdLst/>
              <a:ahLst/>
              <a:cxnLst/>
              <a:rect l="l" t="t" r="r" b="b"/>
              <a:pathLst>
                <a:path w="9274" h="11856" extrusionOk="0">
                  <a:moveTo>
                    <a:pt x="51" y="0"/>
                  </a:moveTo>
                  <a:lnTo>
                    <a:pt x="0" y="11855"/>
                  </a:lnTo>
                  <a:cubicBezTo>
                    <a:pt x="3083" y="10702"/>
                    <a:pt x="6141" y="9725"/>
                    <a:pt x="9224" y="8898"/>
                  </a:cubicBezTo>
                  <a:lnTo>
                    <a:pt x="9274" y="10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 bwMode="auto">
            <a:xfrm>
              <a:off x="5124225" y="2813950"/>
              <a:ext cx="236850" cy="688000"/>
            </a:xfrm>
            <a:custGeom>
              <a:avLst/>
              <a:gdLst/>
              <a:ahLst/>
              <a:cxnLst/>
              <a:rect l="l" t="t" r="r" b="b"/>
              <a:pathLst>
                <a:path w="9474" h="27520" extrusionOk="0">
                  <a:moveTo>
                    <a:pt x="301" y="0"/>
                  </a:moveTo>
                  <a:lnTo>
                    <a:pt x="0" y="27519"/>
                  </a:lnTo>
                  <a:cubicBezTo>
                    <a:pt x="2958" y="25238"/>
                    <a:pt x="6316" y="22707"/>
                    <a:pt x="9449" y="21003"/>
                  </a:cubicBezTo>
                  <a:lnTo>
                    <a:pt x="9474" y="1128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 bwMode="auto">
            <a:xfrm>
              <a:off x="5457549" y="2827100"/>
              <a:ext cx="235000" cy="457425"/>
            </a:xfrm>
            <a:custGeom>
              <a:avLst/>
              <a:gdLst/>
              <a:ahLst/>
              <a:cxnLst/>
              <a:rect l="l" t="t" r="r" b="b"/>
              <a:pathLst>
                <a:path w="9400" h="18297" extrusionOk="0">
                  <a:moveTo>
                    <a:pt x="201" y="0"/>
                  </a:moveTo>
                  <a:lnTo>
                    <a:pt x="1" y="18296"/>
                  </a:lnTo>
                  <a:cubicBezTo>
                    <a:pt x="2532" y="16993"/>
                    <a:pt x="5063" y="15740"/>
                    <a:pt x="7620" y="14612"/>
                  </a:cubicBezTo>
                  <a:cubicBezTo>
                    <a:pt x="8171" y="14361"/>
                    <a:pt x="8697" y="14136"/>
                    <a:pt x="9249" y="13910"/>
                  </a:cubicBezTo>
                  <a:lnTo>
                    <a:pt x="9399" y="60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 bwMode="auto">
            <a:xfrm>
              <a:off x="4741375" y="2710550"/>
              <a:ext cx="291400" cy="1037000"/>
            </a:xfrm>
            <a:custGeom>
              <a:avLst/>
              <a:gdLst/>
              <a:ahLst/>
              <a:cxnLst/>
              <a:rect l="l" t="t" r="r" b="b"/>
              <a:pathLst>
                <a:path w="11656" h="41480" extrusionOk="0">
                  <a:moveTo>
                    <a:pt x="1" y="1"/>
                  </a:moveTo>
                  <a:lnTo>
                    <a:pt x="2056" y="41480"/>
                  </a:lnTo>
                  <a:cubicBezTo>
                    <a:pt x="5615" y="38522"/>
                    <a:pt x="8071" y="36417"/>
                    <a:pt x="11329" y="34136"/>
                  </a:cubicBezTo>
                  <a:lnTo>
                    <a:pt x="11655" y="33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 bwMode="auto">
            <a:xfrm>
              <a:off x="4741375" y="2630975"/>
              <a:ext cx="1478750" cy="111500"/>
            </a:xfrm>
            <a:custGeom>
              <a:avLst/>
              <a:gdLst/>
              <a:ahLst/>
              <a:cxnLst/>
              <a:rect l="l" t="t" r="r" b="b"/>
              <a:pathLst>
                <a:path w="59150" h="4460" extrusionOk="0">
                  <a:moveTo>
                    <a:pt x="1" y="1"/>
                  </a:moveTo>
                  <a:cubicBezTo>
                    <a:pt x="1" y="1"/>
                    <a:pt x="201" y="101"/>
                    <a:pt x="627" y="251"/>
                  </a:cubicBezTo>
                  <a:cubicBezTo>
                    <a:pt x="1028" y="377"/>
                    <a:pt x="1630" y="577"/>
                    <a:pt x="2432" y="828"/>
                  </a:cubicBezTo>
                  <a:cubicBezTo>
                    <a:pt x="3209" y="1053"/>
                    <a:pt x="4161" y="1329"/>
                    <a:pt x="5264" y="1580"/>
                  </a:cubicBezTo>
                  <a:cubicBezTo>
                    <a:pt x="6367" y="1855"/>
                    <a:pt x="7620" y="2156"/>
                    <a:pt x="8998" y="2407"/>
                  </a:cubicBezTo>
                  <a:cubicBezTo>
                    <a:pt x="9675" y="2532"/>
                    <a:pt x="10402" y="2683"/>
                    <a:pt x="11129" y="2808"/>
                  </a:cubicBezTo>
                  <a:cubicBezTo>
                    <a:pt x="11881" y="2908"/>
                    <a:pt x="12658" y="3058"/>
                    <a:pt x="13460" y="3159"/>
                  </a:cubicBezTo>
                  <a:cubicBezTo>
                    <a:pt x="14237" y="3284"/>
                    <a:pt x="15064" y="3384"/>
                    <a:pt x="15891" y="3510"/>
                  </a:cubicBezTo>
                  <a:cubicBezTo>
                    <a:pt x="16718" y="3610"/>
                    <a:pt x="17595" y="3685"/>
                    <a:pt x="18447" y="3785"/>
                  </a:cubicBezTo>
                  <a:cubicBezTo>
                    <a:pt x="19324" y="3886"/>
                    <a:pt x="20201" y="3936"/>
                    <a:pt x="21104" y="4011"/>
                  </a:cubicBezTo>
                  <a:cubicBezTo>
                    <a:pt x="22006" y="4086"/>
                    <a:pt x="22908" y="4161"/>
                    <a:pt x="23836" y="4211"/>
                  </a:cubicBezTo>
                  <a:cubicBezTo>
                    <a:pt x="24738" y="4261"/>
                    <a:pt x="25665" y="4312"/>
                    <a:pt x="26592" y="4362"/>
                  </a:cubicBezTo>
                  <a:cubicBezTo>
                    <a:pt x="27520" y="4387"/>
                    <a:pt x="28447" y="4412"/>
                    <a:pt x="29400" y="4437"/>
                  </a:cubicBezTo>
                  <a:cubicBezTo>
                    <a:pt x="30018" y="4454"/>
                    <a:pt x="30639" y="4459"/>
                    <a:pt x="31260" y="4459"/>
                  </a:cubicBezTo>
                  <a:cubicBezTo>
                    <a:pt x="32502" y="4459"/>
                    <a:pt x="33744" y="4437"/>
                    <a:pt x="34963" y="4437"/>
                  </a:cubicBezTo>
                  <a:cubicBezTo>
                    <a:pt x="36793" y="4412"/>
                    <a:pt x="38598" y="4312"/>
                    <a:pt x="40352" y="4261"/>
                  </a:cubicBezTo>
                  <a:cubicBezTo>
                    <a:pt x="42081" y="4136"/>
                    <a:pt x="43786" y="4011"/>
                    <a:pt x="45365" y="3911"/>
                  </a:cubicBezTo>
                  <a:cubicBezTo>
                    <a:pt x="46969" y="3810"/>
                    <a:pt x="48472" y="3660"/>
                    <a:pt x="49876" y="3560"/>
                  </a:cubicBezTo>
                  <a:cubicBezTo>
                    <a:pt x="51279" y="3434"/>
                    <a:pt x="52532" y="3309"/>
                    <a:pt x="53685" y="3184"/>
                  </a:cubicBezTo>
                  <a:cubicBezTo>
                    <a:pt x="54813" y="3084"/>
                    <a:pt x="55791" y="2983"/>
                    <a:pt x="56593" y="2883"/>
                  </a:cubicBezTo>
                  <a:cubicBezTo>
                    <a:pt x="58221" y="2708"/>
                    <a:pt x="59149" y="2607"/>
                    <a:pt x="59149" y="2607"/>
                  </a:cubicBezTo>
                  <a:lnTo>
                    <a:pt x="59149" y="2607"/>
                  </a:lnTo>
                  <a:cubicBezTo>
                    <a:pt x="59149" y="2607"/>
                    <a:pt x="58221" y="2683"/>
                    <a:pt x="56593" y="2808"/>
                  </a:cubicBezTo>
                  <a:cubicBezTo>
                    <a:pt x="55791" y="2883"/>
                    <a:pt x="54788" y="2958"/>
                    <a:pt x="53660" y="3058"/>
                  </a:cubicBezTo>
                  <a:cubicBezTo>
                    <a:pt x="52532" y="3159"/>
                    <a:pt x="51254" y="3234"/>
                    <a:pt x="49851" y="3334"/>
                  </a:cubicBezTo>
                  <a:cubicBezTo>
                    <a:pt x="48472" y="3434"/>
                    <a:pt x="46969" y="3560"/>
                    <a:pt x="45365" y="3635"/>
                  </a:cubicBezTo>
                  <a:cubicBezTo>
                    <a:pt x="43760" y="3710"/>
                    <a:pt x="42081" y="3810"/>
                    <a:pt x="40327" y="3911"/>
                  </a:cubicBezTo>
                  <a:cubicBezTo>
                    <a:pt x="38598" y="3936"/>
                    <a:pt x="36793" y="4036"/>
                    <a:pt x="34963" y="4036"/>
                  </a:cubicBezTo>
                  <a:cubicBezTo>
                    <a:pt x="33904" y="4036"/>
                    <a:pt x="32844" y="4052"/>
                    <a:pt x="31784" y="4052"/>
                  </a:cubicBezTo>
                  <a:cubicBezTo>
                    <a:pt x="30989" y="4052"/>
                    <a:pt x="30194" y="4043"/>
                    <a:pt x="29400" y="4011"/>
                  </a:cubicBezTo>
                  <a:cubicBezTo>
                    <a:pt x="28472" y="3986"/>
                    <a:pt x="27545" y="3961"/>
                    <a:pt x="26618" y="3936"/>
                  </a:cubicBezTo>
                  <a:cubicBezTo>
                    <a:pt x="25690" y="3911"/>
                    <a:pt x="24763" y="3860"/>
                    <a:pt x="23861" y="3810"/>
                  </a:cubicBezTo>
                  <a:cubicBezTo>
                    <a:pt x="22933" y="3785"/>
                    <a:pt x="22031" y="3710"/>
                    <a:pt x="21129" y="3635"/>
                  </a:cubicBezTo>
                  <a:cubicBezTo>
                    <a:pt x="20252" y="3560"/>
                    <a:pt x="19349" y="3510"/>
                    <a:pt x="18497" y="3409"/>
                  </a:cubicBezTo>
                  <a:cubicBezTo>
                    <a:pt x="17620" y="3334"/>
                    <a:pt x="16768" y="3234"/>
                    <a:pt x="15941" y="3159"/>
                  </a:cubicBezTo>
                  <a:cubicBezTo>
                    <a:pt x="15089" y="3058"/>
                    <a:pt x="14287" y="2958"/>
                    <a:pt x="13485" y="2858"/>
                  </a:cubicBezTo>
                  <a:cubicBezTo>
                    <a:pt x="12708" y="2758"/>
                    <a:pt x="11931" y="2632"/>
                    <a:pt x="11179" y="2532"/>
                  </a:cubicBezTo>
                  <a:cubicBezTo>
                    <a:pt x="10452" y="2407"/>
                    <a:pt x="9725" y="2282"/>
                    <a:pt x="9049" y="2156"/>
                  </a:cubicBezTo>
                  <a:cubicBezTo>
                    <a:pt x="8347" y="2056"/>
                    <a:pt x="7695" y="1931"/>
                    <a:pt x="7069" y="1805"/>
                  </a:cubicBezTo>
                  <a:cubicBezTo>
                    <a:pt x="6442" y="1680"/>
                    <a:pt x="5840" y="1555"/>
                    <a:pt x="5289" y="1429"/>
                  </a:cubicBezTo>
                  <a:cubicBezTo>
                    <a:pt x="4186" y="1179"/>
                    <a:pt x="3234" y="953"/>
                    <a:pt x="2457" y="753"/>
                  </a:cubicBezTo>
                  <a:cubicBezTo>
                    <a:pt x="1655" y="527"/>
                    <a:pt x="1053" y="352"/>
                    <a:pt x="627" y="226"/>
                  </a:cubicBezTo>
                  <a:cubicBezTo>
                    <a:pt x="202" y="7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BE5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 bwMode="auto">
            <a:xfrm>
              <a:off x="2813425" y="2315200"/>
              <a:ext cx="1819575" cy="2078425"/>
            </a:xfrm>
            <a:custGeom>
              <a:avLst/>
              <a:gdLst/>
              <a:ahLst/>
              <a:cxnLst/>
              <a:rect l="l" t="t" r="r" b="b"/>
              <a:pathLst>
                <a:path w="72783" h="83137" extrusionOk="0">
                  <a:moveTo>
                    <a:pt x="36392" y="0"/>
                  </a:moveTo>
                  <a:cubicBezTo>
                    <a:pt x="16291" y="0"/>
                    <a:pt x="1" y="16291"/>
                    <a:pt x="1" y="36391"/>
                  </a:cubicBezTo>
                  <a:lnTo>
                    <a:pt x="201" y="79048"/>
                  </a:lnTo>
                  <a:cubicBezTo>
                    <a:pt x="201" y="82729"/>
                    <a:pt x="6614" y="83137"/>
                    <a:pt x="8887" y="83137"/>
                  </a:cubicBezTo>
                  <a:cubicBezTo>
                    <a:pt x="9385" y="83137"/>
                    <a:pt x="9684" y="83117"/>
                    <a:pt x="9675" y="83108"/>
                  </a:cubicBezTo>
                  <a:lnTo>
                    <a:pt x="63084" y="83108"/>
                  </a:lnTo>
                  <a:cubicBezTo>
                    <a:pt x="63134" y="83033"/>
                    <a:pt x="72432" y="76843"/>
                    <a:pt x="72432" y="72356"/>
                  </a:cubicBezTo>
                  <a:lnTo>
                    <a:pt x="72783" y="36391"/>
                  </a:lnTo>
                  <a:cubicBezTo>
                    <a:pt x="72783" y="16291"/>
                    <a:pt x="56492" y="0"/>
                    <a:pt x="36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 bwMode="auto">
            <a:xfrm>
              <a:off x="2990750" y="2492500"/>
              <a:ext cx="1464325" cy="1724350"/>
            </a:xfrm>
            <a:custGeom>
              <a:avLst/>
              <a:gdLst/>
              <a:ahLst/>
              <a:cxnLst/>
              <a:rect l="l" t="t" r="r" b="b"/>
              <a:pathLst>
                <a:path w="58573" h="68974" extrusionOk="0">
                  <a:moveTo>
                    <a:pt x="29299" y="1"/>
                  </a:moveTo>
                  <a:cubicBezTo>
                    <a:pt x="13133" y="1"/>
                    <a:pt x="0" y="13159"/>
                    <a:pt x="0" y="29274"/>
                  </a:cubicBezTo>
                  <a:lnTo>
                    <a:pt x="201" y="65239"/>
                  </a:lnTo>
                  <a:cubicBezTo>
                    <a:pt x="928" y="66167"/>
                    <a:pt x="2757" y="67721"/>
                    <a:pt x="4612" y="68974"/>
                  </a:cubicBezTo>
                  <a:lnTo>
                    <a:pt x="53635" y="68974"/>
                  </a:lnTo>
                  <a:cubicBezTo>
                    <a:pt x="56692" y="66467"/>
                    <a:pt x="57870" y="65114"/>
                    <a:pt x="58246" y="64538"/>
                  </a:cubicBezTo>
                  <a:lnTo>
                    <a:pt x="58572" y="29274"/>
                  </a:lnTo>
                  <a:cubicBezTo>
                    <a:pt x="58572" y="13134"/>
                    <a:pt x="45439" y="1"/>
                    <a:pt x="29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rgbClr val="5595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 bwMode="auto">
            <a:xfrm>
              <a:off x="296505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 bwMode="auto">
            <a:xfrm>
              <a:off x="2975700" y="4085875"/>
              <a:ext cx="176725" cy="176100"/>
            </a:xfrm>
            <a:custGeom>
              <a:avLst/>
              <a:gdLst/>
              <a:ahLst/>
              <a:cxnLst/>
              <a:rect l="l" t="t" r="r" b="b"/>
              <a:pathLst>
                <a:path w="7069" h="7044" extrusionOk="0">
                  <a:moveTo>
                    <a:pt x="3535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35" y="7043"/>
                  </a:cubicBezTo>
                  <a:cubicBezTo>
                    <a:pt x="5490" y="7043"/>
                    <a:pt x="7069" y="5464"/>
                    <a:pt x="7069" y="3509"/>
                  </a:cubicBezTo>
                  <a:cubicBezTo>
                    <a:pt x="7069" y="1580"/>
                    <a:pt x="5490" y="1"/>
                    <a:pt x="3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 bwMode="auto">
            <a:xfrm>
              <a:off x="427020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 bwMode="auto">
            <a:xfrm>
              <a:off x="4281475" y="4085875"/>
              <a:ext cx="176100" cy="176100"/>
            </a:xfrm>
            <a:custGeom>
              <a:avLst/>
              <a:gdLst/>
              <a:ahLst/>
              <a:cxnLst/>
              <a:rect l="l" t="t" r="r" b="b"/>
              <a:pathLst>
                <a:path w="7044" h="7044" extrusionOk="0">
                  <a:moveTo>
                    <a:pt x="3510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10" y="7043"/>
                  </a:cubicBezTo>
                  <a:cubicBezTo>
                    <a:pt x="5464" y="7043"/>
                    <a:pt x="7043" y="5464"/>
                    <a:pt x="7043" y="3509"/>
                  </a:cubicBezTo>
                  <a:cubicBezTo>
                    <a:pt x="7043" y="1580"/>
                    <a:pt x="5464" y="1"/>
                    <a:pt x="3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 bwMode="auto">
            <a:xfrm>
              <a:off x="3237625" y="4080875"/>
              <a:ext cx="960550" cy="21325"/>
            </a:xfrm>
            <a:custGeom>
              <a:avLst/>
              <a:gdLst/>
              <a:ahLst/>
              <a:cxnLst/>
              <a:rect l="l" t="t" r="r" b="b"/>
              <a:pathLst>
                <a:path w="38422" h="853" extrusionOk="0">
                  <a:moveTo>
                    <a:pt x="401" y="0"/>
                  </a:moveTo>
                  <a:cubicBezTo>
                    <a:pt x="176" y="0"/>
                    <a:pt x="0" y="176"/>
                    <a:pt x="0" y="401"/>
                  </a:cubicBezTo>
                  <a:lnTo>
                    <a:pt x="0" y="451"/>
                  </a:lnTo>
                  <a:cubicBezTo>
                    <a:pt x="0" y="677"/>
                    <a:pt x="176" y="852"/>
                    <a:pt x="401" y="852"/>
                  </a:cubicBezTo>
                  <a:lnTo>
                    <a:pt x="38020" y="852"/>
                  </a:lnTo>
                  <a:cubicBezTo>
                    <a:pt x="38246" y="852"/>
                    <a:pt x="38421" y="677"/>
                    <a:pt x="38421" y="451"/>
                  </a:cubicBezTo>
                  <a:lnTo>
                    <a:pt x="38421" y="401"/>
                  </a:lnTo>
                  <a:cubicBezTo>
                    <a:pt x="38421" y="176"/>
                    <a:pt x="38246" y="0"/>
                    <a:pt x="3802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 bwMode="auto">
            <a:xfrm>
              <a:off x="3237625" y="4164825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2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2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 bwMode="auto">
            <a:xfrm>
              <a:off x="3237625" y="4248150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3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3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 bwMode="auto">
            <a:xfrm>
              <a:off x="3132975" y="3026350"/>
              <a:ext cx="1201175" cy="647275"/>
            </a:xfrm>
            <a:custGeom>
              <a:avLst/>
              <a:gdLst/>
              <a:ahLst/>
              <a:cxnLst/>
              <a:rect l="l" t="t" r="r" b="b"/>
              <a:pathLst>
                <a:path w="48047" h="25891" extrusionOk="0">
                  <a:moveTo>
                    <a:pt x="1329" y="0"/>
                  </a:moveTo>
                  <a:cubicBezTo>
                    <a:pt x="602" y="0"/>
                    <a:pt x="1" y="602"/>
                    <a:pt x="1" y="1329"/>
                  </a:cubicBezTo>
                  <a:lnTo>
                    <a:pt x="1" y="24562"/>
                  </a:lnTo>
                  <a:cubicBezTo>
                    <a:pt x="1" y="25314"/>
                    <a:pt x="602" y="25890"/>
                    <a:pt x="1329" y="25890"/>
                  </a:cubicBezTo>
                  <a:lnTo>
                    <a:pt x="46718" y="25890"/>
                  </a:lnTo>
                  <a:cubicBezTo>
                    <a:pt x="47445" y="25890"/>
                    <a:pt x="48046" y="25314"/>
                    <a:pt x="48046" y="24562"/>
                  </a:cubicBezTo>
                  <a:lnTo>
                    <a:pt x="48046" y="1329"/>
                  </a:lnTo>
                  <a:cubicBezTo>
                    <a:pt x="48046" y="602"/>
                    <a:pt x="47445" y="0"/>
                    <a:pt x="46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 bwMode="auto">
            <a:xfrm>
              <a:off x="3362925" y="2733750"/>
              <a:ext cx="678600" cy="198625"/>
            </a:xfrm>
            <a:custGeom>
              <a:avLst/>
              <a:gdLst/>
              <a:ahLst/>
              <a:cxnLst/>
              <a:rect l="l" t="t" r="r" b="b"/>
              <a:pathLst>
                <a:path w="27144" h="7945" extrusionOk="0">
                  <a:moveTo>
                    <a:pt x="1580" y="0"/>
                  </a:moveTo>
                  <a:cubicBezTo>
                    <a:pt x="803" y="0"/>
                    <a:pt x="1" y="652"/>
                    <a:pt x="1" y="1479"/>
                  </a:cubicBezTo>
                  <a:lnTo>
                    <a:pt x="1" y="6441"/>
                  </a:lnTo>
                  <a:cubicBezTo>
                    <a:pt x="1" y="7268"/>
                    <a:pt x="803" y="7945"/>
                    <a:pt x="1580" y="7945"/>
                  </a:cubicBezTo>
                  <a:lnTo>
                    <a:pt x="25565" y="7945"/>
                  </a:lnTo>
                  <a:cubicBezTo>
                    <a:pt x="26342" y="7945"/>
                    <a:pt x="27144" y="7268"/>
                    <a:pt x="27144" y="6441"/>
                  </a:cubicBezTo>
                  <a:lnTo>
                    <a:pt x="27144" y="1479"/>
                  </a:lnTo>
                  <a:cubicBezTo>
                    <a:pt x="27144" y="652"/>
                    <a:pt x="26342" y="0"/>
                    <a:pt x="25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 bwMode="auto">
            <a:xfrm>
              <a:off x="34042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 bwMode="auto">
            <a:xfrm>
              <a:off x="3456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 bwMode="auto">
            <a:xfrm>
              <a:off x="3508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 bwMode="auto">
            <a:xfrm>
              <a:off x="356092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 bwMode="auto">
            <a:xfrm>
              <a:off x="36135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 bwMode="auto">
            <a:xfrm>
              <a:off x="366557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5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5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7" name="Google Shape;1317;p34"/>
            <p:cNvSpPr/>
            <p:nvPr/>
          </p:nvSpPr>
          <p:spPr bwMode="auto">
            <a:xfrm>
              <a:off x="37175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6" y="0"/>
                  </a:moveTo>
                  <a:cubicBezTo>
                    <a:pt x="201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201" y="5013"/>
                    <a:pt x="426" y="5013"/>
                  </a:cubicBezTo>
                  <a:cubicBezTo>
                    <a:pt x="652" y="5013"/>
                    <a:pt x="852" y="4837"/>
                    <a:pt x="852" y="4612"/>
                  </a:cubicBezTo>
                  <a:lnTo>
                    <a:pt x="852" y="426"/>
                  </a:lnTo>
                  <a:cubicBezTo>
                    <a:pt x="852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8" name="Google Shape;1318;p34"/>
            <p:cNvSpPr/>
            <p:nvPr/>
          </p:nvSpPr>
          <p:spPr bwMode="auto">
            <a:xfrm>
              <a:off x="3770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 bwMode="auto">
            <a:xfrm>
              <a:off x="3822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7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27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0" name="Google Shape;1320;p34"/>
            <p:cNvSpPr/>
            <p:nvPr/>
          </p:nvSpPr>
          <p:spPr bwMode="auto">
            <a:xfrm>
              <a:off x="3874199" y="2765075"/>
              <a:ext cx="21350" cy="125325"/>
            </a:xfrm>
            <a:custGeom>
              <a:avLst/>
              <a:gdLst/>
              <a:ahLst/>
              <a:cxnLst/>
              <a:rect l="l" t="t" r="r" b="b"/>
              <a:pathLst>
                <a:path w="854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3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3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1" name="Google Shape;1321;p34"/>
            <p:cNvSpPr/>
            <p:nvPr/>
          </p:nvSpPr>
          <p:spPr bwMode="auto">
            <a:xfrm>
              <a:off x="3926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2" name="Google Shape;1322;p34"/>
            <p:cNvSpPr/>
            <p:nvPr/>
          </p:nvSpPr>
          <p:spPr bwMode="auto">
            <a:xfrm>
              <a:off x="3978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 bwMode="auto">
            <a:xfrm>
              <a:off x="3344125" y="3273225"/>
              <a:ext cx="193650" cy="193625"/>
            </a:xfrm>
            <a:custGeom>
              <a:avLst/>
              <a:gdLst/>
              <a:ahLst/>
              <a:cxnLst/>
              <a:rect l="l" t="t" r="r" b="b"/>
              <a:pathLst>
                <a:path w="7746" h="7745" fill="none" extrusionOk="0">
                  <a:moveTo>
                    <a:pt x="1" y="0"/>
                  </a:moveTo>
                  <a:lnTo>
                    <a:pt x="7745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 bwMode="auto">
            <a:xfrm>
              <a:off x="3555275" y="3191775"/>
              <a:ext cx="355925" cy="355900"/>
            </a:xfrm>
            <a:custGeom>
              <a:avLst/>
              <a:gdLst/>
              <a:ahLst/>
              <a:cxnLst/>
              <a:rect l="l" t="t" r="r" b="b"/>
              <a:pathLst>
                <a:path w="14237" h="14236" fill="none" extrusionOk="0">
                  <a:moveTo>
                    <a:pt x="1" y="0"/>
                  </a:moveTo>
                  <a:lnTo>
                    <a:pt x="14237" y="14236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 bwMode="auto">
            <a:xfrm>
              <a:off x="3928725" y="3273225"/>
              <a:ext cx="194250" cy="193625"/>
            </a:xfrm>
            <a:custGeom>
              <a:avLst/>
              <a:gdLst/>
              <a:ahLst/>
              <a:cxnLst/>
              <a:rect l="l" t="t" r="r" b="b"/>
              <a:pathLst>
                <a:path w="7770" h="7745" fill="none" extrusionOk="0">
                  <a:moveTo>
                    <a:pt x="0" y="0"/>
                  </a:moveTo>
                  <a:lnTo>
                    <a:pt x="7770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 bwMode="auto">
            <a:xfrm>
              <a:off x="3132975" y="3788875"/>
              <a:ext cx="177350" cy="94025"/>
            </a:xfrm>
            <a:custGeom>
              <a:avLst/>
              <a:gdLst/>
              <a:ahLst/>
              <a:cxnLst/>
              <a:rect l="l" t="t" r="r" b="b"/>
              <a:pathLst>
                <a:path w="7094" h="3761" extrusionOk="0">
                  <a:moveTo>
                    <a:pt x="1254" y="1"/>
                  </a:moveTo>
                  <a:cubicBezTo>
                    <a:pt x="552" y="1"/>
                    <a:pt x="1" y="552"/>
                    <a:pt x="1" y="1254"/>
                  </a:cubicBezTo>
                  <a:lnTo>
                    <a:pt x="1" y="2507"/>
                  </a:lnTo>
                  <a:cubicBezTo>
                    <a:pt x="1" y="3184"/>
                    <a:pt x="552" y="3760"/>
                    <a:pt x="1254" y="3760"/>
                  </a:cubicBezTo>
                  <a:lnTo>
                    <a:pt x="5840" y="3760"/>
                  </a:lnTo>
                  <a:cubicBezTo>
                    <a:pt x="6542" y="3760"/>
                    <a:pt x="7093" y="3184"/>
                    <a:pt x="7093" y="2507"/>
                  </a:cubicBezTo>
                  <a:lnTo>
                    <a:pt x="7093" y="1254"/>
                  </a:lnTo>
                  <a:cubicBezTo>
                    <a:pt x="7093" y="552"/>
                    <a:pt x="6542" y="1"/>
                    <a:pt x="58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 bwMode="auto">
            <a:xfrm>
              <a:off x="4156175" y="3788875"/>
              <a:ext cx="177975" cy="94025"/>
            </a:xfrm>
            <a:custGeom>
              <a:avLst/>
              <a:gdLst/>
              <a:ahLst/>
              <a:cxnLst/>
              <a:rect l="l" t="t" r="r" b="b"/>
              <a:pathLst>
                <a:path w="7119" h="3761" extrusionOk="0">
                  <a:moveTo>
                    <a:pt x="1253" y="1"/>
                  </a:moveTo>
                  <a:cubicBezTo>
                    <a:pt x="577" y="1"/>
                    <a:pt x="0" y="552"/>
                    <a:pt x="0" y="1254"/>
                  </a:cubicBezTo>
                  <a:lnTo>
                    <a:pt x="0" y="2507"/>
                  </a:lnTo>
                  <a:cubicBezTo>
                    <a:pt x="0" y="3184"/>
                    <a:pt x="577" y="3760"/>
                    <a:pt x="1253" y="3760"/>
                  </a:cubicBezTo>
                  <a:lnTo>
                    <a:pt x="5865" y="3760"/>
                  </a:lnTo>
                  <a:cubicBezTo>
                    <a:pt x="6542" y="3760"/>
                    <a:pt x="7118" y="3184"/>
                    <a:pt x="7118" y="2507"/>
                  </a:cubicBezTo>
                  <a:lnTo>
                    <a:pt x="7118" y="1254"/>
                  </a:lnTo>
                  <a:cubicBezTo>
                    <a:pt x="7118" y="552"/>
                    <a:pt x="6542" y="1"/>
                    <a:pt x="58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 bwMode="auto">
            <a:xfrm>
              <a:off x="3341625" y="3798900"/>
              <a:ext cx="783250" cy="21325"/>
            </a:xfrm>
            <a:custGeom>
              <a:avLst/>
              <a:gdLst/>
              <a:ahLst/>
              <a:cxnLst/>
              <a:rect l="l" t="t" r="r" b="b"/>
              <a:pathLst>
                <a:path w="31330" h="853" extrusionOk="0">
                  <a:moveTo>
                    <a:pt x="427" y="1"/>
                  </a:moveTo>
                  <a:cubicBezTo>
                    <a:pt x="201" y="1"/>
                    <a:pt x="1" y="201"/>
                    <a:pt x="1" y="427"/>
                  </a:cubicBezTo>
                  <a:cubicBezTo>
                    <a:pt x="1" y="652"/>
                    <a:pt x="201" y="853"/>
                    <a:pt x="427" y="853"/>
                  </a:cubicBezTo>
                  <a:lnTo>
                    <a:pt x="30928" y="853"/>
                  </a:lnTo>
                  <a:cubicBezTo>
                    <a:pt x="31154" y="853"/>
                    <a:pt x="31329" y="652"/>
                    <a:pt x="31329" y="427"/>
                  </a:cubicBezTo>
                  <a:cubicBezTo>
                    <a:pt x="31329" y="201"/>
                    <a:pt x="31154" y="1"/>
                    <a:pt x="309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 bwMode="auto">
            <a:xfrm>
              <a:off x="3341625" y="3851550"/>
              <a:ext cx="783250" cy="20700"/>
            </a:xfrm>
            <a:custGeom>
              <a:avLst/>
              <a:gdLst/>
              <a:ahLst/>
              <a:cxnLst/>
              <a:rect l="l" t="t" r="r" b="b"/>
              <a:pathLst>
                <a:path w="31330" h="828" extrusionOk="0">
                  <a:moveTo>
                    <a:pt x="427" y="0"/>
                  </a:moveTo>
                  <a:cubicBezTo>
                    <a:pt x="201" y="0"/>
                    <a:pt x="1" y="176"/>
                    <a:pt x="1" y="401"/>
                  </a:cubicBezTo>
                  <a:cubicBezTo>
                    <a:pt x="1" y="652"/>
                    <a:pt x="201" y="827"/>
                    <a:pt x="427" y="827"/>
                  </a:cubicBezTo>
                  <a:lnTo>
                    <a:pt x="30928" y="827"/>
                  </a:lnTo>
                  <a:cubicBezTo>
                    <a:pt x="31154" y="827"/>
                    <a:pt x="31329" y="652"/>
                    <a:pt x="31329" y="401"/>
                  </a:cubicBezTo>
                  <a:cubicBezTo>
                    <a:pt x="31329" y="176"/>
                    <a:pt x="31154" y="0"/>
                    <a:pt x="30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330" name="Google Shape;1330;p34"/>
            <p:cNvGrpSpPr/>
            <p:nvPr/>
          </p:nvGrpSpPr>
          <p:grpSpPr bwMode="auto">
            <a:xfrm>
              <a:off x="3748900" y="238125"/>
              <a:ext cx="2662950" cy="5224975"/>
              <a:chOff x="3748900" y="238125"/>
              <a:chExt cx="2662950" cy="5224975"/>
            </a:xfrm>
          </p:grpSpPr>
          <p:sp>
            <p:nvSpPr>
              <p:cNvPr id="1331" name="Google Shape;1331;p34"/>
              <p:cNvSpPr/>
              <p:nvPr/>
            </p:nvSpPr>
            <p:spPr bwMode="auto">
              <a:xfrm>
                <a:off x="4036500" y="1009425"/>
                <a:ext cx="400400" cy="188625"/>
              </a:xfrm>
              <a:custGeom>
                <a:avLst/>
                <a:gdLst/>
                <a:ahLst/>
                <a:cxnLst/>
                <a:rect l="l" t="t" r="r" b="b"/>
                <a:pathLst>
                  <a:path w="16016" h="7545" extrusionOk="0">
                    <a:moveTo>
                      <a:pt x="8020" y="0"/>
                    </a:moveTo>
                    <a:cubicBezTo>
                      <a:pt x="3735" y="0"/>
                      <a:pt x="251" y="3334"/>
                      <a:pt x="0" y="7544"/>
                    </a:cubicBezTo>
                    <a:lnTo>
                      <a:pt x="16015" y="7544"/>
                    </a:lnTo>
                    <a:cubicBezTo>
                      <a:pt x="15765" y="3334"/>
                      <a:pt x="12281" y="0"/>
                      <a:pt x="8020" y="0"/>
                    </a:cubicBezTo>
                    <a:close/>
                  </a:path>
                </a:pathLst>
              </a:custGeom>
              <a:solidFill>
                <a:srgbClr val="CBE5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2" name="Google Shape;1332;p34"/>
              <p:cNvSpPr/>
              <p:nvPr/>
            </p:nvSpPr>
            <p:spPr bwMode="auto">
              <a:xfrm>
                <a:off x="3748900" y="238125"/>
                <a:ext cx="2662950" cy="1755025"/>
              </a:xfrm>
              <a:custGeom>
                <a:avLst/>
                <a:gdLst/>
                <a:ahLst/>
                <a:cxnLst/>
                <a:rect l="l" t="t" r="r" b="b"/>
                <a:pathLst>
                  <a:path w="106518" h="70201" extrusionOk="0">
                    <a:moveTo>
                      <a:pt x="0" y="0"/>
                    </a:moveTo>
                    <a:lnTo>
                      <a:pt x="89023" y="70201"/>
                    </a:lnTo>
                    <a:lnTo>
                      <a:pt x="106517" y="70201"/>
                    </a:lnTo>
                    <a:lnTo>
                      <a:pt x="106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3" name="Google Shape;1333;p34"/>
              <p:cNvSpPr/>
              <p:nvPr/>
            </p:nvSpPr>
            <p:spPr bwMode="auto">
              <a:xfrm>
                <a:off x="3790875" y="394750"/>
                <a:ext cx="2381000" cy="981875"/>
              </a:xfrm>
              <a:custGeom>
                <a:avLst/>
                <a:gdLst/>
                <a:ahLst/>
                <a:cxnLst/>
                <a:rect l="l" t="t" r="r" b="b"/>
                <a:pathLst>
                  <a:path w="95240" h="39275" extrusionOk="0">
                    <a:moveTo>
                      <a:pt x="1" y="1"/>
                    </a:moveTo>
                    <a:lnTo>
                      <a:pt x="1" y="39274"/>
                    </a:lnTo>
                    <a:lnTo>
                      <a:pt x="95239" y="39274"/>
                    </a:lnTo>
                    <a:lnTo>
                      <a:pt x="952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4" name="Google Shape;1334;p34"/>
              <p:cNvSpPr/>
              <p:nvPr/>
            </p:nvSpPr>
            <p:spPr bwMode="auto">
              <a:xfrm>
                <a:off x="4124850" y="248775"/>
                <a:ext cx="94000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17946" extrusionOk="0">
                    <a:moveTo>
                      <a:pt x="0" y="0"/>
                    </a:moveTo>
                    <a:lnTo>
                      <a:pt x="0" y="17945"/>
                    </a:lnTo>
                    <a:lnTo>
                      <a:pt x="3759" y="17945"/>
                    </a:lnTo>
                    <a:lnTo>
                      <a:pt x="37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5" name="Google Shape;1335;p34"/>
              <p:cNvSpPr/>
              <p:nvPr/>
            </p:nvSpPr>
            <p:spPr bwMode="auto">
              <a:xfrm>
                <a:off x="5659925" y="248775"/>
                <a:ext cx="94025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1" h="17946" extrusionOk="0">
                    <a:moveTo>
                      <a:pt x="1" y="0"/>
                    </a:moveTo>
                    <a:lnTo>
                      <a:pt x="1" y="17945"/>
                    </a:lnTo>
                    <a:lnTo>
                      <a:pt x="3760" y="17945"/>
                    </a:lnTo>
                    <a:lnTo>
                      <a:pt x="37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6" name="Google Shape;1336;p34"/>
              <p:cNvSpPr/>
              <p:nvPr/>
            </p:nvSpPr>
            <p:spPr bwMode="auto">
              <a:xfrm>
                <a:off x="3895525" y="501275"/>
                <a:ext cx="2171700" cy="770075"/>
              </a:xfrm>
              <a:custGeom>
                <a:avLst/>
                <a:gdLst/>
                <a:ahLst/>
                <a:cxnLst/>
                <a:rect l="l" t="t" r="r" b="b"/>
                <a:pathLst>
                  <a:path w="86868" h="30803" extrusionOk="0">
                    <a:moveTo>
                      <a:pt x="0" y="0"/>
                    </a:moveTo>
                    <a:lnTo>
                      <a:pt x="0" y="30803"/>
                    </a:lnTo>
                    <a:lnTo>
                      <a:pt x="86868" y="30803"/>
                    </a:lnTo>
                    <a:lnTo>
                      <a:pt x="868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7" name="Google Shape;1337;p34"/>
              <p:cNvSpPr/>
              <p:nvPr/>
            </p:nvSpPr>
            <p:spPr bwMode="auto">
              <a:xfrm>
                <a:off x="4452525" y="666675"/>
                <a:ext cx="133500" cy="151050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42" extrusionOk="0">
                    <a:moveTo>
                      <a:pt x="2933" y="1"/>
                    </a:moveTo>
                    <a:cubicBezTo>
                      <a:pt x="2457" y="1"/>
                      <a:pt x="2056" y="101"/>
                      <a:pt x="1680" y="277"/>
                    </a:cubicBezTo>
                    <a:cubicBezTo>
                      <a:pt x="1329" y="452"/>
                      <a:pt x="1028" y="678"/>
                      <a:pt x="778" y="953"/>
                    </a:cubicBezTo>
                    <a:cubicBezTo>
                      <a:pt x="527" y="1229"/>
                      <a:pt x="327" y="1555"/>
                      <a:pt x="201" y="1906"/>
                    </a:cubicBezTo>
                    <a:cubicBezTo>
                      <a:pt x="51" y="2257"/>
                      <a:pt x="1" y="2607"/>
                      <a:pt x="1" y="2983"/>
                    </a:cubicBezTo>
                    <a:cubicBezTo>
                      <a:pt x="1" y="3359"/>
                      <a:pt x="76" y="3735"/>
                      <a:pt x="201" y="4086"/>
                    </a:cubicBezTo>
                    <a:cubicBezTo>
                      <a:pt x="352" y="4462"/>
                      <a:pt x="552" y="4788"/>
                      <a:pt x="803" y="5089"/>
                    </a:cubicBezTo>
                    <a:cubicBezTo>
                      <a:pt x="1054" y="5364"/>
                      <a:pt x="1354" y="5590"/>
                      <a:pt x="1705" y="5765"/>
                    </a:cubicBezTo>
                    <a:cubicBezTo>
                      <a:pt x="2056" y="5941"/>
                      <a:pt x="2457" y="6041"/>
                      <a:pt x="2883" y="6041"/>
                    </a:cubicBezTo>
                    <a:cubicBezTo>
                      <a:pt x="3134" y="6041"/>
                      <a:pt x="3359" y="6016"/>
                      <a:pt x="3610" y="5941"/>
                    </a:cubicBezTo>
                    <a:cubicBezTo>
                      <a:pt x="3861" y="5891"/>
                      <a:pt x="4111" y="5790"/>
                      <a:pt x="4312" y="5690"/>
                    </a:cubicBezTo>
                    <a:cubicBezTo>
                      <a:pt x="4537" y="5565"/>
                      <a:pt x="4738" y="5415"/>
                      <a:pt x="4913" y="5264"/>
                    </a:cubicBezTo>
                    <a:cubicBezTo>
                      <a:pt x="5089" y="5089"/>
                      <a:pt x="5239" y="4888"/>
                      <a:pt x="5339" y="4663"/>
                    </a:cubicBezTo>
                    <a:lnTo>
                      <a:pt x="4387" y="4111"/>
                    </a:lnTo>
                    <a:cubicBezTo>
                      <a:pt x="4312" y="4287"/>
                      <a:pt x="4237" y="4412"/>
                      <a:pt x="4111" y="4537"/>
                    </a:cubicBezTo>
                    <a:cubicBezTo>
                      <a:pt x="4011" y="4638"/>
                      <a:pt x="3886" y="4738"/>
                      <a:pt x="3735" y="4813"/>
                    </a:cubicBezTo>
                    <a:cubicBezTo>
                      <a:pt x="3610" y="4888"/>
                      <a:pt x="3485" y="4938"/>
                      <a:pt x="3334" y="4963"/>
                    </a:cubicBezTo>
                    <a:cubicBezTo>
                      <a:pt x="3184" y="5014"/>
                      <a:pt x="3059" y="5014"/>
                      <a:pt x="2908" y="5014"/>
                    </a:cubicBezTo>
                    <a:cubicBezTo>
                      <a:pt x="2658" y="5014"/>
                      <a:pt x="2432" y="4963"/>
                      <a:pt x="2206" y="4863"/>
                    </a:cubicBezTo>
                    <a:cubicBezTo>
                      <a:pt x="1981" y="4738"/>
                      <a:pt x="1805" y="4587"/>
                      <a:pt x="1655" y="4412"/>
                    </a:cubicBezTo>
                    <a:cubicBezTo>
                      <a:pt x="1505" y="4211"/>
                      <a:pt x="1379" y="4011"/>
                      <a:pt x="1304" y="3760"/>
                    </a:cubicBezTo>
                    <a:cubicBezTo>
                      <a:pt x="1204" y="3535"/>
                      <a:pt x="1179" y="3259"/>
                      <a:pt x="1179" y="3008"/>
                    </a:cubicBezTo>
                    <a:cubicBezTo>
                      <a:pt x="1179" y="2783"/>
                      <a:pt x="1204" y="2532"/>
                      <a:pt x="1279" y="2307"/>
                    </a:cubicBezTo>
                    <a:cubicBezTo>
                      <a:pt x="1354" y="2056"/>
                      <a:pt x="1455" y="1856"/>
                      <a:pt x="1605" y="1655"/>
                    </a:cubicBezTo>
                    <a:cubicBezTo>
                      <a:pt x="1755" y="1480"/>
                      <a:pt x="1931" y="1329"/>
                      <a:pt x="2131" y="1204"/>
                    </a:cubicBezTo>
                    <a:cubicBezTo>
                      <a:pt x="2357" y="1079"/>
                      <a:pt x="2607" y="1029"/>
                      <a:pt x="2908" y="1029"/>
                    </a:cubicBezTo>
                    <a:cubicBezTo>
                      <a:pt x="3033" y="1029"/>
                      <a:pt x="3159" y="1054"/>
                      <a:pt x="3309" y="1079"/>
                    </a:cubicBezTo>
                    <a:cubicBezTo>
                      <a:pt x="3460" y="1104"/>
                      <a:pt x="3585" y="1154"/>
                      <a:pt x="3710" y="1229"/>
                    </a:cubicBezTo>
                    <a:cubicBezTo>
                      <a:pt x="3836" y="1279"/>
                      <a:pt x="3961" y="1379"/>
                      <a:pt x="4061" y="1505"/>
                    </a:cubicBezTo>
                    <a:cubicBezTo>
                      <a:pt x="4186" y="1605"/>
                      <a:pt x="4287" y="1755"/>
                      <a:pt x="4362" y="1931"/>
                    </a:cubicBezTo>
                    <a:lnTo>
                      <a:pt x="5239" y="1304"/>
                    </a:lnTo>
                    <a:cubicBezTo>
                      <a:pt x="5039" y="928"/>
                      <a:pt x="4738" y="602"/>
                      <a:pt x="4337" y="377"/>
                    </a:cubicBezTo>
                    <a:cubicBezTo>
                      <a:pt x="3961" y="126"/>
                      <a:pt x="3485" y="1"/>
                      <a:pt x="29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8" name="Google Shape;1338;p34"/>
              <p:cNvSpPr/>
              <p:nvPr/>
            </p:nvSpPr>
            <p:spPr bwMode="auto">
              <a:xfrm>
                <a:off x="4621700" y="667950"/>
                <a:ext cx="10342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36" y="5940"/>
                    </a:lnTo>
                    <a:lnTo>
                      <a:pt x="4136" y="4937"/>
                    </a:lnTo>
                    <a:lnTo>
                      <a:pt x="1179" y="4937"/>
                    </a:lnTo>
                    <a:lnTo>
                      <a:pt x="1179" y="3384"/>
                    </a:lnTo>
                    <a:lnTo>
                      <a:pt x="3660" y="3384"/>
                    </a:lnTo>
                    <a:lnTo>
                      <a:pt x="3660" y="2431"/>
                    </a:lnTo>
                    <a:lnTo>
                      <a:pt x="1179" y="2431"/>
                    </a:lnTo>
                    <a:lnTo>
                      <a:pt x="1179" y="1003"/>
                    </a:lnTo>
                    <a:lnTo>
                      <a:pt x="4061" y="1003"/>
                    </a:lnTo>
                    <a:lnTo>
                      <a:pt x="40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9" name="Google Shape;1339;p34"/>
              <p:cNvSpPr/>
              <p:nvPr/>
            </p:nvSpPr>
            <p:spPr bwMode="auto">
              <a:xfrm>
                <a:off x="4764575" y="667950"/>
                <a:ext cx="1291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5940" extrusionOk="0">
                    <a:moveTo>
                      <a:pt x="0" y="0"/>
                    </a:moveTo>
                    <a:lnTo>
                      <a:pt x="0" y="5940"/>
                    </a:lnTo>
                    <a:lnTo>
                      <a:pt x="1153" y="5940"/>
                    </a:lnTo>
                    <a:lnTo>
                      <a:pt x="1153" y="2130"/>
                    </a:lnTo>
                    <a:lnTo>
                      <a:pt x="4211" y="5940"/>
                    </a:lnTo>
                    <a:lnTo>
                      <a:pt x="5163" y="5940"/>
                    </a:lnTo>
                    <a:lnTo>
                      <a:pt x="5163" y="0"/>
                    </a:lnTo>
                    <a:lnTo>
                      <a:pt x="3985" y="0"/>
                    </a:lnTo>
                    <a:lnTo>
                      <a:pt x="3985" y="3885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0" name="Google Shape;1340;p34"/>
              <p:cNvSpPr/>
              <p:nvPr/>
            </p:nvSpPr>
            <p:spPr bwMode="auto">
              <a:xfrm>
                <a:off x="4928725" y="667950"/>
                <a:ext cx="12345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940" extrusionOk="0">
                    <a:moveTo>
                      <a:pt x="1" y="0"/>
                    </a:moveTo>
                    <a:lnTo>
                      <a:pt x="1" y="1003"/>
                    </a:lnTo>
                    <a:lnTo>
                      <a:pt x="1905" y="1003"/>
                    </a:lnTo>
                    <a:lnTo>
                      <a:pt x="1905" y="5940"/>
                    </a:lnTo>
                    <a:lnTo>
                      <a:pt x="3033" y="5940"/>
                    </a:lnTo>
                    <a:lnTo>
                      <a:pt x="3033" y="1003"/>
                    </a:lnTo>
                    <a:lnTo>
                      <a:pt x="4938" y="1003"/>
                    </a:lnTo>
                    <a:lnTo>
                      <a:pt x="49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1" name="Google Shape;1341;p34"/>
              <p:cNvSpPr/>
              <p:nvPr/>
            </p:nvSpPr>
            <p:spPr bwMode="auto">
              <a:xfrm>
                <a:off x="5087875" y="667950"/>
                <a:ext cx="1197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5940" extrusionOk="0">
                    <a:moveTo>
                      <a:pt x="2532" y="1003"/>
                    </a:moveTo>
                    <a:cubicBezTo>
                      <a:pt x="2632" y="1003"/>
                      <a:pt x="2732" y="1028"/>
                      <a:pt x="2833" y="1078"/>
                    </a:cubicBezTo>
                    <a:cubicBezTo>
                      <a:pt x="2933" y="1128"/>
                      <a:pt x="3033" y="1203"/>
                      <a:pt x="3108" y="1278"/>
                    </a:cubicBezTo>
                    <a:cubicBezTo>
                      <a:pt x="3184" y="1353"/>
                      <a:pt x="3234" y="1454"/>
                      <a:pt x="3284" y="1579"/>
                    </a:cubicBezTo>
                    <a:cubicBezTo>
                      <a:pt x="3334" y="1704"/>
                      <a:pt x="3359" y="1830"/>
                      <a:pt x="3359" y="1980"/>
                    </a:cubicBezTo>
                    <a:cubicBezTo>
                      <a:pt x="3359" y="2105"/>
                      <a:pt x="3334" y="2231"/>
                      <a:pt x="3284" y="2356"/>
                    </a:cubicBezTo>
                    <a:cubicBezTo>
                      <a:pt x="3259" y="2456"/>
                      <a:pt x="3209" y="2556"/>
                      <a:pt x="3133" y="2657"/>
                    </a:cubicBezTo>
                    <a:cubicBezTo>
                      <a:pt x="3058" y="2732"/>
                      <a:pt x="2983" y="2807"/>
                      <a:pt x="2883" y="2857"/>
                    </a:cubicBezTo>
                    <a:cubicBezTo>
                      <a:pt x="2808" y="2907"/>
                      <a:pt x="2707" y="2932"/>
                      <a:pt x="2582" y="2932"/>
                    </a:cubicBezTo>
                    <a:lnTo>
                      <a:pt x="1153" y="2932"/>
                    </a:lnTo>
                    <a:lnTo>
                      <a:pt x="1153" y="1003"/>
                    </a:lnTo>
                    <a:close/>
                    <a:moveTo>
                      <a:pt x="1" y="0"/>
                    </a:moveTo>
                    <a:lnTo>
                      <a:pt x="1" y="5940"/>
                    </a:lnTo>
                    <a:lnTo>
                      <a:pt x="1153" y="5940"/>
                    </a:lnTo>
                    <a:lnTo>
                      <a:pt x="1153" y="3935"/>
                    </a:lnTo>
                    <a:lnTo>
                      <a:pt x="2281" y="3935"/>
                    </a:lnTo>
                    <a:lnTo>
                      <a:pt x="3509" y="5940"/>
                    </a:lnTo>
                    <a:lnTo>
                      <a:pt x="4788" y="5940"/>
                    </a:lnTo>
                    <a:lnTo>
                      <a:pt x="3434" y="3709"/>
                    </a:lnTo>
                    <a:cubicBezTo>
                      <a:pt x="3760" y="3559"/>
                      <a:pt x="4036" y="3333"/>
                      <a:pt x="4211" y="3033"/>
                    </a:cubicBezTo>
                    <a:cubicBezTo>
                      <a:pt x="4412" y="2707"/>
                      <a:pt x="4512" y="2356"/>
                      <a:pt x="4512" y="1980"/>
                    </a:cubicBezTo>
                    <a:cubicBezTo>
                      <a:pt x="4512" y="1729"/>
                      <a:pt x="4462" y="1479"/>
                      <a:pt x="4361" y="1253"/>
                    </a:cubicBezTo>
                    <a:cubicBezTo>
                      <a:pt x="4286" y="1028"/>
                      <a:pt x="4136" y="802"/>
                      <a:pt x="3986" y="627"/>
                    </a:cubicBezTo>
                    <a:cubicBezTo>
                      <a:pt x="3810" y="426"/>
                      <a:pt x="3610" y="276"/>
                      <a:pt x="3384" y="176"/>
                    </a:cubicBezTo>
                    <a:cubicBezTo>
                      <a:pt x="3133" y="50"/>
                      <a:pt x="2883" y="0"/>
                      <a:pt x="2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2" name="Google Shape;1342;p34"/>
              <p:cNvSpPr/>
              <p:nvPr/>
            </p:nvSpPr>
            <p:spPr bwMode="auto">
              <a:xfrm>
                <a:off x="5226975" y="667950"/>
                <a:ext cx="1385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540" h="5940" extrusionOk="0">
                    <a:moveTo>
                      <a:pt x="2782" y="1303"/>
                    </a:moveTo>
                    <a:lnTo>
                      <a:pt x="3610" y="3634"/>
                    </a:lnTo>
                    <a:lnTo>
                      <a:pt x="1930" y="3634"/>
                    </a:lnTo>
                    <a:lnTo>
                      <a:pt x="2782" y="1303"/>
                    </a:lnTo>
                    <a:close/>
                    <a:moveTo>
                      <a:pt x="2256" y="0"/>
                    </a:moveTo>
                    <a:lnTo>
                      <a:pt x="1" y="5940"/>
                    </a:lnTo>
                    <a:lnTo>
                      <a:pt x="1178" y="5940"/>
                    </a:lnTo>
                    <a:lnTo>
                      <a:pt x="1730" y="4461"/>
                    </a:lnTo>
                    <a:lnTo>
                      <a:pt x="3810" y="4461"/>
                    </a:lnTo>
                    <a:lnTo>
                      <a:pt x="4361" y="5940"/>
                    </a:lnTo>
                    <a:lnTo>
                      <a:pt x="5539" y="5940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3" name="Google Shape;1343;p34"/>
              <p:cNvSpPr/>
              <p:nvPr/>
            </p:nvSpPr>
            <p:spPr bwMode="auto">
              <a:xfrm>
                <a:off x="5398650" y="667950"/>
                <a:ext cx="10467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8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86" y="5940"/>
                    </a:lnTo>
                    <a:lnTo>
                      <a:pt x="4186" y="4937"/>
                    </a:lnTo>
                    <a:lnTo>
                      <a:pt x="1154" y="4937"/>
                    </a:lnTo>
                    <a:lnTo>
                      <a:pt x="1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4" name="Google Shape;1344;p34"/>
              <p:cNvSpPr/>
              <p:nvPr/>
            </p:nvSpPr>
            <p:spPr bwMode="auto">
              <a:xfrm>
                <a:off x="4235125" y="885350"/>
                <a:ext cx="177950" cy="229350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9174" extrusionOk="0">
                    <a:moveTo>
                      <a:pt x="3659" y="1"/>
                    </a:moveTo>
                    <a:cubicBezTo>
                      <a:pt x="3183" y="1"/>
                      <a:pt x="2757" y="51"/>
                      <a:pt x="2356" y="176"/>
                    </a:cubicBezTo>
                    <a:cubicBezTo>
                      <a:pt x="1980" y="302"/>
                      <a:pt x="1604" y="477"/>
                      <a:pt x="1303" y="703"/>
                    </a:cubicBezTo>
                    <a:cubicBezTo>
                      <a:pt x="1003" y="953"/>
                      <a:pt x="777" y="1254"/>
                      <a:pt x="602" y="1605"/>
                    </a:cubicBezTo>
                    <a:cubicBezTo>
                      <a:pt x="451" y="1956"/>
                      <a:pt x="351" y="2357"/>
                      <a:pt x="351" y="2833"/>
                    </a:cubicBezTo>
                    <a:cubicBezTo>
                      <a:pt x="351" y="3159"/>
                      <a:pt x="401" y="3460"/>
                      <a:pt x="501" y="3735"/>
                    </a:cubicBezTo>
                    <a:cubicBezTo>
                      <a:pt x="627" y="3961"/>
                      <a:pt x="777" y="4186"/>
                      <a:pt x="1003" y="4387"/>
                    </a:cubicBezTo>
                    <a:cubicBezTo>
                      <a:pt x="1203" y="4562"/>
                      <a:pt x="1479" y="4738"/>
                      <a:pt x="1780" y="4888"/>
                    </a:cubicBezTo>
                    <a:cubicBezTo>
                      <a:pt x="2105" y="5013"/>
                      <a:pt x="2481" y="5139"/>
                      <a:pt x="2907" y="5264"/>
                    </a:cubicBezTo>
                    <a:cubicBezTo>
                      <a:pt x="3258" y="5364"/>
                      <a:pt x="3584" y="5465"/>
                      <a:pt x="3885" y="5540"/>
                    </a:cubicBezTo>
                    <a:cubicBezTo>
                      <a:pt x="4161" y="5640"/>
                      <a:pt x="4411" y="5715"/>
                      <a:pt x="4612" y="5815"/>
                    </a:cubicBezTo>
                    <a:cubicBezTo>
                      <a:pt x="4812" y="5916"/>
                      <a:pt x="4988" y="6041"/>
                      <a:pt x="5088" y="6166"/>
                    </a:cubicBezTo>
                    <a:cubicBezTo>
                      <a:pt x="5188" y="6317"/>
                      <a:pt x="5263" y="6467"/>
                      <a:pt x="5263" y="6668"/>
                    </a:cubicBezTo>
                    <a:cubicBezTo>
                      <a:pt x="5263" y="7294"/>
                      <a:pt x="4762" y="7595"/>
                      <a:pt x="3810" y="7595"/>
                    </a:cubicBezTo>
                    <a:cubicBezTo>
                      <a:pt x="3459" y="7595"/>
                      <a:pt x="3108" y="7570"/>
                      <a:pt x="2782" y="7470"/>
                    </a:cubicBezTo>
                    <a:cubicBezTo>
                      <a:pt x="2456" y="7394"/>
                      <a:pt x="2156" y="7294"/>
                      <a:pt x="1880" y="7169"/>
                    </a:cubicBezTo>
                    <a:cubicBezTo>
                      <a:pt x="1604" y="7044"/>
                      <a:pt x="1379" y="6918"/>
                      <a:pt x="1178" y="6793"/>
                    </a:cubicBezTo>
                    <a:cubicBezTo>
                      <a:pt x="978" y="6668"/>
                      <a:pt x="852" y="6567"/>
                      <a:pt x="777" y="6492"/>
                    </a:cubicBezTo>
                    <a:lnTo>
                      <a:pt x="0" y="8021"/>
                    </a:lnTo>
                    <a:cubicBezTo>
                      <a:pt x="526" y="8372"/>
                      <a:pt x="1103" y="8673"/>
                      <a:pt x="1780" y="8873"/>
                    </a:cubicBezTo>
                    <a:cubicBezTo>
                      <a:pt x="2431" y="9074"/>
                      <a:pt x="3108" y="9174"/>
                      <a:pt x="3785" y="9174"/>
                    </a:cubicBezTo>
                    <a:cubicBezTo>
                      <a:pt x="4211" y="9174"/>
                      <a:pt x="4637" y="9124"/>
                      <a:pt x="5038" y="9049"/>
                    </a:cubicBezTo>
                    <a:cubicBezTo>
                      <a:pt x="5439" y="8948"/>
                      <a:pt x="5790" y="8773"/>
                      <a:pt x="6115" y="8572"/>
                    </a:cubicBezTo>
                    <a:cubicBezTo>
                      <a:pt x="6416" y="8347"/>
                      <a:pt x="6667" y="8071"/>
                      <a:pt x="6842" y="7745"/>
                    </a:cubicBezTo>
                    <a:cubicBezTo>
                      <a:pt x="7018" y="7394"/>
                      <a:pt x="7118" y="6968"/>
                      <a:pt x="7118" y="6492"/>
                    </a:cubicBezTo>
                    <a:cubicBezTo>
                      <a:pt x="7118" y="6091"/>
                      <a:pt x="7043" y="5740"/>
                      <a:pt x="6917" y="5465"/>
                    </a:cubicBezTo>
                    <a:cubicBezTo>
                      <a:pt x="6792" y="5164"/>
                      <a:pt x="6592" y="4913"/>
                      <a:pt x="6341" y="4713"/>
                    </a:cubicBezTo>
                    <a:cubicBezTo>
                      <a:pt x="6090" y="4512"/>
                      <a:pt x="5790" y="4337"/>
                      <a:pt x="5414" y="4211"/>
                    </a:cubicBezTo>
                    <a:cubicBezTo>
                      <a:pt x="5063" y="4061"/>
                      <a:pt x="4662" y="3936"/>
                      <a:pt x="4211" y="3835"/>
                    </a:cubicBezTo>
                    <a:cubicBezTo>
                      <a:pt x="3885" y="3735"/>
                      <a:pt x="3584" y="3660"/>
                      <a:pt x="3308" y="3585"/>
                    </a:cubicBezTo>
                    <a:cubicBezTo>
                      <a:pt x="3058" y="3510"/>
                      <a:pt x="2857" y="3434"/>
                      <a:pt x="2682" y="3334"/>
                    </a:cubicBezTo>
                    <a:cubicBezTo>
                      <a:pt x="2506" y="3234"/>
                      <a:pt x="2381" y="3134"/>
                      <a:pt x="2281" y="3008"/>
                    </a:cubicBezTo>
                    <a:cubicBezTo>
                      <a:pt x="2206" y="2883"/>
                      <a:pt x="2156" y="2733"/>
                      <a:pt x="2156" y="2532"/>
                    </a:cubicBezTo>
                    <a:cubicBezTo>
                      <a:pt x="2156" y="2231"/>
                      <a:pt x="2281" y="1981"/>
                      <a:pt x="2506" y="1805"/>
                    </a:cubicBezTo>
                    <a:cubicBezTo>
                      <a:pt x="2757" y="1605"/>
                      <a:pt x="3108" y="1530"/>
                      <a:pt x="3609" y="1530"/>
                    </a:cubicBezTo>
                    <a:cubicBezTo>
                      <a:pt x="3860" y="1530"/>
                      <a:pt x="4135" y="1555"/>
                      <a:pt x="4411" y="1630"/>
                    </a:cubicBezTo>
                    <a:cubicBezTo>
                      <a:pt x="4662" y="1705"/>
                      <a:pt x="4912" y="1780"/>
                      <a:pt x="5113" y="1881"/>
                    </a:cubicBezTo>
                    <a:cubicBezTo>
                      <a:pt x="5364" y="1981"/>
                      <a:pt x="5539" y="2081"/>
                      <a:pt x="5689" y="2181"/>
                    </a:cubicBezTo>
                    <a:cubicBezTo>
                      <a:pt x="5865" y="2282"/>
                      <a:pt x="5965" y="2357"/>
                      <a:pt x="6015" y="2407"/>
                    </a:cubicBezTo>
                    <a:lnTo>
                      <a:pt x="6792" y="1003"/>
                    </a:lnTo>
                    <a:cubicBezTo>
                      <a:pt x="6416" y="728"/>
                      <a:pt x="5940" y="477"/>
                      <a:pt x="5414" y="302"/>
                    </a:cubicBezTo>
                    <a:cubicBezTo>
                      <a:pt x="4862" y="101"/>
                      <a:pt x="4286" y="1"/>
                      <a:pt x="3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5" name="Google Shape;1345;p34"/>
              <p:cNvSpPr/>
              <p:nvPr/>
            </p:nvSpPr>
            <p:spPr bwMode="auto">
              <a:xfrm>
                <a:off x="4450650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2908" y="1530"/>
                    </a:lnTo>
                    <a:lnTo>
                      <a:pt x="2908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20" y="1530"/>
                    </a:lnTo>
                    <a:lnTo>
                      <a:pt x="75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6" name="Google Shape;1346;p34"/>
              <p:cNvSpPr/>
              <p:nvPr/>
            </p:nvSpPr>
            <p:spPr bwMode="auto">
              <a:xfrm>
                <a:off x="4648025" y="886600"/>
                <a:ext cx="21055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8422" h="9024" extrusionOk="0">
                    <a:moveTo>
                      <a:pt x="4211" y="2006"/>
                    </a:moveTo>
                    <a:lnTo>
                      <a:pt x="5464" y="5540"/>
                    </a:lnTo>
                    <a:lnTo>
                      <a:pt x="2908" y="5540"/>
                    </a:lnTo>
                    <a:lnTo>
                      <a:pt x="4211" y="2006"/>
                    </a:lnTo>
                    <a:close/>
                    <a:moveTo>
                      <a:pt x="3434" y="1"/>
                    </a:moveTo>
                    <a:lnTo>
                      <a:pt x="0" y="9024"/>
                    </a:lnTo>
                    <a:lnTo>
                      <a:pt x="1805" y="9024"/>
                    </a:lnTo>
                    <a:lnTo>
                      <a:pt x="2632" y="6768"/>
                    </a:lnTo>
                    <a:lnTo>
                      <a:pt x="5790" y="6768"/>
                    </a:lnTo>
                    <a:lnTo>
                      <a:pt x="6617" y="9024"/>
                    </a:lnTo>
                    <a:lnTo>
                      <a:pt x="8422" y="9024"/>
                    </a:lnTo>
                    <a:lnTo>
                      <a:pt x="49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7" name="Google Shape;1347;p34"/>
              <p:cNvSpPr/>
              <p:nvPr/>
            </p:nvSpPr>
            <p:spPr bwMode="auto">
              <a:xfrm>
                <a:off x="4867325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0" y="1"/>
                    </a:moveTo>
                    <a:lnTo>
                      <a:pt x="0" y="1530"/>
                    </a:lnTo>
                    <a:lnTo>
                      <a:pt x="2883" y="1530"/>
                    </a:lnTo>
                    <a:lnTo>
                      <a:pt x="2883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19" y="1530"/>
                    </a:lnTo>
                    <a:lnTo>
                      <a:pt x="7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8" name="Google Shape;1348;p34"/>
              <p:cNvSpPr/>
              <p:nvPr/>
            </p:nvSpPr>
            <p:spPr bwMode="auto">
              <a:xfrm>
                <a:off x="5108550" y="886600"/>
                <a:ext cx="439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9" name="Google Shape;1349;p34"/>
              <p:cNvSpPr/>
              <p:nvPr/>
            </p:nvSpPr>
            <p:spPr bwMode="auto">
              <a:xfrm>
                <a:off x="5211300" y="885350"/>
                <a:ext cx="219950" cy="228725"/>
              </a:xfrm>
              <a:custGeom>
                <a:avLst/>
                <a:gdLst/>
                <a:ahLst/>
                <a:cxnLst/>
                <a:rect l="l" t="t" r="r" b="b"/>
                <a:pathLst>
                  <a:path w="8798" h="9149" extrusionOk="0">
                    <a:moveTo>
                      <a:pt x="4412" y="1555"/>
                    </a:moveTo>
                    <a:cubicBezTo>
                      <a:pt x="4813" y="1555"/>
                      <a:pt x="5189" y="1630"/>
                      <a:pt x="5490" y="1805"/>
                    </a:cubicBezTo>
                    <a:cubicBezTo>
                      <a:pt x="5841" y="1956"/>
                      <a:pt x="6116" y="2181"/>
                      <a:pt x="6317" y="2457"/>
                    </a:cubicBezTo>
                    <a:cubicBezTo>
                      <a:pt x="6567" y="2758"/>
                      <a:pt x="6743" y="3059"/>
                      <a:pt x="6843" y="3434"/>
                    </a:cubicBezTo>
                    <a:cubicBezTo>
                      <a:pt x="6968" y="3785"/>
                      <a:pt x="7044" y="4186"/>
                      <a:pt x="7044" y="4562"/>
                    </a:cubicBezTo>
                    <a:cubicBezTo>
                      <a:pt x="7044" y="4938"/>
                      <a:pt x="6968" y="5314"/>
                      <a:pt x="6868" y="5665"/>
                    </a:cubicBezTo>
                    <a:cubicBezTo>
                      <a:pt x="6743" y="6016"/>
                      <a:pt x="6592" y="6342"/>
                      <a:pt x="6342" y="6643"/>
                    </a:cubicBezTo>
                    <a:cubicBezTo>
                      <a:pt x="6141" y="6918"/>
                      <a:pt x="5866" y="7169"/>
                      <a:pt x="5540" y="7344"/>
                    </a:cubicBezTo>
                    <a:cubicBezTo>
                      <a:pt x="5214" y="7495"/>
                      <a:pt x="4838" y="7595"/>
                      <a:pt x="4412" y="7595"/>
                    </a:cubicBezTo>
                    <a:cubicBezTo>
                      <a:pt x="3986" y="7595"/>
                      <a:pt x="3610" y="7495"/>
                      <a:pt x="3284" y="7344"/>
                    </a:cubicBezTo>
                    <a:cubicBezTo>
                      <a:pt x="2958" y="7169"/>
                      <a:pt x="2683" y="6943"/>
                      <a:pt x="2457" y="6668"/>
                    </a:cubicBezTo>
                    <a:cubicBezTo>
                      <a:pt x="2257" y="6392"/>
                      <a:pt x="2081" y="6066"/>
                      <a:pt x="1956" y="5690"/>
                    </a:cubicBezTo>
                    <a:cubicBezTo>
                      <a:pt x="1831" y="5339"/>
                      <a:pt x="1780" y="4963"/>
                      <a:pt x="1780" y="4562"/>
                    </a:cubicBezTo>
                    <a:cubicBezTo>
                      <a:pt x="1780" y="4186"/>
                      <a:pt x="1831" y="3835"/>
                      <a:pt x="1931" y="3460"/>
                    </a:cubicBezTo>
                    <a:cubicBezTo>
                      <a:pt x="2056" y="3109"/>
                      <a:pt x="2232" y="2783"/>
                      <a:pt x="2457" y="2507"/>
                    </a:cubicBezTo>
                    <a:cubicBezTo>
                      <a:pt x="2683" y="2206"/>
                      <a:pt x="2958" y="1981"/>
                      <a:pt x="3284" y="1830"/>
                    </a:cubicBezTo>
                    <a:cubicBezTo>
                      <a:pt x="3610" y="1630"/>
                      <a:pt x="3986" y="1555"/>
                      <a:pt x="4412" y="1555"/>
                    </a:cubicBezTo>
                    <a:close/>
                    <a:moveTo>
                      <a:pt x="4437" y="1"/>
                    </a:moveTo>
                    <a:cubicBezTo>
                      <a:pt x="3810" y="1"/>
                      <a:pt x="3209" y="126"/>
                      <a:pt x="2658" y="377"/>
                    </a:cubicBezTo>
                    <a:cubicBezTo>
                      <a:pt x="2131" y="627"/>
                      <a:pt x="1655" y="953"/>
                      <a:pt x="1254" y="1379"/>
                    </a:cubicBezTo>
                    <a:cubicBezTo>
                      <a:pt x="878" y="1805"/>
                      <a:pt x="552" y="2282"/>
                      <a:pt x="327" y="2833"/>
                    </a:cubicBezTo>
                    <a:cubicBezTo>
                      <a:pt x="101" y="3384"/>
                      <a:pt x="1" y="3961"/>
                      <a:pt x="1" y="4562"/>
                    </a:cubicBezTo>
                    <a:cubicBezTo>
                      <a:pt x="1" y="5139"/>
                      <a:pt x="101" y="5715"/>
                      <a:pt x="327" y="6267"/>
                    </a:cubicBezTo>
                    <a:cubicBezTo>
                      <a:pt x="527" y="6793"/>
                      <a:pt x="828" y="7294"/>
                      <a:pt x="1204" y="7720"/>
                    </a:cubicBezTo>
                    <a:cubicBezTo>
                      <a:pt x="1605" y="8146"/>
                      <a:pt x="2056" y="8497"/>
                      <a:pt x="2582" y="8748"/>
                    </a:cubicBezTo>
                    <a:cubicBezTo>
                      <a:pt x="3134" y="9023"/>
                      <a:pt x="3735" y="9149"/>
                      <a:pt x="4387" y="9149"/>
                    </a:cubicBezTo>
                    <a:cubicBezTo>
                      <a:pt x="5039" y="9149"/>
                      <a:pt x="5615" y="9023"/>
                      <a:pt x="6166" y="8773"/>
                    </a:cubicBezTo>
                    <a:cubicBezTo>
                      <a:pt x="6693" y="8522"/>
                      <a:pt x="7169" y="8171"/>
                      <a:pt x="7570" y="7770"/>
                    </a:cubicBezTo>
                    <a:cubicBezTo>
                      <a:pt x="7946" y="7344"/>
                      <a:pt x="8247" y="6868"/>
                      <a:pt x="8472" y="6317"/>
                    </a:cubicBezTo>
                    <a:cubicBezTo>
                      <a:pt x="8698" y="5765"/>
                      <a:pt x="8798" y="5189"/>
                      <a:pt x="8798" y="4587"/>
                    </a:cubicBezTo>
                    <a:cubicBezTo>
                      <a:pt x="8798" y="4011"/>
                      <a:pt x="8698" y="3460"/>
                      <a:pt x="8497" y="2908"/>
                    </a:cubicBezTo>
                    <a:cubicBezTo>
                      <a:pt x="8272" y="2357"/>
                      <a:pt x="7971" y="1881"/>
                      <a:pt x="7595" y="1429"/>
                    </a:cubicBezTo>
                    <a:cubicBezTo>
                      <a:pt x="7219" y="1003"/>
                      <a:pt x="6768" y="652"/>
                      <a:pt x="6217" y="402"/>
                    </a:cubicBezTo>
                    <a:cubicBezTo>
                      <a:pt x="5690" y="126"/>
                      <a:pt x="5089" y="1"/>
                      <a:pt x="44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0" name="Google Shape;1350;p34"/>
              <p:cNvSpPr/>
              <p:nvPr/>
            </p:nvSpPr>
            <p:spPr bwMode="auto">
              <a:xfrm>
                <a:off x="5490750" y="886600"/>
                <a:ext cx="195525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821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3234"/>
                    </a:lnTo>
                    <a:lnTo>
                      <a:pt x="6392" y="9024"/>
                    </a:lnTo>
                    <a:lnTo>
                      <a:pt x="7821" y="9024"/>
                    </a:lnTo>
                    <a:lnTo>
                      <a:pt x="7821" y="26"/>
                    </a:lnTo>
                    <a:lnTo>
                      <a:pt x="6066" y="26"/>
                    </a:lnTo>
                    <a:lnTo>
                      <a:pt x="6066" y="5916"/>
                    </a:lnTo>
                    <a:lnTo>
                      <a:pt x="13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1" name="Google Shape;1351;p34"/>
              <p:cNvSpPr/>
              <p:nvPr/>
            </p:nvSpPr>
            <p:spPr bwMode="auto">
              <a:xfrm>
                <a:off x="6297149" y="1991250"/>
                <a:ext cx="114699" cy="1138500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45540" extrusionOk="0">
                    <a:moveTo>
                      <a:pt x="1" y="1"/>
                    </a:moveTo>
                    <a:lnTo>
                      <a:pt x="1" y="45540"/>
                    </a:lnTo>
                    <a:lnTo>
                      <a:pt x="4587" y="45540"/>
                    </a:lnTo>
                    <a:lnTo>
                      <a:pt x="45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2" name="Google Shape;1352;p34"/>
              <p:cNvSpPr/>
              <p:nvPr/>
            </p:nvSpPr>
            <p:spPr bwMode="auto">
              <a:xfrm>
                <a:off x="4166825" y="5218725"/>
                <a:ext cx="2245025" cy="2443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9775" extrusionOk="0">
                    <a:moveTo>
                      <a:pt x="89800" y="0"/>
                    </a:moveTo>
                    <a:lnTo>
                      <a:pt x="0" y="401"/>
                    </a:lnTo>
                    <a:lnTo>
                      <a:pt x="0" y="9775"/>
                    </a:lnTo>
                    <a:lnTo>
                      <a:pt x="89800" y="9775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3" name="Google Shape;1353;p34"/>
              <p:cNvSpPr/>
              <p:nvPr/>
            </p:nvSpPr>
            <p:spPr bwMode="auto">
              <a:xfrm>
                <a:off x="4166825" y="3055800"/>
                <a:ext cx="2245025" cy="21729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86919" extrusionOk="0">
                    <a:moveTo>
                      <a:pt x="72306" y="0"/>
                    </a:moveTo>
                    <a:lnTo>
                      <a:pt x="0" y="86918"/>
                    </a:lnTo>
                    <a:lnTo>
                      <a:pt x="89800" y="86918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4" name="Google Shape;1354;p34"/>
              <p:cNvSpPr/>
              <p:nvPr/>
            </p:nvSpPr>
            <p:spPr bwMode="auto">
              <a:xfrm>
                <a:off x="4741375" y="4978125"/>
                <a:ext cx="1599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987" h="1" fill="none" extrusionOk="0">
                    <a:moveTo>
                      <a:pt x="1" y="0"/>
                    </a:moveTo>
                    <a:lnTo>
                      <a:pt x="63986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5" name="Google Shape;1355;p34"/>
              <p:cNvSpPr/>
              <p:nvPr/>
            </p:nvSpPr>
            <p:spPr bwMode="auto">
              <a:xfrm>
                <a:off x="5002025" y="4716825"/>
                <a:ext cx="1338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3536" h="1" fill="none" extrusionOk="0">
                    <a:moveTo>
                      <a:pt x="1" y="1"/>
                    </a:moveTo>
                    <a:lnTo>
                      <a:pt x="53535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6" name="Google Shape;1356;p34"/>
              <p:cNvSpPr/>
              <p:nvPr/>
            </p:nvSpPr>
            <p:spPr bwMode="auto">
              <a:xfrm>
                <a:off x="5263325" y="4455550"/>
                <a:ext cx="1074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2983" h="1" fill="none" extrusionOk="0">
                    <a:moveTo>
                      <a:pt x="0" y="1"/>
                    </a:moveTo>
                    <a:lnTo>
                      <a:pt x="4298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7" name="Google Shape;1357;p34"/>
              <p:cNvSpPr/>
              <p:nvPr/>
            </p:nvSpPr>
            <p:spPr bwMode="auto">
              <a:xfrm>
                <a:off x="5482625" y="4194900"/>
                <a:ext cx="855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4236" h="1" fill="none" extrusionOk="0">
                    <a:moveTo>
                      <a:pt x="0" y="1"/>
                    </a:moveTo>
                    <a:lnTo>
                      <a:pt x="34236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8" name="Google Shape;1358;p34"/>
              <p:cNvSpPr/>
              <p:nvPr/>
            </p:nvSpPr>
            <p:spPr bwMode="auto">
              <a:xfrm>
                <a:off x="5659925" y="3933625"/>
                <a:ext cx="677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7094" h="1" fill="none" extrusionOk="0">
                    <a:moveTo>
                      <a:pt x="1" y="0"/>
                    </a:moveTo>
                    <a:lnTo>
                      <a:pt x="27094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9" name="Google Shape;1359;p34"/>
              <p:cNvSpPr/>
              <p:nvPr/>
            </p:nvSpPr>
            <p:spPr bwMode="auto">
              <a:xfrm>
                <a:off x="5921225" y="3672350"/>
                <a:ext cx="420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6818" h="1" fill="none" extrusionOk="0">
                    <a:moveTo>
                      <a:pt x="0" y="0"/>
                    </a:moveTo>
                    <a:lnTo>
                      <a:pt x="16817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0" name="Google Shape;1360;p34"/>
              <p:cNvSpPr/>
              <p:nvPr/>
            </p:nvSpPr>
            <p:spPr bwMode="auto">
              <a:xfrm>
                <a:off x="6098525" y="3411700"/>
                <a:ext cx="2431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1" fill="none" extrusionOk="0">
                    <a:moveTo>
                      <a:pt x="1" y="0"/>
                    </a:moveTo>
                    <a:lnTo>
                      <a:pt x="9725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1" name="Google Shape;1361;p34"/>
              <p:cNvSpPr/>
              <p:nvPr/>
            </p:nvSpPr>
            <p:spPr bwMode="auto">
              <a:xfrm>
                <a:off x="6216325" y="3228725"/>
                <a:ext cx="125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014" h="1" fill="none" extrusionOk="0">
                    <a:moveTo>
                      <a:pt x="1" y="1"/>
                    </a:moveTo>
                    <a:lnTo>
                      <a:pt x="501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070079512" name="Google Shape;1362;p34"/>
          <p:cNvSpPr/>
          <p:nvPr/>
        </p:nvSpPr>
        <p:spPr bwMode="auto">
          <a:xfrm>
            <a:off x="3743350" y="359025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58405051" name="Google Shape;1363;p34"/>
          <p:cNvSpPr/>
          <p:nvPr/>
        </p:nvSpPr>
        <p:spPr bwMode="auto">
          <a:xfrm>
            <a:off x="1704525" y="271725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27432045" name="Google Shape;1364;p34"/>
          <p:cNvSpPr/>
          <p:nvPr/>
        </p:nvSpPr>
        <p:spPr bwMode="auto">
          <a:xfrm rot="-2231248" flipH="1">
            <a:off x="5706368" y="747534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10879091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8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00769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8468849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77160924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Animation</a:t>
            </a:r>
            <a:endParaRPr/>
          </a:p>
        </p:txBody>
      </p:sp>
      <p:sp>
        <p:nvSpPr>
          <p:cNvPr id="2025477827" name="Google Shape;1250;p33"/>
          <p:cNvSpPr txBox="1">
            <a:spLocks noGrp="1"/>
          </p:cNvSpPr>
          <p:nvPr>
            <p:ph type="subTitle" idx="1"/>
          </p:nvPr>
        </p:nvSpPr>
        <p:spPr bwMode="auto">
          <a:xfrm>
            <a:off x="3062858" y="1628570"/>
            <a:ext cx="3938100" cy="1983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/>
              <a:t>Orbite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/>
              <a:t>Gradient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/>
              <a:t>Density</a:t>
            </a:r>
            <a:endParaRPr/>
          </a:p>
        </p:txBody>
      </p:sp>
      <p:sp>
        <p:nvSpPr>
          <p:cNvPr id="889570857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61977132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en" sz="2400" b="1" i="1"/>
              <a:t>Day/night cycle</a:t>
            </a:r>
            <a:endParaRPr/>
          </a:p>
        </p:txBody>
      </p:sp>
      <p:sp>
        <p:nvSpPr>
          <p:cNvPr id="712006406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9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159503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51390416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51722620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Animation</a:t>
            </a:r>
            <a:endParaRPr/>
          </a:p>
        </p:txBody>
      </p:sp>
      <p:sp>
        <p:nvSpPr>
          <p:cNvPr id="1015522741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41894685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en" sz="2400" b="1" i="1"/>
              <a:t>Birds</a:t>
            </a:r>
            <a:endParaRPr/>
          </a:p>
        </p:txBody>
      </p:sp>
      <p:sp>
        <p:nvSpPr>
          <p:cNvPr id="185079929" name="Google Shape;1250;p33"/>
          <p:cNvSpPr txBox="1">
            <a:spLocks noGrp="1"/>
          </p:cNvSpPr>
          <p:nvPr>
            <p:ph type="subTitle" idx="1"/>
          </p:nvPr>
        </p:nvSpPr>
        <p:spPr bwMode="auto">
          <a:xfrm>
            <a:off x="3062858" y="1628570"/>
            <a:ext cx="3938100" cy="1983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/>
              <a:buChar char="•"/>
              <a:defRPr/>
            </a:pPr>
            <a:r>
              <a:rPr lang="fr-FR"/>
              <a:t>Group follow =&gt; altitude = note height</a:t>
            </a:r>
          </a:p>
          <a:p>
            <a:pPr lvl="0">
              <a:buFont typeface="Arial"/>
              <a:buChar char="•"/>
              <a:defRPr/>
            </a:pPr>
            <a:r>
              <a:rPr lang="fr-FR"/>
              <a:t>Same midi = same birds</a:t>
            </a:r>
            <a:endParaRPr lang="fr-CH"/>
          </a:p>
        </p:txBody>
      </p:sp>
      <p:sp>
        <p:nvSpPr>
          <p:cNvPr id="1143094853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10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679027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11523958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17785092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Animation</a:t>
            </a:r>
            <a:endParaRPr/>
          </a:p>
        </p:txBody>
      </p:sp>
      <p:sp>
        <p:nvSpPr>
          <p:cNvPr id="1227093775" name="Google Shape;1250;p33"/>
          <p:cNvSpPr txBox="1">
            <a:spLocks noGrp="1"/>
          </p:cNvSpPr>
          <p:nvPr>
            <p:ph type="subTitle" idx="1"/>
          </p:nvPr>
        </p:nvSpPr>
        <p:spPr bwMode="auto">
          <a:xfrm>
            <a:off x="2793745" y="1395356"/>
            <a:ext cx="6106635" cy="33972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CH" dirty="0"/>
              <a:t>&lt;Flocon&gt; ➔ &lt;Centre&gt; + 6 fois &lt;Branche&gt;</a:t>
            </a:r>
          </a:p>
          <a:p>
            <a:pPr lvl="0"/>
            <a:r>
              <a:rPr lang="fr-CH" dirty="0"/>
              <a:t>&lt;Centre&gt; ➔ "Hexagone" | "Vide" </a:t>
            </a:r>
            <a:r>
              <a:rPr lang="fr-CH" i="1" dirty="0"/>
              <a:t>(Terminaux)</a:t>
            </a:r>
            <a:endParaRPr lang="fr-CH" dirty="0"/>
          </a:p>
          <a:p>
            <a:pPr lvl="0"/>
            <a:r>
              <a:rPr lang="fr-CH" dirty="0"/>
              <a:t>&lt;Branche&gt; ➔ &lt;Segment&gt; | &lt;Segment&gt; + &lt;Branche&gt; </a:t>
            </a:r>
            <a:r>
              <a:rPr lang="fr-CH" i="1" dirty="0"/>
              <a:t>(C'est récursif !)</a:t>
            </a:r>
            <a:endParaRPr lang="fr-CH" dirty="0"/>
          </a:p>
          <a:p>
            <a:pPr lvl="0"/>
            <a:r>
              <a:rPr lang="fr-CH" dirty="0"/>
              <a:t>&lt;Segment&gt; ➔ &lt;Ligne&gt; + &lt;Décoration&gt;</a:t>
            </a:r>
          </a:p>
          <a:p>
            <a:pPr lvl="0"/>
            <a:r>
              <a:rPr lang="fr-CH" dirty="0"/>
              <a:t>&lt;Décoration&gt; ➔ "Pique en V" | "Losange" | "Vide" </a:t>
            </a:r>
            <a:r>
              <a:rPr lang="fr-CH" i="1" dirty="0"/>
              <a:t>(Terminaux)</a:t>
            </a:r>
            <a:endParaRPr lang="fr-CH" dirty="0"/>
          </a:p>
        </p:txBody>
      </p:sp>
      <p:sp>
        <p:nvSpPr>
          <p:cNvPr id="452672992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20539739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en" sz="2400" b="1" i="1" dirty="0"/>
              <a:t>Flakes</a:t>
            </a:r>
            <a:endParaRPr dirty="0"/>
          </a:p>
        </p:txBody>
      </p:sp>
      <p:sp>
        <p:nvSpPr>
          <p:cNvPr id="1388944154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11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093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7093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0937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70937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0937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270937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0937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270937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0937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270937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709377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416745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81460892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5391785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Animation</a:t>
            </a:r>
            <a:endParaRPr/>
          </a:p>
        </p:txBody>
      </p:sp>
      <p:sp>
        <p:nvSpPr>
          <p:cNvPr id="496548856" name="Google Shape;1250;p33"/>
          <p:cNvSpPr txBox="1">
            <a:spLocks noGrp="1"/>
          </p:cNvSpPr>
          <p:nvPr>
            <p:ph type="subTitle" idx="1"/>
          </p:nvPr>
        </p:nvSpPr>
        <p:spPr bwMode="auto">
          <a:xfrm>
            <a:off x="5219891" y="580324"/>
            <a:ext cx="3481095" cy="36975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Two classes:</a:t>
            </a:r>
            <a:endParaRPr/>
          </a:p>
          <a:p>
            <a:pPr marL="446088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Curve</a:t>
            </a:r>
            <a:endParaRPr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A segment of track</a:t>
            </a:r>
            <a:endParaRPr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Sinus</a:t>
            </a:r>
            <a:endParaRPr/>
          </a:p>
          <a:p>
            <a:pPr marL="252413" lvl="0" indent="0" algn="l" rtl="0">
              <a:spcBef>
                <a:spcPts val="0"/>
              </a:spcBef>
              <a:spcAft>
                <a:spcPts val="0"/>
              </a:spcAft>
              <a:defRPr/>
            </a:pPr>
            <a:endParaRPr lang="en"/>
          </a:p>
          <a:p>
            <a:pPr marL="446088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CurveTrack</a:t>
            </a:r>
            <a:endParaRPr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Update</a:t>
            </a:r>
            <a:endParaRPr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Give info to train</a:t>
            </a:r>
            <a:endParaRPr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</p:txBody>
      </p:sp>
      <p:sp>
        <p:nvSpPr>
          <p:cNvPr id="1860595860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73184474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en" sz="2400" b="1" i="1"/>
              <a:t>Track</a:t>
            </a:r>
            <a:endParaRPr/>
          </a:p>
        </p:txBody>
      </p:sp>
      <p:pic>
        <p:nvPicPr>
          <p:cNvPr id="164348910" name="Image 2"/>
          <p:cNvPicPr>
            <a:picLocks noChangeAspect="1"/>
          </p:cNvPicPr>
          <p:nvPr/>
        </p:nvPicPr>
        <p:blipFill rotWithShape="1">
          <a:blip r:embed="rId3"/>
          <a:srcRect l="974"/>
          <a:stretch/>
        </p:blipFill>
        <p:spPr bwMode="auto">
          <a:xfrm>
            <a:off x="165379" y="1972777"/>
            <a:ext cx="4999333" cy="2844240"/>
          </a:xfrm>
          <a:prstGeom prst="rect">
            <a:avLst/>
          </a:prstGeom>
        </p:spPr>
      </p:pic>
      <p:sp>
        <p:nvSpPr>
          <p:cNvPr id="425461537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12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48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6548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488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65488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488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65488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488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65488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488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65488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488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65488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488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65488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4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4348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54885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503295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73108900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30318286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Animation</a:t>
            </a:r>
            <a:endParaRPr/>
          </a:p>
        </p:txBody>
      </p:sp>
      <p:sp>
        <p:nvSpPr>
          <p:cNvPr id="31940567" name="Google Shape;1250;p33"/>
          <p:cNvSpPr txBox="1">
            <a:spLocks noGrp="1"/>
          </p:cNvSpPr>
          <p:nvPr>
            <p:ph type="subTitle" idx="1"/>
          </p:nvPr>
        </p:nvSpPr>
        <p:spPr bwMode="auto">
          <a:xfrm>
            <a:off x="5472614" y="580326"/>
            <a:ext cx="3228371" cy="34127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Season’s manag</a:t>
            </a:r>
            <a:r>
              <a:rPr lang="fr-CH"/>
              <a:t>e</a:t>
            </a:r>
            <a:r>
              <a:rPr lang="en"/>
              <a:t>ment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Mountains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Works the same as before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Leaves/Snowflakes/Rain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The season changes based on cycle Day/Night</a:t>
            </a:r>
            <a:endParaRPr/>
          </a:p>
        </p:txBody>
      </p:sp>
      <p:sp>
        <p:nvSpPr>
          <p:cNvPr id="2133893030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88766374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en-CA" sz="2400" b="1" i="1"/>
              <a:t> Environment</a:t>
            </a:r>
            <a:endParaRPr/>
          </a:p>
        </p:txBody>
      </p:sp>
      <p:pic>
        <p:nvPicPr>
          <p:cNvPr id="274569532" name="Imag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34304" y="1687742"/>
            <a:ext cx="5141817" cy="3015502"/>
          </a:xfrm>
          <a:prstGeom prst="rect">
            <a:avLst/>
          </a:prstGeom>
        </p:spPr>
      </p:pic>
      <p:sp>
        <p:nvSpPr>
          <p:cNvPr id="2111884311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13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0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940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05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9405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05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9405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05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9405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05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9405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6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456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056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350621" name="Google Shape;1256;p34"/>
          <p:cNvSpPr/>
          <p:nvPr/>
        </p:nvSpPr>
        <p:spPr bwMode="auto">
          <a:xfrm>
            <a:off x="-94225" y="3782425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49129106" name="Google Shape;1257;p34"/>
          <p:cNvSpPr/>
          <p:nvPr/>
        </p:nvSpPr>
        <p:spPr bwMode="auto">
          <a:xfrm>
            <a:off x="-838450" y="4242475"/>
            <a:ext cx="5219975" cy="901025"/>
          </a:xfrm>
          <a:custGeom>
            <a:avLst/>
            <a:gdLst/>
            <a:ahLst/>
            <a:cxnLst/>
            <a:rect l="l" t="t" r="r" b="b"/>
            <a:pathLst>
              <a:path w="208799" h="36041" extrusionOk="0">
                <a:moveTo>
                  <a:pt x="11178" y="0"/>
                </a:moveTo>
                <a:lnTo>
                  <a:pt x="0" y="8522"/>
                </a:lnTo>
                <a:lnTo>
                  <a:pt x="0" y="36041"/>
                </a:lnTo>
                <a:lnTo>
                  <a:pt x="208798" y="36041"/>
                </a:lnTo>
                <a:lnTo>
                  <a:pt x="208798" y="19925"/>
                </a:lnTo>
                <a:lnTo>
                  <a:pt x="161254" y="27018"/>
                </a:lnTo>
                <a:lnTo>
                  <a:pt x="129800" y="19925"/>
                </a:lnTo>
                <a:lnTo>
                  <a:pt x="113259" y="16166"/>
                </a:lnTo>
                <a:lnTo>
                  <a:pt x="98021" y="23284"/>
                </a:lnTo>
                <a:lnTo>
                  <a:pt x="71955" y="3735"/>
                </a:lnTo>
                <a:lnTo>
                  <a:pt x="48472" y="23108"/>
                </a:lnTo>
                <a:lnTo>
                  <a:pt x="111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2045180651" name="Google Shape;1258;p34"/>
          <p:cNvGrpSpPr/>
          <p:nvPr/>
        </p:nvGrpSpPr>
        <p:grpSpPr bwMode="auto">
          <a:xfrm>
            <a:off x="4766341" y="1416933"/>
            <a:ext cx="1530872" cy="2106828"/>
            <a:chOff x="4219225" y="4565175"/>
            <a:chExt cx="389525" cy="536075"/>
          </a:xfrm>
        </p:grpSpPr>
        <p:grpSp>
          <p:nvGrpSpPr>
            <p:cNvPr id="1259" name="Google Shape;1259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0" name="Google Shape;1260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1" name="Google Shape;1261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2" name="Google Shape;1262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63" name="Google Shape;1263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4" name="Google Shape;1264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1448006820" name="Google Shape;1265;p34"/>
          <p:cNvGrpSpPr/>
          <p:nvPr/>
        </p:nvGrpSpPr>
        <p:grpSpPr bwMode="auto">
          <a:xfrm>
            <a:off x="4293618" y="1788396"/>
            <a:ext cx="945961" cy="1301858"/>
            <a:chOff x="4219225" y="4565175"/>
            <a:chExt cx="389525" cy="536075"/>
          </a:xfrm>
        </p:grpSpPr>
        <p:grpSp>
          <p:nvGrpSpPr>
            <p:cNvPr id="1266" name="Google Shape;1266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7" name="Google Shape;1267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8" name="Google Shape;1268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9" name="Google Shape;1269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70" name="Google Shape;1270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71" name="Google Shape;1271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549564339" name="Google Shape;1272;p34"/>
          <p:cNvSpPr/>
          <p:nvPr/>
        </p:nvSpPr>
        <p:spPr bwMode="auto">
          <a:xfrm flipH="1">
            <a:off x="-1057094" y="1476025"/>
            <a:ext cx="8629070" cy="2306396"/>
          </a:xfrm>
          <a:custGeom>
            <a:avLst/>
            <a:gdLst/>
            <a:ahLst/>
            <a:cxnLst/>
            <a:rect l="l" t="t" r="r" b="b"/>
            <a:pathLst>
              <a:path w="195272" h="47557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17210770" name="Google Shape;1273;p34"/>
          <p:cNvSpPr txBox="1">
            <a:spLocks noGrp="1"/>
          </p:cNvSpPr>
          <p:nvPr>
            <p:ph type="title"/>
          </p:nvPr>
        </p:nvSpPr>
        <p:spPr bwMode="auto">
          <a:xfrm>
            <a:off x="607103" y="2530245"/>
            <a:ext cx="4245740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Contrast </a:t>
            </a:r>
            <a:br>
              <a:rPr lang="en"/>
            </a:br>
            <a:r>
              <a:rPr lang="en"/>
              <a:t>with the plan</a:t>
            </a:r>
            <a:endParaRPr i="1"/>
          </a:p>
        </p:txBody>
      </p:sp>
      <p:sp>
        <p:nvSpPr>
          <p:cNvPr id="1527971228" name="Google Shape;1274;p34"/>
          <p:cNvSpPr txBox="1">
            <a:spLocks noGrp="1"/>
          </p:cNvSpPr>
          <p:nvPr>
            <p:ph type="title" idx="2"/>
          </p:nvPr>
        </p:nvSpPr>
        <p:spPr bwMode="auto">
          <a:xfrm>
            <a:off x="713224" y="686500"/>
            <a:ext cx="1597533" cy="1334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03</a:t>
            </a:r>
            <a:endParaRPr/>
          </a:p>
        </p:txBody>
      </p:sp>
      <p:grpSp>
        <p:nvGrpSpPr>
          <p:cNvPr id="392310887" name="Google Shape;1276;p34"/>
          <p:cNvGrpSpPr/>
          <p:nvPr/>
        </p:nvGrpSpPr>
        <p:grpSpPr bwMode="auto">
          <a:xfrm>
            <a:off x="4012764" y="-2"/>
            <a:ext cx="5136119" cy="5858475"/>
            <a:chOff x="1190625" y="238125"/>
            <a:chExt cx="5221225" cy="5955550"/>
          </a:xfrm>
        </p:grpSpPr>
        <p:sp>
          <p:nvSpPr>
            <p:cNvPr id="1277" name="Google Shape;1277;p34"/>
            <p:cNvSpPr/>
            <p:nvPr/>
          </p:nvSpPr>
          <p:spPr bwMode="auto">
            <a:xfrm>
              <a:off x="1195625" y="3411700"/>
              <a:ext cx="2401675" cy="1947400"/>
            </a:xfrm>
            <a:custGeom>
              <a:avLst/>
              <a:gdLst/>
              <a:ahLst/>
              <a:cxnLst/>
              <a:rect l="l" t="t" r="r" b="b"/>
              <a:pathLst>
                <a:path w="96067" h="77896" extrusionOk="0">
                  <a:moveTo>
                    <a:pt x="93685" y="0"/>
                  </a:moveTo>
                  <a:lnTo>
                    <a:pt x="1" y="77895"/>
                  </a:lnTo>
                  <a:lnTo>
                    <a:pt x="13434" y="77895"/>
                  </a:lnTo>
                  <a:lnTo>
                    <a:pt x="96066" y="3634"/>
                  </a:lnTo>
                  <a:lnTo>
                    <a:pt x="936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 bwMode="auto">
            <a:xfrm>
              <a:off x="1190625" y="5355300"/>
              <a:ext cx="344625" cy="104050"/>
            </a:xfrm>
            <a:custGeom>
              <a:avLst/>
              <a:gdLst/>
              <a:ahLst/>
              <a:cxnLst/>
              <a:rect l="l" t="t" r="r" b="b"/>
              <a:pathLst>
                <a:path w="13785" h="4162" extrusionOk="0">
                  <a:moveTo>
                    <a:pt x="0" y="1"/>
                  </a:moveTo>
                  <a:lnTo>
                    <a:pt x="0" y="4161"/>
                  </a:lnTo>
                  <a:lnTo>
                    <a:pt x="13785" y="4161"/>
                  </a:lnTo>
                  <a:lnTo>
                    <a:pt x="137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 bwMode="auto">
            <a:xfrm>
              <a:off x="1524575" y="3787625"/>
              <a:ext cx="1754425" cy="1671725"/>
            </a:xfrm>
            <a:custGeom>
              <a:avLst/>
              <a:gdLst/>
              <a:ahLst/>
              <a:cxnLst/>
              <a:rect l="l" t="t" r="r" b="b"/>
              <a:pathLst>
                <a:path w="70177" h="66869" extrusionOk="0">
                  <a:moveTo>
                    <a:pt x="70176" y="1"/>
                  </a:moveTo>
                  <a:lnTo>
                    <a:pt x="0" y="62658"/>
                  </a:lnTo>
                  <a:lnTo>
                    <a:pt x="0" y="66868"/>
                  </a:lnTo>
                  <a:lnTo>
                    <a:pt x="1680" y="66868"/>
                  </a:lnTo>
                  <a:lnTo>
                    <a:pt x="70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 bwMode="auto">
            <a:xfrm>
              <a:off x="1725075" y="3382250"/>
              <a:ext cx="2440525" cy="2658550"/>
            </a:xfrm>
            <a:custGeom>
              <a:avLst/>
              <a:gdLst/>
              <a:ahLst/>
              <a:cxnLst/>
              <a:rect l="l" t="t" r="r" b="b"/>
              <a:pathLst>
                <a:path w="97621" h="106342" fill="none" extrusionOk="0">
                  <a:moveTo>
                    <a:pt x="1" y="106342"/>
                  </a:moveTo>
                  <a:lnTo>
                    <a:pt x="97620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 bwMode="auto">
            <a:xfrm>
              <a:off x="1781475" y="3434250"/>
              <a:ext cx="2436750" cy="2654800"/>
            </a:xfrm>
            <a:custGeom>
              <a:avLst/>
              <a:gdLst/>
              <a:ahLst/>
              <a:cxnLst/>
              <a:rect l="l" t="t" r="r" b="b"/>
              <a:pathLst>
                <a:path w="97470" h="106192" fill="none" extrusionOk="0">
                  <a:moveTo>
                    <a:pt x="0" y="106191"/>
                  </a:moveTo>
                  <a:lnTo>
                    <a:pt x="97469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 bwMode="auto">
            <a:xfrm>
              <a:off x="2853525" y="4020725"/>
              <a:ext cx="1728725" cy="2124700"/>
            </a:xfrm>
            <a:custGeom>
              <a:avLst/>
              <a:gdLst/>
              <a:ahLst/>
              <a:cxnLst/>
              <a:rect l="l" t="t" r="r" b="b"/>
              <a:pathLst>
                <a:path w="69149" h="84988" fill="none" extrusionOk="0">
                  <a:moveTo>
                    <a:pt x="1" y="84988"/>
                  </a:moveTo>
                  <a:lnTo>
                    <a:pt x="69149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 bwMode="auto">
            <a:xfrm>
              <a:off x="2909300" y="4152925"/>
              <a:ext cx="1649150" cy="2040750"/>
            </a:xfrm>
            <a:custGeom>
              <a:avLst/>
              <a:gdLst/>
              <a:ahLst/>
              <a:cxnLst/>
              <a:rect l="l" t="t" r="r" b="b"/>
              <a:pathLst>
                <a:path w="65966" h="81630" fill="none" extrusionOk="0">
                  <a:moveTo>
                    <a:pt x="0" y="81630"/>
                  </a:moveTo>
                  <a:lnTo>
                    <a:pt x="65966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 bwMode="auto">
            <a:xfrm>
              <a:off x="2349775" y="4713700"/>
              <a:ext cx="276325" cy="276350"/>
            </a:xfrm>
            <a:custGeom>
              <a:avLst/>
              <a:gdLst/>
              <a:ahLst/>
              <a:cxnLst/>
              <a:rect l="l" t="t" r="r" b="b"/>
              <a:pathLst>
                <a:path w="11053" h="11054" fill="none" extrusionOk="0">
                  <a:moveTo>
                    <a:pt x="0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 bwMode="auto">
            <a:xfrm>
              <a:off x="3414925" y="4473725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4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 bwMode="auto">
            <a:xfrm>
              <a:off x="1785850" y="4985000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 bwMode="auto">
            <a:xfrm>
              <a:off x="3288375" y="4996900"/>
              <a:ext cx="256900" cy="294525"/>
            </a:xfrm>
            <a:custGeom>
              <a:avLst/>
              <a:gdLst/>
              <a:ahLst/>
              <a:cxnLst/>
              <a:rect l="l" t="t" r="r" b="b"/>
              <a:pathLst>
                <a:path w="10276" h="11781" fill="none" extrusionOk="0">
                  <a:moveTo>
                    <a:pt x="0" y="11780"/>
                  </a:moveTo>
                  <a:lnTo>
                    <a:pt x="10276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 bwMode="auto">
            <a:xfrm>
              <a:off x="4345400" y="4399800"/>
              <a:ext cx="252525" cy="298250"/>
            </a:xfrm>
            <a:custGeom>
              <a:avLst/>
              <a:gdLst/>
              <a:ahLst/>
              <a:cxnLst/>
              <a:rect l="l" t="t" r="r" b="b"/>
              <a:pathLst>
                <a:path w="10101" h="11930" fill="none" extrusionOk="0">
                  <a:moveTo>
                    <a:pt x="0" y="11930"/>
                  </a:moveTo>
                  <a:lnTo>
                    <a:pt x="10100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 bwMode="auto">
            <a:xfrm>
              <a:off x="3990125" y="4243150"/>
              <a:ext cx="253150" cy="298275"/>
            </a:xfrm>
            <a:custGeom>
              <a:avLst/>
              <a:gdLst/>
              <a:ahLst/>
              <a:cxnLst/>
              <a:rect l="l" t="t" r="r" b="b"/>
              <a:pathLst>
                <a:path w="10126" h="11931" fill="none" extrusionOk="0">
                  <a:moveTo>
                    <a:pt x="1" y="11930"/>
                  </a:moveTo>
                  <a:lnTo>
                    <a:pt x="10126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rgbClr val="71C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 bwMode="auto">
            <a:xfrm>
              <a:off x="6079100" y="2824200"/>
              <a:ext cx="231250" cy="214075"/>
            </a:xfrm>
            <a:custGeom>
              <a:avLst/>
              <a:gdLst/>
              <a:ahLst/>
              <a:cxnLst/>
              <a:rect l="l" t="t" r="r" b="b"/>
              <a:pathLst>
                <a:path w="9250" h="8563" extrusionOk="0">
                  <a:moveTo>
                    <a:pt x="8900" y="1"/>
                  </a:moveTo>
                  <a:cubicBezTo>
                    <a:pt x="8029" y="1"/>
                    <a:pt x="7085" y="257"/>
                    <a:pt x="6215" y="257"/>
                  </a:cubicBezTo>
                  <a:cubicBezTo>
                    <a:pt x="6097" y="257"/>
                    <a:pt x="5980" y="252"/>
                    <a:pt x="5866" y="242"/>
                  </a:cubicBezTo>
                  <a:lnTo>
                    <a:pt x="26" y="442"/>
                  </a:lnTo>
                  <a:lnTo>
                    <a:pt x="1" y="8563"/>
                  </a:lnTo>
                  <a:cubicBezTo>
                    <a:pt x="3059" y="7861"/>
                    <a:pt x="5540" y="7836"/>
                    <a:pt x="9149" y="7786"/>
                  </a:cubicBezTo>
                  <a:lnTo>
                    <a:pt x="9249" y="16"/>
                  </a:lnTo>
                  <a:cubicBezTo>
                    <a:pt x="9134" y="6"/>
                    <a:pt x="9018" y="1"/>
                    <a:pt x="89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 bwMode="auto">
            <a:xfrm>
              <a:off x="5775225" y="2846525"/>
              <a:ext cx="231850" cy="296399"/>
            </a:xfrm>
            <a:custGeom>
              <a:avLst/>
              <a:gdLst/>
              <a:ahLst/>
              <a:cxnLst/>
              <a:rect l="l" t="t" r="r" b="b"/>
              <a:pathLst>
                <a:path w="9274" h="11856" extrusionOk="0">
                  <a:moveTo>
                    <a:pt x="51" y="0"/>
                  </a:moveTo>
                  <a:lnTo>
                    <a:pt x="0" y="11855"/>
                  </a:lnTo>
                  <a:cubicBezTo>
                    <a:pt x="3083" y="10702"/>
                    <a:pt x="6141" y="9725"/>
                    <a:pt x="9224" y="8898"/>
                  </a:cubicBezTo>
                  <a:lnTo>
                    <a:pt x="9274" y="10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 bwMode="auto">
            <a:xfrm>
              <a:off x="5124225" y="2813950"/>
              <a:ext cx="236850" cy="688000"/>
            </a:xfrm>
            <a:custGeom>
              <a:avLst/>
              <a:gdLst/>
              <a:ahLst/>
              <a:cxnLst/>
              <a:rect l="l" t="t" r="r" b="b"/>
              <a:pathLst>
                <a:path w="9474" h="27520" extrusionOk="0">
                  <a:moveTo>
                    <a:pt x="301" y="0"/>
                  </a:moveTo>
                  <a:lnTo>
                    <a:pt x="0" y="27519"/>
                  </a:lnTo>
                  <a:cubicBezTo>
                    <a:pt x="2958" y="25238"/>
                    <a:pt x="6316" y="22707"/>
                    <a:pt x="9449" y="21003"/>
                  </a:cubicBezTo>
                  <a:lnTo>
                    <a:pt x="9474" y="1128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 bwMode="auto">
            <a:xfrm>
              <a:off x="5457549" y="2827100"/>
              <a:ext cx="235000" cy="457425"/>
            </a:xfrm>
            <a:custGeom>
              <a:avLst/>
              <a:gdLst/>
              <a:ahLst/>
              <a:cxnLst/>
              <a:rect l="l" t="t" r="r" b="b"/>
              <a:pathLst>
                <a:path w="9400" h="18297" extrusionOk="0">
                  <a:moveTo>
                    <a:pt x="201" y="0"/>
                  </a:moveTo>
                  <a:lnTo>
                    <a:pt x="1" y="18296"/>
                  </a:lnTo>
                  <a:cubicBezTo>
                    <a:pt x="2532" y="16993"/>
                    <a:pt x="5063" y="15740"/>
                    <a:pt x="7620" y="14612"/>
                  </a:cubicBezTo>
                  <a:cubicBezTo>
                    <a:pt x="8171" y="14361"/>
                    <a:pt x="8697" y="14136"/>
                    <a:pt x="9249" y="13910"/>
                  </a:cubicBezTo>
                  <a:lnTo>
                    <a:pt x="9399" y="60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 bwMode="auto">
            <a:xfrm>
              <a:off x="4741375" y="2710550"/>
              <a:ext cx="291400" cy="1037000"/>
            </a:xfrm>
            <a:custGeom>
              <a:avLst/>
              <a:gdLst/>
              <a:ahLst/>
              <a:cxnLst/>
              <a:rect l="l" t="t" r="r" b="b"/>
              <a:pathLst>
                <a:path w="11656" h="41480" extrusionOk="0">
                  <a:moveTo>
                    <a:pt x="1" y="1"/>
                  </a:moveTo>
                  <a:lnTo>
                    <a:pt x="2056" y="41480"/>
                  </a:lnTo>
                  <a:cubicBezTo>
                    <a:pt x="5615" y="38522"/>
                    <a:pt x="8071" y="36417"/>
                    <a:pt x="11329" y="34136"/>
                  </a:cubicBezTo>
                  <a:lnTo>
                    <a:pt x="11655" y="33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 bwMode="auto">
            <a:xfrm>
              <a:off x="4741375" y="2630975"/>
              <a:ext cx="1478750" cy="111500"/>
            </a:xfrm>
            <a:custGeom>
              <a:avLst/>
              <a:gdLst/>
              <a:ahLst/>
              <a:cxnLst/>
              <a:rect l="l" t="t" r="r" b="b"/>
              <a:pathLst>
                <a:path w="59150" h="4460" extrusionOk="0">
                  <a:moveTo>
                    <a:pt x="1" y="1"/>
                  </a:moveTo>
                  <a:cubicBezTo>
                    <a:pt x="1" y="1"/>
                    <a:pt x="201" y="101"/>
                    <a:pt x="627" y="251"/>
                  </a:cubicBezTo>
                  <a:cubicBezTo>
                    <a:pt x="1028" y="377"/>
                    <a:pt x="1630" y="577"/>
                    <a:pt x="2432" y="828"/>
                  </a:cubicBezTo>
                  <a:cubicBezTo>
                    <a:pt x="3209" y="1053"/>
                    <a:pt x="4161" y="1329"/>
                    <a:pt x="5264" y="1580"/>
                  </a:cubicBezTo>
                  <a:cubicBezTo>
                    <a:pt x="6367" y="1855"/>
                    <a:pt x="7620" y="2156"/>
                    <a:pt x="8998" y="2407"/>
                  </a:cubicBezTo>
                  <a:cubicBezTo>
                    <a:pt x="9675" y="2532"/>
                    <a:pt x="10402" y="2683"/>
                    <a:pt x="11129" y="2808"/>
                  </a:cubicBezTo>
                  <a:cubicBezTo>
                    <a:pt x="11881" y="2908"/>
                    <a:pt x="12658" y="3058"/>
                    <a:pt x="13460" y="3159"/>
                  </a:cubicBezTo>
                  <a:cubicBezTo>
                    <a:pt x="14237" y="3284"/>
                    <a:pt x="15064" y="3384"/>
                    <a:pt x="15891" y="3510"/>
                  </a:cubicBezTo>
                  <a:cubicBezTo>
                    <a:pt x="16718" y="3610"/>
                    <a:pt x="17595" y="3685"/>
                    <a:pt x="18447" y="3785"/>
                  </a:cubicBezTo>
                  <a:cubicBezTo>
                    <a:pt x="19324" y="3886"/>
                    <a:pt x="20201" y="3936"/>
                    <a:pt x="21104" y="4011"/>
                  </a:cubicBezTo>
                  <a:cubicBezTo>
                    <a:pt x="22006" y="4086"/>
                    <a:pt x="22908" y="4161"/>
                    <a:pt x="23836" y="4211"/>
                  </a:cubicBezTo>
                  <a:cubicBezTo>
                    <a:pt x="24738" y="4261"/>
                    <a:pt x="25665" y="4312"/>
                    <a:pt x="26592" y="4362"/>
                  </a:cubicBezTo>
                  <a:cubicBezTo>
                    <a:pt x="27520" y="4387"/>
                    <a:pt x="28447" y="4412"/>
                    <a:pt x="29400" y="4437"/>
                  </a:cubicBezTo>
                  <a:cubicBezTo>
                    <a:pt x="30018" y="4454"/>
                    <a:pt x="30639" y="4459"/>
                    <a:pt x="31260" y="4459"/>
                  </a:cubicBezTo>
                  <a:cubicBezTo>
                    <a:pt x="32502" y="4459"/>
                    <a:pt x="33744" y="4437"/>
                    <a:pt x="34963" y="4437"/>
                  </a:cubicBezTo>
                  <a:cubicBezTo>
                    <a:pt x="36793" y="4412"/>
                    <a:pt x="38598" y="4312"/>
                    <a:pt x="40352" y="4261"/>
                  </a:cubicBezTo>
                  <a:cubicBezTo>
                    <a:pt x="42081" y="4136"/>
                    <a:pt x="43786" y="4011"/>
                    <a:pt x="45365" y="3911"/>
                  </a:cubicBezTo>
                  <a:cubicBezTo>
                    <a:pt x="46969" y="3810"/>
                    <a:pt x="48472" y="3660"/>
                    <a:pt x="49876" y="3560"/>
                  </a:cubicBezTo>
                  <a:cubicBezTo>
                    <a:pt x="51279" y="3434"/>
                    <a:pt x="52532" y="3309"/>
                    <a:pt x="53685" y="3184"/>
                  </a:cubicBezTo>
                  <a:cubicBezTo>
                    <a:pt x="54813" y="3084"/>
                    <a:pt x="55791" y="2983"/>
                    <a:pt x="56593" y="2883"/>
                  </a:cubicBezTo>
                  <a:cubicBezTo>
                    <a:pt x="58221" y="2708"/>
                    <a:pt x="59149" y="2607"/>
                    <a:pt x="59149" y="2607"/>
                  </a:cubicBezTo>
                  <a:lnTo>
                    <a:pt x="59149" y="2607"/>
                  </a:lnTo>
                  <a:cubicBezTo>
                    <a:pt x="59149" y="2607"/>
                    <a:pt x="58221" y="2683"/>
                    <a:pt x="56593" y="2808"/>
                  </a:cubicBezTo>
                  <a:cubicBezTo>
                    <a:pt x="55791" y="2883"/>
                    <a:pt x="54788" y="2958"/>
                    <a:pt x="53660" y="3058"/>
                  </a:cubicBezTo>
                  <a:cubicBezTo>
                    <a:pt x="52532" y="3159"/>
                    <a:pt x="51254" y="3234"/>
                    <a:pt x="49851" y="3334"/>
                  </a:cubicBezTo>
                  <a:cubicBezTo>
                    <a:pt x="48472" y="3434"/>
                    <a:pt x="46969" y="3560"/>
                    <a:pt x="45365" y="3635"/>
                  </a:cubicBezTo>
                  <a:cubicBezTo>
                    <a:pt x="43760" y="3710"/>
                    <a:pt x="42081" y="3810"/>
                    <a:pt x="40327" y="3911"/>
                  </a:cubicBezTo>
                  <a:cubicBezTo>
                    <a:pt x="38598" y="3936"/>
                    <a:pt x="36793" y="4036"/>
                    <a:pt x="34963" y="4036"/>
                  </a:cubicBezTo>
                  <a:cubicBezTo>
                    <a:pt x="33904" y="4036"/>
                    <a:pt x="32844" y="4052"/>
                    <a:pt x="31784" y="4052"/>
                  </a:cubicBezTo>
                  <a:cubicBezTo>
                    <a:pt x="30989" y="4052"/>
                    <a:pt x="30194" y="4043"/>
                    <a:pt x="29400" y="4011"/>
                  </a:cubicBezTo>
                  <a:cubicBezTo>
                    <a:pt x="28472" y="3986"/>
                    <a:pt x="27545" y="3961"/>
                    <a:pt x="26618" y="3936"/>
                  </a:cubicBezTo>
                  <a:cubicBezTo>
                    <a:pt x="25690" y="3911"/>
                    <a:pt x="24763" y="3860"/>
                    <a:pt x="23861" y="3810"/>
                  </a:cubicBezTo>
                  <a:cubicBezTo>
                    <a:pt x="22933" y="3785"/>
                    <a:pt x="22031" y="3710"/>
                    <a:pt x="21129" y="3635"/>
                  </a:cubicBezTo>
                  <a:cubicBezTo>
                    <a:pt x="20252" y="3560"/>
                    <a:pt x="19349" y="3510"/>
                    <a:pt x="18497" y="3409"/>
                  </a:cubicBezTo>
                  <a:cubicBezTo>
                    <a:pt x="17620" y="3334"/>
                    <a:pt x="16768" y="3234"/>
                    <a:pt x="15941" y="3159"/>
                  </a:cubicBezTo>
                  <a:cubicBezTo>
                    <a:pt x="15089" y="3058"/>
                    <a:pt x="14287" y="2958"/>
                    <a:pt x="13485" y="2858"/>
                  </a:cubicBezTo>
                  <a:cubicBezTo>
                    <a:pt x="12708" y="2758"/>
                    <a:pt x="11931" y="2632"/>
                    <a:pt x="11179" y="2532"/>
                  </a:cubicBezTo>
                  <a:cubicBezTo>
                    <a:pt x="10452" y="2407"/>
                    <a:pt x="9725" y="2282"/>
                    <a:pt x="9049" y="2156"/>
                  </a:cubicBezTo>
                  <a:cubicBezTo>
                    <a:pt x="8347" y="2056"/>
                    <a:pt x="7695" y="1931"/>
                    <a:pt x="7069" y="1805"/>
                  </a:cubicBezTo>
                  <a:cubicBezTo>
                    <a:pt x="6442" y="1680"/>
                    <a:pt x="5840" y="1555"/>
                    <a:pt x="5289" y="1429"/>
                  </a:cubicBezTo>
                  <a:cubicBezTo>
                    <a:pt x="4186" y="1179"/>
                    <a:pt x="3234" y="953"/>
                    <a:pt x="2457" y="753"/>
                  </a:cubicBezTo>
                  <a:cubicBezTo>
                    <a:pt x="1655" y="527"/>
                    <a:pt x="1053" y="352"/>
                    <a:pt x="627" y="226"/>
                  </a:cubicBezTo>
                  <a:cubicBezTo>
                    <a:pt x="202" y="7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BE5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 bwMode="auto">
            <a:xfrm>
              <a:off x="2813425" y="2315200"/>
              <a:ext cx="1819575" cy="2078425"/>
            </a:xfrm>
            <a:custGeom>
              <a:avLst/>
              <a:gdLst/>
              <a:ahLst/>
              <a:cxnLst/>
              <a:rect l="l" t="t" r="r" b="b"/>
              <a:pathLst>
                <a:path w="72783" h="83137" extrusionOk="0">
                  <a:moveTo>
                    <a:pt x="36392" y="0"/>
                  </a:moveTo>
                  <a:cubicBezTo>
                    <a:pt x="16291" y="0"/>
                    <a:pt x="1" y="16291"/>
                    <a:pt x="1" y="36391"/>
                  </a:cubicBezTo>
                  <a:lnTo>
                    <a:pt x="201" y="79048"/>
                  </a:lnTo>
                  <a:cubicBezTo>
                    <a:pt x="201" y="82729"/>
                    <a:pt x="6614" y="83137"/>
                    <a:pt x="8887" y="83137"/>
                  </a:cubicBezTo>
                  <a:cubicBezTo>
                    <a:pt x="9385" y="83137"/>
                    <a:pt x="9684" y="83117"/>
                    <a:pt x="9675" y="83108"/>
                  </a:cubicBezTo>
                  <a:lnTo>
                    <a:pt x="63084" y="83108"/>
                  </a:lnTo>
                  <a:cubicBezTo>
                    <a:pt x="63134" y="83033"/>
                    <a:pt x="72432" y="76843"/>
                    <a:pt x="72432" y="72356"/>
                  </a:cubicBezTo>
                  <a:lnTo>
                    <a:pt x="72783" y="36391"/>
                  </a:lnTo>
                  <a:cubicBezTo>
                    <a:pt x="72783" y="16291"/>
                    <a:pt x="56492" y="0"/>
                    <a:pt x="36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 bwMode="auto">
            <a:xfrm>
              <a:off x="2990750" y="2492500"/>
              <a:ext cx="1464325" cy="1724350"/>
            </a:xfrm>
            <a:custGeom>
              <a:avLst/>
              <a:gdLst/>
              <a:ahLst/>
              <a:cxnLst/>
              <a:rect l="l" t="t" r="r" b="b"/>
              <a:pathLst>
                <a:path w="58573" h="68974" extrusionOk="0">
                  <a:moveTo>
                    <a:pt x="29299" y="1"/>
                  </a:moveTo>
                  <a:cubicBezTo>
                    <a:pt x="13133" y="1"/>
                    <a:pt x="0" y="13159"/>
                    <a:pt x="0" y="29274"/>
                  </a:cubicBezTo>
                  <a:lnTo>
                    <a:pt x="201" y="65239"/>
                  </a:lnTo>
                  <a:cubicBezTo>
                    <a:pt x="928" y="66167"/>
                    <a:pt x="2757" y="67721"/>
                    <a:pt x="4612" y="68974"/>
                  </a:cubicBezTo>
                  <a:lnTo>
                    <a:pt x="53635" y="68974"/>
                  </a:lnTo>
                  <a:cubicBezTo>
                    <a:pt x="56692" y="66467"/>
                    <a:pt x="57870" y="65114"/>
                    <a:pt x="58246" y="64538"/>
                  </a:cubicBezTo>
                  <a:lnTo>
                    <a:pt x="58572" y="29274"/>
                  </a:lnTo>
                  <a:cubicBezTo>
                    <a:pt x="58572" y="13134"/>
                    <a:pt x="45439" y="1"/>
                    <a:pt x="29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rgbClr val="5595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 bwMode="auto">
            <a:xfrm>
              <a:off x="296505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 bwMode="auto">
            <a:xfrm>
              <a:off x="2975700" y="4085875"/>
              <a:ext cx="176725" cy="176100"/>
            </a:xfrm>
            <a:custGeom>
              <a:avLst/>
              <a:gdLst/>
              <a:ahLst/>
              <a:cxnLst/>
              <a:rect l="l" t="t" r="r" b="b"/>
              <a:pathLst>
                <a:path w="7069" h="7044" extrusionOk="0">
                  <a:moveTo>
                    <a:pt x="3535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35" y="7043"/>
                  </a:cubicBezTo>
                  <a:cubicBezTo>
                    <a:pt x="5490" y="7043"/>
                    <a:pt x="7069" y="5464"/>
                    <a:pt x="7069" y="3509"/>
                  </a:cubicBezTo>
                  <a:cubicBezTo>
                    <a:pt x="7069" y="1580"/>
                    <a:pt x="5490" y="1"/>
                    <a:pt x="3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 bwMode="auto">
            <a:xfrm>
              <a:off x="427020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 bwMode="auto">
            <a:xfrm>
              <a:off x="4281475" y="4085875"/>
              <a:ext cx="176100" cy="176100"/>
            </a:xfrm>
            <a:custGeom>
              <a:avLst/>
              <a:gdLst/>
              <a:ahLst/>
              <a:cxnLst/>
              <a:rect l="l" t="t" r="r" b="b"/>
              <a:pathLst>
                <a:path w="7044" h="7044" extrusionOk="0">
                  <a:moveTo>
                    <a:pt x="3510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10" y="7043"/>
                  </a:cubicBezTo>
                  <a:cubicBezTo>
                    <a:pt x="5464" y="7043"/>
                    <a:pt x="7043" y="5464"/>
                    <a:pt x="7043" y="3509"/>
                  </a:cubicBezTo>
                  <a:cubicBezTo>
                    <a:pt x="7043" y="1580"/>
                    <a:pt x="5464" y="1"/>
                    <a:pt x="3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 bwMode="auto">
            <a:xfrm>
              <a:off x="3237625" y="4080875"/>
              <a:ext cx="960550" cy="21325"/>
            </a:xfrm>
            <a:custGeom>
              <a:avLst/>
              <a:gdLst/>
              <a:ahLst/>
              <a:cxnLst/>
              <a:rect l="l" t="t" r="r" b="b"/>
              <a:pathLst>
                <a:path w="38422" h="853" extrusionOk="0">
                  <a:moveTo>
                    <a:pt x="401" y="0"/>
                  </a:moveTo>
                  <a:cubicBezTo>
                    <a:pt x="176" y="0"/>
                    <a:pt x="0" y="176"/>
                    <a:pt x="0" y="401"/>
                  </a:cubicBezTo>
                  <a:lnTo>
                    <a:pt x="0" y="451"/>
                  </a:lnTo>
                  <a:cubicBezTo>
                    <a:pt x="0" y="677"/>
                    <a:pt x="176" y="852"/>
                    <a:pt x="401" y="852"/>
                  </a:cubicBezTo>
                  <a:lnTo>
                    <a:pt x="38020" y="852"/>
                  </a:lnTo>
                  <a:cubicBezTo>
                    <a:pt x="38246" y="852"/>
                    <a:pt x="38421" y="677"/>
                    <a:pt x="38421" y="451"/>
                  </a:cubicBezTo>
                  <a:lnTo>
                    <a:pt x="38421" y="401"/>
                  </a:lnTo>
                  <a:cubicBezTo>
                    <a:pt x="38421" y="176"/>
                    <a:pt x="38246" y="0"/>
                    <a:pt x="3802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 bwMode="auto">
            <a:xfrm>
              <a:off x="3237625" y="4164825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2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2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 bwMode="auto">
            <a:xfrm>
              <a:off x="3237625" y="4248150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3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3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 bwMode="auto">
            <a:xfrm>
              <a:off x="3132975" y="3026350"/>
              <a:ext cx="1201175" cy="647275"/>
            </a:xfrm>
            <a:custGeom>
              <a:avLst/>
              <a:gdLst/>
              <a:ahLst/>
              <a:cxnLst/>
              <a:rect l="l" t="t" r="r" b="b"/>
              <a:pathLst>
                <a:path w="48047" h="25891" extrusionOk="0">
                  <a:moveTo>
                    <a:pt x="1329" y="0"/>
                  </a:moveTo>
                  <a:cubicBezTo>
                    <a:pt x="602" y="0"/>
                    <a:pt x="1" y="602"/>
                    <a:pt x="1" y="1329"/>
                  </a:cubicBezTo>
                  <a:lnTo>
                    <a:pt x="1" y="24562"/>
                  </a:lnTo>
                  <a:cubicBezTo>
                    <a:pt x="1" y="25314"/>
                    <a:pt x="602" y="25890"/>
                    <a:pt x="1329" y="25890"/>
                  </a:cubicBezTo>
                  <a:lnTo>
                    <a:pt x="46718" y="25890"/>
                  </a:lnTo>
                  <a:cubicBezTo>
                    <a:pt x="47445" y="25890"/>
                    <a:pt x="48046" y="25314"/>
                    <a:pt x="48046" y="24562"/>
                  </a:cubicBezTo>
                  <a:lnTo>
                    <a:pt x="48046" y="1329"/>
                  </a:lnTo>
                  <a:cubicBezTo>
                    <a:pt x="48046" y="602"/>
                    <a:pt x="47445" y="0"/>
                    <a:pt x="46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 bwMode="auto">
            <a:xfrm>
              <a:off x="3362925" y="2733750"/>
              <a:ext cx="678600" cy="198625"/>
            </a:xfrm>
            <a:custGeom>
              <a:avLst/>
              <a:gdLst/>
              <a:ahLst/>
              <a:cxnLst/>
              <a:rect l="l" t="t" r="r" b="b"/>
              <a:pathLst>
                <a:path w="27144" h="7945" extrusionOk="0">
                  <a:moveTo>
                    <a:pt x="1580" y="0"/>
                  </a:moveTo>
                  <a:cubicBezTo>
                    <a:pt x="803" y="0"/>
                    <a:pt x="1" y="652"/>
                    <a:pt x="1" y="1479"/>
                  </a:cubicBezTo>
                  <a:lnTo>
                    <a:pt x="1" y="6441"/>
                  </a:lnTo>
                  <a:cubicBezTo>
                    <a:pt x="1" y="7268"/>
                    <a:pt x="803" y="7945"/>
                    <a:pt x="1580" y="7945"/>
                  </a:cubicBezTo>
                  <a:lnTo>
                    <a:pt x="25565" y="7945"/>
                  </a:lnTo>
                  <a:cubicBezTo>
                    <a:pt x="26342" y="7945"/>
                    <a:pt x="27144" y="7268"/>
                    <a:pt x="27144" y="6441"/>
                  </a:cubicBezTo>
                  <a:lnTo>
                    <a:pt x="27144" y="1479"/>
                  </a:lnTo>
                  <a:cubicBezTo>
                    <a:pt x="27144" y="652"/>
                    <a:pt x="26342" y="0"/>
                    <a:pt x="25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 bwMode="auto">
            <a:xfrm>
              <a:off x="34042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 bwMode="auto">
            <a:xfrm>
              <a:off x="3456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 bwMode="auto">
            <a:xfrm>
              <a:off x="3508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 bwMode="auto">
            <a:xfrm>
              <a:off x="356092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 bwMode="auto">
            <a:xfrm>
              <a:off x="36135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 bwMode="auto">
            <a:xfrm>
              <a:off x="366557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5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5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7" name="Google Shape;1317;p34"/>
            <p:cNvSpPr/>
            <p:nvPr/>
          </p:nvSpPr>
          <p:spPr bwMode="auto">
            <a:xfrm>
              <a:off x="37175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6" y="0"/>
                  </a:moveTo>
                  <a:cubicBezTo>
                    <a:pt x="201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201" y="5013"/>
                    <a:pt x="426" y="5013"/>
                  </a:cubicBezTo>
                  <a:cubicBezTo>
                    <a:pt x="652" y="5013"/>
                    <a:pt x="852" y="4837"/>
                    <a:pt x="852" y="4612"/>
                  </a:cubicBezTo>
                  <a:lnTo>
                    <a:pt x="852" y="426"/>
                  </a:lnTo>
                  <a:cubicBezTo>
                    <a:pt x="852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8" name="Google Shape;1318;p34"/>
            <p:cNvSpPr/>
            <p:nvPr/>
          </p:nvSpPr>
          <p:spPr bwMode="auto">
            <a:xfrm>
              <a:off x="3770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 bwMode="auto">
            <a:xfrm>
              <a:off x="3822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7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27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0" name="Google Shape;1320;p34"/>
            <p:cNvSpPr/>
            <p:nvPr/>
          </p:nvSpPr>
          <p:spPr bwMode="auto">
            <a:xfrm>
              <a:off x="3874199" y="2765075"/>
              <a:ext cx="21350" cy="125325"/>
            </a:xfrm>
            <a:custGeom>
              <a:avLst/>
              <a:gdLst/>
              <a:ahLst/>
              <a:cxnLst/>
              <a:rect l="l" t="t" r="r" b="b"/>
              <a:pathLst>
                <a:path w="854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3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3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1" name="Google Shape;1321;p34"/>
            <p:cNvSpPr/>
            <p:nvPr/>
          </p:nvSpPr>
          <p:spPr bwMode="auto">
            <a:xfrm>
              <a:off x="3926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2" name="Google Shape;1322;p34"/>
            <p:cNvSpPr/>
            <p:nvPr/>
          </p:nvSpPr>
          <p:spPr bwMode="auto">
            <a:xfrm>
              <a:off x="3978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 bwMode="auto">
            <a:xfrm>
              <a:off x="3344125" y="3273225"/>
              <a:ext cx="193650" cy="193625"/>
            </a:xfrm>
            <a:custGeom>
              <a:avLst/>
              <a:gdLst/>
              <a:ahLst/>
              <a:cxnLst/>
              <a:rect l="l" t="t" r="r" b="b"/>
              <a:pathLst>
                <a:path w="7746" h="7745" fill="none" extrusionOk="0">
                  <a:moveTo>
                    <a:pt x="1" y="0"/>
                  </a:moveTo>
                  <a:lnTo>
                    <a:pt x="7745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 bwMode="auto">
            <a:xfrm>
              <a:off x="3555275" y="3191775"/>
              <a:ext cx="355925" cy="355900"/>
            </a:xfrm>
            <a:custGeom>
              <a:avLst/>
              <a:gdLst/>
              <a:ahLst/>
              <a:cxnLst/>
              <a:rect l="l" t="t" r="r" b="b"/>
              <a:pathLst>
                <a:path w="14237" h="14236" fill="none" extrusionOk="0">
                  <a:moveTo>
                    <a:pt x="1" y="0"/>
                  </a:moveTo>
                  <a:lnTo>
                    <a:pt x="14237" y="14236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 bwMode="auto">
            <a:xfrm>
              <a:off x="3928725" y="3273225"/>
              <a:ext cx="194250" cy="193625"/>
            </a:xfrm>
            <a:custGeom>
              <a:avLst/>
              <a:gdLst/>
              <a:ahLst/>
              <a:cxnLst/>
              <a:rect l="l" t="t" r="r" b="b"/>
              <a:pathLst>
                <a:path w="7770" h="7745" fill="none" extrusionOk="0">
                  <a:moveTo>
                    <a:pt x="0" y="0"/>
                  </a:moveTo>
                  <a:lnTo>
                    <a:pt x="7770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 bwMode="auto">
            <a:xfrm>
              <a:off x="3132975" y="3788875"/>
              <a:ext cx="177350" cy="94025"/>
            </a:xfrm>
            <a:custGeom>
              <a:avLst/>
              <a:gdLst/>
              <a:ahLst/>
              <a:cxnLst/>
              <a:rect l="l" t="t" r="r" b="b"/>
              <a:pathLst>
                <a:path w="7094" h="3761" extrusionOk="0">
                  <a:moveTo>
                    <a:pt x="1254" y="1"/>
                  </a:moveTo>
                  <a:cubicBezTo>
                    <a:pt x="552" y="1"/>
                    <a:pt x="1" y="552"/>
                    <a:pt x="1" y="1254"/>
                  </a:cubicBezTo>
                  <a:lnTo>
                    <a:pt x="1" y="2507"/>
                  </a:lnTo>
                  <a:cubicBezTo>
                    <a:pt x="1" y="3184"/>
                    <a:pt x="552" y="3760"/>
                    <a:pt x="1254" y="3760"/>
                  </a:cubicBezTo>
                  <a:lnTo>
                    <a:pt x="5840" y="3760"/>
                  </a:lnTo>
                  <a:cubicBezTo>
                    <a:pt x="6542" y="3760"/>
                    <a:pt x="7093" y="3184"/>
                    <a:pt x="7093" y="2507"/>
                  </a:cubicBezTo>
                  <a:lnTo>
                    <a:pt x="7093" y="1254"/>
                  </a:lnTo>
                  <a:cubicBezTo>
                    <a:pt x="7093" y="552"/>
                    <a:pt x="6542" y="1"/>
                    <a:pt x="58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 bwMode="auto">
            <a:xfrm>
              <a:off x="4156175" y="3788875"/>
              <a:ext cx="177975" cy="94025"/>
            </a:xfrm>
            <a:custGeom>
              <a:avLst/>
              <a:gdLst/>
              <a:ahLst/>
              <a:cxnLst/>
              <a:rect l="l" t="t" r="r" b="b"/>
              <a:pathLst>
                <a:path w="7119" h="3761" extrusionOk="0">
                  <a:moveTo>
                    <a:pt x="1253" y="1"/>
                  </a:moveTo>
                  <a:cubicBezTo>
                    <a:pt x="577" y="1"/>
                    <a:pt x="0" y="552"/>
                    <a:pt x="0" y="1254"/>
                  </a:cubicBezTo>
                  <a:lnTo>
                    <a:pt x="0" y="2507"/>
                  </a:lnTo>
                  <a:cubicBezTo>
                    <a:pt x="0" y="3184"/>
                    <a:pt x="577" y="3760"/>
                    <a:pt x="1253" y="3760"/>
                  </a:cubicBezTo>
                  <a:lnTo>
                    <a:pt x="5865" y="3760"/>
                  </a:lnTo>
                  <a:cubicBezTo>
                    <a:pt x="6542" y="3760"/>
                    <a:pt x="7118" y="3184"/>
                    <a:pt x="7118" y="2507"/>
                  </a:cubicBezTo>
                  <a:lnTo>
                    <a:pt x="7118" y="1254"/>
                  </a:lnTo>
                  <a:cubicBezTo>
                    <a:pt x="7118" y="552"/>
                    <a:pt x="6542" y="1"/>
                    <a:pt x="58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 bwMode="auto">
            <a:xfrm>
              <a:off x="3341625" y="3798900"/>
              <a:ext cx="783250" cy="21325"/>
            </a:xfrm>
            <a:custGeom>
              <a:avLst/>
              <a:gdLst/>
              <a:ahLst/>
              <a:cxnLst/>
              <a:rect l="l" t="t" r="r" b="b"/>
              <a:pathLst>
                <a:path w="31330" h="853" extrusionOk="0">
                  <a:moveTo>
                    <a:pt x="427" y="1"/>
                  </a:moveTo>
                  <a:cubicBezTo>
                    <a:pt x="201" y="1"/>
                    <a:pt x="1" y="201"/>
                    <a:pt x="1" y="427"/>
                  </a:cubicBezTo>
                  <a:cubicBezTo>
                    <a:pt x="1" y="652"/>
                    <a:pt x="201" y="853"/>
                    <a:pt x="427" y="853"/>
                  </a:cubicBezTo>
                  <a:lnTo>
                    <a:pt x="30928" y="853"/>
                  </a:lnTo>
                  <a:cubicBezTo>
                    <a:pt x="31154" y="853"/>
                    <a:pt x="31329" y="652"/>
                    <a:pt x="31329" y="427"/>
                  </a:cubicBezTo>
                  <a:cubicBezTo>
                    <a:pt x="31329" y="201"/>
                    <a:pt x="31154" y="1"/>
                    <a:pt x="309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 bwMode="auto">
            <a:xfrm>
              <a:off x="3341625" y="3851550"/>
              <a:ext cx="783250" cy="20700"/>
            </a:xfrm>
            <a:custGeom>
              <a:avLst/>
              <a:gdLst/>
              <a:ahLst/>
              <a:cxnLst/>
              <a:rect l="l" t="t" r="r" b="b"/>
              <a:pathLst>
                <a:path w="31330" h="828" extrusionOk="0">
                  <a:moveTo>
                    <a:pt x="427" y="0"/>
                  </a:moveTo>
                  <a:cubicBezTo>
                    <a:pt x="201" y="0"/>
                    <a:pt x="1" y="176"/>
                    <a:pt x="1" y="401"/>
                  </a:cubicBezTo>
                  <a:cubicBezTo>
                    <a:pt x="1" y="652"/>
                    <a:pt x="201" y="827"/>
                    <a:pt x="427" y="827"/>
                  </a:cubicBezTo>
                  <a:lnTo>
                    <a:pt x="30928" y="827"/>
                  </a:lnTo>
                  <a:cubicBezTo>
                    <a:pt x="31154" y="827"/>
                    <a:pt x="31329" y="652"/>
                    <a:pt x="31329" y="401"/>
                  </a:cubicBezTo>
                  <a:cubicBezTo>
                    <a:pt x="31329" y="176"/>
                    <a:pt x="31154" y="0"/>
                    <a:pt x="30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330" name="Google Shape;1330;p34"/>
            <p:cNvGrpSpPr/>
            <p:nvPr/>
          </p:nvGrpSpPr>
          <p:grpSpPr bwMode="auto">
            <a:xfrm>
              <a:off x="3748900" y="238125"/>
              <a:ext cx="2662950" cy="5224975"/>
              <a:chOff x="3748900" y="238125"/>
              <a:chExt cx="2662950" cy="5224975"/>
            </a:xfrm>
          </p:grpSpPr>
          <p:sp>
            <p:nvSpPr>
              <p:cNvPr id="1331" name="Google Shape;1331;p34"/>
              <p:cNvSpPr/>
              <p:nvPr/>
            </p:nvSpPr>
            <p:spPr bwMode="auto">
              <a:xfrm>
                <a:off x="4036500" y="1009425"/>
                <a:ext cx="400400" cy="188625"/>
              </a:xfrm>
              <a:custGeom>
                <a:avLst/>
                <a:gdLst/>
                <a:ahLst/>
                <a:cxnLst/>
                <a:rect l="l" t="t" r="r" b="b"/>
                <a:pathLst>
                  <a:path w="16016" h="7545" extrusionOk="0">
                    <a:moveTo>
                      <a:pt x="8020" y="0"/>
                    </a:moveTo>
                    <a:cubicBezTo>
                      <a:pt x="3735" y="0"/>
                      <a:pt x="251" y="3334"/>
                      <a:pt x="0" y="7544"/>
                    </a:cubicBezTo>
                    <a:lnTo>
                      <a:pt x="16015" y="7544"/>
                    </a:lnTo>
                    <a:cubicBezTo>
                      <a:pt x="15765" y="3334"/>
                      <a:pt x="12281" y="0"/>
                      <a:pt x="8020" y="0"/>
                    </a:cubicBezTo>
                    <a:close/>
                  </a:path>
                </a:pathLst>
              </a:custGeom>
              <a:solidFill>
                <a:srgbClr val="CBE5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2" name="Google Shape;1332;p34"/>
              <p:cNvSpPr/>
              <p:nvPr/>
            </p:nvSpPr>
            <p:spPr bwMode="auto">
              <a:xfrm>
                <a:off x="3748900" y="238125"/>
                <a:ext cx="2662950" cy="1755025"/>
              </a:xfrm>
              <a:custGeom>
                <a:avLst/>
                <a:gdLst/>
                <a:ahLst/>
                <a:cxnLst/>
                <a:rect l="l" t="t" r="r" b="b"/>
                <a:pathLst>
                  <a:path w="106518" h="70201" extrusionOk="0">
                    <a:moveTo>
                      <a:pt x="0" y="0"/>
                    </a:moveTo>
                    <a:lnTo>
                      <a:pt x="89023" y="70201"/>
                    </a:lnTo>
                    <a:lnTo>
                      <a:pt x="106517" y="70201"/>
                    </a:lnTo>
                    <a:lnTo>
                      <a:pt x="106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3" name="Google Shape;1333;p34"/>
              <p:cNvSpPr/>
              <p:nvPr/>
            </p:nvSpPr>
            <p:spPr bwMode="auto">
              <a:xfrm>
                <a:off x="3790875" y="394750"/>
                <a:ext cx="2381000" cy="981875"/>
              </a:xfrm>
              <a:custGeom>
                <a:avLst/>
                <a:gdLst/>
                <a:ahLst/>
                <a:cxnLst/>
                <a:rect l="l" t="t" r="r" b="b"/>
                <a:pathLst>
                  <a:path w="95240" h="39275" extrusionOk="0">
                    <a:moveTo>
                      <a:pt x="1" y="1"/>
                    </a:moveTo>
                    <a:lnTo>
                      <a:pt x="1" y="39274"/>
                    </a:lnTo>
                    <a:lnTo>
                      <a:pt x="95239" y="39274"/>
                    </a:lnTo>
                    <a:lnTo>
                      <a:pt x="952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4" name="Google Shape;1334;p34"/>
              <p:cNvSpPr/>
              <p:nvPr/>
            </p:nvSpPr>
            <p:spPr bwMode="auto">
              <a:xfrm>
                <a:off x="4124850" y="248775"/>
                <a:ext cx="94000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17946" extrusionOk="0">
                    <a:moveTo>
                      <a:pt x="0" y="0"/>
                    </a:moveTo>
                    <a:lnTo>
                      <a:pt x="0" y="17945"/>
                    </a:lnTo>
                    <a:lnTo>
                      <a:pt x="3759" y="17945"/>
                    </a:lnTo>
                    <a:lnTo>
                      <a:pt x="37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5" name="Google Shape;1335;p34"/>
              <p:cNvSpPr/>
              <p:nvPr/>
            </p:nvSpPr>
            <p:spPr bwMode="auto">
              <a:xfrm>
                <a:off x="5659925" y="248775"/>
                <a:ext cx="94025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1" h="17946" extrusionOk="0">
                    <a:moveTo>
                      <a:pt x="1" y="0"/>
                    </a:moveTo>
                    <a:lnTo>
                      <a:pt x="1" y="17945"/>
                    </a:lnTo>
                    <a:lnTo>
                      <a:pt x="3760" y="17945"/>
                    </a:lnTo>
                    <a:lnTo>
                      <a:pt x="37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6" name="Google Shape;1336;p34"/>
              <p:cNvSpPr/>
              <p:nvPr/>
            </p:nvSpPr>
            <p:spPr bwMode="auto">
              <a:xfrm>
                <a:off x="3895525" y="501275"/>
                <a:ext cx="2171700" cy="770075"/>
              </a:xfrm>
              <a:custGeom>
                <a:avLst/>
                <a:gdLst/>
                <a:ahLst/>
                <a:cxnLst/>
                <a:rect l="l" t="t" r="r" b="b"/>
                <a:pathLst>
                  <a:path w="86868" h="30803" extrusionOk="0">
                    <a:moveTo>
                      <a:pt x="0" y="0"/>
                    </a:moveTo>
                    <a:lnTo>
                      <a:pt x="0" y="30803"/>
                    </a:lnTo>
                    <a:lnTo>
                      <a:pt x="86868" y="30803"/>
                    </a:lnTo>
                    <a:lnTo>
                      <a:pt x="868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7" name="Google Shape;1337;p34"/>
              <p:cNvSpPr/>
              <p:nvPr/>
            </p:nvSpPr>
            <p:spPr bwMode="auto">
              <a:xfrm>
                <a:off x="4452525" y="666675"/>
                <a:ext cx="133500" cy="151050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42" extrusionOk="0">
                    <a:moveTo>
                      <a:pt x="2933" y="1"/>
                    </a:moveTo>
                    <a:cubicBezTo>
                      <a:pt x="2457" y="1"/>
                      <a:pt x="2056" y="101"/>
                      <a:pt x="1680" y="277"/>
                    </a:cubicBezTo>
                    <a:cubicBezTo>
                      <a:pt x="1329" y="452"/>
                      <a:pt x="1028" y="678"/>
                      <a:pt x="778" y="953"/>
                    </a:cubicBezTo>
                    <a:cubicBezTo>
                      <a:pt x="527" y="1229"/>
                      <a:pt x="327" y="1555"/>
                      <a:pt x="201" y="1906"/>
                    </a:cubicBezTo>
                    <a:cubicBezTo>
                      <a:pt x="51" y="2257"/>
                      <a:pt x="1" y="2607"/>
                      <a:pt x="1" y="2983"/>
                    </a:cubicBezTo>
                    <a:cubicBezTo>
                      <a:pt x="1" y="3359"/>
                      <a:pt x="76" y="3735"/>
                      <a:pt x="201" y="4086"/>
                    </a:cubicBezTo>
                    <a:cubicBezTo>
                      <a:pt x="352" y="4462"/>
                      <a:pt x="552" y="4788"/>
                      <a:pt x="803" y="5089"/>
                    </a:cubicBezTo>
                    <a:cubicBezTo>
                      <a:pt x="1054" y="5364"/>
                      <a:pt x="1354" y="5590"/>
                      <a:pt x="1705" y="5765"/>
                    </a:cubicBezTo>
                    <a:cubicBezTo>
                      <a:pt x="2056" y="5941"/>
                      <a:pt x="2457" y="6041"/>
                      <a:pt x="2883" y="6041"/>
                    </a:cubicBezTo>
                    <a:cubicBezTo>
                      <a:pt x="3134" y="6041"/>
                      <a:pt x="3359" y="6016"/>
                      <a:pt x="3610" y="5941"/>
                    </a:cubicBezTo>
                    <a:cubicBezTo>
                      <a:pt x="3861" y="5891"/>
                      <a:pt x="4111" y="5790"/>
                      <a:pt x="4312" y="5690"/>
                    </a:cubicBezTo>
                    <a:cubicBezTo>
                      <a:pt x="4537" y="5565"/>
                      <a:pt x="4738" y="5415"/>
                      <a:pt x="4913" y="5264"/>
                    </a:cubicBezTo>
                    <a:cubicBezTo>
                      <a:pt x="5089" y="5089"/>
                      <a:pt x="5239" y="4888"/>
                      <a:pt x="5339" y="4663"/>
                    </a:cubicBezTo>
                    <a:lnTo>
                      <a:pt x="4387" y="4111"/>
                    </a:lnTo>
                    <a:cubicBezTo>
                      <a:pt x="4312" y="4287"/>
                      <a:pt x="4237" y="4412"/>
                      <a:pt x="4111" y="4537"/>
                    </a:cubicBezTo>
                    <a:cubicBezTo>
                      <a:pt x="4011" y="4638"/>
                      <a:pt x="3886" y="4738"/>
                      <a:pt x="3735" y="4813"/>
                    </a:cubicBezTo>
                    <a:cubicBezTo>
                      <a:pt x="3610" y="4888"/>
                      <a:pt x="3485" y="4938"/>
                      <a:pt x="3334" y="4963"/>
                    </a:cubicBezTo>
                    <a:cubicBezTo>
                      <a:pt x="3184" y="5014"/>
                      <a:pt x="3059" y="5014"/>
                      <a:pt x="2908" y="5014"/>
                    </a:cubicBezTo>
                    <a:cubicBezTo>
                      <a:pt x="2658" y="5014"/>
                      <a:pt x="2432" y="4963"/>
                      <a:pt x="2206" y="4863"/>
                    </a:cubicBezTo>
                    <a:cubicBezTo>
                      <a:pt x="1981" y="4738"/>
                      <a:pt x="1805" y="4587"/>
                      <a:pt x="1655" y="4412"/>
                    </a:cubicBezTo>
                    <a:cubicBezTo>
                      <a:pt x="1505" y="4211"/>
                      <a:pt x="1379" y="4011"/>
                      <a:pt x="1304" y="3760"/>
                    </a:cubicBezTo>
                    <a:cubicBezTo>
                      <a:pt x="1204" y="3535"/>
                      <a:pt x="1179" y="3259"/>
                      <a:pt x="1179" y="3008"/>
                    </a:cubicBezTo>
                    <a:cubicBezTo>
                      <a:pt x="1179" y="2783"/>
                      <a:pt x="1204" y="2532"/>
                      <a:pt x="1279" y="2307"/>
                    </a:cubicBezTo>
                    <a:cubicBezTo>
                      <a:pt x="1354" y="2056"/>
                      <a:pt x="1455" y="1856"/>
                      <a:pt x="1605" y="1655"/>
                    </a:cubicBezTo>
                    <a:cubicBezTo>
                      <a:pt x="1755" y="1480"/>
                      <a:pt x="1931" y="1329"/>
                      <a:pt x="2131" y="1204"/>
                    </a:cubicBezTo>
                    <a:cubicBezTo>
                      <a:pt x="2357" y="1079"/>
                      <a:pt x="2607" y="1029"/>
                      <a:pt x="2908" y="1029"/>
                    </a:cubicBezTo>
                    <a:cubicBezTo>
                      <a:pt x="3033" y="1029"/>
                      <a:pt x="3159" y="1054"/>
                      <a:pt x="3309" y="1079"/>
                    </a:cubicBezTo>
                    <a:cubicBezTo>
                      <a:pt x="3460" y="1104"/>
                      <a:pt x="3585" y="1154"/>
                      <a:pt x="3710" y="1229"/>
                    </a:cubicBezTo>
                    <a:cubicBezTo>
                      <a:pt x="3836" y="1279"/>
                      <a:pt x="3961" y="1379"/>
                      <a:pt x="4061" y="1505"/>
                    </a:cubicBezTo>
                    <a:cubicBezTo>
                      <a:pt x="4186" y="1605"/>
                      <a:pt x="4287" y="1755"/>
                      <a:pt x="4362" y="1931"/>
                    </a:cubicBezTo>
                    <a:lnTo>
                      <a:pt x="5239" y="1304"/>
                    </a:lnTo>
                    <a:cubicBezTo>
                      <a:pt x="5039" y="928"/>
                      <a:pt x="4738" y="602"/>
                      <a:pt x="4337" y="377"/>
                    </a:cubicBezTo>
                    <a:cubicBezTo>
                      <a:pt x="3961" y="126"/>
                      <a:pt x="3485" y="1"/>
                      <a:pt x="29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8" name="Google Shape;1338;p34"/>
              <p:cNvSpPr/>
              <p:nvPr/>
            </p:nvSpPr>
            <p:spPr bwMode="auto">
              <a:xfrm>
                <a:off x="4621700" y="667950"/>
                <a:ext cx="10342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36" y="5940"/>
                    </a:lnTo>
                    <a:lnTo>
                      <a:pt x="4136" y="4937"/>
                    </a:lnTo>
                    <a:lnTo>
                      <a:pt x="1179" y="4937"/>
                    </a:lnTo>
                    <a:lnTo>
                      <a:pt x="1179" y="3384"/>
                    </a:lnTo>
                    <a:lnTo>
                      <a:pt x="3660" y="3384"/>
                    </a:lnTo>
                    <a:lnTo>
                      <a:pt x="3660" y="2431"/>
                    </a:lnTo>
                    <a:lnTo>
                      <a:pt x="1179" y="2431"/>
                    </a:lnTo>
                    <a:lnTo>
                      <a:pt x="1179" y="1003"/>
                    </a:lnTo>
                    <a:lnTo>
                      <a:pt x="4061" y="1003"/>
                    </a:lnTo>
                    <a:lnTo>
                      <a:pt x="40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9" name="Google Shape;1339;p34"/>
              <p:cNvSpPr/>
              <p:nvPr/>
            </p:nvSpPr>
            <p:spPr bwMode="auto">
              <a:xfrm>
                <a:off x="4764575" y="667950"/>
                <a:ext cx="1291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5940" extrusionOk="0">
                    <a:moveTo>
                      <a:pt x="0" y="0"/>
                    </a:moveTo>
                    <a:lnTo>
                      <a:pt x="0" y="5940"/>
                    </a:lnTo>
                    <a:lnTo>
                      <a:pt x="1153" y="5940"/>
                    </a:lnTo>
                    <a:lnTo>
                      <a:pt x="1153" y="2130"/>
                    </a:lnTo>
                    <a:lnTo>
                      <a:pt x="4211" y="5940"/>
                    </a:lnTo>
                    <a:lnTo>
                      <a:pt x="5163" y="5940"/>
                    </a:lnTo>
                    <a:lnTo>
                      <a:pt x="5163" y="0"/>
                    </a:lnTo>
                    <a:lnTo>
                      <a:pt x="3985" y="0"/>
                    </a:lnTo>
                    <a:lnTo>
                      <a:pt x="3985" y="3885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0" name="Google Shape;1340;p34"/>
              <p:cNvSpPr/>
              <p:nvPr/>
            </p:nvSpPr>
            <p:spPr bwMode="auto">
              <a:xfrm>
                <a:off x="4928725" y="667950"/>
                <a:ext cx="12345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940" extrusionOk="0">
                    <a:moveTo>
                      <a:pt x="1" y="0"/>
                    </a:moveTo>
                    <a:lnTo>
                      <a:pt x="1" y="1003"/>
                    </a:lnTo>
                    <a:lnTo>
                      <a:pt x="1905" y="1003"/>
                    </a:lnTo>
                    <a:lnTo>
                      <a:pt x="1905" y="5940"/>
                    </a:lnTo>
                    <a:lnTo>
                      <a:pt x="3033" y="5940"/>
                    </a:lnTo>
                    <a:lnTo>
                      <a:pt x="3033" y="1003"/>
                    </a:lnTo>
                    <a:lnTo>
                      <a:pt x="4938" y="1003"/>
                    </a:lnTo>
                    <a:lnTo>
                      <a:pt x="49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1" name="Google Shape;1341;p34"/>
              <p:cNvSpPr/>
              <p:nvPr/>
            </p:nvSpPr>
            <p:spPr bwMode="auto">
              <a:xfrm>
                <a:off x="5087875" y="667950"/>
                <a:ext cx="1197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5940" extrusionOk="0">
                    <a:moveTo>
                      <a:pt x="2532" y="1003"/>
                    </a:moveTo>
                    <a:cubicBezTo>
                      <a:pt x="2632" y="1003"/>
                      <a:pt x="2732" y="1028"/>
                      <a:pt x="2833" y="1078"/>
                    </a:cubicBezTo>
                    <a:cubicBezTo>
                      <a:pt x="2933" y="1128"/>
                      <a:pt x="3033" y="1203"/>
                      <a:pt x="3108" y="1278"/>
                    </a:cubicBezTo>
                    <a:cubicBezTo>
                      <a:pt x="3184" y="1353"/>
                      <a:pt x="3234" y="1454"/>
                      <a:pt x="3284" y="1579"/>
                    </a:cubicBezTo>
                    <a:cubicBezTo>
                      <a:pt x="3334" y="1704"/>
                      <a:pt x="3359" y="1830"/>
                      <a:pt x="3359" y="1980"/>
                    </a:cubicBezTo>
                    <a:cubicBezTo>
                      <a:pt x="3359" y="2105"/>
                      <a:pt x="3334" y="2231"/>
                      <a:pt x="3284" y="2356"/>
                    </a:cubicBezTo>
                    <a:cubicBezTo>
                      <a:pt x="3259" y="2456"/>
                      <a:pt x="3209" y="2556"/>
                      <a:pt x="3133" y="2657"/>
                    </a:cubicBezTo>
                    <a:cubicBezTo>
                      <a:pt x="3058" y="2732"/>
                      <a:pt x="2983" y="2807"/>
                      <a:pt x="2883" y="2857"/>
                    </a:cubicBezTo>
                    <a:cubicBezTo>
                      <a:pt x="2808" y="2907"/>
                      <a:pt x="2707" y="2932"/>
                      <a:pt x="2582" y="2932"/>
                    </a:cubicBezTo>
                    <a:lnTo>
                      <a:pt x="1153" y="2932"/>
                    </a:lnTo>
                    <a:lnTo>
                      <a:pt x="1153" y="1003"/>
                    </a:lnTo>
                    <a:close/>
                    <a:moveTo>
                      <a:pt x="1" y="0"/>
                    </a:moveTo>
                    <a:lnTo>
                      <a:pt x="1" y="5940"/>
                    </a:lnTo>
                    <a:lnTo>
                      <a:pt x="1153" y="5940"/>
                    </a:lnTo>
                    <a:lnTo>
                      <a:pt x="1153" y="3935"/>
                    </a:lnTo>
                    <a:lnTo>
                      <a:pt x="2281" y="3935"/>
                    </a:lnTo>
                    <a:lnTo>
                      <a:pt x="3509" y="5940"/>
                    </a:lnTo>
                    <a:lnTo>
                      <a:pt x="4788" y="5940"/>
                    </a:lnTo>
                    <a:lnTo>
                      <a:pt x="3434" y="3709"/>
                    </a:lnTo>
                    <a:cubicBezTo>
                      <a:pt x="3760" y="3559"/>
                      <a:pt x="4036" y="3333"/>
                      <a:pt x="4211" y="3033"/>
                    </a:cubicBezTo>
                    <a:cubicBezTo>
                      <a:pt x="4412" y="2707"/>
                      <a:pt x="4512" y="2356"/>
                      <a:pt x="4512" y="1980"/>
                    </a:cubicBezTo>
                    <a:cubicBezTo>
                      <a:pt x="4512" y="1729"/>
                      <a:pt x="4462" y="1479"/>
                      <a:pt x="4361" y="1253"/>
                    </a:cubicBezTo>
                    <a:cubicBezTo>
                      <a:pt x="4286" y="1028"/>
                      <a:pt x="4136" y="802"/>
                      <a:pt x="3986" y="627"/>
                    </a:cubicBezTo>
                    <a:cubicBezTo>
                      <a:pt x="3810" y="426"/>
                      <a:pt x="3610" y="276"/>
                      <a:pt x="3384" y="176"/>
                    </a:cubicBezTo>
                    <a:cubicBezTo>
                      <a:pt x="3133" y="50"/>
                      <a:pt x="2883" y="0"/>
                      <a:pt x="2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2" name="Google Shape;1342;p34"/>
              <p:cNvSpPr/>
              <p:nvPr/>
            </p:nvSpPr>
            <p:spPr bwMode="auto">
              <a:xfrm>
                <a:off x="5226975" y="667950"/>
                <a:ext cx="1385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540" h="5940" extrusionOk="0">
                    <a:moveTo>
                      <a:pt x="2782" y="1303"/>
                    </a:moveTo>
                    <a:lnTo>
                      <a:pt x="3610" y="3634"/>
                    </a:lnTo>
                    <a:lnTo>
                      <a:pt x="1930" y="3634"/>
                    </a:lnTo>
                    <a:lnTo>
                      <a:pt x="2782" y="1303"/>
                    </a:lnTo>
                    <a:close/>
                    <a:moveTo>
                      <a:pt x="2256" y="0"/>
                    </a:moveTo>
                    <a:lnTo>
                      <a:pt x="1" y="5940"/>
                    </a:lnTo>
                    <a:lnTo>
                      <a:pt x="1178" y="5940"/>
                    </a:lnTo>
                    <a:lnTo>
                      <a:pt x="1730" y="4461"/>
                    </a:lnTo>
                    <a:lnTo>
                      <a:pt x="3810" y="4461"/>
                    </a:lnTo>
                    <a:lnTo>
                      <a:pt x="4361" y="5940"/>
                    </a:lnTo>
                    <a:lnTo>
                      <a:pt x="5539" y="5940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3" name="Google Shape;1343;p34"/>
              <p:cNvSpPr/>
              <p:nvPr/>
            </p:nvSpPr>
            <p:spPr bwMode="auto">
              <a:xfrm>
                <a:off x="5398650" y="667950"/>
                <a:ext cx="10467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8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86" y="5940"/>
                    </a:lnTo>
                    <a:lnTo>
                      <a:pt x="4186" y="4937"/>
                    </a:lnTo>
                    <a:lnTo>
                      <a:pt x="1154" y="4937"/>
                    </a:lnTo>
                    <a:lnTo>
                      <a:pt x="1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4" name="Google Shape;1344;p34"/>
              <p:cNvSpPr/>
              <p:nvPr/>
            </p:nvSpPr>
            <p:spPr bwMode="auto">
              <a:xfrm>
                <a:off x="4235125" y="885350"/>
                <a:ext cx="177950" cy="229350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9174" extrusionOk="0">
                    <a:moveTo>
                      <a:pt x="3659" y="1"/>
                    </a:moveTo>
                    <a:cubicBezTo>
                      <a:pt x="3183" y="1"/>
                      <a:pt x="2757" y="51"/>
                      <a:pt x="2356" y="176"/>
                    </a:cubicBezTo>
                    <a:cubicBezTo>
                      <a:pt x="1980" y="302"/>
                      <a:pt x="1604" y="477"/>
                      <a:pt x="1303" y="703"/>
                    </a:cubicBezTo>
                    <a:cubicBezTo>
                      <a:pt x="1003" y="953"/>
                      <a:pt x="777" y="1254"/>
                      <a:pt x="602" y="1605"/>
                    </a:cubicBezTo>
                    <a:cubicBezTo>
                      <a:pt x="451" y="1956"/>
                      <a:pt x="351" y="2357"/>
                      <a:pt x="351" y="2833"/>
                    </a:cubicBezTo>
                    <a:cubicBezTo>
                      <a:pt x="351" y="3159"/>
                      <a:pt x="401" y="3460"/>
                      <a:pt x="501" y="3735"/>
                    </a:cubicBezTo>
                    <a:cubicBezTo>
                      <a:pt x="627" y="3961"/>
                      <a:pt x="777" y="4186"/>
                      <a:pt x="1003" y="4387"/>
                    </a:cubicBezTo>
                    <a:cubicBezTo>
                      <a:pt x="1203" y="4562"/>
                      <a:pt x="1479" y="4738"/>
                      <a:pt x="1780" y="4888"/>
                    </a:cubicBezTo>
                    <a:cubicBezTo>
                      <a:pt x="2105" y="5013"/>
                      <a:pt x="2481" y="5139"/>
                      <a:pt x="2907" y="5264"/>
                    </a:cubicBezTo>
                    <a:cubicBezTo>
                      <a:pt x="3258" y="5364"/>
                      <a:pt x="3584" y="5465"/>
                      <a:pt x="3885" y="5540"/>
                    </a:cubicBezTo>
                    <a:cubicBezTo>
                      <a:pt x="4161" y="5640"/>
                      <a:pt x="4411" y="5715"/>
                      <a:pt x="4612" y="5815"/>
                    </a:cubicBezTo>
                    <a:cubicBezTo>
                      <a:pt x="4812" y="5916"/>
                      <a:pt x="4988" y="6041"/>
                      <a:pt x="5088" y="6166"/>
                    </a:cubicBezTo>
                    <a:cubicBezTo>
                      <a:pt x="5188" y="6317"/>
                      <a:pt x="5263" y="6467"/>
                      <a:pt x="5263" y="6668"/>
                    </a:cubicBezTo>
                    <a:cubicBezTo>
                      <a:pt x="5263" y="7294"/>
                      <a:pt x="4762" y="7595"/>
                      <a:pt x="3810" y="7595"/>
                    </a:cubicBezTo>
                    <a:cubicBezTo>
                      <a:pt x="3459" y="7595"/>
                      <a:pt x="3108" y="7570"/>
                      <a:pt x="2782" y="7470"/>
                    </a:cubicBezTo>
                    <a:cubicBezTo>
                      <a:pt x="2456" y="7394"/>
                      <a:pt x="2156" y="7294"/>
                      <a:pt x="1880" y="7169"/>
                    </a:cubicBezTo>
                    <a:cubicBezTo>
                      <a:pt x="1604" y="7044"/>
                      <a:pt x="1379" y="6918"/>
                      <a:pt x="1178" y="6793"/>
                    </a:cubicBezTo>
                    <a:cubicBezTo>
                      <a:pt x="978" y="6668"/>
                      <a:pt x="852" y="6567"/>
                      <a:pt x="777" y="6492"/>
                    </a:cubicBezTo>
                    <a:lnTo>
                      <a:pt x="0" y="8021"/>
                    </a:lnTo>
                    <a:cubicBezTo>
                      <a:pt x="526" y="8372"/>
                      <a:pt x="1103" y="8673"/>
                      <a:pt x="1780" y="8873"/>
                    </a:cubicBezTo>
                    <a:cubicBezTo>
                      <a:pt x="2431" y="9074"/>
                      <a:pt x="3108" y="9174"/>
                      <a:pt x="3785" y="9174"/>
                    </a:cubicBezTo>
                    <a:cubicBezTo>
                      <a:pt x="4211" y="9174"/>
                      <a:pt x="4637" y="9124"/>
                      <a:pt x="5038" y="9049"/>
                    </a:cubicBezTo>
                    <a:cubicBezTo>
                      <a:pt x="5439" y="8948"/>
                      <a:pt x="5790" y="8773"/>
                      <a:pt x="6115" y="8572"/>
                    </a:cubicBezTo>
                    <a:cubicBezTo>
                      <a:pt x="6416" y="8347"/>
                      <a:pt x="6667" y="8071"/>
                      <a:pt x="6842" y="7745"/>
                    </a:cubicBezTo>
                    <a:cubicBezTo>
                      <a:pt x="7018" y="7394"/>
                      <a:pt x="7118" y="6968"/>
                      <a:pt x="7118" y="6492"/>
                    </a:cubicBezTo>
                    <a:cubicBezTo>
                      <a:pt x="7118" y="6091"/>
                      <a:pt x="7043" y="5740"/>
                      <a:pt x="6917" y="5465"/>
                    </a:cubicBezTo>
                    <a:cubicBezTo>
                      <a:pt x="6792" y="5164"/>
                      <a:pt x="6592" y="4913"/>
                      <a:pt x="6341" y="4713"/>
                    </a:cubicBezTo>
                    <a:cubicBezTo>
                      <a:pt x="6090" y="4512"/>
                      <a:pt x="5790" y="4337"/>
                      <a:pt x="5414" y="4211"/>
                    </a:cubicBezTo>
                    <a:cubicBezTo>
                      <a:pt x="5063" y="4061"/>
                      <a:pt x="4662" y="3936"/>
                      <a:pt x="4211" y="3835"/>
                    </a:cubicBezTo>
                    <a:cubicBezTo>
                      <a:pt x="3885" y="3735"/>
                      <a:pt x="3584" y="3660"/>
                      <a:pt x="3308" y="3585"/>
                    </a:cubicBezTo>
                    <a:cubicBezTo>
                      <a:pt x="3058" y="3510"/>
                      <a:pt x="2857" y="3434"/>
                      <a:pt x="2682" y="3334"/>
                    </a:cubicBezTo>
                    <a:cubicBezTo>
                      <a:pt x="2506" y="3234"/>
                      <a:pt x="2381" y="3134"/>
                      <a:pt x="2281" y="3008"/>
                    </a:cubicBezTo>
                    <a:cubicBezTo>
                      <a:pt x="2206" y="2883"/>
                      <a:pt x="2156" y="2733"/>
                      <a:pt x="2156" y="2532"/>
                    </a:cubicBezTo>
                    <a:cubicBezTo>
                      <a:pt x="2156" y="2231"/>
                      <a:pt x="2281" y="1981"/>
                      <a:pt x="2506" y="1805"/>
                    </a:cubicBezTo>
                    <a:cubicBezTo>
                      <a:pt x="2757" y="1605"/>
                      <a:pt x="3108" y="1530"/>
                      <a:pt x="3609" y="1530"/>
                    </a:cubicBezTo>
                    <a:cubicBezTo>
                      <a:pt x="3860" y="1530"/>
                      <a:pt x="4135" y="1555"/>
                      <a:pt x="4411" y="1630"/>
                    </a:cubicBezTo>
                    <a:cubicBezTo>
                      <a:pt x="4662" y="1705"/>
                      <a:pt x="4912" y="1780"/>
                      <a:pt x="5113" y="1881"/>
                    </a:cubicBezTo>
                    <a:cubicBezTo>
                      <a:pt x="5364" y="1981"/>
                      <a:pt x="5539" y="2081"/>
                      <a:pt x="5689" y="2181"/>
                    </a:cubicBezTo>
                    <a:cubicBezTo>
                      <a:pt x="5865" y="2282"/>
                      <a:pt x="5965" y="2357"/>
                      <a:pt x="6015" y="2407"/>
                    </a:cubicBezTo>
                    <a:lnTo>
                      <a:pt x="6792" y="1003"/>
                    </a:lnTo>
                    <a:cubicBezTo>
                      <a:pt x="6416" y="728"/>
                      <a:pt x="5940" y="477"/>
                      <a:pt x="5414" y="302"/>
                    </a:cubicBezTo>
                    <a:cubicBezTo>
                      <a:pt x="4862" y="101"/>
                      <a:pt x="4286" y="1"/>
                      <a:pt x="3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5" name="Google Shape;1345;p34"/>
              <p:cNvSpPr/>
              <p:nvPr/>
            </p:nvSpPr>
            <p:spPr bwMode="auto">
              <a:xfrm>
                <a:off x="4450650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2908" y="1530"/>
                    </a:lnTo>
                    <a:lnTo>
                      <a:pt x="2908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20" y="1530"/>
                    </a:lnTo>
                    <a:lnTo>
                      <a:pt x="75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6" name="Google Shape;1346;p34"/>
              <p:cNvSpPr/>
              <p:nvPr/>
            </p:nvSpPr>
            <p:spPr bwMode="auto">
              <a:xfrm>
                <a:off x="4648025" y="886600"/>
                <a:ext cx="21055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8422" h="9024" extrusionOk="0">
                    <a:moveTo>
                      <a:pt x="4211" y="2006"/>
                    </a:moveTo>
                    <a:lnTo>
                      <a:pt x="5464" y="5540"/>
                    </a:lnTo>
                    <a:lnTo>
                      <a:pt x="2908" y="5540"/>
                    </a:lnTo>
                    <a:lnTo>
                      <a:pt x="4211" y="2006"/>
                    </a:lnTo>
                    <a:close/>
                    <a:moveTo>
                      <a:pt x="3434" y="1"/>
                    </a:moveTo>
                    <a:lnTo>
                      <a:pt x="0" y="9024"/>
                    </a:lnTo>
                    <a:lnTo>
                      <a:pt x="1805" y="9024"/>
                    </a:lnTo>
                    <a:lnTo>
                      <a:pt x="2632" y="6768"/>
                    </a:lnTo>
                    <a:lnTo>
                      <a:pt x="5790" y="6768"/>
                    </a:lnTo>
                    <a:lnTo>
                      <a:pt x="6617" y="9024"/>
                    </a:lnTo>
                    <a:lnTo>
                      <a:pt x="8422" y="9024"/>
                    </a:lnTo>
                    <a:lnTo>
                      <a:pt x="49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7" name="Google Shape;1347;p34"/>
              <p:cNvSpPr/>
              <p:nvPr/>
            </p:nvSpPr>
            <p:spPr bwMode="auto">
              <a:xfrm>
                <a:off x="4867325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0" y="1"/>
                    </a:moveTo>
                    <a:lnTo>
                      <a:pt x="0" y="1530"/>
                    </a:lnTo>
                    <a:lnTo>
                      <a:pt x="2883" y="1530"/>
                    </a:lnTo>
                    <a:lnTo>
                      <a:pt x="2883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19" y="1530"/>
                    </a:lnTo>
                    <a:lnTo>
                      <a:pt x="7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8" name="Google Shape;1348;p34"/>
              <p:cNvSpPr/>
              <p:nvPr/>
            </p:nvSpPr>
            <p:spPr bwMode="auto">
              <a:xfrm>
                <a:off x="5108550" y="886600"/>
                <a:ext cx="439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9" name="Google Shape;1349;p34"/>
              <p:cNvSpPr/>
              <p:nvPr/>
            </p:nvSpPr>
            <p:spPr bwMode="auto">
              <a:xfrm>
                <a:off x="5211300" y="885350"/>
                <a:ext cx="219950" cy="228725"/>
              </a:xfrm>
              <a:custGeom>
                <a:avLst/>
                <a:gdLst/>
                <a:ahLst/>
                <a:cxnLst/>
                <a:rect l="l" t="t" r="r" b="b"/>
                <a:pathLst>
                  <a:path w="8798" h="9149" extrusionOk="0">
                    <a:moveTo>
                      <a:pt x="4412" y="1555"/>
                    </a:moveTo>
                    <a:cubicBezTo>
                      <a:pt x="4813" y="1555"/>
                      <a:pt x="5189" y="1630"/>
                      <a:pt x="5490" y="1805"/>
                    </a:cubicBezTo>
                    <a:cubicBezTo>
                      <a:pt x="5841" y="1956"/>
                      <a:pt x="6116" y="2181"/>
                      <a:pt x="6317" y="2457"/>
                    </a:cubicBezTo>
                    <a:cubicBezTo>
                      <a:pt x="6567" y="2758"/>
                      <a:pt x="6743" y="3059"/>
                      <a:pt x="6843" y="3434"/>
                    </a:cubicBezTo>
                    <a:cubicBezTo>
                      <a:pt x="6968" y="3785"/>
                      <a:pt x="7044" y="4186"/>
                      <a:pt x="7044" y="4562"/>
                    </a:cubicBezTo>
                    <a:cubicBezTo>
                      <a:pt x="7044" y="4938"/>
                      <a:pt x="6968" y="5314"/>
                      <a:pt x="6868" y="5665"/>
                    </a:cubicBezTo>
                    <a:cubicBezTo>
                      <a:pt x="6743" y="6016"/>
                      <a:pt x="6592" y="6342"/>
                      <a:pt x="6342" y="6643"/>
                    </a:cubicBezTo>
                    <a:cubicBezTo>
                      <a:pt x="6141" y="6918"/>
                      <a:pt x="5866" y="7169"/>
                      <a:pt x="5540" y="7344"/>
                    </a:cubicBezTo>
                    <a:cubicBezTo>
                      <a:pt x="5214" y="7495"/>
                      <a:pt x="4838" y="7595"/>
                      <a:pt x="4412" y="7595"/>
                    </a:cubicBezTo>
                    <a:cubicBezTo>
                      <a:pt x="3986" y="7595"/>
                      <a:pt x="3610" y="7495"/>
                      <a:pt x="3284" y="7344"/>
                    </a:cubicBezTo>
                    <a:cubicBezTo>
                      <a:pt x="2958" y="7169"/>
                      <a:pt x="2683" y="6943"/>
                      <a:pt x="2457" y="6668"/>
                    </a:cubicBezTo>
                    <a:cubicBezTo>
                      <a:pt x="2257" y="6392"/>
                      <a:pt x="2081" y="6066"/>
                      <a:pt x="1956" y="5690"/>
                    </a:cubicBezTo>
                    <a:cubicBezTo>
                      <a:pt x="1831" y="5339"/>
                      <a:pt x="1780" y="4963"/>
                      <a:pt x="1780" y="4562"/>
                    </a:cubicBezTo>
                    <a:cubicBezTo>
                      <a:pt x="1780" y="4186"/>
                      <a:pt x="1831" y="3835"/>
                      <a:pt x="1931" y="3460"/>
                    </a:cubicBezTo>
                    <a:cubicBezTo>
                      <a:pt x="2056" y="3109"/>
                      <a:pt x="2232" y="2783"/>
                      <a:pt x="2457" y="2507"/>
                    </a:cubicBezTo>
                    <a:cubicBezTo>
                      <a:pt x="2683" y="2206"/>
                      <a:pt x="2958" y="1981"/>
                      <a:pt x="3284" y="1830"/>
                    </a:cubicBezTo>
                    <a:cubicBezTo>
                      <a:pt x="3610" y="1630"/>
                      <a:pt x="3986" y="1555"/>
                      <a:pt x="4412" y="1555"/>
                    </a:cubicBezTo>
                    <a:close/>
                    <a:moveTo>
                      <a:pt x="4437" y="1"/>
                    </a:moveTo>
                    <a:cubicBezTo>
                      <a:pt x="3810" y="1"/>
                      <a:pt x="3209" y="126"/>
                      <a:pt x="2658" y="377"/>
                    </a:cubicBezTo>
                    <a:cubicBezTo>
                      <a:pt x="2131" y="627"/>
                      <a:pt x="1655" y="953"/>
                      <a:pt x="1254" y="1379"/>
                    </a:cubicBezTo>
                    <a:cubicBezTo>
                      <a:pt x="878" y="1805"/>
                      <a:pt x="552" y="2282"/>
                      <a:pt x="327" y="2833"/>
                    </a:cubicBezTo>
                    <a:cubicBezTo>
                      <a:pt x="101" y="3384"/>
                      <a:pt x="1" y="3961"/>
                      <a:pt x="1" y="4562"/>
                    </a:cubicBezTo>
                    <a:cubicBezTo>
                      <a:pt x="1" y="5139"/>
                      <a:pt x="101" y="5715"/>
                      <a:pt x="327" y="6267"/>
                    </a:cubicBezTo>
                    <a:cubicBezTo>
                      <a:pt x="527" y="6793"/>
                      <a:pt x="828" y="7294"/>
                      <a:pt x="1204" y="7720"/>
                    </a:cubicBezTo>
                    <a:cubicBezTo>
                      <a:pt x="1605" y="8146"/>
                      <a:pt x="2056" y="8497"/>
                      <a:pt x="2582" y="8748"/>
                    </a:cubicBezTo>
                    <a:cubicBezTo>
                      <a:pt x="3134" y="9023"/>
                      <a:pt x="3735" y="9149"/>
                      <a:pt x="4387" y="9149"/>
                    </a:cubicBezTo>
                    <a:cubicBezTo>
                      <a:pt x="5039" y="9149"/>
                      <a:pt x="5615" y="9023"/>
                      <a:pt x="6166" y="8773"/>
                    </a:cubicBezTo>
                    <a:cubicBezTo>
                      <a:pt x="6693" y="8522"/>
                      <a:pt x="7169" y="8171"/>
                      <a:pt x="7570" y="7770"/>
                    </a:cubicBezTo>
                    <a:cubicBezTo>
                      <a:pt x="7946" y="7344"/>
                      <a:pt x="8247" y="6868"/>
                      <a:pt x="8472" y="6317"/>
                    </a:cubicBezTo>
                    <a:cubicBezTo>
                      <a:pt x="8698" y="5765"/>
                      <a:pt x="8798" y="5189"/>
                      <a:pt x="8798" y="4587"/>
                    </a:cubicBezTo>
                    <a:cubicBezTo>
                      <a:pt x="8798" y="4011"/>
                      <a:pt x="8698" y="3460"/>
                      <a:pt x="8497" y="2908"/>
                    </a:cubicBezTo>
                    <a:cubicBezTo>
                      <a:pt x="8272" y="2357"/>
                      <a:pt x="7971" y="1881"/>
                      <a:pt x="7595" y="1429"/>
                    </a:cubicBezTo>
                    <a:cubicBezTo>
                      <a:pt x="7219" y="1003"/>
                      <a:pt x="6768" y="652"/>
                      <a:pt x="6217" y="402"/>
                    </a:cubicBezTo>
                    <a:cubicBezTo>
                      <a:pt x="5690" y="126"/>
                      <a:pt x="5089" y="1"/>
                      <a:pt x="44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0" name="Google Shape;1350;p34"/>
              <p:cNvSpPr/>
              <p:nvPr/>
            </p:nvSpPr>
            <p:spPr bwMode="auto">
              <a:xfrm>
                <a:off x="5490750" y="886600"/>
                <a:ext cx="195525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821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3234"/>
                    </a:lnTo>
                    <a:lnTo>
                      <a:pt x="6392" y="9024"/>
                    </a:lnTo>
                    <a:lnTo>
                      <a:pt x="7821" y="9024"/>
                    </a:lnTo>
                    <a:lnTo>
                      <a:pt x="7821" y="26"/>
                    </a:lnTo>
                    <a:lnTo>
                      <a:pt x="6066" y="26"/>
                    </a:lnTo>
                    <a:lnTo>
                      <a:pt x="6066" y="5916"/>
                    </a:lnTo>
                    <a:lnTo>
                      <a:pt x="13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1" name="Google Shape;1351;p34"/>
              <p:cNvSpPr/>
              <p:nvPr/>
            </p:nvSpPr>
            <p:spPr bwMode="auto">
              <a:xfrm>
                <a:off x="6297149" y="1991250"/>
                <a:ext cx="114699" cy="1138500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45540" extrusionOk="0">
                    <a:moveTo>
                      <a:pt x="1" y="1"/>
                    </a:moveTo>
                    <a:lnTo>
                      <a:pt x="1" y="45540"/>
                    </a:lnTo>
                    <a:lnTo>
                      <a:pt x="4587" y="45540"/>
                    </a:lnTo>
                    <a:lnTo>
                      <a:pt x="45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2" name="Google Shape;1352;p34"/>
              <p:cNvSpPr/>
              <p:nvPr/>
            </p:nvSpPr>
            <p:spPr bwMode="auto">
              <a:xfrm>
                <a:off x="4166825" y="5218725"/>
                <a:ext cx="2245025" cy="2443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9775" extrusionOk="0">
                    <a:moveTo>
                      <a:pt x="89800" y="0"/>
                    </a:moveTo>
                    <a:lnTo>
                      <a:pt x="0" y="401"/>
                    </a:lnTo>
                    <a:lnTo>
                      <a:pt x="0" y="9775"/>
                    </a:lnTo>
                    <a:lnTo>
                      <a:pt x="89800" y="9775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3" name="Google Shape;1353;p34"/>
              <p:cNvSpPr/>
              <p:nvPr/>
            </p:nvSpPr>
            <p:spPr bwMode="auto">
              <a:xfrm>
                <a:off x="4166825" y="3055800"/>
                <a:ext cx="2245025" cy="21729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86919" extrusionOk="0">
                    <a:moveTo>
                      <a:pt x="72306" y="0"/>
                    </a:moveTo>
                    <a:lnTo>
                      <a:pt x="0" y="86918"/>
                    </a:lnTo>
                    <a:lnTo>
                      <a:pt x="89800" y="86918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4" name="Google Shape;1354;p34"/>
              <p:cNvSpPr/>
              <p:nvPr/>
            </p:nvSpPr>
            <p:spPr bwMode="auto">
              <a:xfrm>
                <a:off x="4741375" y="4978125"/>
                <a:ext cx="1599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987" h="1" fill="none" extrusionOk="0">
                    <a:moveTo>
                      <a:pt x="1" y="0"/>
                    </a:moveTo>
                    <a:lnTo>
                      <a:pt x="63986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5" name="Google Shape;1355;p34"/>
              <p:cNvSpPr/>
              <p:nvPr/>
            </p:nvSpPr>
            <p:spPr bwMode="auto">
              <a:xfrm>
                <a:off x="5002025" y="4716825"/>
                <a:ext cx="1338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3536" h="1" fill="none" extrusionOk="0">
                    <a:moveTo>
                      <a:pt x="1" y="1"/>
                    </a:moveTo>
                    <a:lnTo>
                      <a:pt x="53535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6" name="Google Shape;1356;p34"/>
              <p:cNvSpPr/>
              <p:nvPr/>
            </p:nvSpPr>
            <p:spPr bwMode="auto">
              <a:xfrm>
                <a:off x="5263325" y="4455550"/>
                <a:ext cx="1074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2983" h="1" fill="none" extrusionOk="0">
                    <a:moveTo>
                      <a:pt x="0" y="1"/>
                    </a:moveTo>
                    <a:lnTo>
                      <a:pt x="4298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7" name="Google Shape;1357;p34"/>
              <p:cNvSpPr/>
              <p:nvPr/>
            </p:nvSpPr>
            <p:spPr bwMode="auto">
              <a:xfrm>
                <a:off x="5482625" y="4194900"/>
                <a:ext cx="855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4236" h="1" fill="none" extrusionOk="0">
                    <a:moveTo>
                      <a:pt x="0" y="1"/>
                    </a:moveTo>
                    <a:lnTo>
                      <a:pt x="34236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8" name="Google Shape;1358;p34"/>
              <p:cNvSpPr/>
              <p:nvPr/>
            </p:nvSpPr>
            <p:spPr bwMode="auto">
              <a:xfrm>
                <a:off x="5659925" y="3933625"/>
                <a:ext cx="677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7094" h="1" fill="none" extrusionOk="0">
                    <a:moveTo>
                      <a:pt x="1" y="0"/>
                    </a:moveTo>
                    <a:lnTo>
                      <a:pt x="27094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9" name="Google Shape;1359;p34"/>
              <p:cNvSpPr/>
              <p:nvPr/>
            </p:nvSpPr>
            <p:spPr bwMode="auto">
              <a:xfrm>
                <a:off x="5921225" y="3672350"/>
                <a:ext cx="420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6818" h="1" fill="none" extrusionOk="0">
                    <a:moveTo>
                      <a:pt x="0" y="0"/>
                    </a:moveTo>
                    <a:lnTo>
                      <a:pt x="16817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0" name="Google Shape;1360;p34"/>
              <p:cNvSpPr/>
              <p:nvPr/>
            </p:nvSpPr>
            <p:spPr bwMode="auto">
              <a:xfrm>
                <a:off x="6098525" y="3411700"/>
                <a:ext cx="2431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1" fill="none" extrusionOk="0">
                    <a:moveTo>
                      <a:pt x="1" y="0"/>
                    </a:moveTo>
                    <a:lnTo>
                      <a:pt x="9725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1" name="Google Shape;1361;p34"/>
              <p:cNvSpPr/>
              <p:nvPr/>
            </p:nvSpPr>
            <p:spPr bwMode="auto">
              <a:xfrm>
                <a:off x="6216325" y="3228725"/>
                <a:ext cx="125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014" h="1" fill="none" extrusionOk="0">
                    <a:moveTo>
                      <a:pt x="1" y="1"/>
                    </a:moveTo>
                    <a:lnTo>
                      <a:pt x="501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2064631622" name="Google Shape;1362;p34"/>
          <p:cNvSpPr/>
          <p:nvPr/>
        </p:nvSpPr>
        <p:spPr bwMode="auto">
          <a:xfrm>
            <a:off x="3743350" y="359025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5556797" name="Google Shape;1363;p34"/>
          <p:cNvSpPr/>
          <p:nvPr/>
        </p:nvSpPr>
        <p:spPr bwMode="auto">
          <a:xfrm>
            <a:off x="1704525" y="271725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11033214" name="Google Shape;1364;p34"/>
          <p:cNvSpPr/>
          <p:nvPr/>
        </p:nvSpPr>
        <p:spPr bwMode="auto">
          <a:xfrm rot="-2231248" flipH="1">
            <a:off x="5706368" y="747534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57749965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14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003187" name="Google Shape;1946;p43"/>
          <p:cNvSpPr/>
          <p:nvPr/>
        </p:nvSpPr>
        <p:spPr bwMode="auto">
          <a:xfrm flipH="1">
            <a:off x="-1626062" y="314463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54575636" name="Google Shape;1947;p43"/>
          <p:cNvSpPr txBox="1">
            <a:spLocks noGrp="1"/>
          </p:cNvSpPr>
          <p:nvPr>
            <p:ph type="title"/>
          </p:nvPr>
        </p:nvSpPr>
        <p:spPr bwMode="auto">
          <a:xfrm>
            <a:off x="713275" y="146671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i="1"/>
              <a:t>Planification - Prototype</a:t>
            </a:r>
            <a:endParaRPr i="1"/>
          </a:p>
        </p:txBody>
      </p:sp>
      <p:sp>
        <p:nvSpPr>
          <p:cNvPr id="872662401" name="Google Shape;1949;p43"/>
          <p:cNvSpPr/>
          <p:nvPr/>
        </p:nvSpPr>
        <p:spPr bwMode="auto">
          <a:xfrm flipH="1">
            <a:off x="617242" y="272963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70958275" name="Google Shape;1950;p43"/>
          <p:cNvSpPr/>
          <p:nvPr/>
        </p:nvSpPr>
        <p:spPr bwMode="auto">
          <a:xfrm rot="-2231248" flipH="1">
            <a:off x="8503393" y="8137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148961305" name="Imag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49783" y="1008755"/>
            <a:ext cx="8644434" cy="3125990"/>
          </a:xfrm>
          <a:prstGeom prst="rect">
            <a:avLst/>
          </a:prstGeom>
        </p:spPr>
      </p:pic>
      <p:sp>
        <p:nvSpPr>
          <p:cNvPr id="912242617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15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658162" name="Google Shape;1946;p43"/>
          <p:cNvSpPr/>
          <p:nvPr/>
        </p:nvSpPr>
        <p:spPr bwMode="auto">
          <a:xfrm flipH="1">
            <a:off x="-1626062" y="314463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49507438" name="Google Shape;1947;p43"/>
          <p:cNvSpPr txBox="1">
            <a:spLocks noGrp="1"/>
          </p:cNvSpPr>
          <p:nvPr>
            <p:ph type="title"/>
          </p:nvPr>
        </p:nvSpPr>
        <p:spPr bwMode="auto">
          <a:xfrm>
            <a:off x="713275" y="146671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i="1"/>
              <a:t>Planification - Prototype</a:t>
            </a:r>
            <a:endParaRPr i="1"/>
          </a:p>
        </p:txBody>
      </p:sp>
      <p:sp>
        <p:nvSpPr>
          <p:cNvPr id="261393839" name="Google Shape;1949;p43"/>
          <p:cNvSpPr/>
          <p:nvPr/>
        </p:nvSpPr>
        <p:spPr bwMode="auto">
          <a:xfrm flipH="1">
            <a:off x="617242" y="272963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05358442" name="Google Shape;1950;p43"/>
          <p:cNvSpPr/>
          <p:nvPr/>
        </p:nvSpPr>
        <p:spPr bwMode="auto">
          <a:xfrm rot="-2231248" flipH="1">
            <a:off x="8503393" y="8137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419867553" name="Image 2"/>
          <p:cNvPicPr>
            <a:picLocks noChangeAspect="1"/>
          </p:cNvPicPr>
          <p:nvPr/>
        </p:nvPicPr>
        <p:blipFill rotWithShape="1">
          <a:blip r:embed="rId3"/>
          <a:srcRect t="18761" r="67169" b="2959"/>
          <a:stretch/>
        </p:blipFill>
        <p:spPr bwMode="auto">
          <a:xfrm>
            <a:off x="235996" y="989164"/>
            <a:ext cx="4699007" cy="4051568"/>
          </a:xfrm>
          <a:prstGeom prst="rect">
            <a:avLst/>
          </a:prstGeom>
        </p:spPr>
      </p:pic>
      <p:pic>
        <p:nvPicPr>
          <p:cNvPr id="670094885" name="Image 3"/>
          <p:cNvPicPr>
            <a:picLocks noChangeAspect="1"/>
          </p:cNvPicPr>
          <p:nvPr/>
        </p:nvPicPr>
        <p:blipFill rotWithShape="1">
          <a:blip r:embed="rId4"/>
          <a:srcRect r="55500"/>
          <a:stretch/>
        </p:blipFill>
        <p:spPr bwMode="auto">
          <a:xfrm>
            <a:off x="4935003" y="989163"/>
            <a:ext cx="3495772" cy="4049134"/>
          </a:xfrm>
          <a:prstGeom prst="rect">
            <a:avLst/>
          </a:prstGeom>
        </p:spPr>
      </p:pic>
      <p:sp>
        <p:nvSpPr>
          <p:cNvPr id="2087616963" name="Ellipse 6"/>
          <p:cNvSpPr/>
          <p:nvPr/>
        </p:nvSpPr>
        <p:spPr bwMode="auto">
          <a:xfrm>
            <a:off x="7057882" y="3110799"/>
            <a:ext cx="588157" cy="36300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CH"/>
          </a:p>
        </p:txBody>
      </p:sp>
      <p:sp>
        <p:nvSpPr>
          <p:cNvPr id="885124955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16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61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8761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761696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29632" name="Google Shape;1946;p43"/>
          <p:cNvSpPr/>
          <p:nvPr/>
        </p:nvSpPr>
        <p:spPr bwMode="auto">
          <a:xfrm flipH="1">
            <a:off x="-1626062" y="314463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92842799" name="Google Shape;1947;p43"/>
          <p:cNvSpPr txBox="1">
            <a:spLocks noGrp="1"/>
          </p:cNvSpPr>
          <p:nvPr>
            <p:ph type="title"/>
          </p:nvPr>
        </p:nvSpPr>
        <p:spPr bwMode="auto">
          <a:xfrm>
            <a:off x="713275" y="146671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i="1"/>
              <a:t>Planification - Prototype</a:t>
            </a:r>
            <a:endParaRPr i="1"/>
          </a:p>
        </p:txBody>
      </p:sp>
      <p:sp>
        <p:nvSpPr>
          <p:cNvPr id="148300042" name="Google Shape;1949;p43"/>
          <p:cNvSpPr/>
          <p:nvPr/>
        </p:nvSpPr>
        <p:spPr bwMode="auto">
          <a:xfrm flipH="1">
            <a:off x="617242" y="272963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25019406" name="Google Shape;1950;p43"/>
          <p:cNvSpPr/>
          <p:nvPr/>
        </p:nvSpPr>
        <p:spPr bwMode="auto">
          <a:xfrm rot="-2231248" flipH="1">
            <a:off x="8503393" y="8137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919932398" name="Image 2"/>
          <p:cNvPicPr>
            <a:picLocks noChangeAspect="1"/>
          </p:cNvPicPr>
          <p:nvPr/>
        </p:nvPicPr>
        <p:blipFill rotWithShape="1">
          <a:blip r:embed="rId3"/>
          <a:srcRect t="18761" r="67169" b="2959"/>
          <a:stretch/>
        </p:blipFill>
        <p:spPr bwMode="auto">
          <a:xfrm>
            <a:off x="180856" y="851314"/>
            <a:ext cx="4580045" cy="3948997"/>
          </a:xfrm>
          <a:prstGeom prst="rect">
            <a:avLst/>
          </a:prstGeom>
        </p:spPr>
      </p:pic>
      <p:pic>
        <p:nvPicPr>
          <p:cNvPr id="329882903" name="Image 3"/>
          <p:cNvPicPr>
            <a:picLocks noChangeAspect="1"/>
          </p:cNvPicPr>
          <p:nvPr/>
        </p:nvPicPr>
        <p:blipFill rotWithShape="1">
          <a:blip r:embed="rId4"/>
          <a:srcRect l="44697" r="-147"/>
          <a:stretch/>
        </p:blipFill>
        <p:spPr bwMode="auto">
          <a:xfrm>
            <a:off x="4760901" y="851313"/>
            <a:ext cx="4245757" cy="3946625"/>
          </a:xfrm>
          <a:prstGeom prst="rect">
            <a:avLst/>
          </a:prstGeom>
        </p:spPr>
      </p:pic>
      <p:sp>
        <p:nvSpPr>
          <p:cNvPr id="1696420027" name="Ellipse 6"/>
          <p:cNvSpPr/>
          <p:nvPr/>
        </p:nvSpPr>
        <p:spPr bwMode="auto">
          <a:xfrm>
            <a:off x="5109613" y="2931174"/>
            <a:ext cx="588157" cy="36300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CH"/>
          </a:p>
        </p:txBody>
      </p:sp>
      <p:sp>
        <p:nvSpPr>
          <p:cNvPr id="1880401188" name="Google Shape;1116;p30"/>
          <p:cNvSpPr/>
          <p:nvPr/>
        </p:nvSpPr>
        <p:spPr bwMode="auto">
          <a:xfrm>
            <a:off x="8623593" y="4744426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17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42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9642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64200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59590131" name="Google Shape;1199;p31"/>
          <p:cNvGrpSpPr/>
          <p:nvPr/>
        </p:nvGrpSpPr>
        <p:grpSpPr bwMode="auto">
          <a:xfrm>
            <a:off x="543463" y="3301326"/>
            <a:ext cx="8057029" cy="1458716"/>
            <a:chOff x="3775764" y="2993756"/>
            <a:chExt cx="3262087" cy="590621"/>
          </a:xfrm>
        </p:grpSpPr>
        <p:sp>
          <p:nvSpPr>
            <p:cNvPr id="1200" name="Google Shape;1200;p31"/>
            <p:cNvSpPr/>
            <p:nvPr/>
          </p:nvSpPr>
          <p:spPr bwMode="auto">
            <a:xfrm>
              <a:off x="3775764" y="3227752"/>
              <a:ext cx="3262087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01" name="Google Shape;1201;p31"/>
            <p:cNvSpPr/>
            <p:nvPr/>
          </p:nvSpPr>
          <p:spPr bwMode="auto">
            <a:xfrm>
              <a:off x="6301551" y="3296687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02" name="Google Shape;1202;p31"/>
            <p:cNvSpPr/>
            <p:nvPr/>
          </p:nvSpPr>
          <p:spPr bwMode="auto">
            <a:xfrm>
              <a:off x="5995216" y="2993756"/>
              <a:ext cx="868577" cy="220668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943004095" name="Google Shape;1206;p31"/>
          <p:cNvSpPr txBox="1">
            <a:spLocks noGrp="1"/>
          </p:cNvSpPr>
          <p:nvPr>
            <p:ph type="title"/>
          </p:nvPr>
        </p:nvSpPr>
        <p:spPr bwMode="auto"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Contrast with plan</a:t>
            </a:r>
            <a:endParaRPr/>
          </a:p>
        </p:txBody>
      </p:sp>
      <p:sp>
        <p:nvSpPr>
          <p:cNvPr id="1624576958" name="Google Shape;1207;p31"/>
          <p:cNvSpPr/>
          <p:nvPr/>
        </p:nvSpPr>
        <p:spPr bwMode="auto">
          <a:xfrm>
            <a:off x="7778250" y="384063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17107050" name="Google Shape;1208;p31"/>
          <p:cNvSpPr/>
          <p:nvPr/>
        </p:nvSpPr>
        <p:spPr bwMode="auto">
          <a:xfrm>
            <a:off x="5614225" y="956600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89964778" name="Google Shape;1250;p33"/>
          <p:cNvSpPr txBox="1"/>
          <p:nvPr/>
        </p:nvSpPr>
        <p:spPr bwMode="auto">
          <a:xfrm>
            <a:off x="1419403" y="999505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en" sz="2400" b="1" i="1"/>
              <a:t>What’s next?</a:t>
            </a:r>
            <a:endParaRPr/>
          </a:p>
        </p:txBody>
      </p:sp>
      <p:sp>
        <p:nvSpPr>
          <p:cNvPr id="1518884272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18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51727051" name="ZoneTexte 1051727050"/>
          <p:cNvSpPr txBox="1"/>
          <p:nvPr/>
        </p:nvSpPr>
        <p:spPr bwMode="auto">
          <a:xfrm>
            <a:off x="2291376" y="2193960"/>
            <a:ext cx="3859746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39821" lvl="0" indent="-239821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Fix some issues</a:t>
            </a:r>
            <a:endParaRPr sz="1600"/>
          </a:p>
          <a:p>
            <a:pPr marL="239821" lvl="0" indent="-239821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Detection of the volume</a:t>
            </a:r>
            <a:endParaRPr lang="fr-CH" sz="1600" b="1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239821" lvl="0" indent="-239821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Better instrument detection</a:t>
            </a:r>
            <a:endParaRPr lang="fr-FR" sz="1600" b="1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239821" lvl="0" indent="-239821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Split multiple notes at the same time</a:t>
            </a:r>
            <a:endParaRPr sz="1600"/>
          </a:p>
          <a:p>
            <a:pPr marL="239821" indent="-239821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Add more animations / elements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225929" name="Google Shape;1256;p34"/>
          <p:cNvSpPr/>
          <p:nvPr/>
        </p:nvSpPr>
        <p:spPr bwMode="auto">
          <a:xfrm>
            <a:off x="-94225" y="3782425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05952258" name="Google Shape;1257;p34"/>
          <p:cNvSpPr/>
          <p:nvPr/>
        </p:nvSpPr>
        <p:spPr bwMode="auto">
          <a:xfrm>
            <a:off x="-838450" y="4242475"/>
            <a:ext cx="5219975" cy="901025"/>
          </a:xfrm>
          <a:custGeom>
            <a:avLst/>
            <a:gdLst/>
            <a:ahLst/>
            <a:cxnLst/>
            <a:rect l="l" t="t" r="r" b="b"/>
            <a:pathLst>
              <a:path w="208799" h="36041" extrusionOk="0">
                <a:moveTo>
                  <a:pt x="11178" y="0"/>
                </a:moveTo>
                <a:lnTo>
                  <a:pt x="0" y="8522"/>
                </a:lnTo>
                <a:lnTo>
                  <a:pt x="0" y="36041"/>
                </a:lnTo>
                <a:lnTo>
                  <a:pt x="208798" y="36041"/>
                </a:lnTo>
                <a:lnTo>
                  <a:pt x="208798" y="19925"/>
                </a:lnTo>
                <a:lnTo>
                  <a:pt x="161254" y="27018"/>
                </a:lnTo>
                <a:lnTo>
                  <a:pt x="129800" y="19925"/>
                </a:lnTo>
                <a:lnTo>
                  <a:pt x="113259" y="16166"/>
                </a:lnTo>
                <a:lnTo>
                  <a:pt x="98021" y="23284"/>
                </a:lnTo>
                <a:lnTo>
                  <a:pt x="71955" y="3735"/>
                </a:lnTo>
                <a:lnTo>
                  <a:pt x="48472" y="23108"/>
                </a:lnTo>
                <a:lnTo>
                  <a:pt x="111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558361061" name="Google Shape;1258;p34"/>
          <p:cNvGrpSpPr/>
          <p:nvPr/>
        </p:nvGrpSpPr>
        <p:grpSpPr bwMode="auto">
          <a:xfrm>
            <a:off x="4766341" y="1416933"/>
            <a:ext cx="1530872" cy="2106828"/>
            <a:chOff x="4219225" y="4565175"/>
            <a:chExt cx="389525" cy="536075"/>
          </a:xfrm>
        </p:grpSpPr>
        <p:grpSp>
          <p:nvGrpSpPr>
            <p:cNvPr id="1259" name="Google Shape;1259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0" name="Google Shape;1260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1" name="Google Shape;1261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2" name="Google Shape;1262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63" name="Google Shape;1263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4" name="Google Shape;1264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476791021" name="Google Shape;1265;p34"/>
          <p:cNvGrpSpPr/>
          <p:nvPr/>
        </p:nvGrpSpPr>
        <p:grpSpPr bwMode="auto">
          <a:xfrm>
            <a:off x="4293618" y="1788396"/>
            <a:ext cx="945961" cy="1301858"/>
            <a:chOff x="4219225" y="4565175"/>
            <a:chExt cx="389525" cy="536075"/>
          </a:xfrm>
        </p:grpSpPr>
        <p:grpSp>
          <p:nvGrpSpPr>
            <p:cNvPr id="1266" name="Google Shape;1266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7" name="Google Shape;1267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8" name="Google Shape;1268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9" name="Google Shape;1269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70" name="Google Shape;1270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71" name="Google Shape;1271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898903339" name="Google Shape;1272;p34"/>
          <p:cNvSpPr/>
          <p:nvPr/>
        </p:nvSpPr>
        <p:spPr bwMode="auto">
          <a:xfrm flipH="1">
            <a:off x="-1057094" y="1476025"/>
            <a:ext cx="8629070" cy="2306396"/>
          </a:xfrm>
          <a:custGeom>
            <a:avLst/>
            <a:gdLst/>
            <a:ahLst/>
            <a:cxnLst/>
            <a:rect l="l" t="t" r="r" b="b"/>
            <a:pathLst>
              <a:path w="195272" h="47557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81589321" name="Google Shape;1273;p34"/>
          <p:cNvSpPr txBox="1">
            <a:spLocks noGrp="1"/>
          </p:cNvSpPr>
          <p:nvPr>
            <p:ph type="title"/>
          </p:nvPr>
        </p:nvSpPr>
        <p:spPr bwMode="auto">
          <a:xfrm>
            <a:off x="771053" y="2530245"/>
            <a:ext cx="4825418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Showcase</a:t>
            </a:r>
            <a:endParaRPr i="1"/>
          </a:p>
        </p:txBody>
      </p:sp>
      <p:sp>
        <p:nvSpPr>
          <p:cNvPr id="166119827" name="Google Shape;1274;p34"/>
          <p:cNvSpPr txBox="1">
            <a:spLocks noGrp="1"/>
          </p:cNvSpPr>
          <p:nvPr>
            <p:ph type="title" idx="2"/>
          </p:nvPr>
        </p:nvSpPr>
        <p:spPr bwMode="auto">
          <a:xfrm>
            <a:off x="713224" y="686500"/>
            <a:ext cx="1597533" cy="1334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04</a:t>
            </a:r>
            <a:endParaRPr/>
          </a:p>
        </p:txBody>
      </p:sp>
      <p:grpSp>
        <p:nvGrpSpPr>
          <p:cNvPr id="1104493523" name="Google Shape;1276;p34"/>
          <p:cNvGrpSpPr/>
          <p:nvPr/>
        </p:nvGrpSpPr>
        <p:grpSpPr bwMode="auto">
          <a:xfrm>
            <a:off x="4012764" y="-2"/>
            <a:ext cx="5136119" cy="5858475"/>
            <a:chOff x="1190625" y="238125"/>
            <a:chExt cx="5221225" cy="5955550"/>
          </a:xfrm>
        </p:grpSpPr>
        <p:sp>
          <p:nvSpPr>
            <p:cNvPr id="1277" name="Google Shape;1277;p34"/>
            <p:cNvSpPr/>
            <p:nvPr/>
          </p:nvSpPr>
          <p:spPr bwMode="auto">
            <a:xfrm>
              <a:off x="1195625" y="3411700"/>
              <a:ext cx="2401675" cy="1947400"/>
            </a:xfrm>
            <a:custGeom>
              <a:avLst/>
              <a:gdLst/>
              <a:ahLst/>
              <a:cxnLst/>
              <a:rect l="l" t="t" r="r" b="b"/>
              <a:pathLst>
                <a:path w="96067" h="77896" extrusionOk="0">
                  <a:moveTo>
                    <a:pt x="93685" y="0"/>
                  </a:moveTo>
                  <a:lnTo>
                    <a:pt x="1" y="77895"/>
                  </a:lnTo>
                  <a:lnTo>
                    <a:pt x="13434" y="77895"/>
                  </a:lnTo>
                  <a:lnTo>
                    <a:pt x="96066" y="3634"/>
                  </a:lnTo>
                  <a:lnTo>
                    <a:pt x="936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 bwMode="auto">
            <a:xfrm>
              <a:off x="1190625" y="5355300"/>
              <a:ext cx="344625" cy="104050"/>
            </a:xfrm>
            <a:custGeom>
              <a:avLst/>
              <a:gdLst/>
              <a:ahLst/>
              <a:cxnLst/>
              <a:rect l="l" t="t" r="r" b="b"/>
              <a:pathLst>
                <a:path w="13785" h="4162" extrusionOk="0">
                  <a:moveTo>
                    <a:pt x="0" y="1"/>
                  </a:moveTo>
                  <a:lnTo>
                    <a:pt x="0" y="4161"/>
                  </a:lnTo>
                  <a:lnTo>
                    <a:pt x="13785" y="4161"/>
                  </a:lnTo>
                  <a:lnTo>
                    <a:pt x="137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 bwMode="auto">
            <a:xfrm>
              <a:off x="1524575" y="3787625"/>
              <a:ext cx="1754425" cy="1671725"/>
            </a:xfrm>
            <a:custGeom>
              <a:avLst/>
              <a:gdLst/>
              <a:ahLst/>
              <a:cxnLst/>
              <a:rect l="l" t="t" r="r" b="b"/>
              <a:pathLst>
                <a:path w="70177" h="66869" extrusionOk="0">
                  <a:moveTo>
                    <a:pt x="70176" y="1"/>
                  </a:moveTo>
                  <a:lnTo>
                    <a:pt x="0" y="62658"/>
                  </a:lnTo>
                  <a:lnTo>
                    <a:pt x="0" y="66868"/>
                  </a:lnTo>
                  <a:lnTo>
                    <a:pt x="1680" y="66868"/>
                  </a:lnTo>
                  <a:lnTo>
                    <a:pt x="70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 bwMode="auto">
            <a:xfrm>
              <a:off x="1725075" y="3382250"/>
              <a:ext cx="2440525" cy="2658550"/>
            </a:xfrm>
            <a:custGeom>
              <a:avLst/>
              <a:gdLst/>
              <a:ahLst/>
              <a:cxnLst/>
              <a:rect l="l" t="t" r="r" b="b"/>
              <a:pathLst>
                <a:path w="97621" h="106342" fill="none" extrusionOk="0">
                  <a:moveTo>
                    <a:pt x="1" y="106342"/>
                  </a:moveTo>
                  <a:lnTo>
                    <a:pt x="97620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 bwMode="auto">
            <a:xfrm>
              <a:off x="1781475" y="3434250"/>
              <a:ext cx="2436750" cy="2654800"/>
            </a:xfrm>
            <a:custGeom>
              <a:avLst/>
              <a:gdLst/>
              <a:ahLst/>
              <a:cxnLst/>
              <a:rect l="l" t="t" r="r" b="b"/>
              <a:pathLst>
                <a:path w="97470" h="106192" fill="none" extrusionOk="0">
                  <a:moveTo>
                    <a:pt x="0" y="106191"/>
                  </a:moveTo>
                  <a:lnTo>
                    <a:pt x="97469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 bwMode="auto">
            <a:xfrm>
              <a:off x="2853525" y="4020725"/>
              <a:ext cx="1728725" cy="2124700"/>
            </a:xfrm>
            <a:custGeom>
              <a:avLst/>
              <a:gdLst/>
              <a:ahLst/>
              <a:cxnLst/>
              <a:rect l="l" t="t" r="r" b="b"/>
              <a:pathLst>
                <a:path w="69149" h="84988" fill="none" extrusionOk="0">
                  <a:moveTo>
                    <a:pt x="1" y="84988"/>
                  </a:moveTo>
                  <a:lnTo>
                    <a:pt x="69149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 bwMode="auto">
            <a:xfrm>
              <a:off x="2909300" y="4152925"/>
              <a:ext cx="1649150" cy="2040750"/>
            </a:xfrm>
            <a:custGeom>
              <a:avLst/>
              <a:gdLst/>
              <a:ahLst/>
              <a:cxnLst/>
              <a:rect l="l" t="t" r="r" b="b"/>
              <a:pathLst>
                <a:path w="65966" h="81630" fill="none" extrusionOk="0">
                  <a:moveTo>
                    <a:pt x="0" y="81630"/>
                  </a:moveTo>
                  <a:lnTo>
                    <a:pt x="65966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 bwMode="auto">
            <a:xfrm>
              <a:off x="2349775" y="4713700"/>
              <a:ext cx="276325" cy="276350"/>
            </a:xfrm>
            <a:custGeom>
              <a:avLst/>
              <a:gdLst/>
              <a:ahLst/>
              <a:cxnLst/>
              <a:rect l="l" t="t" r="r" b="b"/>
              <a:pathLst>
                <a:path w="11053" h="11054" fill="none" extrusionOk="0">
                  <a:moveTo>
                    <a:pt x="0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 bwMode="auto">
            <a:xfrm>
              <a:off x="3414925" y="4473725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4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 bwMode="auto">
            <a:xfrm>
              <a:off x="1785850" y="4985000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extrusionOk="0">
                  <a:moveTo>
                    <a:pt x="1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 bwMode="auto">
            <a:xfrm>
              <a:off x="3288375" y="4996900"/>
              <a:ext cx="256900" cy="294525"/>
            </a:xfrm>
            <a:custGeom>
              <a:avLst/>
              <a:gdLst/>
              <a:ahLst/>
              <a:cxnLst/>
              <a:rect l="l" t="t" r="r" b="b"/>
              <a:pathLst>
                <a:path w="10276" h="11781" fill="none" extrusionOk="0">
                  <a:moveTo>
                    <a:pt x="0" y="11780"/>
                  </a:moveTo>
                  <a:lnTo>
                    <a:pt x="10276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 bwMode="auto">
            <a:xfrm>
              <a:off x="4345400" y="4399800"/>
              <a:ext cx="252525" cy="298250"/>
            </a:xfrm>
            <a:custGeom>
              <a:avLst/>
              <a:gdLst/>
              <a:ahLst/>
              <a:cxnLst/>
              <a:rect l="l" t="t" r="r" b="b"/>
              <a:pathLst>
                <a:path w="10101" h="11930" fill="none" extrusionOk="0">
                  <a:moveTo>
                    <a:pt x="0" y="11930"/>
                  </a:moveTo>
                  <a:lnTo>
                    <a:pt x="10100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 bwMode="auto">
            <a:xfrm>
              <a:off x="3990125" y="4243150"/>
              <a:ext cx="253150" cy="298275"/>
            </a:xfrm>
            <a:custGeom>
              <a:avLst/>
              <a:gdLst/>
              <a:ahLst/>
              <a:cxnLst/>
              <a:rect l="l" t="t" r="r" b="b"/>
              <a:pathLst>
                <a:path w="10126" h="11931" fill="none" extrusionOk="0">
                  <a:moveTo>
                    <a:pt x="1" y="11930"/>
                  </a:moveTo>
                  <a:lnTo>
                    <a:pt x="10126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rgbClr val="71C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 bwMode="auto">
            <a:xfrm>
              <a:off x="6079100" y="2824200"/>
              <a:ext cx="231250" cy="214075"/>
            </a:xfrm>
            <a:custGeom>
              <a:avLst/>
              <a:gdLst/>
              <a:ahLst/>
              <a:cxnLst/>
              <a:rect l="l" t="t" r="r" b="b"/>
              <a:pathLst>
                <a:path w="9250" h="8563" extrusionOk="0">
                  <a:moveTo>
                    <a:pt x="8900" y="1"/>
                  </a:moveTo>
                  <a:cubicBezTo>
                    <a:pt x="8029" y="1"/>
                    <a:pt x="7085" y="257"/>
                    <a:pt x="6215" y="257"/>
                  </a:cubicBezTo>
                  <a:cubicBezTo>
                    <a:pt x="6097" y="257"/>
                    <a:pt x="5980" y="252"/>
                    <a:pt x="5866" y="242"/>
                  </a:cubicBezTo>
                  <a:lnTo>
                    <a:pt x="26" y="442"/>
                  </a:lnTo>
                  <a:lnTo>
                    <a:pt x="1" y="8563"/>
                  </a:lnTo>
                  <a:cubicBezTo>
                    <a:pt x="3059" y="7861"/>
                    <a:pt x="5540" y="7836"/>
                    <a:pt x="9149" y="7786"/>
                  </a:cubicBezTo>
                  <a:lnTo>
                    <a:pt x="9249" y="16"/>
                  </a:lnTo>
                  <a:cubicBezTo>
                    <a:pt x="9134" y="6"/>
                    <a:pt x="9018" y="1"/>
                    <a:pt x="89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 bwMode="auto">
            <a:xfrm>
              <a:off x="5775225" y="2846525"/>
              <a:ext cx="231850" cy="296399"/>
            </a:xfrm>
            <a:custGeom>
              <a:avLst/>
              <a:gdLst/>
              <a:ahLst/>
              <a:cxnLst/>
              <a:rect l="l" t="t" r="r" b="b"/>
              <a:pathLst>
                <a:path w="9274" h="11856" extrusionOk="0">
                  <a:moveTo>
                    <a:pt x="51" y="0"/>
                  </a:moveTo>
                  <a:lnTo>
                    <a:pt x="0" y="11855"/>
                  </a:lnTo>
                  <a:cubicBezTo>
                    <a:pt x="3083" y="10702"/>
                    <a:pt x="6141" y="9725"/>
                    <a:pt x="9224" y="8898"/>
                  </a:cubicBezTo>
                  <a:lnTo>
                    <a:pt x="9274" y="10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 bwMode="auto">
            <a:xfrm>
              <a:off x="5124225" y="2813950"/>
              <a:ext cx="236850" cy="688000"/>
            </a:xfrm>
            <a:custGeom>
              <a:avLst/>
              <a:gdLst/>
              <a:ahLst/>
              <a:cxnLst/>
              <a:rect l="l" t="t" r="r" b="b"/>
              <a:pathLst>
                <a:path w="9474" h="27520" extrusionOk="0">
                  <a:moveTo>
                    <a:pt x="301" y="0"/>
                  </a:moveTo>
                  <a:lnTo>
                    <a:pt x="0" y="27519"/>
                  </a:lnTo>
                  <a:cubicBezTo>
                    <a:pt x="2958" y="25238"/>
                    <a:pt x="6316" y="22707"/>
                    <a:pt x="9449" y="21003"/>
                  </a:cubicBezTo>
                  <a:lnTo>
                    <a:pt x="9474" y="1128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 bwMode="auto">
            <a:xfrm>
              <a:off x="5457549" y="2827100"/>
              <a:ext cx="235000" cy="457425"/>
            </a:xfrm>
            <a:custGeom>
              <a:avLst/>
              <a:gdLst/>
              <a:ahLst/>
              <a:cxnLst/>
              <a:rect l="l" t="t" r="r" b="b"/>
              <a:pathLst>
                <a:path w="9400" h="18297" extrusionOk="0">
                  <a:moveTo>
                    <a:pt x="201" y="0"/>
                  </a:moveTo>
                  <a:lnTo>
                    <a:pt x="1" y="18296"/>
                  </a:lnTo>
                  <a:cubicBezTo>
                    <a:pt x="2532" y="16993"/>
                    <a:pt x="5063" y="15740"/>
                    <a:pt x="7620" y="14612"/>
                  </a:cubicBezTo>
                  <a:cubicBezTo>
                    <a:pt x="8171" y="14361"/>
                    <a:pt x="8697" y="14136"/>
                    <a:pt x="9249" y="13910"/>
                  </a:cubicBezTo>
                  <a:lnTo>
                    <a:pt x="9399" y="60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 bwMode="auto">
            <a:xfrm>
              <a:off x="4741375" y="2710550"/>
              <a:ext cx="291400" cy="1037000"/>
            </a:xfrm>
            <a:custGeom>
              <a:avLst/>
              <a:gdLst/>
              <a:ahLst/>
              <a:cxnLst/>
              <a:rect l="l" t="t" r="r" b="b"/>
              <a:pathLst>
                <a:path w="11656" h="41480" extrusionOk="0">
                  <a:moveTo>
                    <a:pt x="1" y="1"/>
                  </a:moveTo>
                  <a:lnTo>
                    <a:pt x="2056" y="41480"/>
                  </a:lnTo>
                  <a:cubicBezTo>
                    <a:pt x="5615" y="38522"/>
                    <a:pt x="8071" y="36417"/>
                    <a:pt x="11329" y="34136"/>
                  </a:cubicBezTo>
                  <a:lnTo>
                    <a:pt x="11655" y="33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 bwMode="auto">
            <a:xfrm>
              <a:off x="4741375" y="2630975"/>
              <a:ext cx="1478750" cy="111500"/>
            </a:xfrm>
            <a:custGeom>
              <a:avLst/>
              <a:gdLst/>
              <a:ahLst/>
              <a:cxnLst/>
              <a:rect l="l" t="t" r="r" b="b"/>
              <a:pathLst>
                <a:path w="59150" h="4460" extrusionOk="0">
                  <a:moveTo>
                    <a:pt x="1" y="1"/>
                  </a:moveTo>
                  <a:cubicBezTo>
                    <a:pt x="1" y="1"/>
                    <a:pt x="201" y="101"/>
                    <a:pt x="627" y="251"/>
                  </a:cubicBezTo>
                  <a:cubicBezTo>
                    <a:pt x="1028" y="377"/>
                    <a:pt x="1630" y="577"/>
                    <a:pt x="2432" y="828"/>
                  </a:cubicBezTo>
                  <a:cubicBezTo>
                    <a:pt x="3209" y="1053"/>
                    <a:pt x="4161" y="1329"/>
                    <a:pt x="5264" y="1580"/>
                  </a:cubicBezTo>
                  <a:cubicBezTo>
                    <a:pt x="6367" y="1855"/>
                    <a:pt x="7620" y="2156"/>
                    <a:pt x="8998" y="2407"/>
                  </a:cubicBezTo>
                  <a:cubicBezTo>
                    <a:pt x="9675" y="2532"/>
                    <a:pt x="10402" y="2683"/>
                    <a:pt x="11129" y="2808"/>
                  </a:cubicBezTo>
                  <a:cubicBezTo>
                    <a:pt x="11881" y="2908"/>
                    <a:pt x="12658" y="3058"/>
                    <a:pt x="13460" y="3159"/>
                  </a:cubicBezTo>
                  <a:cubicBezTo>
                    <a:pt x="14237" y="3284"/>
                    <a:pt x="15064" y="3384"/>
                    <a:pt x="15891" y="3510"/>
                  </a:cubicBezTo>
                  <a:cubicBezTo>
                    <a:pt x="16718" y="3610"/>
                    <a:pt x="17595" y="3685"/>
                    <a:pt x="18447" y="3785"/>
                  </a:cubicBezTo>
                  <a:cubicBezTo>
                    <a:pt x="19324" y="3886"/>
                    <a:pt x="20201" y="3936"/>
                    <a:pt x="21104" y="4011"/>
                  </a:cubicBezTo>
                  <a:cubicBezTo>
                    <a:pt x="22006" y="4086"/>
                    <a:pt x="22908" y="4161"/>
                    <a:pt x="23836" y="4211"/>
                  </a:cubicBezTo>
                  <a:cubicBezTo>
                    <a:pt x="24738" y="4261"/>
                    <a:pt x="25665" y="4312"/>
                    <a:pt x="26592" y="4362"/>
                  </a:cubicBezTo>
                  <a:cubicBezTo>
                    <a:pt x="27520" y="4387"/>
                    <a:pt x="28447" y="4412"/>
                    <a:pt x="29400" y="4437"/>
                  </a:cubicBezTo>
                  <a:cubicBezTo>
                    <a:pt x="30018" y="4454"/>
                    <a:pt x="30639" y="4459"/>
                    <a:pt x="31260" y="4459"/>
                  </a:cubicBezTo>
                  <a:cubicBezTo>
                    <a:pt x="32502" y="4459"/>
                    <a:pt x="33744" y="4437"/>
                    <a:pt x="34963" y="4437"/>
                  </a:cubicBezTo>
                  <a:cubicBezTo>
                    <a:pt x="36793" y="4412"/>
                    <a:pt x="38598" y="4312"/>
                    <a:pt x="40352" y="4261"/>
                  </a:cubicBezTo>
                  <a:cubicBezTo>
                    <a:pt x="42081" y="4136"/>
                    <a:pt x="43786" y="4011"/>
                    <a:pt x="45365" y="3911"/>
                  </a:cubicBezTo>
                  <a:cubicBezTo>
                    <a:pt x="46969" y="3810"/>
                    <a:pt x="48472" y="3660"/>
                    <a:pt x="49876" y="3560"/>
                  </a:cubicBezTo>
                  <a:cubicBezTo>
                    <a:pt x="51279" y="3434"/>
                    <a:pt x="52532" y="3309"/>
                    <a:pt x="53685" y="3184"/>
                  </a:cubicBezTo>
                  <a:cubicBezTo>
                    <a:pt x="54813" y="3084"/>
                    <a:pt x="55791" y="2983"/>
                    <a:pt x="56593" y="2883"/>
                  </a:cubicBezTo>
                  <a:cubicBezTo>
                    <a:pt x="58221" y="2708"/>
                    <a:pt x="59149" y="2607"/>
                    <a:pt x="59149" y="2607"/>
                  </a:cubicBezTo>
                  <a:lnTo>
                    <a:pt x="59149" y="2607"/>
                  </a:lnTo>
                  <a:cubicBezTo>
                    <a:pt x="59149" y="2607"/>
                    <a:pt x="58221" y="2683"/>
                    <a:pt x="56593" y="2808"/>
                  </a:cubicBezTo>
                  <a:cubicBezTo>
                    <a:pt x="55791" y="2883"/>
                    <a:pt x="54788" y="2958"/>
                    <a:pt x="53660" y="3058"/>
                  </a:cubicBezTo>
                  <a:cubicBezTo>
                    <a:pt x="52532" y="3159"/>
                    <a:pt x="51254" y="3234"/>
                    <a:pt x="49851" y="3334"/>
                  </a:cubicBezTo>
                  <a:cubicBezTo>
                    <a:pt x="48472" y="3434"/>
                    <a:pt x="46969" y="3560"/>
                    <a:pt x="45365" y="3635"/>
                  </a:cubicBezTo>
                  <a:cubicBezTo>
                    <a:pt x="43760" y="3710"/>
                    <a:pt x="42081" y="3810"/>
                    <a:pt x="40327" y="3911"/>
                  </a:cubicBezTo>
                  <a:cubicBezTo>
                    <a:pt x="38598" y="3936"/>
                    <a:pt x="36793" y="4036"/>
                    <a:pt x="34963" y="4036"/>
                  </a:cubicBezTo>
                  <a:cubicBezTo>
                    <a:pt x="33904" y="4036"/>
                    <a:pt x="32844" y="4052"/>
                    <a:pt x="31784" y="4052"/>
                  </a:cubicBezTo>
                  <a:cubicBezTo>
                    <a:pt x="30989" y="4052"/>
                    <a:pt x="30194" y="4043"/>
                    <a:pt x="29400" y="4011"/>
                  </a:cubicBezTo>
                  <a:cubicBezTo>
                    <a:pt x="28472" y="3986"/>
                    <a:pt x="27545" y="3961"/>
                    <a:pt x="26618" y="3936"/>
                  </a:cubicBezTo>
                  <a:cubicBezTo>
                    <a:pt x="25690" y="3911"/>
                    <a:pt x="24763" y="3860"/>
                    <a:pt x="23861" y="3810"/>
                  </a:cubicBezTo>
                  <a:cubicBezTo>
                    <a:pt x="22933" y="3785"/>
                    <a:pt x="22031" y="3710"/>
                    <a:pt x="21129" y="3635"/>
                  </a:cubicBezTo>
                  <a:cubicBezTo>
                    <a:pt x="20252" y="3560"/>
                    <a:pt x="19349" y="3510"/>
                    <a:pt x="18497" y="3409"/>
                  </a:cubicBezTo>
                  <a:cubicBezTo>
                    <a:pt x="17620" y="3334"/>
                    <a:pt x="16768" y="3234"/>
                    <a:pt x="15941" y="3159"/>
                  </a:cubicBezTo>
                  <a:cubicBezTo>
                    <a:pt x="15089" y="3058"/>
                    <a:pt x="14287" y="2958"/>
                    <a:pt x="13485" y="2858"/>
                  </a:cubicBezTo>
                  <a:cubicBezTo>
                    <a:pt x="12708" y="2758"/>
                    <a:pt x="11931" y="2632"/>
                    <a:pt x="11179" y="2532"/>
                  </a:cubicBezTo>
                  <a:cubicBezTo>
                    <a:pt x="10452" y="2407"/>
                    <a:pt x="9725" y="2282"/>
                    <a:pt x="9049" y="2156"/>
                  </a:cubicBezTo>
                  <a:cubicBezTo>
                    <a:pt x="8347" y="2056"/>
                    <a:pt x="7695" y="1931"/>
                    <a:pt x="7069" y="1805"/>
                  </a:cubicBezTo>
                  <a:cubicBezTo>
                    <a:pt x="6442" y="1680"/>
                    <a:pt x="5840" y="1555"/>
                    <a:pt x="5289" y="1429"/>
                  </a:cubicBezTo>
                  <a:cubicBezTo>
                    <a:pt x="4186" y="1179"/>
                    <a:pt x="3234" y="953"/>
                    <a:pt x="2457" y="753"/>
                  </a:cubicBezTo>
                  <a:cubicBezTo>
                    <a:pt x="1655" y="527"/>
                    <a:pt x="1053" y="352"/>
                    <a:pt x="627" y="226"/>
                  </a:cubicBezTo>
                  <a:cubicBezTo>
                    <a:pt x="202" y="7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BE5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 bwMode="auto">
            <a:xfrm>
              <a:off x="2813425" y="2315200"/>
              <a:ext cx="1819575" cy="2078425"/>
            </a:xfrm>
            <a:custGeom>
              <a:avLst/>
              <a:gdLst/>
              <a:ahLst/>
              <a:cxnLst/>
              <a:rect l="l" t="t" r="r" b="b"/>
              <a:pathLst>
                <a:path w="72783" h="83137" extrusionOk="0">
                  <a:moveTo>
                    <a:pt x="36392" y="0"/>
                  </a:moveTo>
                  <a:cubicBezTo>
                    <a:pt x="16291" y="0"/>
                    <a:pt x="1" y="16291"/>
                    <a:pt x="1" y="36391"/>
                  </a:cubicBezTo>
                  <a:lnTo>
                    <a:pt x="201" y="79048"/>
                  </a:lnTo>
                  <a:cubicBezTo>
                    <a:pt x="201" y="82729"/>
                    <a:pt x="6614" y="83137"/>
                    <a:pt x="8887" y="83137"/>
                  </a:cubicBezTo>
                  <a:cubicBezTo>
                    <a:pt x="9385" y="83137"/>
                    <a:pt x="9684" y="83117"/>
                    <a:pt x="9675" y="83108"/>
                  </a:cubicBezTo>
                  <a:lnTo>
                    <a:pt x="63084" y="83108"/>
                  </a:lnTo>
                  <a:cubicBezTo>
                    <a:pt x="63134" y="83033"/>
                    <a:pt x="72432" y="76843"/>
                    <a:pt x="72432" y="72356"/>
                  </a:cubicBezTo>
                  <a:lnTo>
                    <a:pt x="72783" y="36391"/>
                  </a:lnTo>
                  <a:cubicBezTo>
                    <a:pt x="72783" y="16291"/>
                    <a:pt x="56492" y="0"/>
                    <a:pt x="36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 bwMode="auto">
            <a:xfrm>
              <a:off x="2990750" y="2492500"/>
              <a:ext cx="1464325" cy="1724350"/>
            </a:xfrm>
            <a:custGeom>
              <a:avLst/>
              <a:gdLst/>
              <a:ahLst/>
              <a:cxnLst/>
              <a:rect l="l" t="t" r="r" b="b"/>
              <a:pathLst>
                <a:path w="58573" h="68974" extrusionOk="0">
                  <a:moveTo>
                    <a:pt x="29299" y="1"/>
                  </a:moveTo>
                  <a:cubicBezTo>
                    <a:pt x="13133" y="1"/>
                    <a:pt x="0" y="13159"/>
                    <a:pt x="0" y="29274"/>
                  </a:cubicBezTo>
                  <a:lnTo>
                    <a:pt x="201" y="65239"/>
                  </a:lnTo>
                  <a:cubicBezTo>
                    <a:pt x="928" y="66167"/>
                    <a:pt x="2757" y="67721"/>
                    <a:pt x="4612" y="68974"/>
                  </a:cubicBezTo>
                  <a:lnTo>
                    <a:pt x="53635" y="68974"/>
                  </a:lnTo>
                  <a:cubicBezTo>
                    <a:pt x="56692" y="66467"/>
                    <a:pt x="57870" y="65114"/>
                    <a:pt x="58246" y="64538"/>
                  </a:cubicBezTo>
                  <a:lnTo>
                    <a:pt x="58572" y="29274"/>
                  </a:lnTo>
                  <a:cubicBezTo>
                    <a:pt x="58572" y="13134"/>
                    <a:pt x="45439" y="1"/>
                    <a:pt x="29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rgbClr val="5595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 bwMode="auto">
            <a:xfrm>
              <a:off x="296505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 bwMode="auto">
            <a:xfrm>
              <a:off x="2975700" y="4085875"/>
              <a:ext cx="176725" cy="176100"/>
            </a:xfrm>
            <a:custGeom>
              <a:avLst/>
              <a:gdLst/>
              <a:ahLst/>
              <a:cxnLst/>
              <a:rect l="l" t="t" r="r" b="b"/>
              <a:pathLst>
                <a:path w="7069" h="7044" extrusionOk="0">
                  <a:moveTo>
                    <a:pt x="3535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35" y="7043"/>
                  </a:cubicBezTo>
                  <a:cubicBezTo>
                    <a:pt x="5490" y="7043"/>
                    <a:pt x="7069" y="5464"/>
                    <a:pt x="7069" y="3509"/>
                  </a:cubicBezTo>
                  <a:cubicBezTo>
                    <a:pt x="7069" y="1580"/>
                    <a:pt x="5490" y="1"/>
                    <a:pt x="3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 bwMode="auto">
            <a:xfrm>
              <a:off x="427020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 bwMode="auto">
            <a:xfrm>
              <a:off x="4281475" y="4085875"/>
              <a:ext cx="176100" cy="176100"/>
            </a:xfrm>
            <a:custGeom>
              <a:avLst/>
              <a:gdLst/>
              <a:ahLst/>
              <a:cxnLst/>
              <a:rect l="l" t="t" r="r" b="b"/>
              <a:pathLst>
                <a:path w="7044" h="7044" extrusionOk="0">
                  <a:moveTo>
                    <a:pt x="3510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10" y="7043"/>
                  </a:cubicBezTo>
                  <a:cubicBezTo>
                    <a:pt x="5464" y="7043"/>
                    <a:pt x="7043" y="5464"/>
                    <a:pt x="7043" y="3509"/>
                  </a:cubicBezTo>
                  <a:cubicBezTo>
                    <a:pt x="7043" y="1580"/>
                    <a:pt x="5464" y="1"/>
                    <a:pt x="3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 bwMode="auto">
            <a:xfrm>
              <a:off x="3237625" y="4080875"/>
              <a:ext cx="960550" cy="21325"/>
            </a:xfrm>
            <a:custGeom>
              <a:avLst/>
              <a:gdLst/>
              <a:ahLst/>
              <a:cxnLst/>
              <a:rect l="l" t="t" r="r" b="b"/>
              <a:pathLst>
                <a:path w="38422" h="853" extrusionOk="0">
                  <a:moveTo>
                    <a:pt x="401" y="0"/>
                  </a:moveTo>
                  <a:cubicBezTo>
                    <a:pt x="176" y="0"/>
                    <a:pt x="0" y="176"/>
                    <a:pt x="0" y="401"/>
                  </a:cubicBezTo>
                  <a:lnTo>
                    <a:pt x="0" y="451"/>
                  </a:lnTo>
                  <a:cubicBezTo>
                    <a:pt x="0" y="677"/>
                    <a:pt x="176" y="852"/>
                    <a:pt x="401" y="852"/>
                  </a:cubicBezTo>
                  <a:lnTo>
                    <a:pt x="38020" y="852"/>
                  </a:lnTo>
                  <a:cubicBezTo>
                    <a:pt x="38246" y="852"/>
                    <a:pt x="38421" y="677"/>
                    <a:pt x="38421" y="451"/>
                  </a:cubicBezTo>
                  <a:lnTo>
                    <a:pt x="38421" y="401"/>
                  </a:lnTo>
                  <a:cubicBezTo>
                    <a:pt x="38421" y="176"/>
                    <a:pt x="38246" y="0"/>
                    <a:pt x="3802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 bwMode="auto">
            <a:xfrm>
              <a:off x="3237625" y="4164825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2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2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 bwMode="auto">
            <a:xfrm>
              <a:off x="3237625" y="4248150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3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3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 bwMode="auto">
            <a:xfrm>
              <a:off x="3132975" y="3026350"/>
              <a:ext cx="1201175" cy="647275"/>
            </a:xfrm>
            <a:custGeom>
              <a:avLst/>
              <a:gdLst/>
              <a:ahLst/>
              <a:cxnLst/>
              <a:rect l="l" t="t" r="r" b="b"/>
              <a:pathLst>
                <a:path w="48047" h="25891" extrusionOk="0">
                  <a:moveTo>
                    <a:pt x="1329" y="0"/>
                  </a:moveTo>
                  <a:cubicBezTo>
                    <a:pt x="602" y="0"/>
                    <a:pt x="1" y="602"/>
                    <a:pt x="1" y="1329"/>
                  </a:cubicBezTo>
                  <a:lnTo>
                    <a:pt x="1" y="24562"/>
                  </a:lnTo>
                  <a:cubicBezTo>
                    <a:pt x="1" y="25314"/>
                    <a:pt x="602" y="25890"/>
                    <a:pt x="1329" y="25890"/>
                  </a:cubicBezTo>
                  <a:lnTo>
                    <a:pt x="46718" y="25890"/>
                  </a:lnTo>
                  <a:cubicBezTo>
                    <a:pt x="47445" y="25890"/>
                    <a:pt x="48046" y="25314"/>
                    <a:pt x="48046" y="24562"/>
                  </a:cubicBezTo>
                  <a:lnTo>
                    <a:pt x="48046" y="1329"/>
                  </a:lnTo>
                  <a:cubicBezTo>
                    <a:pt x="48046" y="602"/>
                    <a:pt x="47445" y="0"/>
                    <a:pt x="46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 bwMode="auto">
            <a:xfrm>
              <a:off x="3362925" y="2733750"/>
              <a:ext cx="678600" cy="198625"/>
            </a:xfrm>
            <a:custGeom>
              <a:avLst/>
              <a:gdLst/>
              <a:ahLst/>
              <a:cxnLst/>
              <a:rect l="l" t="t" r="r" b="b"/>
              <a:pathLst>
                <a:path w="27144" h="7945" extrusionOk="0">
                  <a:moveTo>
                    <a:pt x="1580" y="0"/>
                  </a:moveTo>
                  <a:cubicBezTo>
                    <a:pt x="803" y="0"/>
                    <a:pt x="1" y="652"/>
                    <a:pt x="1" y="1479"/>
                  </a:cubicBezTo>
                  <a:lnTo>
                    <a:pt x="1" y="6441"/>
                  </a:lnTo>
                  <a:cubicBezTo>
                    <a:pt x="1" y="7268"/>
                    <a:pt x="803" y="7945"/>
                    <a:pt x="1580" y="7945"/>
                  </a:cubicBezTo>
                  <a:lnTo>
                    <a:pt x="25565" y="7945"/>
                  </a:lnTo>
                  <a:cubicBezTo>
                    <a:pt x="26342" y="7945"/>
                    <a:pt x="27144" y="7268"/>
                    <a:pt x="27144" y="6441"/>
                  </a:cubicBezTo>
                  <a:lnTo>
                    <a:pt x="27144" y="1479"/>
                  </a:lnTo>
                  <a:cubicBezTo>
                    <a:pt x="27144" y="652"/>
                    <a:pt x="26342" y="0"/>
                    <a:pt x="25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 bwMode="auto">
            <a:xfrm>
              <a:off x="34042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 bwMode="auto">
            <a:xfrm>
              <a:off x="3456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 bwMode="auto">
            <a:xfrm>
              <a:off x="3508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 bwMode="auto">
            <a:xfrm>
              <a:off x="356092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 bwMode="auto">
            <a:xfrm>
              <a:off x="36135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 bwMode="auto">
            <a:xfrm>
              <a:off x="366557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5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5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7" name="Google Shape;1317;p34"/>
            <p:cNvSpPr/>
            <p:nvPr/>
          </p:nvSpPr>
          <p:spPr bwMode="auto">
            <a:xfrm>
              <a:off x="37175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extrusionOk="0">
                  <a:moveTo>
                    <a:pt x="426" y="0"/>
                  </a:moveTo>
                  <a:cubicBezTo>
                    <a:pt x="201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201" y="5013"/>
                    <a:pt x="426" y="5013"/>
                  </a:cubicBezTo>
                  <a:cubicBezTo>
                    <a:pt x="652" y="5013"/>
                    <a:pt x="852" y="4837"/>
                    <a:pt x="852" y="4612"/>
                  </a:cubicBezTo>
                  <a:lnTo>
                    <a:pt x="852" y="426"/>
                  </a:lnTo>
                  <a:cubicBezTo>
                    <a:pt x="852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8" name="Google Shape;1318;p34"/>
            <p:cNvSpPr/>
            <p:nvPr/>
          </p:nvSpPr>
          <p:spPr bwMode="auto">
            <a:xfrm>
              <a:off x="3770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 bwMode="auto">
            <a:xfrm>
              <a:off x="3822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7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27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0" name="Google Shape;1320;p34"/>
            <p:cNvSpPr/>
            <p:nvPr/>
          </p:nvSpPr>
          <p:spPr bwMode="auto">
            <a:xfrm>
              <a:off x="3874199" y="2765075"/>
              <a:ext cx="21350" cy="125325"/>
            </a:xfrm>
            <a:custGeom>
              <a:avLst/>
              <a:gdLst/>
              <a:ahLst/>
              <a:cxnLst/>
              <a:rect l="l" t="t" r="r" b="b"/>
              <a:pathLst>
                <a:path w="854" h="5013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3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3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1" name="Google Shape;1321;p34"/>
            <p:cNvSpPr/>
            <p:nvPr/>
          </p:nvSpPr>
          <p:spPr bwMode="auto">
            <a:xfrm>
              <a:off x="3926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2" name="Google Shape;1322;p34"/>
            <p:cNvSpPr/>
            <p:nvPr/>
          </p:nvSpPr>
          <p:spPr bwMode="auto">
            <a:xfrm>
              <a:off x="3978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 bwMode="auto">
            <a:xfrm>
              <a:off x="3344125" y="3273225"/>
              <a:ext cx="193650" cy="193625"/>
            </a:xfrm>
            <a:custGeom>
              <a:avLst/>
              <a:gdLst/>
              <a:ahLst/>
              <a:cxnLst/>
              <a:rect l="l" t="t" r="r" b="b"/>
              <a:pathLst>
                <a:path w="7746" h="7745" fill="none" extrusionOk="0">
                  <a:moveTo>
                    <a:pt x="1" y="0"/>
                  </a:moveTo>
                  <a:lnTo>
                    <a:pt x="7745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 bwMode="auto">
            <a:xfrm>
              <a:off x="3555275" y="3191775"/>
              <a:ext cx="355925" cy="355900"/>
            </a:xfrm>
            <a:custGeom>
              <a:avLst/>
              <a:gdLst/>
              <a:ahLst/>
              <a:cxnLst/>
              <a:rect l="l" t="t" r="r" b="b"/>
              <a:pathLst>
                <a:path w="14237" h="14236" fill="none" extrusionOk="0">
                  <a:moveTo>
                    <a:pt x="1" y="0"/>
                  </a:moveTo>
                  <a:lnTo>
                    <a:pt x="14237" y="14236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 bwMode="auto">
            <a:xfrm>
              <a:off x="3928725" y="3273225"/>
              <a:ext cx="194250" cy="193625"/>
            </a:xfrm>
            <a:custGeom>
              <a:avLst/>
              <a:gdLst/>
              <a:ahLst/>
              <a:cxnLst/>
              <a:rect l="l" t="t" r="r" b="b"/>
              <a:pathLst>
                <a:path w="7770" h="7745" fill="none" extrusionOk="0">
                  <a:moveTo>
                    <a:pt x="0" y="0"/>
                  </a:moveTo>
                  <a:lnTo>
                    <a:pt x="7770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 bwMode="auto">
            <a:xfrm>
              <a:off x="3132975" y="3788875"/>
              <a:ext cx="177350" cy="94025"/>
            </a:xfrm>
            <a:custGeom>
              <a:avLst/>
              <a:gdLst/>
              <a:ahLst/>
              <a:cxnLst/>
              <a:rect l="l" t="t" r="r" b="b"/>
              <a:pathLst>
                <a:path w="7094" h="3761" extrusionOk="0">
                  <a:moveTo>
                    <a:pt x="1254" y="1"/>
                  </a:moveTo>
                  <a:cubicBezTo>
                    <a:pt x="552" y="1"/>
                    <a:pt x="1" y="552"/>
                    <a:pt x="1" y="1254"/>
                  </a:cubicBezTo>
                  <a:lnTo>
                    <a:pt x="1" y="2507"/>
                  </a:lnTo>
                  <a:cubicBezTo>
                    <a:pt x="1" y="3184"/>
                    <a:pt x="552" y="3760"/>
                    <a:pt x="1254" y="3760"/>
                  </a:cubicBezTo>
                  <a:lnTo>
                    <a:pt x="5840" y="3760"/>
                  </a:lnTo>
                  <a:cubicBezTo>
                    <a:pt x="6542" y="3760"/>
                    <a:pt x="7093" y="3184"/>
                    <a:pt x="7093" y="2507"/>
                  </a:cubicBezTo>
                  <a:lnTo>
                    <a:pt x="7093" y="1254"/>
                  </a:lnTo>
                  <a:cubicBezTo>
                    <a:pt x="7093" y="552"/>
                    <a:pt x="6542" y="1"/>
                    <a:pt x="58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 bwMode="auto">
            <a:xfrm>
              <a:off x="4156175" y="3788875"/>
              <a:ext cx="177975" cy="94025"/>
            </a:xfrm>
            <a:custGeom>
              <a:avLst/>
              <a:gdLst/>
              <a:ahLst/>
              <a:cxnLst/>
              <a:rect l="l" t="t" r="r" b="b"/>
              <a:pathLst>
                <a:path w="7119" h="3761" extrusionOk="0">
                  <a:moveTo>
                    <a:pt x="1253" y="1"/>
                  </a:moveTo>
                  <a:cubicBezTo>
                    <a:pt x="577" y="1"/>
                    <a:pt x="0" y="552"/>
                    <a:pt x="0" y="1254"/>
                  </a:cubicBezTo>
                  <a:lnTo>
                    <a:pt x="0" y="2507"/>
                  </a:lnTo>
                  <a:cubicBezTo>
                    <a:pt x="0" y="3184"/>
                    <a:pt x="577" y="3760"/>
                    <a:pt x="1253" y="3760"/>
                  </a:cubicBezTo>
                  <a:lnTo>
                    <a:pt x="5865" y="3760"/>
                  </a:lnTo>
                  <a:cubicBezTo>
                    <a:pt x="6542" y="3760"/>
                    <a:pt x="7118" y="3184"/>
                    <a:pt x="7118" y="2507"/>
                  </a:cubicBezTo>
                  <a:lnTo>
                    <a:pt x="7118" y="1254"/>
                  </a:lnTo>
                  <a:cubicBezTo>
                    <a:pt x="7118" y="552"/>
                    <a:pt x="6542" y="1"/>
                    <a:pt x="58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 bwMode="auto">
            <a:xfrm>
              <a:off x="3341625" y="3798900"/>
              <a:ext cx="783250" cy="21325"/>
            </a:xfrm>
            <a:custGeom>
              <a:avLst/>
              <a:gdLst/>
              <a:ahLst/>
              <a:cxnLst/>
              <a:rect l="l" t="t" r="r" b="b"/>
              <a:pathLst>
                <a:path w="31330" h="853" extrusionOk="0">
                  <a:moveTo>
                    <a:pt x="427" y="1"/>
                  </a:moveTo>
                  <a:cubicBezTo>
                    <a:pt x="201" y="1"/>
                    <a:pt x="1" y="201"/>
                    <a:pt x="1" y="427"/>
                  </a:cubicBezTo>
                  <a:cubicBezTo>
                    <a:pt x="1" y="652"/>
                    <a:pt x="201" y="853"/>
                    <a:pt x="427" y="853"/>
                  </a:cubicBezTo>
                  <a:lnTo>
                    <a:pt x="30928" y="853"/>
                  </a:lnTo>
                  <a:cubicBezTo>
                    <a:pt x="31154" y="853"/>
                    <a:pt x="31329" y="652"/>
                    <a:pt x="31329" y="427"/>
                  </a:cubicBezTo>
                  <a:cubicBezTo>
                    <a:pt x="31329" y="201"/>
                    <a:pt x="31154" y="1"/>
                    <a:pt x="309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 bwMode="auto">
            <a:xfrm>
              <a:off x="3341625" y="3851550"/>
              <a:ext cx="783250" cy="20700"/>
            </a:xfrm>
            <a:custGeom>
              <a:avLst/>
              <a:gdLst/>
              <a:ahLst/>
              <a:cxnLst/>
              <a:rect l="l" t="t" r="r" b="b"/>
              <a:pathLst>
                <a:path w="31330" h="828" extrusionOk="0">
                  <a:moveTo>
                    <a:pt x="427" y="0"/>
                  </a:moveTo>
                  <a:cubicBezTo>
                    <a:pt x="201" y="0"/>
                    <a:pt x="1" y="176"/>
                    <a:pt x="1" y="401"/>
                  </a:cubicBezTo>
                  <a:cubicBezTo>
                    <a:pt x="1" y="652"/>
                    <a:pt x="201" y="827"/>
                    <a:pt x="427" y="827"/>
                  </a:cubicBezTo>
                  <a:lnTo>
                    <a:pt x="30928" y="827"/>
                  </a:lnTo>
                  <a:cubicBezTo>
                    <a:pt x="31154" y="827"/>
                    <a:pt x="31329" y="652"/>
                    <a:pt x="31329" y="401"/>
                  </a:cubicBezTo>
                  <a:cubicBezTo>
                    <a:pt x="31329" y="176"/>
                    <a:pt x="31154" y="0"/>
                    <a:pt x="30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330" name="Google Shape;1330;p34"/>
            <p:cNvGrpSpPr/>
            <p:nvPr/>
          </p:nvGrpSpPr>
          <p:grpSpPr bwMode="auto">
            <a:xfrm>
              <a:off x="3748900" y="238125"/>
              <a:ext cx="2662950" cy="5224975"/>
              <a:chOff x="3748900" y="238125"/>
              <a:chExt cx="2662950" cy="5224975"/>
            </a:xfrm>
          </p:grpSpPr>
          <p:sp>
            <p:nvSpPr>
              <p:cNvPr id="1331" name="Google Shape;1331;p34"/>
              <p:cNvSpPr/>
              <p:nvPr/>
            </p:nvSpPr>
            <p:spPr bwMode="auto">
              <a:xfrm>
                <a:off x="4036500" y="1009425"/>
                <a:ext cx="400400" cy="188625"/>
              </a:xfrm>
              <a:custGeom>
                <a:avLst/>
                <a:gdLst/>
                <a:ahLst/>
                <a:cxnLst/>
                <a:rect l="l" t="t" r="r" b="b"/>
                <a:pathLst>
                  <a:path w="16016" h="7545" extrusionOk="0">
                    <a:moveTo>
                      <a:pt x="8020" y="0"/>
                    </a:moveTo>
                    <a:cubicBezTo>
                      <a:pt x="3735" y="0"/>
                      <a:pt x="251" y="3334"/>
                      <a:pt x="0" y="7544"/>
                    </a:cubicBezTo>
                    <a:lnTo>
                      <a:pt x="16015" y="7544"/>
                    </a:lnTo>
                    <a:cubicBezTo>
                      <a:pt x="15765" y="3334"/>
                      <a:pt x="12281" y="0"/>
                      <a:pt x="8020" y="0"/>
                    </a:cubicBezTo>
                    <a:close/>
                  </a:path>
                </a:pathLst>
              </a:custGeom>
              <a:solidFill>
                <a:srgbClr val="CBE5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2" name="Google Shape;1332;p34"/>
              <p:cNvSpPr/>
              <p:nvPr/>
            </p:nvSpPr>
            <p:spPr bwMode="auto">
              <a:xfrm>
                <a:off x="3748900" y="238125"/>
                <a:ext cx="2662950" cy="1755025"/>
              </a:xfrm>
              <a:custGeom>
                <a:avLst/>
                <a:gdLst/>
                <a:ahLst/>
                <a:cxnLst/>
                <a:rect l="l" t="t" r="r" b="b"/>
                <a:pathLst>
                  <a:path w="106518" h="70201" extrusionOk="0">
                    <a:moveTo>
                      <a:pt x="0" y="0"/>
                    </a:moveTo>
                    <a:lnTo>
                      <a:pt x="89023" y="70201"/>
                    </a:lnTo>
                    <a:lnTo>
                      <a:pt x="106517" y="70201"/>
                    </a:lnTo>
                    <a:lnTo>
                      <a:pt x="106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3" name="Google Shape;1333;p34"/>
              <p:cNvSpPr/>
              <p:nvPr/>
            </p:nvSpPr>
            <p:spPr bwMode="auto">
              <a:xfrm>
                <a:off x="3790875" y="394750"/>
                <a:ext cx="2381000" cy="981875"/>
              </a:xfrm>
              <a:custGeom>
                <a:avLst/>
                <a:gdLst/>
                <a:ahLst/>
                <a:cxnLst/>
                <a:rect l="l" t="t" r="r" b="b"/>
                <a:pathLst>
                  <a:path w="95240" h="39275" extrusionOk="0">
                    <a:moveTo>
                      <a:pt x="1" y="1"/>
                    </a:moveTo>
                    <a:lnTo>
                      <a:pt x="1" y="39274"/>
                    </a:lnTo>
                    <a:lnTo>
                      <a:pt x="95239" y="39274"/>
                    </a:lnTo>
                    <a:lnTo>
                      <a:pt x="952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4" name="Google Shape;1334;p34"/>
              <p:cNvSpPr/>
              <p:nvPr/>
            </p:nvSpPr>
            <p:spPr bwMode="auto">
              <a:xfrm>
                <a:off x="4124850" y="248775"/>
                <a:ext cx="94000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17946" extrusionOk="0">
                    <a:moveTo>
                      <a:pt x="0" y="0"/>
                    </a:moveTo>
                    <a:lnTo>
                      <a:pt x="0" y="17945"/>
                    </a:lnTo>
                    <a:lnTo>
                      <a:pt x="3759" y="17945"/>
                    </a:lnTo>
                    <a:lnTo>
                      <a:pt x="37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5" name="Google Shape;1335;p34"/>
              <p:cNvSpPr/>
              <p:nvPr/>
            </p:nvSpPr>
            <p:spPr bwMode="auto">
              <a:xfrm>
                <a:off x="5659925" y="248775"/>
                <a:ext cx="94025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1" h="17946" extrusionOk="0">
                    <a:moveTo>
                      <a:pt x="1" y="0"/>
                    </a:moveTo>
                    <a:lnTo>
                      <a:pt x="1" y="17945"/>
                    </a:lnTo>
                    <a:lnTo>
                      <a:pt x="3760" y="17945"/>
                    </a:lnTo>
                    <a:lnTo>
                      <a:pt x="37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6" name="Google Shape;1336;p34"/>
              <p:cNvSpPr/>
              <p:nvPr/>
            </p:nvSpPr>
            <p:spPr bwMode="auto">
              <a:xfrm>
                <a:off x="3895525" y="501275"/>
                <a:ext cx="2171700" cy="770075"/>
              </a:xfrm>
              <a:custGeom>
                <a:avLst/>
                <a:gdLst/>
                <a:ahLst/>
                <a:cxnLst/>
                <a:rect l="l" t="t" r="r" b="b"/>
                <a:pathLst>
                  <a:path w="86868" h="30803" extrusionOk="0">
                    <a:moveTo>
                      <a:pt x="0" y="0"/>
                    </a:moveTo>
                    <a:lnTo>
                      <a:pt x="0" y="30803"/>
                    </a:lnTo>
                    <a:lnTo>
                      <a:pt x="86868" y="30803"/>
                    </a:lnTo>
                    <a:lnTo>
                      <a:pt x="868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7" name="Google Shape;1337;p34"/>
              <p:cNvSpPr/>
              <p:nvPr/>
            </p:nvSpPr>
            <p:spPr bwMode="auto">
              <a:xfrm>
                <a:off x="4452525" y="666675"/>
                <a:ext cx="133500" cy="151050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42" extrusionOk="0">
                    <a:moveTo>
                      <a:pt x="2933" y="1"/>
                    </a:moveTo>
                    <a:cubicBezTo>
                      <a:pt x="2457" y="1"/>
                      <a:pt x="2056" y="101"/>
                      <a:pt x="1680" y="277"/>
                    </a:cubicBezTo>
                    <a:cubicBezTo>
                      <a:pt x="1329" y="452"/>
                      <a:pt x="1028" y="678"/>
                      <a:pt x="778" y="953"/>
                    </a:cubicBezTo>
                    <a:cubicBezTo>
                      <a:pt x="527" y="1229"/>
                      <a:pt x="327" y="1555"/>
                      <a:pt x="201" y="1906"/>
                    </a:cubicBezTo>
                    <a:cubicBezTo>
                      <a:pt x="51" y="2257"/>
                      <a:pt x="1" y="2607"/>
                      <a:pt x="1" y="2983"/>
                    </a:cubicBezTo>
                    <a:cubicBezTo>
                      <a:pt x="1" y="3359"/>
                      <a:pt x="76" y="3735"/>
                      <a:pt x="201" y="4086"/>
                    </a:cubicBezTo>
                    <a:cubicBezTo>
                      <a:pt x="352" y="4462"/>
                      <a:pt x="552" y="4788"/>
                      <a:pt x="803" y="5089"/>
                    </a:cubicBezTo>
                    <a:cubicBezTo>
                      <a:pt x="1054" y="5364"/>
                      <a:pt x="1354" y="5590"/>
                      <a:pt x="1705" y="5765"/>
                    </a:cubicBezTo>
                    <a:cubicBezTo>
                      <a:pt x="2056" y="5941"/>
                      <a:pt x="2457" y="6041"/>
                      <a:pt x="2883" y="6041"/>
                    </a:cubicBezTo>
                    <a:cubicBezTo>
                      <a:pt x="3134" y="6041"/>
                      <a:pt x="3359" y="6016"/>
                      <a:pt x="3610" y="5941"/>
                    </a:cubicBezTo>
                    <a:cubicBezTo>
                      <a:pt x="3861" y="5891"/>
                      <a:pt x="4111" y="5790"/>
                      <a:pt x="4312" y="5690"/>
                    </a:cubicBezTo>
                    <a:cubicBezTo>
                      <a:pt x="4537" y="5565"/>
                      <a:pt x="4738" y="5415"/>
                      <a:pt x="4913" y="5264"/>
                    </a:cubicBezTo>
                    <a:cubicBezTo>
                      <a:pt x="5089" y="5089"/>
                      <a:pt x="5239" y="4888"/>
                      <a:pt x="5339" y="4663"/>
                    </a:cubicBezTo>
                    <a:lnTo>
                      <a:pt x="4387" y="4111"/>
                    </a:lnTo>
                    <a:cubicBezTo>
                      <a:pt x="4312" y="4287"/>
                      <a:pt x="4237" y="4412"/>
                      <a:pt x="4111" y="4537"/>
                    </a:cubicBezTo>
                    <a:cubicBezTo>
                      <a:pt x="4011" y="4638"/>
                      <a:pt x="3886" y="4738"/>
                      <a:pt x="3735" y="4813"/>
                    </a:cubicBezTo>
                    <a:cubicBezTo>
                      <a:pt x="3610" y="4888"/>
                      <a:pt x="3485" y="4938"/>
                      <a:pt x="3334" y="4963"/>
                    </a:cubicBezTo>
                    <a:cubicBezTo>
                      <a:pt x="3184" y="5014"/>
                      <a:pt x="3059" y="5014"/>
                      <a:pt x="2908" y="5014"/>
                    </a:cubicBezTo>
                    <a:cubicBezTo>
                      <a:pt x="2658" y="5014"/>
                      <a:pt x="2432" y="4963"/>
                      <a:pt x="2206" y="4863"/>
                    </a:cubicBezTo>
                    <a:cubicBezTo>
                      <a:pt x="1981" y="4738"/>
                      <a:pt x="1805" y="4587"/>
                      <a:pt x="1655" y="4412"/>
                    </a:cubicBezTo>
                    <a:cubicBezTo>
                      <a:pt x="1505" y="4211"/>
                      <a:pt x="1379" y="4011"/>
                      <a:pt x="1304" y="3760"/>
                    </a:cubicBezTo>
                    <a:cubicBezTo>
                      <a:pt x="1204" y="3535"/>
                      <a:pt x="1179" y="3259"/>
                      <a:pt x="1179" y="3008"/>
                    </a:cubicBezTo>
                    <a:cubicBezTo>
                      <a:pt x="1179" y="2783"/>
                      <a:pt x="1204" y="2532"/>
                      <a:pt x="1279" y="2307"/>
                    </a:cubicBezTo>
                    <a:cubicBezTo>
                      <a:pt x="1354" y="2056"/>
                      <a:pt x="1455" y="1856"/>
                      <a:pt x="1605" y="1655"/>
                    </a:cubicBezTo>
                    <a:cubicBezTo>
                      <a:pt x="1755" y="1480"/>
                      <a:pt x="1931" y="1329"/>
                      <a:pt x="2131" y="1204"/>
                    </a:cubicBezTo>
                    <a:cubicBezTo>
                      <a:pt x="2357" y="1079"/>
                      <a:pt x="2607" y="1029"/>
                      <a:pt x="2908" y="1029"/>
                    </a:cubicBezTo>
                    <a:cubicBezTo>
                      <a:pt x="3033" y="1029"/>
                      <a:pt x="3159" y="1054"/>
                      <a:pt x="3309" y="1079"/>
                    </a:cubicBezTo>
                    <a:cubicBezTo>
                      <a:pt x="3460" y="1104"/>
                      <a:pt x="3585" y="1154"/>
                      <a:pt x="3710" y="1229"/>
                    </a:cubicBezTo>
                    <a:cubicBezTo>
                      <a:pt x="3836" y="1279"/>
                      <a:pt x="3961" y="1379"/>
                      <a:pt x="4061" y="1505"/>
                    </a:cubicBezTo>
                    <a:cubicBezTo>
                      <a:pt x="4186" y="1605"/>
                      <a:pt x="4287" y="1755"/>
                      <a:pt x="4362" y="1931"/>
                    </a:cubicBezTo>
                    <a:lnTo>
                      <a:pt x="5239" y="1304"/>
                    </a:lnTo>
                    <a:cubicBezTo>
                      <a:pt x="5039" y="928"/>
                      <a:pt x="4738" y="602"/>
                      <a:pt x="4337" y="377"/>
                    </a:cubicBezTo>
                    <a:cubicBezTo>
                      <a:pt x="3961" y="126"/>
                      <a:pt x="3485" y="1"/>
                      <a:pt x="29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8" name="Google Shape;1338;p34"/>
              <p:cNvSpPr/>
              <p:nvPr/>
            </p:nvSpPr>
            <p:spPr bwMode="auto">
              <a:xfrm>
                <a:off x="4621700" y="667950"/>
                <a:ext cx="10342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36" y="5940"/>
                    </a:lnTo>
                    <a:lnTo>
                      <a:pt x="4136" y="4937"/>
                    </a:lnTo>
                    <a:lnTo>
                      <a:pt x="1179" y="4937"/>
                    </a:lnTo>
                    <a:lnTo>
                      <a:pt x="1179" y="3384"/>
                    </a:lnTo>
                    <a:lnTo>
                      <a:pt x="3660" y="3384"/>
                    </a:lnTo>
                    <a:lnTo>
                      <a:pt x="3660" y="2431"/>
                    </a:lnTo>
                    <a:lnTo>
                      <a:pt x="1179" y="2431"/>
                    </a:lnTo>
                    <a:lnTo>
                      <a:pt x="1179" y="1003"/>
                    </a:lnTo>
                    <a:lnTo>
                      <a:pt x="4061" y="1003"/>
                    </a:lnTo>
                    <a:lnTo>
                      <a:pt x="40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9" name="Google Shape;1339;p34"/>
              <p:cNvSpPr/>
              <p:nvPr/>
            </p:nvSpPr>
            <p:spPr bwMode="auto">
              <a:xfrm>
                <a:off x="4764575" y="667950"/>
                <a:ext cx="1291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5940" extrusionOk="0">
                    <a:moveTo>
                      <a:pt x="0" y="0"/>
                    </a:moveTo>
                    <a:lnTo>
                      <a:pt x="0" y="5940"/>
                    </a:lnTo>
                    <a:lnTo>
                      <a:pt x="1153" y="5940"/>
                    </a:lnTo>
                    <a:lnTo>
                      <a:pt x="1153" y="2130"/>
                    </a:lnTo>
                    <a:lnTo>
                      <a:pt x="4211" y="5940"/>
                    </a:lnTo>
                    <a:lnTo>
                      <a:pt x="5163" y="5940"/>
                    </a:lnTo>
                    <a:lnTo>
                      <a:pt x="5163" y="0"/>
                    </a:lnTo>
                    <a:lnTo>
                      <a:pt x="3985" y="0"/>
                    </a:lnTo>
                    <a:lnTo>
                      <a:pt x="3985" y="3885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0" name="Google Shape;1340;p34"/>
              <p:cNvSpPr/>
              <p:nvPr/>
            </p:nvSpPr>
            <p:spPr bwMode="auto">
              <a:xfrm>
                <a:off x="4928725" y="667950"/>
                <a:ext cx="12345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940" extrusionOk="0">
                    <a:moveTo>
                      <a:pt x="1" y="0"/>
                    </a:moveTo>
                    <a:lnTo>
                      <a:pt x="1" y="1003"/>
                    </a:lnTo>
                    <a:lnTo>
                      <a:pt x="1905" y="1003"/>
                    </a:lnTo>
                    <a:lnTo>
                      <a:pt x="1905" y="5940"/>
                    </a:lnTo>
                    <a:lnTo>
                      <a:pt x="3033" y="5940"/>
                    </a:lnTo>
                    <a:lnTo>
                      <a:pt x="3033" y="1003"/>
                    </a:lnTo>
                    <a:lnTo>
                      <a:pt x="4938" y="1003"/>
                    </a:lnTo>
                    <a:lnTo>
                      <a:pt x="49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1" name="Google Shape;1341;p34"/>
              <p:cNvSpPr/>
              <p:nvPr/>
            </p:nvSpPr>
            <p:spPr bwMode="auto">
              <a:xfrm>
                <a:off x="5087875" y="667950"/>
                <a:ext cx="1197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5940" extrusionOk="0">
                    <a:moveTo>
                      <a:pt x="2532" y="1003"/>
                    </a:moveTo>
                    <a:cubicBezTo>
                      <a:pt x="2632" y="1003"/>
                      <a:pt x="2732" y="1028"/>
                      <a:pt x="2833" y="1078"/>
                    </a:cubicBezTo>
                    <a:cubicBezTo>
                      <a:pt x="2933" y="1128"/>
                      <a:pt x="3033" y="1203"/>
                      <a:pt x="3108" y="1278"/>
                    </a:cubicBezTo>
                    <a:cubicBezTo>
                      <a:pt x="3184" y="1353"/>
                      <a:pt x="3234" y="1454"/>
                      <a:pt x="3284" y="1579"/>
                    </a:cubicBezTo>
                    <a:cubicBezTo>
                      <a:pt x="3334" y="1704"/>
                      <a:pt x="3359" y="1830"/>
                      <a:pt x="3359" y="1980"/>
                    </a:cubicBezTo>
                    <a:cubicBezTo>
                      <a:pt x="3359" y="2105"/>
                      <a:pt x="3334" y="2231"/>
                      <a:pt x="3284" y="2356"/>
                    </a:cubicBezTo>
                    <a:cubicBezTo>
                      <a:pt x="3259" y="2456"/>
                      <a:pt x="3209" y="2556"/>
                      <a:pt x="3133" y="2657"/>
                    </a:cubicBezTo>
                    <a:cubicBezTo>
                      <a:pt x="3058" y="2732"/>
                      <a:pt x="2983" y="2807"/>
                      <a:pt x="2883" y="2857"/>
                    </a:cubicBezTo>
                    <a:cubicBezTo>
                      <a:pt x="2808" y="2907"/>
                      <a:pt x="2707" y="2932"/>
                      <a:pt x="2582" y="2932"/>
                    </a:cubicBezTo>
                    <a:lnTo>
                      <a:pt x="1153" y="2932"/>
                    </a:lnTo>
                    <a:lnTo>
                      <a:pt x="1153" y="1003"/>
                    </a:lnTo>
                    <a:close/>
                    <a:moveTo>
                      <a:pt x="1" y="0"/>
                    </a:moveTo>
                    <a:lnTo>
                      <a:pt x="1" y="5940"/>
                    </a:lnTo>
                    <a:lnTo>
                      <a:pt x="1153" y="5940"/>
                    </a:lnTo>
                    <a:lnTo>
                      <a:pt x="1153" y="3935"/>
                    </a:lnTo>
                    <a:lnTo>
                      <a:pt x="2281" y="3935"/>
                    </a:lnTo>
                    <a:lnTo>
                      <a:pt x="3509" y="5940"/>
                    </a:lnTo>
                    <a:lnTo>
                      <a:pt x="4788" y="5940"/>
                    </a:lnTo>
                    <a:lnTo>
                      <a:pt x="3434" y="3709"/>
                    </a:lnTo>
                    <a:cubicBezTo>
                      <a:pt x="3760" y="3559"/>
                      <a:pt x="4036" y="3333"/>
                      <a:pt x="4211" y="3033"/>
                    </a:cubicBezTo>
                    <a:cubicBezTo>
                      <a:pt x="4412" y="2707"/>
                      <a:pt x="4512" y="2356"/>
                      <a:pt x="4512" y="1980"/>
                    </a:cubicBezTo>
                    <a:cubicBezTo>
                      <a:pt x="4512" y="1729"/>
                      <a:pt x="4462" y="1479"/>
                      <a:pt x="4361" y="1253"/>
                    </a:cubicBezTo>
                    <a:cubicBezTo>
                      <a:pt x="4286" y="1028"/>
                      <a:pt x="4136" y="802"/>
                      <a:pt x="3986" y="627"/>
                    </a:cubicBezTo>
                    <a:cubicBezTo>
                      <a:pt x="3810" y="426"/>
                      <a:pt x="3610" y="276"/>
                      <a:pt x="3384" y="176"/>
                    </a:cubicBezTo>
                    <a:cubicBezTo>
                      <a:pt x="3133" y="50"/>
                      <a:pt x="2883" y="0"/>
                      <a:pt x="2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2" name="Google Shape;1342;p34"/>
              <p:cNvSpPr/>
              <p:nvPr/>
            </p:nvSpPr>
            <p:spPr bwMode="auto">
              <a:xfrm>
                <a:off x="5226975" y="667950"/>
                <a:ext cx="1385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540" h="5940" extrusionOk="0">
                    <a:moveTo>
                      <a:pt x="2782" y="1303"/>
                    </a:moveTo>
                    <a:lnTo>
                      <a:pt x="3610" y="3634"/>
                    </a:lnTo>
                    <a:lnTo>
                      <a:pt x="1930" y="3634"/>
                    </a:lnTo>
                    <a:lnTo>
                      <a:pt x="2782" y="1303"/>
                    </a:lnTo>
                    <a:close/>
                    <a:moveTo>
                      <a:pt x="2256" y="0"/>
                    </a:moveTo>
                    <a:lnTo>
                      <a:pt x="1" y="5940"/>
                    </a:lnTo>
                    <a:lnTo>
                      <a:pt x="1178" y="5940"/>
                    </a:lnTo>
                    <a:lnTo>
                      <a:pt x="1730" y="4461"/>
                    </a:lnTo>
                    <a:lnTo>
                      <a:pt x="3810" y="4461"/>
                    </a:lnTo>
                    <a:lnTo>
                      <a:pt x="4361" y="5940"/>
                    </a:lnTo>
                    <a:lnTo>
                      <a:pt x="5539" y="5940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3" name="Google Shape;1343;p34"/>
              <p:cNvSpPr/>
              <p:nvPr/>
            </p:nvSpPr>
            <p:spPr bwMode="auto">
              <a:xfrm>
                <a:off x="5398650" y="667950"/>
                <a:ext cx="10467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87" h="5940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86" y="5940"/>
                    </a:lnTo>
                    <a:lnTo>
                      <a:pt x="4186" y="4937"/>
                    </a:lnTo>
                    <a:lnTo>
                      <a:pt x="1154" y="4937"/>
                    </a:lnTo>
                    <a:lnTo>
                      <a:pt x="1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4" name="Google Shape;1344;p34"/>
              <p:cNvSpPr/>
              <p:nvPr/>
            </p:nvSpPr>
            <p:spPr bwMode="auto">
              <a:xfrm>
                <a:off x="4235125" y="885350"/>
                <a:ext cx="177950" cy="229350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9174" extrusionOk="0">
                    <a:moveTo>
                      <a:pt x="3659" y="1"/>
                    </a:moveTo>
                    <a:cubicBezTo>
                      <a:pt x="3183" y="1"/>
                      <a:pt x="2757" y="51"/>
                      <a:pt x="2356" y="176"/>
                    </a:cubicBezTo>
                    <a:cubicBezTo>
                      <a:pt x="1980" y="302"/>
                      <a:pt x="1604" y="477"/>
                      <a:pt x="1303" y="703"/>
                    </a:cubicBezTo>
                    <a:cubicBezTo>
                      <a:pt x="1003" y="953"/>
                      <a:pt x="777" y="1254"/>
                      <a:pt x="602" y="1605"/>
                    </a:cubicBezTo>
                    <a:cubicBezTo>
                      <a:pt x="451" y="1956"/>
                      <a:pt x="351" y="2357"/>
                      <a:pt x="351" y="2833"/>
                    </a:cubicBezTo>
                    <a:cubicBezTo>
                      <a:pt x="351" y="3159"/>
                      <a:pt x="401" y="3460"/>
                      <a:pt x="501" y="3735"/>
                    </a:cubicBezTo>
                    <a:cubicBezTo>
                      <a:pt x="627" y="3961"/>
                      <a:pt x="777" y="4186"/>
                      <a:pt x="1003" y="4387"/>
                    </a:cubicBezTo>
                    <a:cubicBezTo>
                      <a:pt x="1203" y="4562"/>
                      <a:pt x="1479" y="4738"/>
                      <a:pt x="1780" y="4888"/>
                    </a:cubicBezTo>
                    <a:cubicBezTo>
                      <a:pt x="2105" y="5013"/>
                      <a:pt x="2481" y="5139"/>
                      <a:pt x="2907" y="5264"/>
                    </a:cubicBezTo>
                    <a:cubicBezTo>
                      <a:pt x="3258" y="5364"/>
                      <a:pt x="3584" y="5465"/>
                      <a:pt x="3885" y="5540"/>
                    </a:cubicBezTo>
                    <a:cubicBezTo>
                      <a:pt x="4161" y="5640"/>
                      <a:pt x="4411" y="5715"/>
                      <a:pt x="4612" y="5815"/>
                    </a:cubicBezTo>
                    <a:cubicBezTo>
                      <a:pt x="4812" y="5916"/>
                      <a:pt x="4988" y="6041"/>
                      <a:pt x="5088" y="6166"/>
                    </a:cubicBezTo>
                    <a:cubicBezTo>
                      <a:pt x="5188" y="6317"/>
                      <a:pt x="5263" y="6467"/>
                      <a:pt x="5263" y="6668"/>
                    </a:cubicBezTo>
                    <a:cubicBezTo>
                      <a:pt x="5263" y="7294"/>
                      <a:pt x="4762" y="7595"/>
                      <a:pt x="3810" y="7595"/>
                    </a:cubicBezTo>
                    <a:cubicBezTo>
                      <a:pt x="3459" y="7595"/>
                      <a:pt x="3108" y="7570"/>
                      <a:pt x="2782" y="7470"/>
                    </a:cubicBezTo>
                    <a:cubicBezTo>
                      <a:pt x="2456" y="7394"/>
                      <a:pt x="2156" y="7294"/>
                      <a:pt x="1880" y="7169"/>
                    </a:cubicBezTo>
                    <a:cubicBezTo>
                      <a:pt x="1604" y="7044"/>
                      <a:pt x="1379" y="6918"/>
                      <a:pt x="1178" y="6793"/>
                    </a:cubicBezTo>
                    <a:cubicBezTo>
                      <a:pt x="978" y="6668"/>
                      <a:pt x="852" y="6567"/>
                      <a:pt x="777" y="6492"/>
                    </a:cubicBezTo>
                    <a:lnTo>
                      <a:pt x="0" y="8021"/>
                    </a:lnTo>
                    <a:cubicBezTo>
                      <a:pt x="526" y="8372"/>
                      <a:pt x="1103" y="8673"/>
                      <a:pt x="1780" y="8873"/>
                    </a:cubicBezTo>
                    <a:cubicBezTo>
                      <a:pt x="2431" y="9074"/>
                      <a:pt x="3108" y="9174"/>
                      <a:pt x="3785" y="9174"/>
                    </a:cubicBezTo>
                    <a:cubicBezTo>
                      <a:pt x="4211" y="9174"/>
                      <a:pt x="4637" y="9124"/>
                      <a:pt x="5038" y="9049"/>
                    </a:cubicBezTo>
                    <a:cubicBezTo>
                      <a:pt x="5439" y="8948"/>
                      <a:pt x="5790" y="8773"/>
                      <a:pt x="6115" y="8572"/>
                    </a:cubicBezTo>
                    <a:cubicBezTo>
                      <a:pt x="6416" y="8347"/>
                      <a:pt x="6667" y="8071"/>
                      <a:pt x="6842" y="7745"/>
                    </a:cubicBezTo>
                    <a:cubicBezTo>
                      <a:pt x="7018" y="7394"/>
                      <a:pt x="7118" y="6968"/>
                      <a:pt x="7118" y="6492"/>
                    </a:cubicBezTo>
                    <a:cubicBezTo>
                      <a:pt x="7118" y="6091"/>
                      <a:pt x="7043" y="5740"/>
                      <a:pt x="6917" y="5465"/>
                    </a:cubicBezTo>
                    <a:cubicBezTo>
                      <a:pt x="6792" y="5164"/>
                      <a:pt x="6592" y="4913"/>
                      <a:pt x="6341" y="4713"/>
                    </a:cubicBezTo>
                    <a:cubicBezTo>
                      <a:pt x="6090" y="4512"/>
                      <a:pt x="5790" y="4337"/>
                      <a:pt x="5414" y="4211"/>
                    </a:cubicBezTo>
                    <a:cubicBezTo>
                      <a:pt x="5063" y="4061"/>
                      <a:pt x="4662" y="3936"/>
                      <a:pt x="4211" y="3835"/>
                    </a:cubicBezTo>
                    <a:cubicBezTo>
                      <a:pt x="3885" y="3735"/>
                      <a:pt x="3584" y="3660"/>
                      <a:pt x="3308" y="3585"/>
                    </a:cubicBezTo>
                    <a:cubicBezTo>
                      <a:pt x="3058" y="3510"/>
                      <a:pt x="2857" y="3434"/>
                      <a:pt x="2682" y="3334"/>
                    </a:cubicBezTo>
                    <a:cubicBezTo>
                      <a:pt x="2506" y="3234"/>
                      <a:pt x="2381" y="3134"/>
                      <a:pt x="2281" y="3008"/>
                    </a:cubicBezTo>
                    <a:cubicBezTo>
                      <a:pt x="2206" y="2883"/>
                      <a:pt x="2156" y="2733"/>
                      <a:pt x="2156" y="2532"/>
                    </a:cubicBezTo>
                    <a:cubicBezTo>
                      <a:pt x="2156" y="2231"/>
                      <a:pt x="2281" y="1981"/>
                      <a:pt x="2506" y="1805"/>
                    </a:cubicBezTo>
                    <a:cubicBezTo>
                      <a:pt x="2757" y="1605"/>
                      <a:pt x="3108" y="1530"/>
                      <a:pt x="3609" y="1530"/>
                    </a:cubicBezTo>
                    <a:cubicBezTo>
                      <a:pt x="3860" y="1530"/>
                      <a:pt x="4135" y="1555"/>
                      <a:pt x="4411" y="1630"/>
                    </a:cubicBezTo>
                    <a:cubicBezTo>
                      <a:pt x="4662" y="1705"/>
                      <a:pt x="4912" y="1780"/>
                      <a:pt x="5113" y="1881"/>
                    </a:cubicBezTo>
                    <a:cubicBezTo>
                      <a:pt x="5364" y="1981"/>
                      <a:pt x="5539" y="2081"/>
                      <a:pt x="5689" y="2181"/>
                    </a:cubicBezTo>
                    <a:cubicBezTo>
                      <a:pt x="5865" y="2282"/>
                      <a:pt x="5965" y="2357"/>
                      <a:pt x="6015" y="2407"/>
                    </a:cubicBezTo>
                    <a:lnTo>
                      <a:pt x="6792" y="1003"/>
                    </a:lnTo>
                    <a:cubicBezTo>
                      <a:pt x="6416" y="728"/>
                      <a:pt x="5940" y="477"/>
                      <a:pt x="5414" y="302"/>
                    </a:cubicBezTo>
                    <a:cubicBezTo>
                      <a:pt x="4862" y="101"/>
                      <a:pt x="4286" y="1"/>
                      <a:pt x="3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5" name="Google Shape;1345;p34"/>
              <p:cNvSpPr/>
              <p:nvPr/>
            </p:nvSpPr>
            <p:spPr bwMode="auto">
              <a:xfrm>
                <a:off x="4450650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2908" y="1530"/>
                    </a:lnTo>
                    <a:lnTo>
                      <a:pt x="2908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20" y="1530"/>
                    </a:lnTo>
                    <a:lnTo>
                      <a:pt x="75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6" name="Google Shape;1346;p34"/>
              <p:cNvSpPr/>
              <p:nvPr/>
            </p:nvSpPr>
            <p:spPr bwMode="auto">
              <a:xfrm>
                <a:off x="4648025" y="886600"/>
                <a:ext cx="21055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8422" h="9024" extrusionOk="0">
                    <a:moveTo>
                      <a:pt x="4211" y="2006"/>
                    </a:moveTo>
                    <a:lnTo>
                      <a:pt x="5464" y="5540"/>
                    </a:lnTo>
                    <a:lnTo>
                      <a:pt x="2908" y="5540"/>
                    </a:lnTo>
                    <a:lnTo>
                      <a:pt x="4211" y="2006"/>
                    </a:lnTo>
                    <a:close/>
                    <a:moveTo>
                      <a:pt x="3434" y="1"/>
                    </a:moveTo>
                    <a:lnTo>
                      <a:pt x="0" y="9024"/>
                    </a:lnTo>
                    <a:lnTo>
                      <a:pt x="1805" y="9024"/>
                    </a:lnTo>
                    <a:lnTo>
                      <a:pt x="2632" y="6768"/>
                    </a:lnTo>
                    <a:lnTo>
                      <a:pt x="5790" y="6768"/>
                    </a:lnTo>
                    <a:lnTo>
                      <a:pt x="6617" y="9024"/>
                    </a:lnTo>
                    <a:lnTo>
                      <a:pt x="8422" y="9024"/>
                    </a:lnTo>
                    <a:lnTo>
                      <a:pt x="49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7" name="Google Shape;1347;p34"/>
              <p:cNvSpPr/>
              <p:nvPr/>
            </p:nvSpPr>
            <p:spPr bwMode="auto">
              <a:xfrm>
                <a:off x="4867325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extrusionOk="0">
                    <a:moveTo>
                      <a:pt x="0" y="1"/>
                    </a:moveTo>
                    <a:lnTo>
                      <a:pt x="0" y="1530"/>
                    </a:lnTo>
                    <a:lnTo>
                      <a:pt x="2883" y="1530"/>
                    </a:lnTo>
                    <a:lnTo>
                      <a:pt x="2883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19" y="1530"/>
                    </a:lnTo>
                    <a:lnTo>
                      <a:pt x="7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8" name="Google Shape;1348;p34"/>
              <p:cNvSpPr/>
              <p:nvPr/>
            </p:nvSpPr>
            <p:spPr bwMode="auto">
              <a:xfrm>
                <a:off x="5108550" y="886600"/>
                <a:ext cx="439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9" name="Google Shape;1349;p34"/>
              <p:cNvSpPr/>
              <p:nvPr/>
            </p:nvSpPr>
            <p:spPr bwMode="auto">
              <a:xfrm>
                <a:off x="5211300" y="885350"/>
                <a:ext cx="219950" cy="228725"/>
              </a:xfrm>
              <a:custGeom>
                <a:avLst/>
                <a:gdLst/>
                <a:ahLst/>
                <a:cxnLst/>
                <a:rect l="l" t="t" r="r" b="b"/>
                <a:pathLst>
                  <a:path w="8798" h="9149" extrusionOk="0">
                    <a:moveTo>
                      <a:pt x="4412" y="1555"/>
                    </a:moveTo>
                    <a:cubicBezTo>
                      <a:pt x="4813" y="1555"/>
                      <a:pt x="5189" y="1630"/>
                      <a:pt x="5490" y="1805"/>
                    </a:cubicBezTo>
                    <a:cubicBezTo>
                      <a:pt x="5841" y="1956"/>
                      <a:pt x="6116" y="2181"/>
                      <a:pt x="6317" y="2457"/>
                    </a:cubicBezTo>
                    <a:cubicBezTo>
                      <a:pt x="6567" y="2758"/>
                      <a:pt x="6743" y="3059"/>
                      <a:pt x="6843" y="3434"/>
                    </a:cubicBezTo>
                    <a:cubicBezTo>
                      <a:pt x="6968" y="3785"/>
                      <a:pt x="7044" y="4186"/>
                      <a:pt x="7044" y="4562"/>
                    </a:cubicBezTo>
                    <a:cubicBezTo>
                      <a:pt x="7044" y="4938"/>
                      <a:pt x="6968" y="5314"/>
                      <a:pt x="6868" y="5665"/>
                    </a:cubicBezTo>
                    <a:cubicBezTo>
                      <a:pt x="6743" y="6016"/>
                      <a:pt x="6592" y="6342"/>
                      <a:pt x="6342" y="6643"/>
                    </a:cubicBezTo>
                    <a:cubicBezTo>
                      <a:pt x="6141" y="6918"/>
                      <a:pt x="5866" y="7169"/>
                      <a:pt x="5540" y="7344"/>
                    </a:cubicBezTo>
                    <a:cubicBezTo>
                      <a:pt x="5214" y="7495"/>
                      <a:pt x="4838" y="7595"/>
                      <a:pt x="4412" y="7595"/>
                    </a:cubicBezTo>
                    <a:cubicBezTo>
                      <a:pt x="3986" y="7595"/>
                      <a:pt x="3610" y="7495"/>
                      <a:pt x="3284" y="7344"/>
                    </a:cubicBezTo>
                    <a:cubicBezTo>
                      <a:pt x="2958" y="7169"/>
                      <a:pt x="2683" y="6943"/>
                      <a:pt x="2457" y="6668"/>
                    </a:cubicBezTo>
                    <a:cubicBezTo>
                      <a:pt x="2257" y="6392"/>
                      <a:pt x="2081" y="6066"/>
                      <a:pt x="1956" y="5690"/>
                    </a:cubicBezTo>
                    <a:cubicBezTo>
                      <a:pt x="1831" y="5339"/>
                      <a:pt x="1780" y="4963"/>
                      <a:pt x="1780" y="4562"/>
                    </a:cubicBezTo>
                    <a:cubicBezTo>
                      <a:pt x="1780" y="4186"/>
                      <a:pt x="1831" y="3835"/>
                      <a:pt x="1931" y="3460"/>
                    </a:cubicBezTo>
                    <a:cubicBezTo>
                      <a:pt x="2056" y="3109"/>
                      <a:pt x="2232" y="2783"/>
                      <a:pt x="2457" y="2507"/>
                    </a:cubicBezTo>
                    <a:cubicBezTo>
                      <a:pt x="2683" y="2206"/>
                      <a:pt x="2958" y="1981"/>
                      <a:pt x="3284" y="1830"/>
                    </a:cubicBezTo>
                    <a:cubicBezTo>
                      <a:pt x="3610" y="1630"/>
                      <a:pt x="3986" y="1555"/>
                      <a:pt x="4412" y="1555"/>
                    </a:cubicBezTo>
                    <a:close/>
                    <a:moveTo>
                      <a:pt x="4437" y="1"/>
                    </a:moveTo>
                    <a:cubicBezTo>
                      <a:pt x="3810" y="1"/>
                      <a:pt x="3209" y="126"/>
                      <a:pt x="2658" y="377"/>
                    </a:cubicBezTo>
                    <a:cubicBezTo>
                      <a:pt x="2131" y="627"/>
                      <a:pt x="1655" y="953"/>
                      <a:pt x="1254" y="1379"/>
                    </a:cubicBezTo>
                    <a:cubicBezTo>
                      <a:pt x="878" y="1805"/>
                      <a:pt x="552" y="2282"/>
                      <a:pt x="327" y="2833"/>
                    </a:cubicBezTo>
                    <a:cubicBezTo>
                      <a:pt x="101" y="3384"/>
                      <a:pt x="1" y="3961"/>
                      <a:pt x="1" y="4562"/>
                    </a:cubicBezTo>
                    <a:cubicBezTo>
                      <a:pt x="1" y="5139"/>
                      <a:pt x="101" y="5715"/>
                      <a:pt x="327" y="6267"/>
                    </a:cubicBezTo>
                    <a:cubicBezTo>
                      <a:pt x="527" y="6793"/>
                      <a:pt x="828" y="7294"/>
                      <a:pt x="1204" y="7720"/>
                    </a:cubicBezTo>
                    <a:cubicBezTo>
                      <a:pt x="1605" y="8146"/>
                      <a:pt x="2056" y="8497"/>
                      <a:pt x="2582" y="8748"/>
                    </a:cubicBezTo>
                    <a:cubicBezTo>
                      <a:pt x="3134" y="9023"/>
                      <a:pt x="3735" y="9149"/>
                      <a:pt x="4387" y="9149"/>
                    </a:cubicBezTo>
                    <a:cubicBezTo>
                      <a:pt x="5039" y="9149"/>
                      <a:pt x="5615" y="9023"/>
                      <a:pt x="6166" y="8773"/>
                    </a:cubicBezTo>
                    <a:cubicBezTo>
                      <a:pt x="6693" y="8522"/>
                      <a:pt x="7169" y="8171"/>
                      <a:pt x="7570" y="7770"/>
                    </a:cubicBezTo>
                    <a:cubicBezTo>
                      <a:pt x="7946" y="7344"/>
                      <a:pt x="8247" y="6868"/>
                      <a:pt x="8472" y="6317"/>
                    </a:cubicBezTo>
                    <a:cubicBezTo>
                      <a:pt x="8698" y="5765"/>
                      <a:pt x="8798" y="5189"/>
                      <a:pt x="8798" y="4587"/>
                    </a:cubicBezTo>
                    <a:cubicBezTo>
                      <a:pt x="8798" y="4011"/>
                      <a:pt x="8698" y="3460"/>
                      <a:pt x="8497" y="2908"/>
                    </a:cubicBezTo>
                    <a:cubicBezTo>
                      <a:pt x="8272" y="2357"/>
                      <a:pt x="7971" y="1881"/>
                      <a:pt x="7595" y="1429"/>
                    </a:cubicBezTo>
                    <a:cubicBezTo>
                      <a:pt x="7219" y="1003"/>
                      <a:pt x="6768" y="652"/>
                      <a:pt x="6217" y="402"/>
                    </a:cubicBezTo>
                    <a:cubicBezTo>
                      <a:pt x="5690" y="126"/>
                      <a:pt x="5089" y="1"/>
                      <a:pt x="44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0" name="Google Shape;1350;p34"/>
              <p:cNvSpPr/>
              <p:nvPr/>
            </p:nvSpPr>
            <p:spPr bwMode="auto">
              <a:xfrm>
                <a:off x="5490750" y="886600"/>
                <a:ext cx="195525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821" h="9024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3234"/>
                    </a:lnTo>
                    <a:lnTo>
                      <a:pt x="6392" y="9024"/>
                    </a:lnTo>
                    <a:lnTo>
                      <a:pt x="7821" y="9024"/>
                    </a:lnTo>
                    <a:lnTo>
                      <a:pt x="7821" y="26"/>
                    </a:lnTo>
                    <a:lnTo>
                      <a:pt x="6066" y="26"/>
                    </a:lnTo>
                    <a:lnTo>
                      <a:pt x="6066" y="5916"/>
                    </a:lnTo>
                    <a:lnTo>
                      <a:pt x="13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1" name="Google Shape;1351;p34"/>
              <p:cNvSpPr/>
              <p:nvPr/>
            </p:nvSpPr>
            <p:spPr bwMode="auto">
              <a:xfrm>
                <a:off x="6297149" y="1991250"/>
                <a:ext cx="114699" cy="1138500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45540" extrusionOk="0">
                    <a:moveTo>
                      <a:pt x="1" y="1"/>
                    </a:moveTo>
                    <a:lnTo>
                      <a:pt x="1" y="45540"/>
                    </a:lnTo>
                    <a:lnTo>
                      <a:pt x="4587" y="45540"/>
                    </a:lnTo>
                    <a:lnTo>
                      <a:pt x="45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2" name="Google Shape;1352;p34"/>
              <p:cNvSpPr/>
              <p:nvPr/>
            </p:nvSpPr>
            <p:spPr bwMode="auto">
              <a:xfrm>
                <a:off x="4166825" y="5218725"/>
                <a:ext cx="2245025" cy="2443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9775" extrusionOk="0">
                    <a:moveTo>
                      <a:pt x="89800" y="0"/>
                    </a:moveTo>
                    <a:lnTo>
                      <a:pt x="0" y="401"/>
                    </a:lnTo>
                    <a:lnTo>
                      <a:pt x="0" y="9775"/>
                    </a:lnTo>
                    <a:lnTo>
                      <a:pt x="89800" y="9775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3" name="Google Shape;1353;p34"/>
              <p:cNvSpPr/>
              <p:nvPr/>
            </p:nvSpPr>
            <p:spPr bwMode="auto">
              <a:xfrm>
                <a:off x="4166825" y="3055800"/>
                <a:ext cx="2245025" cy="21729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86919" extrusionOk="0">
                    <a:moveTo>
                      <a:pt x="72306" y="0"/>
                    </a:moveTo>
                    <a:lnTo>
                      <a:pt x="0" y="86918"/>
                    </a:lnTo>
                    <a:lnTo>
                      <a:pt x="89800" y="86918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4" name="Google Shape;1354;p34"/>
              <p:cNvSpPr/>
              <p:nvPr/>
            </p:nvSpPr>
            <p:spPr bwMode="auto">
              <a:xfrm>
                <a:off x="4741375" y="4978125"/>
                <a:ext cx="1599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987" h="1" fill="none" extrusionOk="0">
                    <a:moveTo>
                      <a:pt x="1" y="0"/>
                    </a:moveTo>
                    <a:lnTo>
                      <a:pt x="63986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5" name="Google Shape;1355;p34"/>
              <p:cNvSpPr/>
              <p:nvPr/>
            </p:nvSpPr>
            <p:spPr bwMode="auto">
              <a:xfrm>
                <a:off x="5002025" y="4716825"/>
                <a:ext cx="1338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3536" h="1" fill="none" extrusionOk="0">
                    <a:moveTo>
                      <a:pt x="1" y="1"/>
                    </a:moveTo>
                    <a:lnTo>
                      <a:pt x="53535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6" name="Google Shape;1356;p34"/>
              <p:cNvSpPr/>
              <p:nvPr/>
            </p:nvSpPr>
            <p:spPr bwMode="auto">
              <a:xfrm>
                <a:off x="5263325" y="4455550"/>
                <a:ext cx="1074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2983" h="1" fill="none" extrusionOk="0">
                    <a:moveTo>
                      <a:pt x="0" y="1"/>
                    </a:moveTo>
                    <a:lnTo>
                      <a:pt x="4298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7" name="Google Shape;1357;p34"/>
              <p:cNvSpPr/>
              <p:nvPr/>
            </p:nvSpPr>
            <p:spPr bwMode="auto">
              <a:xfrm>
                <a:off x="5482625" y="4194900"/>
                <a:ext cx="855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4236" h="1" fill="none" extrusionOk="0">
                    <a:moveTo>
                      <a:pt x="0" y="1"/>
                    </a:moveTo>
                    <a:lnTo>
                      <a:pt x="34236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8" name="Google Shape;1358;p34"/>
              <p:cNvSpPr/>
              <p:nvPr/>
            </p:nvSpPr>
            <p:spPr bwMode="auto">
              <a:xfrm>
                <a:off x="5659925" y="3933625"/>
                <a:ext cx="677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7094" h="1" fill="none" extrusionOk="0">
                    <a:moveTo>
                      <a:pt x="1" y="0"/>
                    </a:moveTo>
                    <a:lnTo>
                      <a:pt x="27094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9" name="Google Shape;1359;p34"/>
              <p:cNvSpPr/>
              <p:nvPr/>
            </p:nvSpPr>
            <p:spPr bwMode="auto">
              <a:xfrm>
                <a:off x="5921225" y="3672350"/>
                <a:ext cx="420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6818" h="1" fill="none" extrusionOk="0">
                    <a:moveTo>
                      <a:pt x="0" y="0"/>
                    </a:moveTo>
                    <a:lnTo>
                      <a:pt x="16817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0" name="Google Shape;1360;p34"/>
              <p:cNvSpPr/>
              <p:nvPr/>
            </p:nvSpPr>
            <p:spPr bwMode="auto">
              <a:xfrm>
                <a:off x="6098525" y="3411700"/>
                <a:ext cx="2431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1" fill="none" extrusionOk="0">
                    <a:moveTo>
                      <a:pt x="1" y="0"/>
                    </a:moveTo>
                    <a:lnTo>
                      <a:pt x="9725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1" name="Google Shape;1361;p34"/>
              <p:cNvSpPr/>
              <p:nvPr/>
            </p:nvSpPr>
            <p:spPr bwMode="auto">
              <a:xfrm>
                <a:off x="6216325" y="3228725"/>
                <a:ext cx="125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014" h="1" fill="none" extrusionOk="0">
                    <a:moveTo>
                      <a:pt x="1" y="1"/>
                    </a:moveTo>
                    <a:lnTo>
                      <a:pt x="501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671253256" name="Google Shape;1362;p34"/>
          <p:cNvSpPr/>
          <p:nvPr/>
        </p:nvSpPr>
        <p:spPr bwMode="auto">
          <a:xfrm>
            <a:off x="3743350" y="359025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63536761" name="Google Shape;1363;p34"/>
          <p:cNvSpPr/>
          <p:nvPr/>
        </p:nvSpPr>
        <p:spPr bwMode="auto">
          <a:xfrm>
            <a:off x="1704525" y="271725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7908009" name="Google Shape;1364;p34"/>
          <p:cNvSpPr/>
          <p:nvPr/>
        </p:nvSpPr>
        <p:spPr bwMode="auto">
          <a:xfrm rot="-2231248" flipH="1">
            <a:off x="5706368" y="747534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75467203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19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195743" name="Google Shape;2299;p49"/>
          <p:cNvSpPr/>
          <p:nvPr/>
        </p:nvSpPr>
        <p:spPr bwMode="auto">
          <a:xfrm flipH="1">
            <a:off x="-225500" y="1929348"/>
            <a:ext cx="5283725" cy="2712950"/>
          </a:xfrm>
          <a:custGeom>
            <a:avLst/>
            <a:gdLst/>
            <a:ahLst/>
            <a:cxnLst/>
            <a:rect l="l" t="t" r="r" b="b"/>
            <a:pathLst>
              <a:path w="211349" h="62381" extrusionOk="0">
                <a:moveTo>
                  <a:pt x="203796" y="1"/>
                </a:moveTo>
                <a:lnTo>
                  <a:pt x="203796" y="10608"/>
                </a:lnTo>
                <a:lnTo>
                  <a:pt x="187321" y="10608"/>
                </a:lnTo>
                <a:lnTo>
                  <a:pt x="187321" y="58995"/>
                </a:lnTo>
                <a:lnTo>
                  <a:pt x="179392" y="58995"/>
                </a:lnTo>
                <a:lnTo>
                  <a:pt x="179392" y="25158"/>
                </a:lnTo>
                <a:lnTo>
                  <a:pt x="155664" y="25158"/>
                </a:lnTo>
                <a:lnTo>
                  <a:pt x="155664" y="37630"/>
                </a:lnTo>
                <a:lnTo>
                  <a:pt x="141145" y="37630"/>
                </a:lnTo>
                <a:lnTo>
                  <a:pt x="141145" y="54572"/>
                </a:lnTo>
                <a:lnTo>
                  <a:pt x="116425" y="54572"/>
                </a:lnTo>
                <a:lnTo>
                  <a:pt x="116425" y="37630"/>
                </a:lnTo>
                <a:lnTo>
                  <a:pt x="97768" y="37630"/>
                </a:lnTo>
                <a:lnTo>
                  <a:pt x="97768" y="48644"/>
                </a:lnTo>
                <a:lnTo>
                  <a:pt x="87552" y="48644"/>
                </a:lnTo>
                <a:lnTo>
                  <a:pt x="87552" y="32831"/>
                </a:lnTo>
                <a:lnTo>
                  <a:pt x="58544" y="32831"/>
                </a:lnTo>
                <a:lnTo>
                  <a:pt x="58544" y="48298"/>
                </a:lnTo>
                <a:lnTo>
                  <a:pt x="46838" y="48298"/>
                </a:lnTo>
                <a:lnTo>
                  <a:pt x="46838" y="60019"/>
                </a:lnTo>
                <a:lnTo>
                  <a:pt x="41061" y="60019"/>
                </a:lnTo>
                <a:lnTo>
                  <a:pt x="41061" y="21231"/>
                </a:lnTo>
                <a:lnTo>
                  <a:pt x="20117" y="21231"/>
                </a:lnTo>
                <a:lnTo>
                  <a:pt x="20117" y="51006"/>
                </a:lnTo>
                <a:lnTo>
                  <a:pt x="14309" y="51006"/>
                </a:lnTo>
                <a:lnTo>
                  <a:pt x="14309" y="42054"/>
                </a:lnTo>
                <a:lnTo>
                  <a:pt x="1" y="42054"/>
                </a:lnTo>
                <a:lnTo>
                  <a:pt x="1" y="61959"/>
                </a:lnTo>
                <a:lnTo>
                  <a:pt x="211349" y="62381"/>
                </a:lnTo>
                <a:lnTo>
                  <a:pt x="21134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918366883" name="Google Shape;2300;p49"/>
          <p:cNvGrpSpPr/>
          <p:nvPr/>
        </p:nvGrpSpPr>
        <p:grpSpPr bwMode="auto">
          <a:xfrm>
            <a:off x="-93825" y="2988238"/>
            <a:ext cx="4603675" cy="1665225"/>
            <a:chOff x="-1985125" y="2575175"/>
            <a:chExt cx="4603675" cy="1665225"/>
          </a:xfrm>
        </p:grpSpPr>
        <p:grpSp>
          <p:nvGrpSpPr>
            <p:cNvPr id="2301" name="Google Shape;2301;p49"/>
            <p:cNvGrpSpPr/>
            <p:nvPr/>
          </p:nvGrpSpPr>
          <p:grpSpPr bwMode="auto">
            <a:xfrm>
              <a:off x="-1985125" y="2976900"/>
              <a:ext cx="1045700" cy="1248450"/>
              <a:chOff x="1367675" y="2976900"/>
              <a:chExt cx="1045700" cy="1248450"/>
            </a:xfrm>
          </p:grpSpPr>
          <p:sp>
            <p:nvSpPr>
              <p:cNvPr id="2302" name="Google Shape;2302;p49"/>
              <p:cNvSpPr/>
              <p:nvPr/>
            </p:nvSpPr>
            <p:spPr bwMode="auto">
              <a:xfrm>
                <a:off x="1367675" y="2976900"/>
                <a:ext cx="1045700" cy="527000"/>
              </a:xfrm>
              <a:custGeom>
                <a:avLst/>
                <a:gdLst/>
                <a:ahLst/>
                <a:cxnLst/>
                <a:rect l="l" t="t" r="r" b="b"/>
                <a:pathLst>
                  <a:path w="41828" h="21080" extrusionOk="0">
                    <a:moveTo>
                      <a:pt x="16145" y="1"/>
                    </a:moveTo>
                    <a:lnTo>
                      <a:pt x="12112" y="1896"/>
                    </a:lnTo>
                    <a:lnTo>
                      <a:pt x="13121" y="1"/>
                    </a:lnTo>
                    <a:lnTo>
                      <a:pt x="13121" y="1"/>
                    </a:lnTo>
                    <a:cubicBezTo>
                      <a:pt x="6606" y="226"/>
                      <a:pt x="4484" y="2017"/>
                      <a:pt x="4484" y="2017"/>
                    </a:cubicBezTo>
                    <a:lnTo>
                      <a:pt x="12112" y="4258"/>
                    </a:lnTo>
                    <a:lnTo>
                      <a:pt x="14354" y="3702"/>
                    </a:lnTo>
                    <a:lnTo>
                      <a:pt x="13677" y="4710"/>
                    </a:lnTo>
                    <a:lnTo>
                      <a:pt x="16822" y="5823"/>
                    </a:lnTo>
                    <a:lnTo>
                      <a:pt x="18943" y="4710"/>
                    </a:lnTo>
                    <a:lnTo>
                      <a:pt x="17830" y="6169"/>
                    </a:lnTo>
                    <a:lnTo>
                      <a:pt x="24224" y="8065"/>
                    </a:lnTo>
                    <a:cubicBezTo>
                      <a:pt x="24224" y="8065"/>
                      <a:pt x="17377" y="7147"/>
                      <a:pt x="12663" y="7147"/>
                    </a:cubicBezTo>
                    <a:cubicBezTo>
                      <a:pt x="11683" y="7147"/>
                      <a:pt x="10796" y="7187"/>
                      <a:pt x="10081" y="7283"/>
                    </a:cubicBezTo>
                    <a:cubicBezTo>
                      <a:pt x="5944" y="7839"/>
                      <a:pt x="1" y="15031"/>
                      <a:pt x="1" y="15031"/>
                    </a:cubicBezTo>
                    <a:lnTo>
                      <a:pt x="4033" y="13451"/>
                    </a:lnTo>
                    <a:lnTo>
                      <a:pt x="6500" y="11210"/>
                    </a:lnTo>
                    <a:lnTo>
                      <a:pt x="5944" y="13120"/>
                    </a:lnTo>
                    <a:lnTo>
                      <a:pt x="8848" y="12774"/>
                    </a:lnTo>
                    <a:lnTo>
                      <a:pt x="10758" y="10533"/>
                    </a:lnTo>
                    <a:lnTo>
                      <a:pt x="9750" y="12564"/>
                    </a:lnTo>
                    <a:lnTo>
                      <a:pt x="11766" y="12112"/>
                    </a:lnTo>
                    <a:lnTo>
                      <a:pt x="12443" y="10653"/>
                    </a:lnTo>
                    <a:lnTo>
                      <a:pt x="12443" y="11992"/>
                    </a:lnTo>
                    <a:lnTo>
                      <a:pt x="18492" y="10533"/>
                    </a:lnTo>
                    <a:lnTo>
                      <a:pt x="19169" y="8863"/>
                    </a:lnTo>
                    <a:lnTo>
                      <a:pt x="19395" y="10096"/>
                    </a:lnTo>
                    <a:lnTo>
                      <a:pt x="22991" y="9645"/>
                    </a:lnTo>
                    <a:lnTo>
                      <a:pt x="22991" y="9645"/>
                    </a:lnTo>
                    <a:cubicBezTo>
                      <a:pt x="14234" y="11887"/>
                      <a:pt x="10758" y="19395"/>
                      <a:pt x="10758" y="19395"/>
                    </a:cubicBezTo>
                    <a:lnTo>
                      <a:pt x="16822" y="16265"/>
                    </a:lnTo>
                    <a:cubicBezTo>
                      <a:pt x="16927" y="14806"/>
                      <a:pt x="18056" y="13000"/>
                      <a:pt x="18056" y="13000"/>
                    </a:cubicBezTo>
                    <a:lnTo>
                      <a:pt x="18056" y="15362"/>
                    </a:lnTo>
                    <a:lnTo>
                      <a:pt x="19500" y="14354"/>
                    </a:lnTo>
                    <a:lnTo>
                      <a:pt x="20523" y="11992"/>
                    </a:lnTo>
                    <a:lnTo>
                      <a:pt x="20523" y="13346"/>
                    </a:lnTo>
                    <a:lnTo>
                      <a:pt x="24224" y="10653"/>
                    </a:lnTo>
                    <a:lnTo>
                      <a:pt x="26571" y="13346"/>
                    </a:lnTo>
                    <a:lnTo>
                      <a:pt x="27128" y="12338"/>
                    </a:lnTo>
                    <a:lnTo>
                      <a:pt x="27249" y="14460"/>
                    </a:lnTo>
                    <a:lnTo>
                      <a:pt x="29039" y="17047"/>
                    </a:lnTo>
                    <a:lnTo>
                      <a:pt x="29821" y="16370"/>
                    </a:lnTo>
                    <a:lnTo>
                      <a:pt x="29716" y="17935"/>
                    </a:lnTo>
                    <a:lnTo>
                      <a:pt x="31958" y="21080"/>
                    </a:lnTo>
                    <a:lnTo>
                      <a:pt x="32063" y="15588"/>
                    </a:lnTo>
                    <a:cubicBezTo>
                      <a:pt x="32063" y="14911"/>
                      <a:pt x="30167" y="14354"/>
                      <a:pt x="30167" y="14354"/>
                    </a:cubicBezTo>
                    <a:lnTo>
                      <a:pt x="31401" y="14129"/>
                    </a:lnTo>
                    <a:cubicBezTo>
                      <a:pt x="29490" y="10984"/>
                      <a:pt x="26797" y="10427"/>
                      <a:pt x="26797" y="10427"/>
                    </a:cubicBezTo>
                    <a:cubicBezTo>
                      <a:pt x="27070" y="10395"/>
                      <a:pt x="27320" y="10381"/>
                      <a:pt x="27548" y="10381"/>
                    </a:cubicBezTo>
                    <a:cubicBezTo>
                      <a:pt x="28916" y="10381"/>
                      <a:pt x="29490" y="10879"/>
                      <a:pt x="29490" y="10879"/>
                    </a:cubicBezTo>
                    <a:lnTo>
                      <a:pt x="29821" y="10202"/>
                    </a:lnTo>
                    <a:lnTo>
                      <a:pt x="30604" y="10879"/>
                    </a:lnTo>
                    <a:lnTo>
                      <a:pt x="32409" y="11541"/>
                    </a:lnTo>
                    <a:lnTo>
                      <a:pt x="32409" y="11541"/>
                    </a:lnTo>
                    <a:lnTo>
                      <a:pt x="32184" y="9690"/>
                    </a:lnTo>
                    <a:lnTo>
                      <a:pt x="33192" y="11661"/>
                    </a:lnTo>
                    <a:lnTo>
                      <a:pt x="35208" y="11992"/>
                    </a:lnTo>
                    <a:lnTo>
                      <a:pt x="34756" y="9690"/>
                    </a:lnTo>
                    <a:lnTo>
                      <a:pt x="36216" y="12338"/>
                    </a:lnTo>
                    <a:lnTo>
                      <a:pt x="40022" y="13903"/>
                    </a:lnTo>
                    <a:cubicBezTo>
                      <a:pt x="39691" y="11766"/>
                      <a:pt x="36998" y="8742"/>
                      <a:pt x="36998" y="8742"/>
                    </a:cubicBezTo>
                    <a:lnTo>
                      <a:pt x="34982" y="8637"/>
                    </a:lnTo>
                    <a:lnTo>
                      <a:pt x="35885" y="7403"/>
                    </a:lnTo>
                    <a:cubicBezTo>
                      <a:pt x="35054" y="7247"/>
                      <a:pt x="34183" y="7184"/>
                      <a:pt x="33322" y="7184"/>
                    </a:cubicBezTo>
                    <a:cubicBezTo>
                      <a:pt x="29874" y="7184"/>
                      <a:pt x="26571" y="8185"/>
                      <a:pt x="26571" y="8185"/>
                    </a:cubicBezTo>
                    <a:lnTo>
                      <a:pt x="33523" y="5944"/>
                    </a:lnTo>
                    <a:lnTo>
                      <a:pt x="33192" y="4815"/>
                    </a:lnTo>
                    <a:lnTo>
                      <a:pt x="33192" y="4815"/>
                    </a:lnTo>
                    <a:lnTo>
                      <a:pt x="35208" y="5718"/>
                    </a:lnTo>
                    <a:lnTo>
                      <a:pt x="41828" y="6952"/>
                    </a:lnTo>
                    <a:lnTo>
                      <a:pt x="37344" y="3356"/>
                    </a:lnTo>
                    <a:lnTo>
                      <a:pt x="34982" y="3927"/>
                    </a:lnTo>
                    <a:lnTo>
                      <a:pt x="35990" y="2799"/>
                    </a:lnTo>
                    <a:cubicBezTo>
                      <a:pt x="35990" y="2799"/>
                      <a:pt x="35208" y="2348"/>
                      <a:pt x="32966" y="2242"/>
                    </a:cubicBezTo>
                    <a:cubicBezTo>
                      <a:pt x="32941" y="2241"/>
                      <a:pt x="32916" y="2240"/>
                      <a:pt x="32891" y="2240"/>
                    </a:cubicBezTo>
                    <a:cubicBezTo>
                      <a:pt x="30621" y="2240"/>
                      <a:pt x="26015" y="7508"/>
                      <a:pt x="26015" y="7508"/>
                    </a:cubicBezTo>
                    <a:cubicBezTo>
                      <a:pt x="26015" y="7508"/>
                      <a:pt x="26015" y="5718"/>
                      <a:pt x="25563" y="4153"/>
                    </a:cubicBezTo>
                    <a:cubicBezTo>
                      <a:pt x="25112" y="2573"/>
                      <a:pt x="22991" y="1686"/>
                      <a:pt x="22991" y="1686"/>
                    </a:cubicBezTo>
                    <a:lnTo>
                      <a:pt x="22991" y="1686"/>
                    </a:lnTo>
                    <a:lnTo>
                      <a:pt x="24224" y="6952"/>
                    </a:lnTo>
                    <a:cubicBezTo>
                      <a:pt x="23322" y="4936"/>
                      <a:pt x="21636" y="3250"/>
                      <a:pt x="21636" y="3250"/>
                    </a:cubicBezTo>
                    <a:lnTo>
                      <a:pt x="19064" y="2919"/>
                    </a:lnTo>
                    <a:lnTo>
                      <a:pt x="20177" y="2468"/>
                    </a:lnTo>
                    <a:cubicBezTo>
                      <a:pt x="18943" y="1114"/>
                      <a:pt x="16145" y="1"/>
                      <a:pt x="161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03" name="Google Shape;2303;p49"/>
              <p:cNvSpPr/>
              <p:nvPr/>
            </p:nvSpPr>
            <p:spPr bwMode="auto">
              <a:xfrm>
                <a:off x="1687025" y="3243200"/>
                <a:ext cx="286275" cy="982150"/>
              </a:xfrm>
              <a:custGeom>
                <a:avLst/>
                <a:gdLst/>
                <a:ahLst/>
                <a:cxnLst/>
                <a:rect l="l" t="t" r="r" b="b"/>
                <a:pathLst>
                  <a:path w="11451" h="39286" extrusionOk="0">
                    <a:moveTo>
                      <a:pt x="11450" y="1"/>
                    </a:moveTo>
                    <a:cubicBezTo>
                      <a:pt x="11450" y="2"/>
                      <a:pt x="1926" y="12369"/>
                      <a:pt x="0" y="39285"/>
                    </a:cubicBezTo>
                    <a:lnTo>
                      <a:pt x="3912" y="39285"/>
                    </a:lnTo>
                    <a:cubicBezTo>
                      <a:pt x="3912" y="39285"/>
                      <a:pt x="1881" y="19275"/>
                      <a:pt x="114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2304" name="Google Shape;2304;p49"/>
            <p:cNvGrpSpPr/>
            <p:nvPr/>
          </p:nvGrpSpPr>
          <p:grpSpPr bwMode="auto">
            <a:xfrm>
              <a:off x="-217625" y="3328600"/>
              <a:ext cx="748175" cy="893000"/>
              <a:chOff x="-217625" y="3328600"/>
              <a:chExt cx="748175" cy="893000"/>
            </a:xfrm>
          </p:grpSpPr>
          <p:sp>
            <p:nvSpPr>
              <p:cNvPr id="2305" name="Google Shape;2305;p49"/>
              <p:cNvSpPr/>
              <p:nvPr/>
            </p:nvSpPr>
            <p:spPr bwMode="auto">
              <a:xfrm>
                <a:off x="-217625" y="3328600"/>
                <a:ext cx="748175" cy="376925"/>
              </a:xfrm>
              <a:custGeom>
                <a:avLst/>
                <a:gdLst/>
                <a:ahLst/>
                <a:cxnLst/>
                <a:rect l="l" t="t" r="r" b="b"/>
                <a:pathLst>
                  <a:path w="29927" h="15077" extrusionOk="0">
                    <a:moveTo>
                      <a:pt x="11556" y="0"/>
                    </a:moveTo>
                    <a:lnTo>
                      <a:pt x="8667" y="1370"/>
                    </a:lnTo>
                    <a:lnTo>
                      <a:pt x="9389" y="0"/>
                    </a:lnTo>
                    <a:lnTo>
                      <a:pt x="9389" y="0"/>
                    </a:lnTo>
                    <a:cubicBezTo>
                      <a:pt x="4740" y="166"/>
                      <a:pt x="3221" y="1445"/>
                      <a:pt x="3221" y="1445"/>
                    </a:cubicBezTo>
                    <a:lnTo>
                      <a:pt x="8667" y="3055"/>
                    </a:lnTo>
                    <a:lnTo>
                      <a:pt x="10277" y="2648"/>
                    </a:lnTo>
                    <a:lnTo>
                      <a:pt x="10277" y="2648"/>
                    </a:lnTo>
                    <a:lnTo>
                      <a:pt x="9796" y="3371"/>
                    </a:lnTo>
                    <a:lnTo>
                      <a:pt x="12037" y="4183"/>
                    </a:lnTo>
                    <a:lnTo>
                      <a:pt x="13557" y="3371"/>
                    </a:lnTo>
                    <a:lnTo>
                      <a:pt x="12760" y="4424"/>
                    </a:lnTo>
                    <a:lnTo>
                      <a:pt x="17334" y="5778"/>
                    </a:lnTo>
                    <a:cubicBezTo>
                      <a:pt x="17334" y="5778"/>
                      <a:pt x="12460" y="5121"/>
                      <a:pt x="9093" y="5121"/>
                    </a:cubicBezTo>
                    <a:cubicBezTo>
                      <a:pt x="8382" y="5121"/>
                      <a:pt x="7739" y="5150"/>
                      <a:pt x="7223" y="5221"/>
                    </a:cubicBezTo>
                    <a:cubicBezTo>
                      <a:pt x="4259" y="5627"/>
                      <a:pt x="1" y="10758"/>
                      <a:pt x="1" y="10758"/>
                    </a:cubicBezTo>
                    <a:lnTo>
                      <a:pt x="2890" y="9630"/>
                    </a:lnTo>
                    <a:lnTo>
                      <a:pt x="4665" y="8020"/>
                    </a:lnTo>
                    <a:lnTo>
                      <a:pt x="4259" y="9389"/>
                    </a:lnTo>
                    <a:lnTo>
                      <a:pt x="6350" y="9148"/>
                    </a:lnTo>
                    <a:lnTo>
                      <a:pt x="7704" y="7538"/>
                    </a:lnTo>
                    <a:lnTo>
                      <a:pt x="6982" y="8983"/>
                    </a:lnTo>
                    <a:lnTo>
                      <a:pt x="8426" y="8667"/>
                    </a:lnTo>
                    <a:lnTo>
                      <a:pt x="8908" y="7629"/>
                    </a:lnTo>
                    <a:lnTo>
                      <a:pt x="8908" y="8591"/>
                    </a:lnTo>
                    <a:lnTo>
                      <a:pt x="13241" y="7538"/>
                    </a:lnTo>
                    <a:lnTo>
                      <a:pt x="13723" y="6350"/>
                    </a:lnTo>
                    <a:lnTo>
                      <a:pt x="13888" y="7222"/>
                    </a:lnTo>
                    <a:lnTo>
                      <a:pt x="16446" y="6906"/>
                    </a:lnTo>
                    <a:lnTo>
                      <a:pt x="16446" y="6906"/>
                    </a:lnTo>
                    <a:cubicBezTo>
                      <a:pt x="10187" y="8501"/>
                      <a:pt x="7704" y="13888"/>
                      <a:pt x="7704" y="13888"/>
                    </a:cubicBezTo>
                    <a:lnTo>
                      <a:pt x="12037" y="11631"/>
                    </a:lnTo>
                    <a:cubicBezTo>
                      <a:pt x="12113" y="10593"/>
                      <a:pt x="12925" y="9314"/>
                      <a:pt x="12925" y="9314"/>
                    </a:cubicBezTo>
                    <a:lnTo>
                      <a:pt x="12925" y="10999"/>
                    </a:lnTo>
                    <a:lnTo>
                      <a:pt x="13963" y="10277"/>
                    </a:lnTo>
                    <a:lnTo>
                      <a:pt x="14686" y="8591"/>
                    </a:lnTo>
                    <a:lnTo>
                      <a:pt x="14686" y="9554"/>
                    </a:lnTo>
                    <a:lnTo>
                      <a:pt x="17334" y="7629"/>
                    </a:lnTo>
                    <a:lnTo>
                      <a:pt x="19019" y="9554"/>
                    </a:lnTo>
                    <a:lnTo>
                      <a:pt x="19410" y="8832"/>
                    </a:lnTo>
                    <a:lnTo>
                      <a:pt x="19500" y="10352"/>
                    </a:lnTo>
                    <a:lnTo>
                      <a:pt x="20779" y="12202"/>
                    </a:lnTo>
                    <a:lnTo>
                      <a:pt x="21336" y="11721"/>
                    </a:lnTo>
                    <a:lnTo>
                      <a:pt x="21261" y="12834"/>
                    </a:lnTo>
                    <a:lnTo>
                      <a:pt x="22855" y="15076"/>
                    </a:lnTo>
                    <a:lnTo>
                      <a:pt x="22946" y="11149"/>
                    </a:lnTo>
                    <a:cubicBezTo>
                      <a:pt x="22946" y="10668"/>
                      <a:pt x="21577" y="10277"/>
                      <a:pt x="21577" y="10277"/>
                    </a:cubicBezTo>
                    <a:lnTo>
                      <a:pt x="22464" y="10111"/>
                    </a:lnTo>
                    <a:cubicBezTo>
                      <a:pt x="21095" y="7869"/>
                      <a:pt x="19169" y="7463"/>
                      <a:pt x="19169" y="7463"/>
                    </a:cubicBezTo>
                    <a:cubicBezTo>
                      <a:pt x="19370" y="7439"/>
                      <a:pt x="19553" y="7428"/>
                      <a:pt x="19720" y="7428"/>
                    </a:cubicBezTo>
                    <a:cubicBezTo>
                      <a:pt x="20690" y="7428"/>
                      <a:pt x="21095" y="7779"/>
                      <a:pt x="21095" y="7779"/>
                    </a:cubicBezTo>
                    <a:lnTo>
                      <a:pt x="21336" y="7298"/>
                    </a:lnTo>
                    <a:lnTo>
                      <a:pt x="21908" y="7779"/>
                    </a:lnTo>
                    <a:lnTo>
                      <a:pt x="23186" y="8260"/>
                    </a:lnTo>
                    <a:lnTo>
                      <a:pt x="23021" y="6936"/>
                    </a:lnTo>
                    <a:lnTo>
                      <a:pt x="23743" y="8351"/>
                    </a:lnTo>
                    <a:lnTo>
                      <a:pt x="25188" y="8591"/>
                    </a:lnTo>
                    <a:lnTo>
                      <a:pt x="24872" y="6936"/>
                    </a:lnTo>
                    <a:lnTo>
                      <a:pt x="24872" y="6936"/>
                    </a:lnTo>
                    <a:lnTo>
                      <a:pt x="25910" y="8832"/>
                    </a:lnTo>
                    <a:lnTo>
                      <a:pt x="28633" y="9946"/>
                    </a:lnTo>
                    <a:cubicBezTo>
                      <a:pt x="28392" y="8426"/>
                      <a:pt x="26466" y="6259"/>
                      <a:pt x="26466" y="6259"/>
                    </a:cubicBezTo>
                    <a:lnTo>
                      <a:pt x="25022" y="6184"/>
                    </a:lnTo>
                    <a:lnTo>
                      <a:pt x="25669" y="5296"/>
                    </a:lnTo>
                    <a:cubicBezTo>
                      <a:pt x="25083" y="5186"/>
                      <a:pt x="24468" y="5142"/>
                      <a:pt x="23859" y="5142"/>
                    </a:cubicBezTo>
                    <a:cubicBezTo>
                      <a:pt x="21391" y="5142"/>
                      <a:pt x="19019" y="5868"/>
                      <a:pt x="19019" y="5868"/>
                    </a:cubicBezTo>
                    <a:lnTo>
                      <a:pt x="23984" y="4258"/>
                    </a:lnTo>
                    <a:lnTo>
                      <a:pt x="23743" y="3461"/>
                    </a:lnTo>
                    <a:lnTo>
                      <a:pt x="25188" y="4093"/>
                    </a:lnTo>
                    <a:lnTo>
                      <a:pt x="29927" y="4980"/>
                    </a:lnTo>
                    <a:lnTo>
                      <a:pt x="26707" y="2408"/>
                    </a:lnTo>
                    <a:lnTo>
                      <a:pt x="25022" y="2814"/>
                    </a:lnTo>
                    <a:lnTo>
                      <a:pt x="25744" y="2016"/>
                    </a:lnTo>
                    <a:cubicBezTo>
                      <a:pt x="25744" y="2016"/>
                      <a:pt x="25188" y="1685"/>
                      <a:pt x="23578" y="1610"/>
                    </a:cubicBezTo>
                    <a:cubicBezTo>
                      <a:pt x="23562" y="1610"/>
                      <a:pt x="23547" y="1609"/>
                      <a:pt x="23531" y="1609"/>
                    </a:cubicBezTo>
                    <a:cubicBezTo>
                      <a:pt x="21918" y="1609"/>
                      <a:pt x="18612" y="5387"/>
                      <a:pt x="18612" y="5387"/>
                    </a:cubicBezTo>
                    <a:cubicBezTo>
                      <a:pt x="18612" y="5387"/>
                      <a:pt x="18612" y="4093"/>
                      <a:pt x="18297" y="2979"/>
                    </a:cubicBezTo>
                    <a:cubicBezTo>
                      <a:pt x="17966" y="1851"/>
                      <a:pt x="16446" y="1204"/>
                      <a:pt x="16446" y="1204"/>
                    </a:cubicBezTo>
                    <a:lnTo>
                      <a:pt x="16446" y="1204"/>
                    </a:lnTo>
                    <a:lnTo>
                      <a:pt x="17334" y="4980"/>
                    </a:lnTo>
                    <a:cubicBezTo>
                      <a:pt x="16687" y="3536"/>
                      <a:pt x="15483" y="2332"/>
                      <a:pt x="15483" y="2332"/>
                    </a:cubicBezTo>
                    <a:lnTo>
                      <a:pt x="13647" y="2092"/>
                    </a:lnTo>
                    <a:lnTo>
                      <a:pt x="14445" y="1776"/>
                    </a:lnTo>
                    <a:cubicBezTo>
                      <a:pt x="13557" y="813"/>
                      <a:pt x="11556" y="0"/>
                      <a:pt x="115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06" name="Google Shape;2306;p49"/>
              <p:cNvSpPr/>
              <p:nvPr/>
            </p:nvSpPr>
            <p:spPr bwMode="auto">
              <a:xfrm>
                <a:off x="11075" y="3519300"/>
                <a:ext cx="204649" cy="702300"/>
              </a:xfrm>
              <a:custGeom>
                <a:avLst/>
                <a:gdLst/>
                <a:ahLst/>
                <a:cxnLst/>
                <a:rect l="l" t="t" r="r" b="b"/>
                <a:pathLst>
                  <a:path w="8186" h="28092" extrusionOk="0">
                    <a:moveTo>
                      <a:pt x="8186" y="1"/>
                    </a:moveTo>
                    <a:cubicBezTo>
                      <a:pt x="8185" y="1"/>
                      <a:pt x="1385" y="8848"/>
                      <a:pt x="1" y="28091"/>
                    </a:cubicBezTo>
                    <a:lnTo>
                      <a:pt x="2799" y="28091"/>
                    </a:lnTo>
                    <a:cubicBezTo>
                      <a:pt x="2799" y="28091"/>
                      <a:pt x="1340" y="13782"/>
                      <a:pt x="81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2307" name="Google Shape;2307;p49"/>
            <p:cNvGrpSpPr/>
            <p:nvPr/>
          </p:nvGrpSpPr>
          <p:grpSpPr bwMode="auto">
            <a:xfrm>
              <a:off x="1572825" y="3497475"/>
              <a:ext cx="1045725" cy="738775"/>
              <a:chOff x="1572825" y="3497475"/>
              <a:chExt cx="1045725" cy="738775"/>
            </a:xfrm>
          </p:grpSpPr>
          <p:sp>
            <p:nvSpPr>
              <p:cNvPr id="2308" name="Google Shape;2308;p49"/>
              <p:cNvSpPr/>
              <p:nvPr/>
            </p:nvSpPr>
            <p:spPr bwMode="auto">
              <a:xfrm>
                <a:off x="1572825" y="3497475"/>
                <a:ext cx="1045725" cy="527025"/>
              </a:xfrm>
              <a:custGeom>
                <a:avLst/>
                <a:gdLst/>
                <a:ahLst/>
                <a:cxnLst/>
                <a:rect l="l" t="t" r="r" b="b"/>
                <a:pathLst>
                  <a:path w="41829" h="21081" extrusionOk="0">
                    <a:moveTo>
                      <a:pt x="16160" y="1"/>
                    </a:moveTo>
                    <a:lnTo>
                      <a:pt x="12113" y="1912"/>
                    </a:lnTo>
                    <a:lnTo>
                      <a:pt x="13121" y="1"/>
                    </a:lnTo>
                    <a:lnTo>
                      <a:pt x="13121" y="1"/>
                    </a:lnTo>
                    <a:cubicBezTo>
                      <a:pt x="6621" y="227"/>
                      <a:pt x="4485" y="2017"/>
                      <a:pt x="4485" y="2017"/>
                    </a:cubicBezTo>
                    <a:lnTo>
                      <a:pt x="12113" y="4259"/>
                    </a:lnTo>
                    <a:lnTo>
                      <a:pt x="14355" y="3702"/>
                    </a:lnTo>
                    <a:lnTo>
                      <a:pt x="14355" y="3702"/>
                    </a:lnTo>
                    <a:lnTo>
                      <a:pt x="13693" y="4710"/>
                    </a:lnTo>
                    <a:lnTo>
                      <a:pt x="16822" y="5839"/>
                    </a:lnTo>
                    <a:lnTo>
                      <a:pt x="18959" y="4710"/>
                    </a:lnTo>
                    <a:lnTo>
                      <a:pt x="18959" y="4710"/>
                    </a:lnTo>
                    <a:lnTo>
                      <a:pt x="17830" y="6170"/>
                    </a:lnTo>
                    <a:lnTo>
                      <a:pt x="24225" y="8080"/>
                    </a:lnTo>
                    <a:cubicBezTo>
                      <a:pt x="24225" y="8080"/>
                      <a:pt x="17424" y="7157"/>
                      <a:pt x="12715" y="7157"/>
                    </a:cubicBezTo>
                    <a:cubicBezTo>
                      <a:pt x="11721" y="7157"/>
                      <a:pt x="10820" y="7198"/>
                      <a:pt x="10097" y="7298"/>
                    </a:cubicBezTo>
                    <a:cubicBezTo>
                      <a:pt x="5944" y="7855"/>
                      <a:pt x="1" y="15032"/>
                      <a:pt x="1" y="15032"/>
                    </a:cubicBezTo>
                    <a:lnTo>
                      <a:pt x="4048" y="13467"/>
                    </a:lnTo>
                    <a:lnTo>
                      <a:pt x="6516" y="11225"/>
                    </a:lnTo>
                    <a:lnTo>
                      <a:pt x="5944" y="13121"/>
                    </a:lnTo>
                    <a:lnTo>
                      <a:pt x="8863" y="12790"/>
                    </a:lnTo>
                    <a:lnTo>
                      <a:pt x="10774" y="10548"/>
                    </a:lnTo>
                    <a:lnTo>
                      <a:pt x="9766" y="12564"/>
                    </a:lnTo>
                    <a:lnTo>
                      <a:pt x="9766" y="12564"/>
                    </a:lnTo>
                    <a:lnTo>
                      <a:pt x="11782" y="12113"/>
                    </a:lnTo>
                    <a:lnTo>
                      <a:pt x="12459" y="10653"/>
                    </a:lnTo>
                    <a:lnTo>
                      <a:pt x="12459" y="12007"/>
                    </a:lnTo>
                    <a:lnTo>
                      <a:pt x="18507" y="10548"/>
                    </a:lnTo>
                    <a:lnTo>
                      <a:pt x="19184" y="8863"/>
                    </a:lnTo>
                    <a:lnTo>
                      <a:pt x="19410" y="10097"/>
                    </a:lnTo>
                    <a:lnTo>
                      <a:pt x="22991" y="9645"/>
                    </a:lnTo>
                    <a:lnTo>
                      <a:pt x="22991" y="9645"/>
                    </a:lnTo>
                    <a:cubicBezTo>
                      <a:pt x="14249" y="11887"/>
                      <a:pt x="10774" y="19410"/>
                      <a:pt x="10774" y="19410"/>
                    </a:cubicBezTo>
                    <a:lnTo>
                      <a:pt x="16822" y="16265"/>
                    </a:lnTo>
                    <a:cubicBezTo>
                      <a:pt x="16942" y="14806"/>
                      <a:pt x="18056" y="13016"/>
                      <a:pt x="18056" y="13016"/>
                    </a:cubicBezTo>
                    <a:lnTo>
                      <a:pt x="18056" y="15363"/>
                    </a:lnTo>
                    <a:lnTo>
                      <a:pt x="19515" y="14355"/>
                    </a:lnTo>
                    <a:lnTo>
                      <a:pt x="20523" y="12007"/>
                    </a:lnTo>
                    <a:lnTo>
                      <a:pt x="20523" y="13347"/>
                    </a:lnTo>
                    <a:lnTo>
                      <a:pt x="24225" y="10653"/>
                    </a:lnTo>
                    <a:lnTo>
                      <a:pt x="26587" y="13347"/>
                    </a:lnTo>
                    <a:lnTo>
                      <a:pt x="27144" y="12338"/>
                    </a:lnTo>
                    <a:lnTo>
                      <a:pt x="27264" y="14475"/>
                    </a:lnTo>
                    <a:lnTo>
                      <a:pt x="29054" y="17048"/>
                    </a:lnTo>
                    <a:lnTo>
                      <a:pt x="29837" y="16371"/>
                    </a:lnTo>
                    <a:lnTo>
                      <a:pt x="29716" y="17951"/>
                    </a:lnTo>
                    <a:lnTo>
                      <a:pt x="31973" y="21080"/>
                    </a:lnTo>
                    <a:lnTo>
                      <a:pt x="32079" y="15588"/>
                    </a:lnTo>
                    <a:cubicBezTo>
                      <a:pt x="32079" y="14926"/>
                      <a:pt x="30168" y="14355"/>
                      <a:pt x="30168" y="14355"/>
                    </a:cubicBezTo>
                    <a:lnTo>
                      <a:pt x="31401" y="14129"/>
                    </a:lnTo>
                    <a:cubicBezTo>
                      <a:pt x="29506" y="10999"/>
                      <a:pt x="26813" y="10428"/>
                      <a:pt x="26813" y="10428"/>
                    </a:cubicBezTo>
                    <a:cubicBezTo>
                      <a:pt x="27083" y="10395"/>
                      <a:pt x="27332" y="10382"/>
                      <a:pt x="27559" y="10382"/>
                    </a:cubicBezTo>
                    <a:cubicBezTo>
                      <a:pt x="28920" y="10382"/>
                      <a:pt x="29506" y="10879"/>
                      <a:pt x="29506" y="10879"/>
                    </a:cubicBezTo>
                    <a:lnTo>
                      <a:pt x="29837" y="10202"/>
                    </a:lnTo>
                    <a:lnTo>
                      <a:pt x="30619" y="10879"/>
                    </a:lnTo>
                    <a:lnTo>
                      <a:pt x="32410" y="11556"/>
                    </a:lnTo>
                    <a:lnTo>
                      <a:pt x="32410" y="11556"/>
                    </a:lnTo>
                    <a:lnTo>
                      <a:pt x="32184" y="9705"/>
                    </a:lnTo>
                    <a:lnTo>
                      <a:pt x="33207" y="11661"/>
                    </a:lnTo>
                    <a:lnTo>
                      <a:pt x="35223" y="12007"/>
                    </a:lnTo>
                    <a:lnTo>
                      <a:pt x="34772" y="9705"/>
                    </a:lnTo>
                    <a:lnTo>
                      <a:pt x="36231" y="12338"/>
                    </a:lnTo>
                    <a:lnTo>
                      <a:pt x="40038" y="13903"/>
                    </a:lnTo>
                    <a:cubicBezTo>
                      <a:pt x="39707" y="11782"/>
                      <a:pt x="37014" y="8758"/>
                      <a:pt x="37014" y="8758"/>
                    </a:cubicBezTo>
                    <a:lnTo>
                      <a:pt x="34997" y="8637"/>
                    </a:lnTo>
                    <a:lnTo>
                      <a:pt x="35885" y="7403"/>
                    </a:lnTo>
                    <a:cubicBezTo>
                      <a:pt x="35058" y="7247"/>
                      <a:pt x="34189" y="7184"/>
                      <a:pt x="33329" y="7184"/>
                    </a:cubicBezTo>
                    <a:cubicBezTo>
                      <a:pt x="29890" y="7184"/>
                      <a:pt x="26587" y="8186"/>
                      <a:pt x="26587" y="8186"/>
                    </a:cubicBezTo>
                    <a:lnTo>
                      <a:pt x="33538" y="5944"/>
                    </a:lnTo>
                    <a:lnTo>
                      <a:pt x="33207" y="4831"/>
                    </a:lnTo>
                    <a:lnTo>
                      <a:pt x="35223" y="5718"/>
                    </a:lnTo>
                    <a:lnTo>
                      <a:pt x="41828" y="6952"/>
                    </a:lnTo>
                    <a:lnTo>
                      <a:pt x="37345" y="3371"/>
                    </a:lnTo>
                    <a:lnTo>
                      <a:pt x="34997" y="3928"/>
                    </a:lnTo>
                    <a:lnTo>
                      <a:pt x="34997" y="3928"/>
                    </a:lnTo>
                    <a:lnTo>
                      <a:pt x="36005" y="2814"/>
                    </a:lnTo>
                    <a:cubicBezTo>
                      <a:pt x="36005" y="2814"/>
                      <a:pt x="35223" y="2363"/>
                      <a:pt x="32981" y="2243"/>
                    </a:cubicBezTo>
                    <a:cubicBezTo>
                      <a:pt x="32960" y="2242"/>
                      <a:pt x="32938" y="2241"/>
                      <a:pt x="32915" y="2241"/>
                    </a:cubicBezTo>
                    <a:cubicBezTo>
                      <a:pt x="30649" y="2241"/>
                      <a:pt x="26030" y="7524"/>
                      <a:pt x="26030" y="7524"/>
                    </a:cubicBezTo>
                    <a:cubicBezTo>
                      <a:pt x="26030" y="7524"/>
                      <a:pt x="26030" y="5718"/>
                      <a:pt x="25579" y="4154"/>
                    </a:cubicBezTo>
                    <a:cubicBezTo>
                      <a:pt x="25127" y="2589"/>
                      <a:pt x="22991" y="1686"/>
                      <a:pt x="22991" y="1686"/>
                    </a:cubicBezTo>
                    <a:lnTo>
                      <a:pt x="22991" y="1686"/>
                    </a:lnTo>
                    <a:lnTo>
                      <a:pt x="24225" y="6952"/>
                    </a:lnTo>
                    <a:cubicBezTo>
                      <a:pt x="23337" y="4936"/>
                      <a:pt x="21652" y="3251"/>
                      <a:pt x="21652" y="3251"/>
                    </a:cubicBezTo>
                    <a:lnTo>
                      <a:pt x="19064" y="2920"/>
                    </a:lnTo>
                    <a:lnTo>
                      <a:pt x="20192" y="2468"/>
                    </a:lnTo>
                    <a:cubicBezTo>
                      <a:pt x="18959" y="1129"/>
                      <a:pt x="16160" y="1"/>
                      <a:pt x="161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09" name="Google Shape;2309;p49"/>
              <p:cNvSpPr/>
              <p:nvPr/>
            </p:nvSpPr>
            <p:spPr bwMode="auto">
              <a:xfrm>
                <a:off x="1976050" y="3763800"/>
                <a:ext cx="202399" cy="472450"/>
              </a:xfrm>
              <a:custGeom>
                <a:avLst/>
                <a:gdLst/>
                <a:ahLst/>
                <a:cxnLst/>
                <a:rect l="l" t="t" r="r" b="b"/>
                <a:pathLst>
                  <a:path w="8096" h="18898" extrusionOk="0">
                    <a:moveTo>
                      <a:pt x="8096" y="0"/>
                    </a:moveTo>
                    <a:cubicBezTo>
                      <a:pt x="8095" y="1"/>
                      <a:pt x="3446" y="6050"/>
                      <a:pt x="1" y="18898"/>
                    </a:cubicBezTo>
                    <a:lnTo>
                      <a:pt x="1867" y="18898"/>
                    </a:lnTo>
                    <a:cubicBezTo>
                      <a:pt x="2980" y="13045"/>
                      <a:pt x="4891" y="6485"/>
                      <a:pt x="80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2310" name="Google Shape;2310;p49"/>
            <p:cNvGrpSpPr/>
            <p:nvPr/>
          </p:nvGrpSpPr>
          <p:grpSpPr bwMode="auto">
            <a:xfrm>
              <a:off x="-1030475" y="2575175"/>
              <a:ext cx="1113800" cy="1659575"/>
              <a:chOff x="2322325" y="2575175"/>
              <a:chExt cx="1113800" cy="1659575"/>
            </a:xfrm>
          </p:grpSpPr>
          <p:sp>
            <p:nvSpPr>
              <p:cNvPr id="2311" name="Google Shape;2311;p49"/>
              <p:cNvSpPr/>
              <p:nvPr/>
            </p:nvSpPr>
            <p:spPr bwMode="auto">
              <a:xfrm>
                <a:off x="2322325" y="2575175"/>
                <a:ext cx="1113800" cy="561600"/>
              </a:xfrm>
              <a:custGeom>
                <a:avLst/>
                <a:gdLst/>
                <a:ahLst/>
                <a:cxnLst/>
                <a:rect l="l" t="t" r="r" b="b"/>
                <a:pathLst>
                  <a:path w="44552" h="22464" extrusionOk="0">
                    <a:moveTo>
                      <a:pt x="27354" y="1"/>
                    </a:moveTo>
                    <a:cubicBezTo>
                      <a:pt x="27354" y="1"/>
                      <a:pt x="24360" y="1204"/>
                      <a:pt x="23051" y="2634"/>
                    </a:cubicBezTo>
                    <a:lnTo>
                      <a:pt x="24240" y="3115"/>
                    </a:lnTo>
                    <a:lnTo>
                      <a:pt x="21501" y="3476"/>
                    </a:lnTo>
                    <a:cubicBezTo>
                      <a:pt x="21501" y="3476"/>
                      <a:pt x="19711" y="5267"/>
                      <a:pt x="18748" y="7418"/>
                    </a:cubicBezTo>
                    <a:lnTo>
                      <a:pt x="20057" y="1806"/>
                    </a:lnTo>
                    <a:lnTo>
                      <a:pt x="20057" y="1806"/>
                    </a:lnTo>
                    <a:cubicBezTo>
                      <a:pt x="20057" y="1806"/>
                      <a:pt x="17800" y="2754"/>
                      <a:pt x="17319" y="4424"/>
                    </a:cubicBezTo>
                    <a:cubicBezTo>
                      <a:pt x="16837" y="6094"/>
                      <a:pt x="16837" y="8005"/>
                      <a:pt x="16837" y="8005"/>
                    </a:cubicBezTo>
                    <a:cubicBezTo>
                      <a:pt x="16837" y="8005"/>
                      <a:pt x="11930" y="2391"/>
                      <a:pt x="9510" y="2391"/>
                    </a:cubicBezTo>
                    <a:cubicBezTo>
                      <a:pt x="9485" y="2391"/>
                      <a:pt x="9459" y="2392"/>
                      <a:pt x="9435" y="2393"/>
                    </a:cubicBezTo>
                    <a:cubicBezTo>
                      <a:pt x="7042" y="2513"/>
                      <a:pt x="6200" y="2995"/>
                      <a:pt x="6200" y="2995"/>
                    </a:cubicBezTo>
                    <a:lnTo>
                      <a:pt x="7283" y="4183"/>
                    </a:lnTo>
                    <a:lnTo>
                      <a:pt x="7283" y="4183"/>
                    </a:lnTo>
                    <a:lnTo>
                      <a:pt x="4770" y="3597"/>
                    </a:lnTo>
                    <a:lnTo>
                      <a:pt x="1" y="7418"/>
                    </a:lnTo>
                    <a:lnTo>
                      <a:pt x="7042" y="6094"/>
                    </a:lnTo>
                    <a:lnTo>
                      <a:pt x="9194" y="5146"/>
                    </a:lnTo>
                    <a:lnTo>
                      <a:pt x="8833" y="6335"/>
                    </a:lnTo>
                    <a:lnTo>
                      <a:pt x="16235" y="8727"/>
                    </a:lnTo>
                    <a:cubicBezTo>
                      <a:pt x="16235" y="8727"/>
                      <a:pt x="12708" y="7654"/>
                      <a:pt x="9030" y="7654"/>
                    </a:cubicBezTo>
                    <a:cubicBezTo>
                      <a:pt x="8119" y="7654"/>
                      <a:pt x="7198" y="7720"/>
                      <a:pt x="6320" y="7885"/>
                    </a:cubicBezTo>
                    <a:lnTo>
                      <a:pt x="7283" y="9209"/>
                    </a:lnTo>
                    <a:lnTo>
                      <a:pt x="5131" y="9329"/>
                    </a:lnTo>
                    <a:cubicBezTo>
                      <a:pt x="5131" y="9329"/>
                      <a:pt x="2273" y="12549"/>
                      <a:pt x="1912" y="14821"/>
                    </a:cubicBezTo>
                    <a:lnTo>
                      <a:pt x="5974" y="13151"/>
                    </a:lnTo>
                    <a:lnTo>
                      <a:pt x="7524" y="10337"/>
                    </a:lnTo>
                    <a:lnTo>
                      <a:pt x="7042" y="12790"/>
                    </a:lnTo>
                    <a:lnTo>
                      <a:pt x="7042" y="12790"/>
                    </a:lnTo>
                    <a:lnTo>
                      <a:pt x="9194" y="12428"/>
                    </a:lnTo>
                    <a:lnTo>
                      <a:pt x="10262" y="10337"/>
                    </a:lnTo>
                    <a:lnTo>
                      <a:pt x="10262" y="10337"/>
                    </a:lnTo>
                    <a:lnTo>
                      <a:pt x="10036" y="12308"/>
                    </a:lnTo>
                    <a:lnTo>
                      <a:pt x="11947" y="11601"/>
                    </a:lnTo>
                    <a:lnTo>
                      <a:pt x="12775" y="10879"/>
                    </a:lnTo>
                    <a:lnTo>
                      <a:pt x="13136" y="11601"/>
                    </a:lnTo>
                    <a:cubicBezTo>
                      <a:pt x="13136" y="11601"/>
                      <a:pt x="13755" y="11070"/>
                      <a:pt x="15201" y="11070"/>
                    </a:cubicBezTo>
                    <a:cubicBezTo>
                      <a:pt x="15442" y="11070"/>
                      <a:pt x="15707" y="11085"/>
                      <a:pt x="15995" y="11119"/>
                    </a:cubicBezTo>
                    <a:cubicBezTo>
                      <a:pt x="15995" y="11119"/>
                      <a:pt x="13136" y="11706"/>
                      <a:pt x="11105" y="15061"/>
                    </a:cubicBezTo>
                    <a:lnTo>
                      <a:pt x="12414" y="15302"/>
                    </a:lnTo>
                    <a:cubicBezTo>
                      <a:pt x="12414" y="15302"/>
                      <a:pt x="10382" y="15889"/>
                      <a:pt x="10382" y="16611"/>
                    </a:cubicBezTo>
                    <a:lnTo>
                      <a:pt x="10503" y="22464"/>
                    </a:lnTo>
                    <a:lnTo>
                      <a:pt x="12895" y="19124"/>
                    </a:lnTo>
                    <a:lnTo>
                      <a:pt x="12775" y="17439"/>
                    </a:lnTo>
                    <a:lnTo>
                      <a:pt x="13617" y="18161"/>
                    </a:lnTo>
                    <a:lnTo>
                      <a:pt x="15528" y="15423"/>
                    </a:lnTo>
                    <a:lnTo>
                      <a:pt x="15648" y="13151"/>
                    </a:lnTo>
                    <a:lnTo>
                      <a:pt x="16235" y="14219"/>
                    </a:lnTo>
                    <a:lnTo>
                      <a:pt x="18748" y="11360"/>
                    </a:lnTo>
                    <a:lnTo>
                      <a:pt x="22690" y="14219"/>
                    </a:lnTo>
                    <a:lnTo>
                      <a:pt x="22690" y="12790"/>
                    </a:lnTo>
                    <a:lnTo>
                      <a:pt x="23758" y="15302"/>
                    </a:lnTo>
                    <a:lnTo>
                      <a:pt x="25323" y="16370"/>
                    </a:lnTo>
                    <a:lnTo>
                      <a:pt x="25323" y="13858"/>
                    </a:lnTo>
                    <a:cubicBezTo>
                      <a:pt x="25323" y="13858"/>
                      <a:pt x="26512" y="15769"/>
                      <a:pt x="26632" y="17333"/>
                    </a:cubicBezTo>
                    <a:lnTo>
                      <a:pt x="33087" y="20674"/>
                    </a:lnTo>
                    <a:cubicBezTo>
                      <a:pt x="33087" y="20674"/>
                      <a:pt x="29385" y="12669"/>
                      <a:pt x="20057" y="10277"/>
                    </a:cubicBezTo>
                    <a:lnTo>
                      <a:pt x="20057" y="10277"/>
                    </a:lnTo>
                    <a:lnTo>
                      <a:pt x="23879" y="10758"/>
                    </a:lnTo>
                    <a:lnTo>
                      <a:pt x="24119" y="9449"/>
                    </a:lnTo>
                    <a:lnTo>
                      <a:pt x="24841" y="11240"/>
                    </a:lnTo>
                    <a:lnTo>
                      <a:pt x="31296" y="12790"/>
                    </a:lnTo>
                    <a:lnTo>
                      <a:pt x="31296" y="11360"/>
                    </a:lnTo>
                    <a:lnTo>
                      <a:pt x="32003" y="12910"/>
                    </a:lnTo>
                    <a:lnTo>
                      <a:pt x="34155" y="13391"/>
                    </a:lnTo>
                    <a:lnTo>
                      <a:pt x="33087" y="11240"/>
                    </a:lnTo>
                    <a:lnTo>
                      <a:pt x="33087" y="11240"/>
                    </a:lnTo>
                    <a:lnTo>
                      <a:pt x="35118" y="13617"/>
                    </a:lnTo>
                    <a:lnTo>
                      <a:pt x="38217" y="13978"/>
                    </a:lnTo>
                    <a:lnTo>
                      <a:pt x="37615" y="11947"/>
                    </a:lnTo>
                    <a:lnTo>
                      <a:pt x="40248" y="14339"/>
                    </a:lnTo>
                    <a:lnTo>
                      <a:pt x="44551" y="16009"/>
                    </a:lnTo>
                    <a:cubicBezTo>
                      <a:pt x="44551" y="16009"/>
                      <a:pt x="38217" y="8366"/>
                      <a:pt x="33794" y="7764"/>
                    </a:cubicBezTo>
                    <a:cubicBezTo>
                      <a:pt x="33043" y="7664"/>
                      <a:pt x="32111" y="7623"/>
                      <a:pt x="31083" y="7623"/>
                    </a:cubicBezTo>
                    <a:cubicBezTo>
                      <a:pt x="26071" y="7623"/>
                      <a:pt x="18748" y="8607"/>
                      <a:pt x="18748" y="8607"/>
                    </a:cubicBezTo>
                    <a:lnTo>
                      <a:pt x="25564" y="6576"/>
                    </a:lnTo>
                    <a:lnTo>
                      <a:pt x="24360" y="5026"/>
                    </a:lnTo>
                    <a:lnTo>
                      <a:pt x="26632" y="6215"/>
                    </a:lnTo>
                    <a:lnTo>
                      <a:pt x="29972" y="5026"/>
                    </a:lnTo>
                    <a:lnTo>
                      <a:pt x="29265" y="3943"/>
                    </a:lnTo>
                    <a:lnTo>
                      <a:pt x="31642" y="4544"/>
                    </a:lnTo>
                    <a:lnTo>
                      <a:pt x="39767" y="2152"/>
                    </a:lnTo>
                    <a:cubicBezTo>
                      <a:pt x="39767" y="2152"/>
                      <a:pt x="37495" y="241"/>
                      <a:pt x="30574" y="1"/>
                    </a:cubicBezTo>
                    <a:lnTo>
                      <a:pt x="30574" y="1"/>
                    </a:lnTo>
                    <a:lnTo>
                      <a:pt x="31642" y="2032"/>
                    </a:lnTo>
                    <a:lnTo>
                      <a:pt x="31642" y="2032"/>
                    </a:lnTo>
                    <a:lnTo>
                      <a:pt x="273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12" name="Google Shape;2312;p49"/>
              <p:cNvSpPr/>
              <p:nvPr/>
            </p:nvSpPr>
            <p:spPr bwMode="auto">
              <a:xfrm>
                <a:off x="2775975" y="2844125"/>
                <a:ext cx="283250" cy="1390625"/>
              </a:xfrm>
              <a:custGeom>
                <a:avLst/>
                <a:gdLst/>
                <a:ahLst/>
                <a:cxnLst/>
                <a:rect l="l" t="t" r="r" b="b"/>
                <a:pathLst>
                  <a:path w="11330" h="5562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9464" y="27293"/>
                      <a:pt x="7448" y="55625"/>
                      <a:pt x="7448" y="55625"/>
                    </a:cubicBezTo>
                    <a:lnTo>
                      <a:pt x="11330" y="55625"/>
                    </a:lnTo>
                    <a:cubicBezTo>
                      <a:pt x="9419" y="17530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2313" name="Google Shape;2313;p49"/>
            <p:cNvGrpSpPr/>
            <p:nvPr/>
          </p:nvGrpSpPr>
          <p:grpSpPr bwMode="auto">
            <a:xfrm>
              <a:off x="-522300" y="3118325"/>
              <a:ext cx="694400" cy="1122075"/>
              <a:chOff x="2830500" y="3118325"/>
              <a:chExt cx="694400" cy="1122075"/>
            </a:xfrm>
          </p:grpSpPr>
          <p:sp>
            <p:nvSpPr>
              <p:cNvPr id="2314" name="Google Shape;2314;p49"/>
              <p:cNvSpPr/>
              <p:nvPr/>
            </p:nvSpPr>
            <p:spPr bwMode="auto">
              <a:xfrm>
                <a:off x="2830500" y="3118325"/>
                <a:ext cx="694400" cy="379925"/>
              </a:xfrm>
              <a:custGeom>
                <a:avLst/>
                <a:gdLst/>
                <a:ahLst/>
                <a:cxnLst/>
                <a:rect l="l" t="t" r="r" b="b"/>
                <a:pathLst>
                  <a:path w="27776" h="15197" extrusionOk="0">
                    <a:moveTo>
                      <a:pt x="10713" y="1"/>
                    </a:moveTo>
                    <a:lnTo>
                      <a:pt x="8035" y="1385"/>
                    </a:lnTo>
                    <a:lnTo>
                      <a:pt x="8712" y="1"/>
                    </a:lnTo>
                    <a:lnTo>
                      <a:pt x="8712" y="1"/>
                    </a:lnTo>
                    <a:cubicBezTo>
                      <a:pt x="4394" y="166"/>
                      <a:pt x="2965" y="1460"/>
                      <a:pt x="2965" y="1460"/>
                    </a:cubicBezTo>
                    <a:lnTo>
                      <a:pt x="8035" y="3070"/>
                    </a:lnTo>
                    <a:lnTo>
                      <a:pt x="9525" y="2679"/>
                    </a:lnTo>
                    <a:lnTo>
                      <a:pt x="9525" y="2679"/>
                    </a:lnTo>
                    <a:lnTo>
                      <a:pt x="9073" y="3401"/>
                    </a:lnTo>
                    <a:lnTo>
                      <a:pt x="11165" y="4214"/>
                    </a:lnTo>
                    <a:lnTo>
                      <a:pt x="12579" y="3401"/>
                    </a:lnTo>
                    <a:lnTo>
                      <a:pt x="11842" y="4454"/>
                    </a:lnTo>
                    <a:lnTo>
                      <a:pt x="16085" y="5823"/>
                    </a:lnTo>
                    <a:cubicBezTo>
                      <a:pt x="16085" y="5823"/>
                      <a:pt x="11501" y="5158"/>
                      <a:pt x="8372" y="5158"/>
                    </a:cubicBezTo>
                    <a:cubicBezTo>
                      <a:pt x="7736" y="5158"/>
                      <a:pt x="7161" y="5186"/>
                      <a:pt x="6696" y="5252"/>
                    </a:cubicBezTo>
                    <a:cubicBezTo>
                      <a:pt x="3943" y="5658"/>
                      <a:pt x="1" y="10834"/>
                      <a:pt x="1" y="10834"/>
                    </a:cubicBezTo>
                    <a:lnTo>
                      <a:pt x="2679" y="9705"/>
                    </a:lnTo>
                    <a:lnTo>
                      <a:pt x="4319" y="8080"/>
                    </a:lnTo>
                    <a:lnTo>
                      <a:pt x="3943" y="9450"/>
                    </a:lnTo>
                    <a:lnTo>
                      <a:pt x="5884" y="9209"/>
                    </a:lnTo>
                    <a:lnTo>
                      <a:pt x="7147" y="7599"/>
                    </a:lnTo>
                    <a:lnTo>
                      <a:pt x="6470" y="9058"/>
                    </a:lnTo>
                    <a:lnTo>
                      <a:pt x="7809" y="8727"/>
                    </a:lnTo>
                    <a:lnTo>
                      <a:pt x="8261" y="7674"/>
                    </a:lnTo>
                    <a:lnTo>
                      <a:pt x="8261" y="8652"/>
                    </a:lnTo>
                    <a:lnTo>
                      <a:pt x="12278" y="7599"/>
                    </a:lnTo>
                    <a:lnTo>
                      <a:pt x="12729" y="6395"/>
                    </a:lnTo>
                    <a:lnTo>
                      <a:pt x="12880" y="7283"/>
                    </a:lnTo>
                    <a:lnTo>
                      <a:pt x="15257" y="6952"/>
                    </a:lnTo>
                    <a:lnTo>
                      <a:pt x="15257" y="6952"/>
                    </a:lnTo>
                    <a:cubicBezTo>
                      <a:pt x="9449" y="8562"/>
                      <a:pt x="7147" y="13978"/>
                      <a:pt x="7147" y="13978"/>
                    </a:cubicBezTo>
                    <a:lnTo>
                      <a:pt x="11165" y="11721"/>
                    </a:lnTo>
                    <a:cubicBezTo>
                      <a:pt x="11240" y="10668"/>
                      <a:pt x="11977" y="9374"/>
                      <a:pt x="11977" y="9374"/>
                    </a:cubicBezTo>
                    <a:lnTo>
                      <a:pt x="11977" y="11074"/>
                    </a:lnTo>
                    <a:lnTo>
                      <a:pt x="12955" y="10352"/>
                    </a:lnTo>
                    <a:lnTo>
                      <a:pt x="13617" y="8652"/>
                    </a:lnTo>
                    <a:lnTo>
                      <a:pt x="13617" y="9615"/>
                    </a:lnTo>
                    <a:lnTo>
                      <a:pt x="16085" y="7674"/>
                    </a:lnTo>
                    <a:lnTo>
                      <a:pt x="17649" y="9615"/>
                    </a:lnTo>
                    <a:lnTo>
                      <a:pt x="18011" y="8893"/>
                    </a:lnTo>
                    <a:lnTo>
                      <a:pt x="18086" y="10427"/>
                    </a:lnTo>
                    <a:lnTo>
                      <a:pt x="19289" y="12278"/>
                    </a:lnTo>
                    <a:lnTo>
                      <a:pt x="19801" y="11797"/>
                    </a:lnTo>
                    <a:lnTo>
                      <a:pt x="19726" y="12925"/>
                    </a:lnTo>
                    <a:lnTo>
                      <a:pt x="21215" y="15197"/>
                    </a:lnTo>
                    <a:lnTo>
                      <a:pt x="21291" y="11240"/>
                    </a:lnTo>
                    <a:cubicBezTo>
                      <a:pt x="21291" y="10743"/>
                      <a:pt x="20027" y="10352"/>
                      <a:pt x="20027" y="10352"/>
                    </a:cubicBezTo>
                    <a:lnTo>
                      <a:pt x="20839" y="10187"/>
                    </a:lnTo>
                    <a:cubicBezTo>
                      <a:pt x="19575" y="7915"/>
                      <a:pt x="17800" y="7524"/>
                      <a:pt x="17800" y="7524"/>
                    </a:cubicBezTo>
                    <a:cubicBezTo>
                      <a:pt x="17985" y="7499"/>
                      <a:pt x="18154" y="7489"/>
                      <a:pt x="18308" y="7489"/>
                    </a:cubicBezTo>
                    <a:cubicBezTo>
                      <a:pt x="19203" y="7489"/>
                      <a:pt x="19575" y="7840"/>
                      <a:pt x="19575" y="7840"/>
                    </a:cubicBezTo>
                    <a:lnTo>
                      <a:pt x="19801" y="7358"/>
                    </a:lnTo>
                    <a:lnTo>
                      <a:pt x="20328" y="7840"/>
                    </a:lnTo>
                    <a:lnTo>
                      <a:pt x="21516" y="8321"/>
                    </a:lnTo>
                    <a:lnTo>
                      <a:pt x="21366" y="6997"/>
                    </a:lnTo>
                    <a:lnTo>
                      <a:pt x="22043" y="8411"/>
                    </a:lnTo>
                    <a:lnTo>
                      <a:pt x="23382" y="8652"/>
                    </a:lnTo>
                    <a:lnTo>
                      <a:pt x="23081" y="6997"/>
                    </a:lnTo>
                    <a:lnTo>
                      <a:pt x="24044" y="8893"/>
                    </a:lnTo>
                    <a:lnTo>
                      <a:pt x="26587" y="10021"/>
                    </a:lnTo>
                    <a:cubicBezTo>
                      <a:pt x="26361" y="8487"/>
                      <a:pt x="24571" y="6305"/>
                      <a:pt x="24571" y="6305"/>
                    </a:cubicBezTo>
                    <a:lnTo>
                      <a:pt x="23231" y="6230"/>
                    </a:lnTo>
                    <a:lnTo>
                      <a:pt x="23818" y="5342"/>
                    </a:lnTo>
                    <a:cubicBezTo>
                      <a:pt x="23262" y="5226"/>
                      <a:pt x="22678" y="5180"/>
                      <a:pt x="22101" y="5180"/>
                    </a:cubicBezTo>
                    <a:cubicBezTo>
                      <a:pt x="19824" y="5180"/>
                      <a:pt x="17649" y="5899"/>
                      <a:pt x="17649" y="5899"/>
                    </a:cubicBezTo>
                    <a:lnTo>
                      <a:pt x="22253" y="4289"/>
                    </a:lnTo>
                    <a:lnTo>
                      <a:pt x="22043" y="3476"/>
                    </a:lnTo>
                    <a:lnTo>
                      <a:pt x="23382" y="4123"/>
                    </a:lnTo>
                    <a:lnTo>
                      <a:pt x="27775" y="5011"/>
                    </a:lnTo>
                    <a:lnTo>
                      <a:pt x="24796" y="2438"/>
                    </a:lnTo>
                    <a:lnTo>
                      <a:pt x="23231" y="2829"/>
                    </a:lnTo>
                    <a:lnTo>
                      <a:pt x="23893" y="2032"/>
                    </a:lnTo>
                    <a:cubicBezTo>
                      <a:pt x="23893" y="2032"/>
                      <a:pt x="23382" y="1701"/>
                      <a:pt x="21892" y="1626"/>
                    </a:cubicBezTo>
                    <a:cubicBezTo>
                      <a:pt x="21875" y="1625"/>
                      <a:pt x="21858" y="1624"/>
                      <a:pt x="21840" y="1624"/>
                    </a:cubicBezTo>
                    <a:cubicBezTo>
                      <a:pt x="20331" y="1624"/>
                      <a:pt x="17273" y="5417"/>
                      <a:pt x="17273" y="5417"/>
                    </a:cubicBezTo>
                    <a:cubicBezTo>
                      <a:pt x="17273" y="5417"/>
                      <a:pt x="17273" y="4123"/>
                      <a:pt x="16972" y="2995"/>
                    </a:cubicBezTo>
                    <a:cubicBezTo>
                      <a:pt x="16671" y="1866"/>
                      <a:pt x="15257" y="1220"/>
                      <a:pt x="15257" y="1219"/>
                    </a:cubicBezTo>
                    <a:lnTo>
                      <a:pt x="15257" y="1219"/>
                    </a:lnTo>
                    <a:lnTo>
                      <a:pt x="16085" y="5011"/>
                    </a:lnTo>
                    <a:cubicBezTo>
                      <a:pt x="15483" y="3567"/>
                      <a:pt x="14369" y="2348"/>
                      <a:pt x="14369" y="2348"/>
                    </a:cubicBezTo>
                    <a:lnTo>
                      <a:pt x="12654" y="2107"/>
                    </a:lnTo>
                    <a:lnTo>
                      <a:pt x="13391" y="1791"/>
                    </a:lnTo>
                    <a:cubicBezTo>
                      <a:pt x="12579" y="813"/>
                      <a:pt x="10713" y="1"/>
                      <a:pt x="10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15" name="Google Shape;2315;p49"/>
              <p:cNvSpPr/>
              <p:nvPr/>
            </p:nvSpPr>
            <p:spPr bwMode="auto">
              <a:xfrm>
                <a:off x="3065225" y="3300375"/>
                <a:ext cx="176800" cy="940025"/>
              </a:xfrm>
              <a:custGeom>
                <a:avLst/>
                <a:gdLst/>
                <a:ahLst/>
                <a:cxnLst/>
                <a:rect l="l" t="t" r="r" b="b"/>
                <a:pathLst>
                  <a:path w="7072" h="37601" extrusionOk="0">
                    <a:moveTo>
                      <a:pt x="7072" y="1"/>
                    </a:moveTo>
                    <a:cubicBezTo>
                      <a:pt x="7071" y="2"/>
                      <a:pt x="1189" y="11843"/>
                      <a:pt x="0" y="37600"/>
                    </a:cubicBezTo>
                    <a:lnTo>
                      <a:pt x="2423" y="37600"/>
                    </a:lnTo>
                    <a:cubicBezTo>
                      <a:pt x="2423" y="37600"/>
                      <a:pt x="1159" y="18447"/>
                      <a:pt x="70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2316" name="Google Shape;2316;p49"/>
            <p:cNvGrpSpPr/>
            <p:nvPr/>
          </p:nvGrpSpPr>
          <p:grpSpPr bwMode="auto">
            <a:xfrm>
              <a:off x="156650" y="3061150"/>
              <a:ext cx="779400" cy="1161200"/>
              <a:chOff x="156650" y="3061150"/>
              <a:chExt cx="779400" cy="1161200"/>
            </a:xfrm>
          </p:grpSpPr>
          <p:sp>
            <p:nvSpPr>
              <p:cNvPr id="2317" name="Google Shape;2317;p49"/>
              <p:cNvSpPr/>
              <p:nvPr/>
            </p:nvSpPr>
            <p:spPr bwMode="auto">
              <a:xfrm>
                <a:off x="156650" y="3061150"/>
                <a:ext cx="779400" cy="392725"/>
              </a:xfrm>
              <a:custGeom>
                <a:avLst/>
                <a:gdLst/>
                <a:ahLst/>
                <a:cxnLst/>
                <a:rect l="l" t="t" r="r" b="b"/>
                <a:pathLst>
                  <a:path w="31176" h="15709" extrusionOk="0">
                    <a:moveTo>
                      <a:pt x="12022" y="1"/>
                    </a:moveTo>
                    <a:lnTo>
                      <a:pt x="9013" y="1415"/>
                    </a:lnTo>
                    <a:lnTo>
                      <a:pt x="9013" y="1415"/>
                    </a:lnTo>
                    <a:lnTo>
                      <a:pt x="9765" y="1"/>
                    </a:lnTo>
                    <a:lnTo>
                      <a:pt x="9765" y="1"/>
                    </a:lnTo>
                    <a:cubicBezTo>
                      <a:pt x="4920" y="166"/>
                      <a:pt x="3341" y="1505"/>
                      <a:pt x="3341" y="1505"/>
                    </a:cubicBezTo>
                    <a:lnTo>
                      <a:pt x="9013" y="3175"/>
                    </a:lnTo>
                    <a:lnTo>
                      <a:pt x="10698" y="2754"/>
                    </a:lnTo>
                    <a:lnTo>
                      <a:pt x="10186" y="3506"/>
                    </a:lnTo>
                    <a:lnTo>
                      <a:pt x="12534" y="4334"/>
                    </a:lnTo>
                    <a:lnTo>
                      <a:pt x="14113" y="3506"/>
                    </a:lnTo>
                    <a:lnTo>
                      <a:pt x="13286" y="4590"/>
                    </a:lnTo>
                    <a:lnTo>
                      <a:pt x="18040" y="6019"/>
                    </a:lnTo>
                    <a:cubicBezTo>
                      <a:pt x="18040" y="6019"/>
                      <a:pt x="12955" y="5329"/>
                      <a:pt x="9451" y="5329"/>
                    </a:cubicBezTo>
                    <a:cubicBezTo>
                      <a:pt x="8719" y="5329"/>
                      <a:pt x="8056" y="5360"/>
                      <a:pt x="7523" y="5432"/>
                    </a:cubicBezTo>
                    <a:cubicBezTo>
                      <a:pt x="4424" y="5839"/>
                      <a:pt x="0" y="11195"/>
                      <a:pt x="0" y="11195"/>
                    </a:cubicBezTo>
                    <a:lnTo>
                      <a:pt x="3010" y="10021"/>
                    </a:lnTo>
                    <a:lnTo>
                      <a:pt x="4845" y="8351"/>
                    </a:lnTo>
                    <a:lnTo>
                      <a:pt x="4845" y="8351"/>
                    </a:lnTo>
                    <a:lnTo>
                      <a:pt x="4424" y="9781"/>
                    </a:lnTo>
                    <a:lnTo>
                      <a:pt x="6590" y="9525"/>
                    </a:lnTo>
                    <a:lnTo>
                      <a:pt x="8020" y="7855"/>
                    </a:lnTo>
                    <a:lnTo>
                      <a:pt x="7268" y="9359"/>
                    </a:lnTo>
                    <a:lnTo>
                      <a:pt x="8772" y="9028"/>
                    </a:lnTo>
                    <a:lnTo>
                      <a:pt x="9269" y="7930"/>
                    </a:lnTo>
                    <a:lnTo>
                      <a:pt x="9269" y="8938"/>
                    </a:lnTo>
                    <a:lnTo>
                      <a:pt x="13782" y="7855"/>
                    </a:lnTo>
                    <a:lnTo>
                      <a:pt x="14279" y="6591"/>
                    </a:lnTo>
                    <a:lnTo>
                      <a:pt x="14459" y="7524"/>
                    </a:lnTo>
                    <a:lnTo>
                      <a:pt x="17123" y="7178"/>
                    </a:lnTo>
                    <a:lnTo>
                      <a:pt x="17123" y="7178"/>
                    </a:lnTo>
                    <a:cubicBezTo>
                      <a:pt x="10608" y="8848"/>
                      <a:pt x="8020" y="14460"/>
                      <a:pt x="8020" y="14460"/>
                    </a:cubicBezTo>
                    <a:lnTo>
                      <a:pt x="12534" y="12113"/>
                    </a:lnTo>
                    <a:cubicBezTo>
                      <a:pt x="12609" y="11029"/>
                      <a:pt x="13451" y="9690"/>
                      <a:pt x="13451" y="9690"/>
                    </a:cubicBezTo>
                    <a:lnTo>
                      <a:pt x="13451" y="11451"/>
                    </a:lnTo>
                    <a:lnTo>
                      <a:pt x="14535" y="10698"/>
                    </a:lnTo>
                    <a:lnTo>
                      <a:pt x="15287" y="8938"/>
                    </a:lnTo>
                    <a:lnTo>
                      <a:pt x="15287" y="9946"/>
                    </a:lnTo>
                    <a:lnTo>
                      <a:pt x="18040" y="7930"/>
                    </a:lnTo>
                    <a:lnTo>
                      <a:pt x="19801" y="9946"/>
                    </a:lnTo>
                    <a:lnTo>
                      <a:pt x="20222" y="9194"/>
                    </a:lnTo>
                    <a:lnTo>
                      <a:pt x="20297" y="10774"/>
                    </a:lnTo>
                    <a:lnTo>
                      <a:pt x="21636" y="12699"/>
                    </a:lnTo>
                    <a:lnTo>
                      <a:pt x="22223" y="12203"/>
                    </a:lnTo>
                    <a:lnTo>
                      <a:pt x="22148" y="13361"/>
                    </a:lnTo>
                    <a:lnTo>
                      <a:pt x="23818" y="15709"/>
                    </a:lnTo>
                    <a:lnTo>
                      <a:pt x="23893" y="11616"/>
                    </a:lnTo>
                    <a:cubicBezTo>
                      <a:pt x="23893" y="11105"/>
                      <a:pt x="22479" y="10698"/>
                      <a:pt x="22479" y="10698"/>
                    </a:cubicBezTo>
                    <a:lnTo>
                      <a:pt x="23397" y="10533"/>
                    </a:lnTo>
                    <a:cubicBezTo>
                      <a:pt x="21982" y="8186"/>
                      <a:pt x="19966" y="7764"/>
                      <a:pt x="19966" y="7764"/>
                    </a:cubicBezTo>
                    <a:cubicBezTo>
                      <a:pt x="20170" y="7741"/>
                      <a:pt x="20357" y="7731"/>
                      <a:pt x="20528" y="7731"/>
                    </a:cubicBezTo>
                    <a:cubicBezTo>
                      <a:pt x="21551" y="7731"/>
                      <a:pt x="21982" y="8095"/>
                      <a:pt x="21982" y="8095"/>
                    </a:cubicBezTo>
                    <a:lnTo>
                      <a:pt x="22223" y="7599"/>
                    </a:lnTo>
                    <a:lnTo>
                      <a:pt x="22810" y="8095"/>
                    </a:lnTo>
                    <a:lnTo>
                      <a:pt x="24149" y="8607"/>
                    </a:lnTo>
                    <a:lnTo>
                      <a:pt x="23983" y="7223"/>
                    </a:lnTo>
                    <a:lnTo>
                      <a:pt x="23983" y="7223"/>
                    </a:lnTo>
                    <a:lnTo>
                      <a:pt x="24736" y="8682"/>
                    </a:lnTo>
                    <a:lnTo>
                      <a:pt x="26240" y="8938"/>
                    </a:lnTo>
                    <a:lnTo>
                      <a:pt x="25909" y="7223"/>
                    </a:lnTo>
                    <a:lnTo>
                      <a:pt x="26993" y="9194"/>
                    </a:lnTo>
                    <a:lnTo>
                      <a:pt x="29836" y="10352"/>
                    </a:lnTo>
                    <a:cubicBezTo>
                      <a:pt x="29580" y="8772"/>
                      <a:pt x="27579" y="6516"/>
                      <a:pt x="27579" y="6516"/>
                    </a:cubicBezTo>
                    <a:lnTo>
                      <a:pt x="26075" y="6425"/>
                    </a:lnTo>
                    <a:lnTo>
                      <a:pt x="26737" y="5508"/>
                    </a:lnTo>
                    <a:cubicBezTo>
                      <a:pt x="26120" y="5390"/>
                      <a:pt x="25472" y="5343"/>
                      <a:pt x="24831" y="5343"/>
                    </a:cubicBezTo>
                    <a:cubicBezTo>
                      <a:pt x="22266" y="5343"/>
                      <a:pt x="19801" y="6094"/>
                      <a:pt x="19801" y="6094"/>
                    </a:cubicBezTo>
                    <a:lnTo>
                      <a:pt x="24991" y="4424"/>
                    </a:lnTo>
                    <a:lnTo>
                      <a:pt x="24736" y="3582"/>
                    </a:lnTo>
                    <a:lnTo>
                      <a:pt x="26240" y="4259"/>
                    </a:lnTo>
                    <a:lnTo>
                      <a:pt x="31175" y="5177"/>
                    </a:lnTo>
                    <a:lnTo>
                      <a:pt x="27820" y="2498"/>
                    </a:lnTo>
                    <a:lnTo>
                      <a:pt x="26075" y="2920"/>
                    </a:lnTo>
                    <a:lnTo>
                      <a:pt x="26827" y="2077"/>
                    </a:lnTo>
                    <a:cubicBezTo>
                      <a:pt x="26827" y="2077"/>
                      <a:pt x="26240" y="1746"/>
                      <a:pt x="24570" y="1671"/>
                    </a:cubicBezTo>
                    <a:cubicBezTo>
                      <a:pt x="24552" y="1670"/>
                      <a:pt x="24533" y="1669"/>
                      <a:pt x="24514" y="1669"/>
                    </a:cubicBezTo>
                    <a:cubicBezTo>
                      <a:pt x="22822" y="1669"/>
                      <a:pt x="19379" y="5598"/>
                      <a:pt x="19379" y="5598"/>
                    </a:cubicBezTo>
                    <a:cubicBezTo>
                      <a:pt x="19379" y="5598"/>
                      <a:pt x="19379" y="4259"/>
                      <a:pt x="19048" y="3085"/>
                    </a:cubicBezTo>
                    <a:cubicBezTo>
                      <a:pt x="18717" y="1912"/>
                      <a:pt x="17123" y="1250"/>
                      <a:pt x="17123" y="1250"/>
                    </a:cubicBezTo>
                    <a:lnTo>
                      <a:pt x="17123" y="1250"/>
                    </a:lnTo>
                    <a:lnTo>
                      <a:pt x="18040" y="5177"/>
                    </a:lnTo>
                    <a:cubicBezTo>
                      <a:pt x="17378" y="3672"/>
                      <a:pt x="16130" y="2423"/>
                      <a:pt x="16130" y="2423"/>
                    </a:cubicBezTo>
                    <a:lnTo>
                      <a:pt x="14204" y="2167"/>
                    </a:lnTo>
                    <a:lnTo>
                      <a:pt x="15031" y="1836"/>
                    </a:lnTo>
                    <a:cubicBezTo>
                      <a:pt x="14113" y="828"/>
                      <a:pt x="12022" y="1"/>
                      <a:pt x="120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18" name="Google Shape;2318;p49"/>
              <p:cNvSpPr/>
              <p:nvPr/>
            </p:nvSpPr>
            <p:spPr bwMode="auto">
              <a:xfrm>
                <a:off x="420325" y="3249225"/>
                <a:ext cx="198250" cy="973125"/>
              </a:xfrm>
              <a:custGeom>
                <a:avLst/>
                <a:gdLst/>
                <a:ahLst/>
                <a:cxnLst/>
                <a:rect l="l" t="t" r="r" b="b"/>
                <a:pathLst>
                  <a:path w="7930" h="38925" extrusionOk="0">
                    <a:moveTo>
                      <a:pt x="7930" y="1"/>
                    </a:moveTo>
                    <a:cubicBezTo>
                      <a:pt x="7929" y="2"/>
                      <a:pt x="1324" y="12264"/>
                      <a:pt x="1" y="38924"/>
                    </a:cubicBezTo>
                    <a:lnTo>
                      <a:pt x="2709" y="38924"/>
                    </a:lnTo>
                    <a:cubicBezTo>
                      <a:pt x="2709" y="38924"/>
                      <a:pt x="1294" y="19094"/>
                      <a:pt x="79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2319" name="Google Shape;2319;p49"/>
            <p:cNvSpPr/>
            <p:nvPr/>
          </p:nvSpPr>
          <p:spPr bwMode="auto">
            <a:xfrm>
              <a:off x="292425" y="3568199"/>
              <a:ext cx="123400" cy="657900"/>
            </a:xfrm>
            <a:custGeom>
              <a:avLst/>
              <a:gdLst/>
              <a:ahLst/>
              <a:cxnLst/>
              <a:rect l="l" t="t" r="r" b="b"/>
              <a:pathLst>
                <a:path w="4936" h="26316" extrusionOk="0">
                  <a:moveTo>
                    <a:pt x="1" y="1"/>
                  </a:moveTo>
                  <a:lnTo>
                    <a:pt x="1" y="1"/>
                  </a:lnTo>
                  <a:cubicBezTo>
                    <a:pt x="4123" y="12925"/>
                    <a:pt x="3251" y="26316"/>
                    <a:pt x="3251" y="26316"/>
                  </a:cubicBezTo>
                  <a:lnTo>
                    <a:pt x="4936" y="26316"/>
                  </a:lnTo>
                  <a:cubicBezTo>
                    <a:pt x="4108" y="8292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428812064" name="Google Shape;2320;p49"/>
          <p:cNvSpPr txBox="1">
            <a:spLocks noGrp="1"/>
          </p:cNvSpPr>
          <p:nvPr>
            <p:ph type="title"/>
          </p:nvPr>
        </p:nvSpPr>
        <p:spPr bwMode="auto">
          <a:xfrm>
            <a:off x="5161075" y="539500"/>
            <a:ext cx="3269700" cy="109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Thanks!</a:t>
            </a:r>
            <a:endParaRPr/>
          </a:p>
        </p:txBody>
      </p:sp>
      <p:sp>
        <p:nvSpPr>
          <p:cNvPr id="301007327" name="Google Shape;2322;p49"/>
          <p:cNvSpPr txBox="1"/>
          <p:nvPr/>
        </p:nvSpPr>
        <p:spPr bwMode="auto">
          <a:xfrm>
            <a:off x="5161075" y="4255153"/>
            <a:ext cx="32697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200">
                <a:solidFill>
                  <a:schemeClr val="dk1"/>
                </a:solidFill>
                <a:latin typeface="Abel"/>
                <a:ea typeface="Abel"/>
                <a:cs typeface="Abel"/>
              </a:rPr>
              <a:t>Please keep this slide for attribution</a:t>
            </a:r>
            <a:endParaRPr sz="1200">
              <a:solidFill>
                <a:schemeClr val="dk1"/>
              </a:solidFill>
              <a:latin typeface="Abel"/>
              <a:ea typeface="Abel"/>
              <a:cs typeface="Abel"/>
            </a:endParaRPr>
          </a:p>
        </p:txBody>
      </p:sp>
      <p:sp>
        <p:nvSpPr>
          <p:cNvPr id="340642345" name="Google Shape;2344;p49"/>
          <p:cNvSpPr/>
          <p:nvPr/>
        </p:nvSpPr>
        <p:spPr bwMode="auto">
          <a:xfrm>
            <a:off x="-64875" y="4814800"/>
            <a:ext cx="9237740" cy="38775"/>
          </a:xfrm>
          <a:custGeom>
            <a:avLst/>
            <a:gdLst/>
            <a:ahLst/>
            <a:cxnLst/>
            <a:rect l="l" t="t" r="r" b="b"/>
            <a:pathLst>
              <a:path w="249130" h="1551" extrusionOk="0">
                <a:moveTo>
                  <a:pt x="1" y="0"/>
                </a:moveTo>
                <a:lnTo>
                  <a:pt x="1" y="1550"/>
                </a:lnTo>
                <a:lnTo>
                  <a:pt x="249129" y="1550"/>
                </a:lnTo>
                <a:lnTo>
                  <a:pt x="24912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79938754" name="Google Shape;2345;p49"/>
          <p:cNvSpPr/>
          <p:nvPr/>
        </p:nvSpPr>
        <p:spPr bwMode="auto">
          <a:xfrm>
            <a:off x="-42300" y="4768525"/>
            <a:ext cx="9215100" cy="374675"/>
          </a:xfrm>
          <a:custGeom>
            <a:avLst/>
            <a:gdLst/>
            <a:ahLst/>
            <a:cxnLst/>
            <a:rect l="l" t="t" r="r" b="b"/>
            <a:pathLst>
              <a:path w="247851" h="14987" extrusionOk="0">
                <a:moveTo>
                  <a:pt x="256" y="1"/>
                </a:moveTo>
                <a:lnTo>
                  <a:pt x="1" y="14986"/>
                </a:lnTo>
                <a:lnTo>
                  <a:pt x="247850" y="14986"/>
                </a:lnTo>
                <a:lnTo>
                  <a:pt x="2478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293075858" name="Google Shape;2346;p49"/>
          <p:cNvGrpSpPr/>
          <p:nvPr/>
        </p:nvGrpSpPr>
        <p:grpSpPr bwMode="auto">
          <a:xfrm>
            <a:off x="-93825" y="4612800"/>
            <a:ext cx="9404150" cy="530400"/>
            <a:chOff x="-93825" y="4612800"/>
            <a:chExt cx="9404150" cy="530400"/>
          </a:xfrm>
        </p:grpSpPr>
        <p:grpSp>
          <p:nvGrpSpPr>
            <p:cNvPr id="2347" name="Google Shape;2347;p49"/>
            <p:cNvGrpSpPr/>
            <p:nvPr/>
          </p:nvGrpSpPr>
          <p:grpSpPr bwMode="auto">
            <a:xfrm>
              <a:off x="-93825" y="4612800"/>
              <a:ext cx="9266690" cy="530400"/>
              <a:chOff x="-70375" y="4454000"/>
              <a:chExt cx="9266690" cy="530400"/>
            </a:xfrm>
          </p:grpSpPr>
          <p:sp>
            <p:nvSpPr>
              <p:cNvPr id="2348" name="Google Shape;2348;p49"/>
              <p:cNvSpPr/>
              <p:nvPr/>
            </p:nvSpPr>
            <p:spPr bwMode="auto">
              <a:xfrm>
                <a:off x="-70375" y="4454000"/>
                <a:ext cx="9237925" cy="178325"/>
              </a:xfrm>
              <a:custGeom>
                <a:avLst/>
                <a:gdLst/>
                <a:ahLst/>
                <a:cxnLst/>
                <a:rect l="l" t="t" r="r" b="b"/>
                <a:pathLst>
                  <a:path w="250724" h="7133" extrusionOk="0">
                    <a:moveTo>
                      <a:pt x="0" y="1"/>
                    </a:moveTo>
                    <a:lnTo>
                      <a:pt x="0" y="7132"/>
                    </a:lnTo>
                    <a:lnTo>
                      <a:pt x="250724" y="7132"/>
                    </a:lnTo>
                    <a:lnTo>
                      <a:pt x="2507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49" name="Google Shape;2349;p49"/>
              <p:cNvSpPr/>
              <p:nvPr/>
            </p:nvSpPr>
            <p:spPr bwMode="auto">
              <a:xfrm>
                <a:off x="-44425" y="4632300"/>
                <a:ext cx="6224475" cy="90300"/>
              </a:xfrm>
              <a:custGeom>
                <a:avLst/>
                <a:gdLst/>
                <a:ahLst/>
                <a:cxnLst/>
                <a:rect l="l" t="t" r="r" b="b"/>
                <a:pathLst>
                  <a:path w="248979" h="3612" extrusionOk="0">
                    <a:moveTo>
                      <a:pt x="1" y="0"/>
                    </a:moveTo>
                    <a:lnTo>
                      <a:pt x="1" y="3611"/>
                    </a:lnTo>
                    <a:lnTo>
                      <a:pt x="248979" y="3611"/>
                    </a:lnTo>
                    <a:lnTo>
                      <a:pt x="248979" y="0"/>
                    </a:lnTo>
                    <a:close/>
                  </a:path>
                </a:pathLst>
              </a:custGeom>
              <a:solidFill>
                <a:srgbClr val="99BB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0" name="Google Shape;2350;p49"/>
              <p:cNvSpPr/>
              <p:nvPr/>
            </p:nvSpPr>
            <p:spPr bwMode="auto">
              <a:xfrm>
                <a:off x="-18850" y="4609725"/>
                <a:ext cx="9215100" cy="374675"/>
              </a:xfrm>
              <a:custGeom>
                <a:avLst/>
                <a:gdLst/>
                <a:ahLst/>
                <a:cxnLst/>
                <a:rect l="l" t="t" r="r" b="b"/>
                <a:pathLst>
                  <a:path w="247851" h="14987" extrusionOk="0">
                    <a:moveTo>
                      <a:pt x="256" y="1"/>
                    </a:moveTo>
                    <a:lnTo>
                      <a:pt x="1" y="14986"/>
                    </a:lnTo>
                    <a:lnTo>
                      <a:pt x="247850" y="14986"/>
                    </a:lnTo>
                    <a:lnTo>
                      <a:pt x="2478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1" name="Google Shape;2351;p49"/>
              <p:cNvSpPr/>
              <p:nvPr/>
            </p:nvSpPr>
            <p:spPr bwMode="auto">
              <a:xfrm>
                <a:off x="-41425" y="4656000"/>
                <a:ext cx="923774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49130" h="1551" extrusionOk="0">
                    <a:moveTo>
                      <a:pt x="1" y="0"/>
                    </a:moveTo>
                    <a:lnTo>
                      <a:pt x="1" y="1550"/>
                    </a:lnTo>
                    <a:lnTo>
                      <a:pt x="249129" y="1550"/>
                    </a:lnTo>
                    <a:lnTo>
                      <a:pt x="24912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2" name="Google Shape;2352;p49"/>
              <p:cNvSpPr/>
              <p:nvPr/>
            </p:nvSpPr>
            <p:spPr bwMode="auto">
              <a:xfrm>
                <a:off x="9788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3" name="Google Shape;2353;p49"/>
              <p:cNvSpPr/>
              <p:nvPr/>
            </p:nvSpPr>
            <p:spPr bwMode="auto">
              <a:xfrm>
                <a:off x="80240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73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73" y="1174"/>
                    </a:cubicBezTo>
                    <a:lnTo>
                      <a:pt x="3251" y="1174"/>
                    </a:lnTo>
                    <a:cubicBezTo>
                      <a:pt x="3582" y="1174"/>
                      <a:pt x="3838" y="903"/>
                      <a:pt x="3838" y="587"/>
                    </a:cubicBezTo>
                    <a:cubicBezTo>
                      <a:pt x="3838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4" name="Google Shape;2354;p49"/>
              <p:cNvSpPr/>
              <p:nvPr/>
            </p:nvSpPr>
            <p:spPr bwMode="auto">
              <a:xfrm>
                <a:off x="6256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5" name="Google Shape;2355;p49"/>
              <p:cNvSpPr/>
              <p:nvPr/>
            </p:nvSpPr>
            <p:spPr bwMode="auto">
              <a:xfrm>
                <a:off x="4488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6" name="Google Shape;2356;p49"/>
              <p:cNvSpPr/>
              <p:nvPr/>
            </p:nvSpPr>
            <p:spPr bwMode="auto">
              <a:xfrm>
                <a:off x="2724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7" name="Google Shape;2357;p49"/>
              <p:cNvSpPr/>
              <p:nvPr/>
            </p:nvSpPr>
            <p:spPr bwMode="auto">
              <a:xfrm>
                <a:off x="956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8" name="Google Shape;2358;p49"/>
              <p:cNvSpPr/>
              <p:nvPr/>
            </p:nvSpPr>
            <p:spPr bwMode="auto">
              <a:xfrm>
                <a:off x="11586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9" name="Google Shape;2359;p49"/>
              <p:cNvSpPr/>
              <p:nvPr/>
            </p:nvSpPr>
            <p:spPr bwMode="auto">
              <a:xfrm>
                <a:off x="1338425" y="4645850"/>
                <a:ext cx="959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50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0" name="Google Shape;2360;p49"/>
              <p:cNvSpPr/>
              <p:nvPr/>
            </p:nvSpPr>
            <p:spPr bwMode="auto">
              <a:xfrm>
                <a:off x="1517850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96" y="1174"/>
                      <a:pt x="3852" y="903"/>
                      <a:pt x="3852" y="587"/>
                    </a:cubicBezTo>
                    <a:cubicBezTo>
                      <a:pt x="3852" y="256"/>
                      <a:pt x="3596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1" name="Google Shape;2361;p49"/>
              <p:cNvSpPr/>
              <p:nvPr/>
            </p:nvSpPr>
            <p:spPr bwMode="auto">
              <a:xfrm>
                <a:off x="1697650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2" name="Google Shape;2362;p49"/>
              <p:cNvSpPr/>
              <p:nvPr/>
            </p:nvSpPr>
            <p:spPr bwMode="auto">
              <a:xfrm>
                <a:off x="18774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3" name="Google Shape;2363;p49"/>
              <p:cNvSpPr/>
              <p:nvPr/>
            </p:nvSpPr>
            <p:spPr bwMode="auto">
              <a:xfrm>
                <a:off x="20572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4" name="Google Shape;2364;p49"/>
              <p:cNvSpPr/>
              <p:nvPr/>
            </p:nvSpPr>
            <p:spPr bwMode="auto">
              <a:xfrm>
                <a:off x="22370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72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72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5" name="Google Shape;2365;p49"/>
              <p:cNvSpPr/>
              <p:nvPr/>
            </p:nvSpPr>
            <p:spPr bwMode="auto">
              <a:xfrm>
                <a:off x="24164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1" y="256"/>
                      <a:pt x="1" y="587"/>
                    </a:cubicBezTo>
                    <a:cubicBezTo>
                      <a:pt x="1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6" name="Google Shape;2366;p49"/>
              <p:cNvSpPr/>
              <p:nvPr/>
            </p:nvSpPr>
            <p:spPr bwMode="auto">
              <a:xfrm>
                <a:off x="25962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7" name="Google Shape;2367;p49"/>
              <p:cNvSpPr/>
              <p:nvPr/>
            </p:nvSpPr>
            <p:spPr bwMode="auto">
              <a:xfrm>
                <a:off x="27760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8" name="Google Shape;2368;p49"/>
              <p:cNvSpPr/>
              <p:nvPr/>
            </p:nvSpPr>
            <p:spPr bwMode="auto">
              <a:xfrm>
                <a:off x="2955850" y="4645850"/>
                <a:ext cx="959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50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9" name="Google Shape;2369;p49"/>
              <p:cNvSpPr/>
              <p:nvPr/>
            </p:nvSpPr>
            <p:spPr bwMode="auto">
              <a:xfrm>
                <a:off x="3135275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96" y="1174"/>
                      <a:pt x="3852" y="903"/>
                      <a:pt x="3852" y="587"/>
                    </a:cubicBezTo>
                    <a:cubicBezTo>
                      <a:pt x="3852" y="256"/>
                      <a:pt x="3596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0" name="Google Shape;2370;p49"/>
              <p:cNvSpPr/>
              <p:nvPr/>
            </p:nvSpPr>
            <p:spPr bwMode="auto">
              <a:xfrm>
                <a:off x="33150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1" name="Google Shape;2371;p49"/>
              <p:cNvSpPr/>
              <p:nvPr/>
            </p:nvSpPr>
            <p:spPr bwMode="auto">
              <a:xfrm>
                <a:off x="34948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2" name="Google Shape;2372;p49"/>
              <p:cNvSpPr/>
              <p:nvPr/>
            </p:nvSpPr>
            <p:spPr bwMode="auto">
              <a:xfrm>
                <a:off x="36746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3" name="Google Shape;2373;p49"/>
              <p:cNvSpPr/>
              <p:nvPr/>
            </p:nvSpPr>
            <p:spPr bwMode="auto">
              <a:xfrm>
                <a:off x="38544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72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72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4" name="Google Shape;2374;p49"/>
              <p:cNvSpPr/>
              <p:nvPr/>
            </p:nvSpPr>
            <p:spPr bwMode="auto">
              <a:xfrm>
                <a:off x="4212175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5" name="Google Shape;2375;p49"/>
              <p:cNvSpPr/>
              <p:nvPr/>
            </p:nvSpPr>
            <p:spPr bwMode="auto">
              <a:xfrm>
                <a:off x="43904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6" name="Google Shape;2376;p49"/>
              <p:cNvSpPr/>
              <p:nvPr/>
            </p:nvSpPr>
            <p:spPr bwMode="auto">
              <a:xfrm>
                <a:off x="45687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87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7" name="Google Shape;2377;p49"/>
              <p:cNvSpPr/>
              <p:nvPr/>
            </p:nvSpPr>
            <p:spPr bwMode="auto">
              <a:xfrm>
                <a:off x="403387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1" y="256"/>
                      <a:pt x="1" y="587"/>
                    </a:cubicBezTo>
                    <a:cubicBezTo>
                      <a:pt x="1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2378" name="Google Shape;2378;p49"/>
            <p:cNvGrpSpPr/>
            <p:nvPr/>
          </p:nvGrpSpPr>
          <p:grpSpPr bwMode="auto">
            <a:xfrm>
              <a:off x="4741250" y="4799875"/>
              <a:ext cx="4569075" cy="29350"/>
              <a:chOff x="95625" y="4645850"/>
              <a:chExt cx="4569075" cy="29350"/>
            </a:xfrm>
          </p:grpSpPr>
          <p:sp>
            <p:nvSpPr>
              <p:cNvPr id="2379" name="Google Shape;2379;p49"/>
              <p:cNvSpPr/>
              <p:nvPr/>
            </p:nvSpPr>
            <p:spPr bwMode="auto">
              <a:xfrm>
                <a:off x="9788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0" name="Google Shape;2380;p49"/>
              <p:cNvSpPr/>
              <p:nvPr/>
            </p:nvSpPr>
            <p:spPr bwMode="auto">
              <a:xfrm>
                <a:off x="80240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73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73" y="1174"/>
                    </a:cubicBezTo>
                    <a:lnTo>
                      <a:pt x="3251" y="1174"/>
                    </a:lnTo>
                    <a:cubicBezTo>
                      <a:pt x="3582" y="1174"/>
                      <a:pt x="3838" y="903"/>
                      <a:pt x="3838" y="587"/>
                    </a:cubicBezTo>
                    <a:cubicBezTo>
                      <a:pt x="3838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1" name="Google Shape;2381;p49"/>
              <p:cNvSpPr/>
              <p:nvPr/>
            </p:nvSpPr>
            <p:spPr bwMode="auto">
              <a:xfrm>
                <a:off x="6256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2" name="Google Shape;2382;p49"/>
              <p:cNvSpPr/>
              <p:nvPr/>
            </p:nvSpPr>
            <p:spPr bwMode="auto">
              <a:xfrm>
                <a:off x="4488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3" name="Google Shape;2383;p49"/>
              <p:cNvSpPr/>
              <p:nvPr/>
            </p:nvSpPr>
            <p:spPr bwMode="auto">
              <a:xfrm>
                <a:off x="2724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4" name="Google Shape;2384;p49"/>
              <p:cNvSpPr/>
              <p:nvPr/>
            </p:nvSpPr>
            <p:spPr bwMode="auto">
              <a:xfrm>
                <a:off x="956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5" name="Google Shape;2385;p49"/>
              <p:cNvSpPr/>
              <p:nvPr/>
            </p:nvSpPr>
            <p:spPr bwMode="auto">
              <a:xfrm>
                <a:off x="11586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6" name="Google Shape;2386;p49"/>
              <p:cNvSpPr/>
              <p:nvPr/>
            </p:nvSpPr>
            <p:spPr bwMode="auto">
              <a:xfrm>
                <a:off x="1338425" y="4645850"/>
                <a:ext cx="959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50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7" name="Google Shape;2387;p49"/>
              <p:cNvSpPr/>
              <p:nvPr/>
            </p:nvSpPr>
            <p:spPr bwMode="auto">
              <a:xfrm>
                <a:off x="1517850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96" y="1174"/>
                      <a:pt x="3852" y="903"/>
                      <a:pt x="3852" y="587"/>
                    </a:cubicBezTo>
                    <a:cubicBezTo>
                      <a:pt x="3852" y="256"/>
                      <a:pt x="3596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8" name="Google Shape;2388;p49"/>
              <p:cNvSpPr/>
              <p:nvPr/>
            </p:nvSpPr>
            <p:spPr bwMode="auto">
              <a:xfrm>
                <a:off x="1697650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9" name="Google Shape;2389;p49"/>
              <p:cNvSpPr/>
              <p:nvPr/>
            </p:nvSpPr>
            <p:spPr bwMode="auto">
              <a:xfrm>
                <a:off x="18774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0" name="Google Shape;2390;p49"/>
              <p:cNvSpPr/>
              <p:nvPr/>
            </p:nvSpPr>
            <p:spPr bwMode="auto">
              <a:xfrm>
                <a:off x="20572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1" name="Google Shape;2391;p49"/>
              <p:cNvSpPr/>
              <p:nvPr/>
            </p:nvSpPr>
            <p:spPr bwMode="auto">
              <a:xfrm>
                <a:off x="22370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72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72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2" name="Google Shape;2392;p49"/>
              <p:cNvSpPr/>
              <p:nvPr/>
            </p:nvSpPr>
            <p:spPr bwMode="auto">
              <a:xfrm>
                <a:off x="24164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1" y="256"/>
                      <a:pt x="1" y="587"/>
                    </a:cubicBezTo>
                    <a:cubicBezTo>
                      <a:pt x="1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3" name="Google Shape;2393;p49"/>
              <p:cNvSpPr/>
              <p:nvPr/>
            </p:nvSpPr>
            <p:spPr bwMode="auto">
              <a:xfrm>
                <a:off x="25962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4" name="Google Shape;2394;p49"/>
              <p:cNvSpPr/>
              <p:nvPr/>
            </p:nvSpPr>
            <p:spPr bwMode="auto">
              <a:xfrm>
                <a:off x="27760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5" name="Google Shape;2395;p49"/>
              <p:cNvSpPr/>
              <p:nvPr/>
            </p:nvSpPr>
            <p:spPr bwMode="auto">
              <a:xfrm>
                <a:off x="2955850" y="4645850"/>
                <a:ext cx="959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174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50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6" name="Google Shape;2396;p49"/>
              <p:cNvSpPr/>
              <p:nvPr/>
            </p:nvSpPr>
            <p:spPr bwMode="auto">
              <a:xfrm>
                <a:off x="3135275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96" y="1174"/>
                      <a:pt x="3852" y="903"/>
                      <a:pt x="3852" y="587"/>
                    </a:cubicBezTo>
                    <a:cubicBezTo>
                      <a:pt x="3852" y="256"/>
                      <a:pt x="3596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7" name="Google Shape;2397;p49"/>
              <p:cNvSpPr/>
              <p:nvPr/>
            </p:nvSpPr>
            <p:spPr bwMode="auto">
              <a:xfrm>
                <a:off x="33150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8" name="Google Shape;2398;p49"/>
              <p:cNvSpPr/>
              <p:nvPr/>
            </p:nvSpPr>
            <p:spPr bwMode="auto">
              <a:xfrm>
                <a:off x="34948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9" name="Google Shape;2399;p49"/>
              <p:cNvSpPr/>
              <p:nvPr/>
            </p:nvSpPr>
            <p:spPr bwMode="auto">
              <a:xfrm>
                <a:off x="36746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00" name="Google Shape;2400;p49"/>
              <p:cNvSpPr/>
              <p:nvPr/>
            </p:nvSpPr>
            <p:spPr bwMode="auto">
              <a:xfrm>
                <a:off x="38544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72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72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01" name="Google Shape;2401;p49"/>
              <p:cNvSpPr/>
              <p:nvPr/>
            </p:nvSpPr>
            <p:spPr bwMode="auto">
              <a:xfrm>
                <a:off x="4212175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02" name="Google Shape;2402;p49"/>
              <p:cNvSpPr/>
              <p:nvPr/>
            </p:nvSpPr>
            <p:spPr bwMode="auto">
              <a:xfrm>
                <a:off x="43904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03" name="Google Shape;2403;p49"/>
              <p:cNvSpPr/>
              <p:nvPr/>
            </p:nvSpPr>
            <p:spPr bwMode="auto">
              <a:xfrm>
                <a:off x="45687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extrusionOk="0">
                    <a:moveTo>
                      <a:pt x="587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87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04" name="Google Shape;2404;p49"/>
              <p:cNvSpPr/>
              <p:nvPr/>
            </p:nvSpPr>
            <p:spPr bwMode="auto">
              <a:xfrm>
                <a:off x="403387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extrusionOk="0">
                    <a:moveTo>
                      <a:pt x="587" y="0"/>
                    </a:moveTo>
                    <a:cubicBezTo>
                      <a:pt x="271" y="0"/>
                      <a:pt x="1" y="256"/>
                      <a:pt x="1" y="587"/>
                    </a:cubicBezTo>
                    <a:cubicBezTo>
                      <a:pt x="1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472759777" name="Google Shape;2405;p49"/>
          <p:cNvSpPr/>
          <p:nvPr/>
        </p:nvSpPr>
        <p:spPr bwMode="auto">
          <a:xfrm>
            <a:off x="2811893" y="357100"/>
            <a:ext cx="1357395" cy="1357365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02323688" name="Google Shape;2406;p49"/>
          <p:cNvSpPr/>
          <p:nvPr/>
        </p:nvSpPr>
        <p:spPr bwMode="auto">
          <a:xfrm rot="10800000">
            <a:off x="0" y="48322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21814521" name="Google Shape;2407;p49"/>
          <p:cNvSpPr/>
          <p:nvPr/>
        </p:nvSpPr>
        <p:spPr bwMode="auto">
          <a:xfrm flipH="1">
            <a:off x="2193625" y="1840200"/>
            <a:ext cx="3038100" cy="371398"/>
          </a:xfrm>
          <a:custGeom>
            <a:avLst/>
            <a:gdLst/>
            <a:ahLst/>
            <a:cxnLst/>
            <a:rect l="l" t="t" r="r" b="b"/>
            <a:pathLst>
              <a:path w="121524" h="3422" extrusionOk="0">
                <a:moveTo>
                  <a:pt x="3293" y="2318"/>
                </a:moveTo>
                <a:cubicBezTo>
                  <a:pt x="8457" y="2218"/>
                  <a:pt x="15016" y="977"/>
                  <a:pt x="19888" y="1351"/>
                </a:cubicBezTo>
                <a:cubicBezTo>
                  <a:pt x="28034" y="1981"/>
                  <a:pt x="29758" y="147"/>
                  <a:pt x="36801" y="630"/>
                </a:cubicBezTo>
                <a:cubicBezTo>
                  <a:pt x="44966" y="1233"/>
                  <a:pt x="55457" y="1324"/>
                  <a:pt x="61551" y="1160"/>
                </a:cubicBezTo>
                <a:cubicBezTo>
                  <a:pt x="69068" y="968"/>
                  <a:pt x="74231" y="1"/>
                  <a:pt x="81438" y="776"/>
                </a:cubicBezTo>
                <a:cubicBezTo>
                  <a:pt x="84878" y="1160"/>
                  <a:pt x="81119" y="1835"/>
                  <a:pt x="90680" y="1114"/>
                </a:cubicBezTo>
                <a:cubicBezTo>
                  <a:pt x="94292" y="840"/>
                  <a:pt x="95688" y="822"/>
                  <a:pt x="99912" y="968"/>
                </a:cubicBezTo>
                <a:cubicBezTo>
                  <a:pt x="107119" y="1260"/>
                  <a:pt x="115575" y="1114"/>
                  <a:pt x="121523" y="1260"/>
                </a:cubicBezTo>
                <a:cubicBezTo>
                  <a:pt x="116670" y="1451"/>
                  <a:pt x="103515" y="1160"/>
                  <a:pt x="95378" y="1689"/>
                </a:cubicBezTo>
                <a:cubicBezTo>
                  <a:pt x="85352" y="2263"/>
                  <a:pt x="79559" y="2555"/>
                  <a:pt x="69378" y="2072"/>
                </a:cubicBezTo>
                <a:cubicBezTo>
                  <a:pt x="61387" y="1643"/>
                  <a:pt x="51680" y="1497"/>
                  <a:pt x="43534" y="1789"/>
                </a:cubicBezTo>
                <a:cubicBezTo>
                  <a:pt x="34767" y="2026"/>
                  <a:pt x="30068" y="3422"/>
                  <a:pt x="20672" y="2647"/>
                </a:cubicBezTo>
                <a:cubicBezTo>
                  <a:pt x="16448" y="2263"/>
                  <a:pt x="14879" y="2263"/>
                  <a:pt x="10646" y="2364"/>
                </a:cubicBezTo>
                <a:cubicBezTo>
                  <a:pt x="7827" y="2409"/>
                  <a:pt x="4388" y="2510"/>
                  <a:pt x="0" y="2455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05400003" name="Google Shape;2408;p49"/>
          <p:cNvSpPr/>
          <p:nvPr/>
        </p:nvSpPr>
        <p:spPr bwMode="auto">
          <a:xfrm rot="-2231248" flipH="1">
            <a:off x="462693" y="61071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67425828" name="Google Shape;2409;p49"/>
          <p:cNvSpPr/>
          <p:nvPr/>
        </p:nvSpPr>
        <p:spPr bwMode="auto">
          <a:xfrm rot="-2231248" flipH="1">
            <a:off x="1387068" y="8370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03229922" name="Google Shape;2410;p49"/>
          <p:cNvSpPr/>
          <p:nvPr/>
        </p:nvSpPr>
        <p:spPr bwMode="auto">
          <a:xfrm rot="-2231248" flipH="1">
            <a:off x="1259493" y="16955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384394934" name="Google Shape;2411;p49"/>
          <p:cNvGrpSpPr/>
          <p:nvPr/>
        </p:nvGrpSpPr>
        <p:grpSpPr bwMode="auto">
          <a:xfrm>
            <a:off x="649349" y="4019912"/>
            <a:ext cx="3269776" cy="772427"/>
            <a:chOff x="3962175" y="2857795"/>
            <a:chExt cx="3075700" cy="726579"/>
          </a:xfrm>
        </p:grpSpPr>
        <p:sp>
          <p:nvSpPr>
            <p:cNvPr id="2412" name="Google Shape;2412;p49"/>
            <p:cNvSpPr/>
            <p:nvPr/>
          </p:nvSpPr>
          <p:spPr bwMode="auto"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13" name="Google Shape;2413;p49"/>
            <p:cNvSpPr/>
            <p:nvPr/>
          </p:nvSpPr>
          <p:spPr bwMode="auto"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14" name="Google Shape;2414;p49"/>
            <p:cNvSpPr/>
            <p:nvPr/>
          </p:nvSpPr>
          <p:spPr bwMode="auto"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15" name="Google Shape;2415;p49"/>
            <p:cNvSpPr/>
            <p:nvPr/>
          </p:nvSpPr>
          <p:spPr bwMode="auto"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16" name="Google Shape;2416;p49"/>
            <p:cNvSpPr/>
            <p:nvPr/>
          </p:nvSpPr>
          <p:spPr bwMode="auto"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17" name="Google Shape;2417;p49"/>
            <p:cNvSpPr/>
            <p:nvPr/>
          </p:nvSpPr>
          <p:spPr bwMode="auto"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18" name="Google Shape;2418;p49"/>
            <p:cNvSpPr/>
            <p:nvPr/>
          </p:nvSpPr>
          <p:spPr bwMode="auto"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19" name="Google Shape;2419;p49"/>
            <p:cNvSpPr/>
            <p:nvPr/>
          </p:nvSpPr>
          <p:spPr bwMode="auto"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0" name="Google Shape;2420;p49"/>
            <p:cNvSpPr/>
            <p:nvPr/>
          </p:nvSpPr>
          <p:spPr bwMode="auto"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1" name="Google Shape;2421;p49"/>
            <p:cNvSpPr/>
            <p:nvPr/>
          </p:nvSpPr>
          <p:spPr bwMode="auto"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2" name="Google Shape;2422;p49"/>
            <p:cNvSpPr/>
            <p:nvPr/>
          </p:nvSpPr>
          <p:spPr bwMode="auto"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3" name="Google Shape;2423;p49"/>
            <p:cNvSpPr/>
            <p:nvPr/>
          </p:nvSpPr>
          <p:spPr bwMode="auto"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4" name="Google Shape;2424;p49"/>
            <p:cNvSpPr/>
            <p:nvPr/>
          </p:nvSpPr>
          <p:spPr bwMode="auto"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5" name="Google Shape;2425;p49"/>
            <p:cNvSpPr/>
            <p:nvPr/>
          </p:nvSpPr>
          <p:spPr bwMode="auto"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6" name="Google Shape;2426;p49"/>
            <p:cNvSpPr/>
            <p:nvPr/>
          </p:nvSpPr>
          <p:spPr bwMode="auto"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7" name="Google Shape;2427;p49"/>
            <p:cNvSpPr/>
            <p:nvPr/>
          </p:nvSpPr>
          <p:spPr bwMode="auto"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8" name="Google Shape;2428;p49"/>
            <p:cNvSpPr/>
            <p:nvPr/>
          </p:nvSpPr>
          <p:spPr bwMode="auto"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9" name="Google Shape;2429;p49"/>
            <p:cNvSpPr/>
            <p:nvPr/>
          </p:nvSpPr>
          <p:spPr bwMode="auto"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30" name="Google Shape;2430;p49"/>
            <p:cNvSpPr/>
            <p:nvPr/>
          </p:nvSpPr>
          <p:spPr bwMode="auto">
            <a:xfrm>
              <a:off x="4046545" y="2857795"/>
              <a:ext cx="2817428" cy="356671"/>
            </a:xfrm>
            <a:custGeom>
              <a:avLst/>
              <a:gdLst/>
              <a:ahLst/>
              <a:cxnLst/>
              <a:rect l="l" t="t" r="r" b="b"/>
              <a:pathLst>
                <a:path w="91743" h="23308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541053681" name="ZoneTexte 1"/>
          <p:cNvSpPr txBox="1"/>
          <p:nvPr/>
        </p:nvSpPr>
        <p:spPr bwMode="auto">
          <a:xfrm>
            <a:off x="5735701" y="1744682"/>
            <a:ext cx="2695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CH" sz="1800" b="1">
                <a:solidFill>
                  <a:schemeClr val="dk1"/>
                </a:solidFill>
                <a:latin typeface="Abel"/>
              </a:rPr>
              <a:t>Do you have questions?</a:t>
            </a:r>
            <a:endParaRPr/>
          </a:p>
        </p:txBody>
      </p:sp>
      <p:pic>
        <p:nvPicPr>
          <p:cNvPr id="1663192405" name="Imag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5400000">
            <a:off x="7086943" y="2202813"/>
            <a:ext cx="355520" cy="4459962"/>
          </a:xfrm>
          <a:prstGeom prst="rect">
            <a:avLst/>
          </a:prstGeom>
        </p:spPr>
      </p:pic>
      <p:sp>
        <p:nvSpPr>
          <p:cNvPr id="1992344528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20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theme/theme1.xml><?xml version="1.0" encoding="utf-8"?>
<a:theme xmlns:a="http://schemas.openxmlformats.org/drawingml/2006/main" name="Railroad Minitheme by Slidesgo">
  <a:themeElements>
    <a:clrScheme name="Simple Light">
      <a:dk1>
        <a:srgbClr val="274E13"/>
      </a:dk1>
      <a:lt1>
        <a:srgbClr val="FFFFFF"/>
      </a:lt1>
      <a:dk2>
        <a:srgbClr val="D9ECD3"/>
      </a:dk2>
      <a:lt2>
        <a:srgbClr val="89B177"/>
      </a:lt2>
      <a:accent1>
        <a:srgbClr val="7A9E6A"/>
      </a:accent1>
      <a:accent2>
        <a:srgbClr val="38761D"/>
      </a:accent2>
      <a:accent3>
        <a:srgbClr val="6A8060"/>
      </a:accent3>
      <a:accent4>
        <a:srgbClr val="638C50"/>
      </a:accent4>
      <a:accent5>
        <a:srgbClr val="65A649"/>
      </a:accent5>
      <a:accent6>
        <a:srgbClr val="9DAB96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800</Words>
  <Application>Microsoft Office PowerPoint</Application>
  <PresentationFormat>Affichage à l'écran (16:9)</PresentationFormat>
  <Paragraphs>150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7" baseType="lpstr">
      <vt:lpstr>Arial</vt:lpstr>
      <vt:lpstr>Times New Roman</vt:lpstr>
      <vt:lpstr>Abel</vt:lpstr>
      <vt:lpstr>Cambria Math</vt:lpstr>
      <vt:lpstr>Bakbak One</vt:lpstr>
      <vt:lpstr>Abhaya Libre</vt:lpstr>
      <vt:lpstr>Railroad Minitheme by Slidesgo</vt:lpstr>
      <vt:lpstr>RailBeat  Summer School</vt:lpstr>
      <vt:lpstr>Summary</vt:lpstr>
      <vt:lpstr>Sounds  analysis</vt:lpstr>
      <vt:lpstr>Sounds analysis</vt:lpstr>
      <vt:lpstr>Sounds analysis</vt:lpstr>
      <vt:lpstr>Sounds analysis</vt:lpstr>
      <vt:lpstr>Sounds analysis</vt:lpstr>
      <vt:lpstr>Animation</vt:lpstr>
      <vt:lpstr>Animation</vt:lpstr>
      <vt:lpstr>Animation</vt:lpstr>
      <vt:lpstr>Animation</vt:lpstr>
      <vt:lpstr>Animation</vt:lpstr>
      <vt:lpstr>Animation</vt:lpstr>
      <vt:lpstr>Contrast  with the plan</vt:lpstr>
      <vt:lpstr>Planification - Prototype</vt:lpstr>
      <vt:lpstr>Planification - Prototype</vt:lpstr>
      <vt:lpstr>Planification - Prototype</vt:lpstr>
      <vt:lpstr>Contrast with plan</vt:lpstr>
      <vt:lpstr>Showcase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Zuber Dina</cp:lastModifiedBy>
  <cp:revision>75</cp:revision>
  <dcterms:modified xsi:type="dcterms:W3CDTF">2026-08-28T10:17:07Z</dcterms:modified>
</cp:coreProperties>
</file>