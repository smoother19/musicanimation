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wmf" ContentType="image/x-wmf"/>
  <Default Extension="png" ContentType="image/png"/>
  <Default Extension="rels" ContentType="application/vnd.openxmlformats-package.relationships+xml"/>
  <Default Extension="gif" ContentType="image/gif"/>
  <Default Extension="bin" ContentType="application/vnd.openxmlformats-officedocument.oleObject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16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5.xml" ContentType="application/vnd.openxmlformats-officedocument.presentationml.slide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6.xml" ContentType="application/vnd.openxmlformats-officedocument.presentationml.slide+xml"/>
  <Override PartName="/ppt/notesSlides/notesSlide9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7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7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8.xml" ContentType="application/vnd.openxmlformats-officedocument.presentationml.slide+xml"/>
  <Override PartName="/ppt/slideLayouts/slideLayout7.xml" ContentType="application/vnd.openxmlformats-officedocument.presentationml.slideLayout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Slides/notesSlide19.xml" ContentType="application/vnd.openxmlformats-officedocument.presentationml.notesSlide+xml"/>
  <Override PartName="/ppt/slideLayouts/slideLayout9.xml" ContentType="application/vnd.openxmlformats-officedocument.presentationml.slideLayout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s/slide3.xml" ContentType="application/vnd.openxmlformats-officedocument.presentationml.slide+xml"/>
  <Override PartName="/ppt/slides/slide19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notesSlide18.xml" ContentType="application/vnd.openxmlformats-officedocument.presentationml.notesSlide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notesSlides/notesSlide2.xml" ContentType="application/vnd.openxmlformats-officedocument.presentationml.notesSlide+xml"/>
  <Override PartName="/ppt/tableStyles.xml" ContentType="application/vnd.openxmlformats-officedocument.presentationml.tableStyles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35" d="100"/>
          <a:sy n="135" d="100"/>
        </p:scale>
        <p:origin x="584" y="64"/>
      </p:cViewPr>
      <p:guideLst>
        <p:guide pos="2880"/>
        <p:guide pos="162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 /><Relationship Id="rId27" Type="http://schemas.openxmlformats.org/officeDocument/2006/relationships/tableStyles" Target="tableStyles.xml" /><Relationship Id="rId2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8272519" name="Google Shape;3;n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925564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99762" name="Google Shape;1092;g18a80d34a48_2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2160585" name="Google Shape;1093;g18a80d34a48_2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8101236" name="Google Shape;1211;g15207a17831_0_14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841060" name="Google Shape;1212;g15207a17831_0_14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524109" name="Google Shape;1253;g19910ddec55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22597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688323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874366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330648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0999" y="685800"/>
            <a:ext cx="6095999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9794231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7884915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1330595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4733533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561995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2838370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322707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0272266" name="Google Shape;1253;g19910ddec55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0486028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00867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4659148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4 cycles par morceau · 3 palettes · 24 bandes de dégradé · 0 image, que des triangles</a:t>
            </a:r>
            <a:endParaRPr lang="fr-FR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033381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4474049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/>
              <a:t>- </a:t>
            </a:r>
            <a:r>
              <a:rPr lang="fr-FR"/>
              <a:t>Whole</a:t>
            </a:r>
            <a:r>
              <a:rPr lang="fr-FR"/>
              <a:t> </a:t>
            </a:r>
            <a:r>
              <a:rPr lang="fr-FR"/>
              <a:t>visual</a:t>
            </a:r>
            <a:r>
              <a:rPr lang="fr-FR"/>
              <a:t> </a:t>
            </a:r>
            <a:r>
              <a:rPr lang="fr-FR"/>
              <a:t>is</a:t>
            </a:r>
            <a:r>
              <a:rPr lang="fr-FR"/>
              <a:t> in triangle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Base class </a:t>
            </a:r>
            <a:r>
              <a:rPr lang="fr-FR"/>
              <a:t>TriangularShape</a:t>
            </a:r>
            <a:r>
              <a:rPr lang="fr-FR"/>
              <a:t> =&gt; </a:t>
            </a:r>
            <a:r>
              <a:rPr lang="fr-FR"/>
              <a:t>which</a:t>
            </a:r>
            <a:r>
              <a:rPr lang="fr-FR"/>
              <a:t> trangles </a:t>
            </a:r>
            <a:r>
              <a:rPr lang="fr-FR"/>
              <a:t>am</a:t>
            </a:r>
            <a:r>
              <a:rPr lang="fr-FR"/>
              <a:t> I made of ? (</a:t>
            </a:r>
            <a:r>
              <a:rPr lang="fr-FR"/>
              <a:t>list_triangles</a:t>
            </a:r>
            <a:r>
              <a:rPr lang="fr-FR"/>
              <a:t>)</a:t>
            </a:r>
            <a:endParaRPr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Derived</a:t>
            </a:r>
            <a:r>
              <a:rPr lang="fr-FR"/>
              <a:t> </a:t>
            </a:r>
            <a:r>
              <a:rPr lang="fr-FR"/>
              <a:t>Shapes</a:t>
            </a:r>
            <a:endParaRPr lang="fr-FR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fr-FR"/>
              <a:t>Composition to move </a:t>
            </a:r>
            <a:r>
              <a:rPr lang="fr-FR"/>
              <a:t>shapes</a:t>
            </a:r>
            <a:r>
              <a:rPr lang="fr-FR"/>
              <a:t> =&gt; Group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752754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1791301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732425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4775704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/>
          </a:p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endParaRPr lang="en-US"/>
          </a:p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L’</a:t>
            </a:r>
            <a:r>
              <a:rPr lang="fr-CH"/>
              <a:t> 'ajout du terme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fr-CH" sz="11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</m:ctrlPr>
                        </m:fPr>
                        <m:num>
                          <m:r>
                            <m:rPr/>
                            <a:rPr lang="fr-CH" sz="11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  <m:t>1</m:t>
                          </m:r>
                        </m:num>
                        <m:den>
                          <m:r>
                            <m:rPr/>
                            <a:rPr lang="fr-CH" sz="11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  <m:t>2</m:t>
                          </m:r>
                        </m:den>
                      </m:f>
                      <m:r>
                        <m:rPr/>
                        <a:rPr lang="fr-CH" sz="1100" b="0" i="1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Arial"/>
                          <a:cs typeface="Arial"/>
                        </a:rPr>
                        <m:t>𝑔</m:t>
                      </m:r>
                      <m:sSup>
                        <m:sSupPr>
                          <m:ctrlPr>
                            <a:rPr lang="fr-CH" sz="1100" b="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</m:ctrlPr>
                        </m:sSupPr>
                        <m:e>
                          <m:r>
                            <m:rPr/>
                            <a:rPr lang="fr-CH" sz="1100" b="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  <m:t>𝑡</m:t>
                          </m:r>
                        </m:e>
                        <m:sup>
                          <m:r>
                            <m:rPr/>
                            <a:rPr lang="fr-CH" sz="11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r>
              <a:rPr lang="fr-CH"/>
              <a:t>courbe la chute vers le bas pour simuler la gravité de manière réaliste.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9041258" name="Google Shape;1244;g152a7caf94b_1_41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352002" name="Google Shape;1245;g152a7caf94b_1_41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/>
          </a:p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endParaRPr lang="en-US"/>
          </a:p>
          <a:p>
            <a:pPr marL="0" marR="0" lvl="0" indent="0" algn="l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/>
            </a:pPr>
            <a:r>
              <a:rPr lang="en-US"/>
              <a:t>L’</a:t>
            </a:r>
            <a:r>
              <a:rPr lang="fr-CH"/>
              <a:t> 'ajout du terme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fr-CH" sz="11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</m:ctrlPr>
                        </m:fPr>
                        <m:num>
                          <m:r>
                            <m:rPr/>
                            <a:rPr lang="fr-CH" sz="11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  <m:t>1</m:t>
                          </m:r>
                        </m:num>
                        <m:den>
                          <m:r>
                            <m:rPr/>
                            <a:rPr lang="fr-CH" sz="11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  <m:t>2</m:t>
                          </m:r>
                        </m:den>
                      </m:f>
                      <m:r>
                        <m:rPr/>
                        <a:rPr lang="fr-CH" sz="1100" b="0" i="1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Arial"/>
                          <a:cs typeface="Arial"/>
                        </a:rPr>
                        <m:t>𝑔</m:t>
                      </m:r>
                      <m:sSup>
                        <m:sSupPr>
                          <m:ctrlPr>
                            <a:rPr lang="fr-CH" sz="1100" b="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</m:ctrlPr>
                        </m:sSupPr>
                        <m:e>
                          <m:r>
                            <m:rPr/>
                            <a:rPr lang="fr-CH" sz="1100" b="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  <m:t>𝑡</m:t>
                          </m:r>
                        </m:e>
                        <m:sup>
                          <m:r>
                            <m:rPr/>
                            <a:rPr lang="fr-CH" sz="11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Arial"/>
                              <a:cs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r>
              <a:rPr lang="fr-CH"/>
              <a:t>courbe la chute vers le bas pour simuler la gravité de manière réaliste.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3252241" name="Google Shape;1253;g19910ddec55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9888856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0261850" name="Google Shape;1943;g152a7caf94b_1_246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951153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2910413" name="Google Shape;1943;g152a7caf94b_1_246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3365897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3425907" name="Google Shape;1943;g152a7caf94b_1_246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214259" name="Google Shape;1944;g152a7caf94b_1_246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644754" name="Google Shape;1196;g15207a17831_0_17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2458915" name="Google Shape;1197;g15207a17831_0_17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47647" name="Google Shape;1253;g19910ddec55_0_0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267282" name="Google Shape;1254;g19910ddec55_0_0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Alan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0247520" name="Google Shape;2296;g152a7caf94b_1_2772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9663734" name="Google Shape;2297;g152a7caf94b_1_277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CH"/>
              <a:t>Dina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slide" preserve="0" showMasterPhAnim="0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6618017" name="Google Shape;9;p2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2145773545" name="Google Shape;10;p2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sp>
        <p:nvSpPr>
          <p:cNvPr id="1995375948" name="Google Shape;11;p2"/>
          <p:cNvSpPr/>
          <p:nvPr/>
        </p:nvSpPr>
        <p:spPr bwMode="auto"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51492818" name="Google Shape;12;p2"/>
          <p:cNvSpPr/>
          <p:nvPr/>
        </p:nvSpPr>
        <p:spPr bwMode="auto"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header" preserve="0" showMasterPhAnim="0" showMasterSp="1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9433926" name="Google Shape;14;p3"/>
          <p:cNvSpPr txBox="1">
            <a:spLocks noGrp="1"/>
          </p:cNvSpPr>
          <p:nvPr>
            <p:ph type="title"/>
          </p:nvPr>
        </p:nvSpPr>
        <p:spPr bwMode="auto"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endParaRPr/>
          </a:p>
        </p:txBody>
      </p:sp>
      <p:sp>
        <p:nvSpPr>
          <p:cNvPr id="1521310721" name="Google Shape;15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713225" y="686500"/>
            <a:ext cx="1303200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pPr>
              <a:defRPr/>
            </a:pPr>
            <a:r>
              <a:rPr/>
              <a:t>xx%</a:t>
            </a:r>
            <a:endParaRPr/>
          </a:p>
        </p:txBody>
      </p:sp>
      <p:sp>
        <p:nvSpPr>
          <p:cNvPr id="995274611" name="Google Shape;16;p3"/>
          <p:cNvSpPr txBox="1">
            <a:spLocks noGrp="1"/>
          </p:cNvSpPr>
          <p:nvPr>
            <p:ph type="subTitle" idx="1"/>
          </p:nvPr>
        </p:nvSpPr>
        <p:spPr bwMode="auto"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60823101" name="Google Shape;17;p3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only" preserve="0" showMasterPhAnim="0" showMasterSp="1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441976" name="Google Shape;44;p6"/>
          <p:cNvSpPr txBox="1">
            <a:spLocks noGrp="1"/>
          </p:cNvSpPr>
          <p:nvPr>
            <p:ph type="title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grpSp>
        <p:nvGrpSpPr>
          <p:cNvPr id="354534693" name="Google Shape;45;p6"/>
          <p:cNvGrpSpPr/>
          <p:nvPr/>
        </p:nvGrpSpPr>
        <p:grpSpPr bwMode="auto">
          <a:xfrm>
            <a:off x="-613275" y="4743925"/>
            <a:ext cx="9800100" cy="1657575"/>
            <a:chOff x="-613275" y="3559275"/>
            <a:chExt cx="9800100" cy="1657575"/>
          </a:xfrm>
        </p:grpSpPr>
        <p:sp>
          <p:nvSpPr>
            <p:cNvPr id="46" name="Google Shape;46;p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fill="norm" stroke="1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50" name="Google Shape;50;p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51" name="Google Shape;51;p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fill="norm" stroke="1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52" name="Google Shape;52;p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53" name="Google Shape;53;p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fill="norm" stroke="1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4" name="Google Shape;54;p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5" name="Google Shape;55;p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6" name="Google Shape;56;p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7" name="Google Shape;57;p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58" name="Google Shape;58;p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fill="norm" stroke="1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1954368256" name="Google Shape;59;p6"/>
          <p:cNvSpPr/>
          <p:nvPr/>
        </p:nvSpPr>
        <p:spPr bwMode="auto"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52736946" name="Google Shape;60;p6"/>
          <p:cNvSpPr/>
          <p:nvPr/>
        </p:nvSpPr>
        <p:spPr bwMode="auto">
          <a:xfrm rot="-2231248" flipH="1">
            <a:off x="7192518" y="4451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title and description" preserve="0" showMasterPhAnim="0" showMasterSp="1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635247" name="Google Shape;247;p9"/>
          <p:cNvSpPr txBox="1">
            <a:spLocks noGrp="1"/>
          </p:cNvSpPr>
          <p:nvPr>
            <p:ph type="title"/>
          </p:nvPr>
        </p:nvSpPr>
        <p:spPr bwMode="auto"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538073040" name="Google Shape;248;p9"/>
          <p:cNvSpPr txBox="1">
            <a:spLocks noGrp="1"/>
          </p:cNvSpPr>
          <p:nvPr>
            <p:ph type="subTitle" idx="1"/>
          </p:nvPr>
        </p:nvSpPr>
        <p:spPr bwMode="auto"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sp>
        <p:nvSpPr>
          <p:cNvPr id="756325986" name="Google Shape;249;p9"/>
          <p:cNvSpPr/>
          <p:nvPr/>
        </p:nvSpPr>
        <p:spPr bwMode="auto"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fill="norm" stroke="1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73132567" name="Google Shape;250;p9"/>
          <p:cNvSpPr/>
          <p:nvPr/>
        </p:nvSpPr>
        <p:spPr bwMode="auto"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fill="norm" stroke="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88583121" name="Google Shape;251;p9"/>
          <p:cNvSpPr/>
          <p:nvPr/>
        </p:nvSpPr>
        <p:spPr bwMode="auto"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fill="norm" stroke="1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65994277" name="Google Shape;252;p9"/>
          <p:cNvSpPr/>
          <p:nvPr/>
        </p:nvSpPr>
        <p:spPr bwMode="auto"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fill="norm" stroke="1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62472010" name="Google Shape;253;p9"/>
          <p:cNvSpPr/>
          <p:nvPr/>
        </p:nvSpPr>
        <p:spPr bwMode="auto">
          <a:xfrm>
            <a:off x="3559000" y="3196325"/>
            <a:ext cx="6828924" cy="1443150"/>
          </a:xfrm>
          <a:custGeom>
            <a:avLst/>
            <a:gdLst/>
            <a:ahLst/>
            <a:cxnLst/>
            <a:rect l="l" t="t" r="r" b="b"/>
            <a:pathLst>
              <a:path w="273157" h="57726" fill="norm" stroke="1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58963413" name="Google Shape;254;p9"/>
          <p:cNvSpPr/>
          <p:nvPr/>
        </p:nvSpPr>
        <p:spPr bwMode="auto"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fill="norm" stroke="1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72717033" name="Google Shape;255;p9"/>
          <p:cNvSpPr/>
          <p:nvPr/>
        </p:nvSpPr>
        <p:spPr bwMode="auto"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fill="norm" stroke="1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85293086" name="Google Shape;256;p9"/>
          <p:cNvSpPr/>
          <p:nvPr/>
        </p:nvSpPr>
        <p:spPr bwMode="auto"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fill="norm" stroke="1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71000427" name="Google Shape;257;p9"/>
          <p:cNvSpPr/>
          <p:nvPr/>
        </p:nvSpPr>
        <p:spPr bwMode="auto"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fill="norm" stroke="1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50952606" name="Google Shape;258;p9"/>
          <p:cNvSpPr/>
          <p:nvPr/>
        </p:nvSpPr>
        <p:spPr bwMode="auto"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fill="norm" stroke="1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80701472" name="Google Shape;259;p9"/>
          <p:cNvSpPr/>
          <p:nvPr/>
        </p:nvSpPr>
        <p:spPr bwMode="auto"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fill="norm" stroke="1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98769684" name="Google Shape;260;p9"/>
          <p:cNvSpPr/>
          <p:nvPr/>
        </p:nvSpPr>
        <p:spPr bwMode="auto"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fill="norm" stroke="1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4765983" name="Google Shape;261;p9"/>
          <p:cNvSpPr/>
          <p:nvPr/>
        </p:nvSpPr>
        <p:spPr bwMode="auto">
          <a:xfrm>
            <a:off x="1582074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fill="norm" stroke="1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22521176" name="Google Shape;262;p9"/>
          <p:cNvSpPr/>
          <p:nvPr/>
        </p:nvSpPr>
        <p:spPr bwMode="auto"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fill="norm" stroke="1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88780003" name="Google Shape;263;p9"/>
          <p:cNvGrpSpPr/>
          <p:nvPr/>
        </p:nvGrpSpPr>
        <p:grpSpPr bwMode="auto"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 bwMode="auto"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 bwMode="auto"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 bwMode="auto"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 bwMode="auto"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 bwMode="auto">
                  <a:xfrm rot="5400000">
                    <a:off x="-497049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 bwMode="auto"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 bwMode="auto"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 bwMode="auto"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 bwMode="auto"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 bwMode="auto"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 bwMode="auto"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 bwMode="auto"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 bwMode="auto"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 bwMode="auto"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 bwMode="auto"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 bwMode="auto"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 bwMode="auto"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 bwMode="auto"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 bwMode="auto"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 bwMode="auto"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 bwMode="auto"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 bwMode="auto"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 bwMode="auto">
            <a:xfrm>
              <a:off x="6356774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 bwMode="auto"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 bwMode="auto"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 bwMode="auto"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 bwMode="auto"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 bwMode="auto"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 bwMode="auto"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 bwMode="auto"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 bwMode="auto"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975143721" name="Google Shape;295;p9"/>
          <p:cNvGrpSpPr/>
          <p:nvPr/>
        </p:nvGrpSpPr>
        <p:grpSpPr bwMode="auto"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 bwMode="auto"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fill="norm" stroke="1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 bwMode="auto"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fill="norm" stroke="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 bwMode="auto"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fill="norm" stroke="1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 bwMode="auto"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fill="norm" stroke="1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 bwMode="auto"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fill="norm" stroke="1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 bwMode="auto"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fill="norm" stroke="1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 bwMode="auto"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fill="norm" stroke="1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 bwMode="auto">
            <a:xfrm>
              <a:off x="1512324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fill="norm" stroke="1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 bwMode="auto"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fill="norm" stroke="1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 bwMode="auto"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fill="norm" stroke="1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 bwMode="auto"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fill="norm" stroke="1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 bwMode="auto"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fill="norm" stroke="1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 bwMode="auto">
            <a:xfrm>
              <a:off x="2384450" y="4072199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fill="norm" stroke="1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 bwMode="auto"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fill="norm" stroke="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 bwMode="auto"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fill="norm" stroke="1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 bwMode="auto"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fill="norm" stroke="1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 bwMode="auto"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fill="norm" stroke="1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 bwMode="auto"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fill="norm" stroke="1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 bwMode="auto"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fill="norm" stroke="1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 bwMode="auto"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fill="norm" stroke="1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 bwMode="auto"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fill="norm" stroke="1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 bwMode="auto"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fill="norm" stroke="1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 bwMode="auto"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fill="norm" stroke="1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 bwMode="auto"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fill="norm" stroke="1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 bwMode="auto"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fill="norm" stroke="1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 bwMode="auto"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fill="norm" stroke="1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 bwMode="auto">
            <a:xfrm>
              <a:off x="2911650" y="4871450"/>
              <a:ext cx="20799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fill="norm" stroke="1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 bwMode="auto"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fill="norm" stroke="1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834078165" name="Google Shape;324;p9"/>
          <p:cNvGrpSpPr/>
          <p:nvPr/>
        </p:nvGrpSpPr>
        <p:grpSpPr bwMode="auto"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fill="norm" stroke="1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fill="norm" stroke="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fill="norm" stroke="1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480443156" name="Google Shape;344;p9"/>
          <p:cNvSpPr/>
          <p:nvPr/>
        </p:nvSpPr>
        <p:spPr bwMode="auto">
          <a:xfrm>
            <a:off x="1582074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fill="norm" stroke="1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05841417" name="Google Shape;345;p9"/>
          <p:cNvSpPr/>
          <p:nvPr/>
        </p:nvSpPr>
        <p:spPr bwMode="auto"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5827847" name="Google Shape;346;p9"/>
          <p:cNvSpPr/>
          <p:nvPr/>
        </p:nvSpPr>
        <p:spPr bwMode="auto"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showMasterSp="1" type="blank" userDrawn="1">
  <p:cSld name="BLANK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able of contents" preserve="0" showMasterPhAnim="0" showMasterSp="1" userDrawn="1">
  <p:cSld name="CUSTOM_26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9977650" name="Google Shape;383;p13"/>
          <p:cNvSpPr txBox="1">
            <a:spLocks noGrp="1"/>
          </p:cNvSpPr>
          <p:nvPr>
            <p:ph type="title" hasCustomPrompt="1"/>
          </p:nvPr>
        </p:nvSpPr>
        <p:spPr bwMode="auto">
          <a:xfrm flipH="1">
            <a:off x="713224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rPr/>
              <a:t>xx%</a:t>
            </a:r>
            <a:endParaRPr/>
          </a:p>
        </p:txBody>
      </p:sp>
      <p:sp>
        <p:nvSpPr>
          <p:cNvPr id="1858759984" name="Google Shape;384;p13"/>
          <p:cNvSpPr txBox="1">
            <a:spLocks noGrp="1"/>
          </p:cNvSpPr>
          <p:nvPr>
            <p:ph type="subTitle" idx="1"/>
          </p:nvPr>
        </p:nvSpPr>
        <p:spPr bwMode="auto">
          <a:xfrm flipH="1">
            <a:off x="1451399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620171568" name="Google Shape;385;p13"/>
          <p:cNvSpPr txBox="1">
            <a:spLocks noGrp="1"/>
          </p:cNvSpPr>
          <p:nvPr>
            <p:ph type="subTitle" idx="2"/>
          </p:nvPr>
        </p:nvSpPr>
        <p:spPr bwMode="auto">
          <a:xfrm flipH="1">
            <a:off x="1451400" y="175102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044915064" name="Google Shape;386;p13"/>
          <p:cNvSpPr txBox="1">
            <a:spLocks noGrp="1"/>
          </p:cNvSpPr>
          <p:nvPr>
            <p:ph type="title" idx="3" hasCustomPrompt="1"/>
          </p:nvPr>
        </p:nvSpPr>
        <p:spPr bwMode="auto">
          <a:xfrm flipH="1">
            <a:off x="713224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rPr/>
              <a:t>xx%</a:t>
            </a:r>
            <a:endParaRPr/>
          </a:p>
        </p:txBody>
      </p:sp>
      <p:sp>
        <p:nvSpPr>
          <p:cNvPr id="2086788742" name="Google Shape;387;p13"/>
          <p:cNvSpPr txBox="1">
            <a:spLocks noGrp="1"/>
          </p:cNvSpPr>
          <p:nvPr>
            <p:ph type="subTitle" idx="4"/>
          </p:nvPr>
        </p:nvSpPr>
        <p:spPr bwMode="auto">
          <a:xfrm flipH="1">
            <a:off x="1451399" y="2725628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20946662" name="Google Shape;388;p13"/>
          <p:cNvSpPr txBox="1">
            <a:spLocks noGrp="1"/>
          </p:cNvSpPr>
          <p:nvPr>
            <p:ph type="subTitle" idx="5"/>
          </p:nvPr>
        </p:nvSpPr>
        <p:spPr bwMode="auto">
          <a:xfrm flipH="1">
            <a:off x="1451400" y="3031578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1141688472" name="Google Shape;389;p13"/>
          <p:cNvSpPr txBox="1">
            <a:spLocks noGrp="1"/>
          </p:cNvSpPr>
          <p:nvPr>
            <p:ph type="title" idx="6" hasCustomPrompt="1"/>
          </p:nvPr>
        </p:nvSpPr>
        <p:spPr bwMode="auto">
          <a:xfrm>
            <a:off x="3782650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rPr/>
              <a:t>xx%</a:t>
            </a:r>
            <a:endParaRPr/>
          </a:p>
        </p:txBody>
      </p:sp>
      <p:sp>
        <p:nvSpPr>
          <p:cNvPr id="66979854" name="Google Shape;390;p13"/>
          <p:cNvSpPr txBox="1">
            <a:spLocks noGrp="1"/>
          </p:cNvSpPr>
          <p:nvPr>
            <p:ph type="subTitle" idx="7"/>
          </p:nvPr>
        </p:nvSpPr>
        <p:spPr bwMode="auto">
          <a:xfrm>
            <a:off x="4493875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110793156" name="Google Shape;391;p13"/>
          <p:cNvSpPr txBox="1">
            <a:spLocks noGrp="1"/>
          </p:cNvSpPr>
          <p:nvPr>
            <p:ph type="subTitle" idx="8"/>
          </p:nvPr>
        </p:nvSpPr>
        <p:spPr bwMode="auto">
          <a:xfrm>
            <a:off x="4493876" y="175103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655627017" name="Google Shape;392;p13"/>
          <p:cNvSpPr txBox="1">
            <a:spLocks noGrp="1"/>
          </p:cNvSpPr>
          <p:nvPr>
            <p:ph type="title" idx="9" hasCustomPrompt="1"/>
          </p:nvPr>
        </p:nvSpPr>
        <p:spPr bwMode="auto">
          <a:xfrm>
            <a:off x="3782650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pPr>
              <a:defRPr/>
            </a:pPr>
            <a:r>
              <a:rPr/>
              <a:t>xx%</a:t>
            </a:r>
            <a:endParaRPr/>
          </a:p>
        </p:txBody>
      </p:sp>
      <p:sp>
        <p:nvSpPr>
          <p:cNvPr id="973731075" name="Google Shape;393;p13"/>
          <p:cNvSpPr txBox="1">
            <a:spLocks noGrp="1"/>
          </p:cNvSpPr>
          <p:nvPr>
            <p:ph type="subTitle" idx="13"/>
          </p:nvPr>
        </p:nvSpPr>
        <p:spPr bwMode="auto">
          <a:xfrm>
            <a:off x="4493875" y="2725627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532993085" name="Google Shape;394;p13"/>
          <p:cNvSpPr txBox="1">
            <a:spLocks noGrp="1"/>
          </p:cNvSpPr>
          <p:nvPr>
            <p:ph type="subTitle" idx="14"/>
          </p:nvPr>
        </p:nvSpPr>
        <p:spPr bwMode="auto">
          <a:xfrm>
            <a:off x="4493876" y="3031576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97953013" name="Google Shape;395;p13"/>
          <p:cNvSpPr txBox="1">
            <a:spLocks noGrp="1"/>
          </p:cNvSpPr>
          <p:nvPr>
            <p:ph type="title" idx="15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974155269" name="Google Shape;396;p13"/>
          <p:cNvSpPr/>
          <p:nvPr/>
        </p:nvSpPr>
        <p:spPr bwMode="auto">
          <a:xfrm>
            <a:off x="-83800" y="3912100"/>
            <a:ext cx="5820894" cy="988500"/>
          </a:xfrm>
          <a:custGeom>
            <a:avLst/>
            <a:gdLst/>
            <a:ahLst/>
            <a:cxnLst/>
            <a:rect l="l" t="t" r="r" b="b"/>
            <a:pathLst>
              <a:path w="154739" h="39540" fill="norm" stroke="1" extrusionOk="0">
                <a:moveTo>
                  <a:pt x="0" y="4425"/>
                </a:moveTo>
                <a:lnTo>
                  <a:pt x="4107" y="39539"/>
                </a:lnTo>
                <a:lnTo>
                  <a:pt x="154739" y="39539"/>
                </a:lnTo>
                <a:cubicBezTo>
                  <a:pt x="154739" y="39539"/>
                  <a:pt x="149325" y="38270"/>
                  <a:pt x="145535" y="37019"/>
                </a:cubicBezTo>
                <a:lnTo>
                  <a:pt x="145535" y="37019"/>
                </a:lnTo>
                <a:cubicBezTo>
                  <a:pt x="141727" y="35750"/>
                  <a:pt x="124963" y="31643"/>
                  <a:pt x="114939" y="31643"/>
                </a:cubicBezTo>
                <a:lnTo>
                  <a:pt x="114939" y="31643"/>
                </a:lnTo>
                <a:cubicBezTo>
                  <a:pt x="104914" y="31643"/>
                  <a:pt x="100602" y="27835"/>
                  <a:pt x="94404" y="23093"/>
                </a:cubicBezTo>
                <a:lnTo>
                  <a:pt x="94404" y="23093"/>
                </a:lnTo>
                <a:cubicBezTo>
                  <a:pt x="88206" y="18351"/>
                  <a:pt x="81318" y="13610"/>
                  <a:pt x="73496" y="13292"/>
                </a:cubicBezTo>
                <a:lnTo>
                  <a:pt x="73496" y="13292"/>
                </a:lnTo>
                <a:cubicBezTo>
                  <a:pt x="65693" y="12975"/>
                  <a:pt x="68343" y="12023"/>
                  <a:pt x="62650" y="8849"/>
                </a:cubicBezTo>
                <a:lnTo>
                  <a:pt x="62650" y="8849"/>
                </a:lnTo>
                <a:cubicBezTo>
                  <a:pt x="56956" y="5694"/>
                  <a:pt x="49993" y="6647"/>
                  <a:pt x="45867" y="6329"/>
                </a:cubicBezTo>
                <a:lnTo>
                  <a:pt x="45867" y="6329"/>
                </a:lnTo>
                <a:cubicBezTo>
                  <a:pt x="41760" y="6012"/>
                  <a:pt x="33546" y="1"/>
                  <a:pt x="21898" y="1"/>
                </a:cubicBezTo>
                <a:lnTo>
                  <a:pt x="21898" y="1"/>
                </a:lnTo>
                <a:cubicBezTo>
                  <a:pt x="10267" y="1"/>
                  <a:pt x="0" y="4425"/>
                  <a:pt x="0" y="4425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1581054" name="Google Shape;397;p13"/>
          <p:cNvSpPr/>
          <p:nvPr/>
        </p:nvSpPr>
        <p:spPr bwMode="auto">
          <a:xfrm>
            <a:off x="-83800" y="4182800"/>
            <a:ext cx="4226815" cy="717800"/>
          </a:xfrm>
          <a:custGeom>
            <a:avLst/>
            <a:gdLst/>
            <a:ahLst/>
            <a:cxnLst/>
            <a:rect l="l" t="t" r="r" b="b"/>
            <a:pathLst>
              <a:path w="112363" h="28712" fill="norm" stroke="1" extrusionOk="0">
                <a:moveTo>
                  <a:pt x="0" y="3211"/>
                </a:moveTo>
                <a:cubicBezTo>
                  <a:pt x="0" y="3211"/>
                  <a:pt x="7467" y="0"/>
                  <a:pt x="15905" y="0"/>
                </a:cubicBezTo>
                <a:cubicBezTo>
                  <a:pt x="24362" y="0"/>
                  <a:pt x="30336" y="4368"/>
                  <a:pt x="33322" y="4592"/>
                </a:cubicBezTo>
                <a:cubicBezTo>
                  <a:pt x="36309" y="4816"/>
                  <a:pt x="41350" y="4144"/>
                  <a:pt x="45494" y="6441"/>
                </a:cubicBezTo>
                <a:cubicBezTo>
                  <a:pt x="49619" y="8737"/>
                  <a:pt x="47697" y="9427"/>
                  <a:pt x="53372" y="9651"/>
                </a:cubicBezTo>
                <a:cubicBezTo>
                  <a:pt x="59047" y="9875"/>
                  <a:pt x="64050" y="13329"/>
                  <a:pt x="68549" y="16764"/>
                </a:cubicBezTo>
                <a:cubicBezTo>
                  <a:pt x="73048" y="20217"/>
                  <a:pt x="76184" y="22980"/>
                  <a:pt x="83464" y="22980"/>
                </a:cubicBezTo>
                <a:cubicBezTo>
                  <a:pt x="90745" y="22980"/>
                  <a:pt x="102916" y="25967"/>
                  <a:pt x="105679" y="26882"/>
                </a:cubicBezTo>
                <a:cubicBezTo>
                  <a:pt x="108442" y="27797"/>
                  <a:pt x="112362" y="28711"/>
                  <a:pt x="112362" y="28711"/>
                </a:cubicBezTo>
                <a:lnTo>
                  <a:pt x="2987" y="2871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29513842" name="Google Shape;398;p13"/>
          <p:cNvSpPr/>
          <p:nvPr/>
        </p:nvSpPr>
        <p:spPr bwMode="auto">
          <a:xfrm>
            <a:off x="-277150" y="4902900"/>
            <a:ext cx="8483374" cy="709400"/>
          </a:xfrm>
          <a:custGeom>
            <a:avLst/>
            <a:gdLst/>
            <a:ahLst/>
            <a:cxnLst/>
            <a:rect l="l" t="t" r="r" b="b"/>
            <a:pathLst>
              <a:path w="220376" h="28376" fill="norm" stroke="1" extrusionOk="0">
                <a:moveTo>
                  <a:pt x="0" y="25202"/>
                </a:moveTo>
                <a:cubicBezTo>
                  <a:pt x="0" y="25202"/>
                  <a:pt x="14617" y="28376"/>
                  <a:pt x="31194" y="28376"/>
                </a:cubicBezTo>
                <a:cubicBezTo>
                  <a:pt x="47771" y="28376"/>
                  <a:pt x="59476" y="24064"/>
                  <a:pt x="65338" y="23840"/>
                </a:cubicBezTo>
                <a:cubicBezTo>
                  <a:pt x="71200" y="23616"/>
                  <a:pt x="81112" y="24288"/>
                  <a:pt x="89214" y="22010"/>
                </a:cubicBezTo>
                <a:cubicBezTo>
                  <a:pt x="97316" y="19751"/>
                  <a:pt x="93564" y="19061"/>
                  <a:pt x="104671" y="18837"/>
                </a:cubicBezTo>
                <a:cubicBezTo>
                  <a:pt x="115797" y="18613"/>
                  <a:pt x="125635" y="15215"/>
                  <a:pt x="134447" y="11799"/>
                </a:cubicBezTo>
                <a:cubicBezTo>
                  <a:pt x="143277" y="8401"/>
                  <a:pt x="149400" y="5676"/>
                  <a:pt x="163699" y="5676"/>
                </a:cubicBezTo>
                <a:cubicBezTo>
                  <a:pt x="177980" y="5676"/>
                  <a:pt x="201856" y="2726"/>
                  <a:pt x="207251" y="1811"/>
                </a:cubicBezTo>
                <a:cubicBezTo>
                  <a:pt x="212665" y="897"/>
                  <a:pt x="220375" y="1"/>
                  <a:pt x="220375" y="1"/>
                </a:cubicBezTo>
                <a:lnTo>
                  <a:pt x="586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23447217" name="Google Shape;399;p13"/>
          <p:cNvSpPr/>
          <p:nvPr/>
        </p:nvSpPr>
        <p:spPr bwMode="auto">
          <a:xfrm>
            <a:off x="5541063" y="4853100"/>
            <a:ext cx="610000" cy="361725"/>
          </a:xfrm>
          <a:custGeom>
            <a:avLst/>
            <a:gdLst/>
            <a:ahLst/>
            <a:cxnLst/>
            <a:rect l="l" t="t" r="r" b="b"/>
            <a:pathLst>
              <a:path w="24400" h="14469" fill="norm" stroke="1" extrusionOk="0">
                <a:moveTo>
                  <a:pt x="3025" y="10287"/>
                </a:moveTo>
                <a:cubicBezTo>
                  <a:pt x="355" y="7841"/>
                  <a:pt x="0" y="14468"/>
                  <a:pt x="0" y="14468"/>
                </a:cubicBezTo>
                <a:lnTo>
                  <a:pt x="0" y="14468"/>
                </a:lnTo>
                <a:lnTo>
                  <a:pt x="23634" y="14095"/>
                </a:lnTo>
                <a:cubicBezTo>
                  <a:pt x="23634" y="14095"/>
                  <a:pt x="24399" y="8439"/>
                  <a:pt x="22962" y="9988"/>
                </a:cubicBezTo>
                <a:lnTo>
                  <a:pt x="22962" y="9988"/>
                </a:lnTo>
                <a:cubicBezTo>
                  <a:pt x="21525" y="11519"/>
                  <a:pt x="20759" y="11724"/>
                  <a:pt x="20759" y="8215"/>
                </a:cubicBezTo>
                <a:lnTo>
                  <a:pt x="20759" y="8215"/>
                </a:lnTo>
                <a:cubicBezTo>
                  <a:pt x="20759" y="4686"/>
                  <a:pt x="18314" y="5153"/>
                  <a:pt x="16970" y="7599"/>
                </a:cubicBezTo>
                <a:lnTo>
                  <a:pt x="16970" y="7599"/>
                </a:lnTo>
                <a:cubicBezTo>
                  <a:pt x="15607" y="10044"/>
                  <a:pt x="17623" y="4070"/>
                  <a:pt x="14449" y="3118"/>
                </a:cubicBezTo>
                <a:lnTo>
                  <a:pt x="14449" y="3118"/>
                </a:lnTo>
                <a:cubicBezTo>
                  <a:pt x="12620" y="2577"/>
                  <a:pt x="11967" y="4089"/>
                  <a:pt x="11556" y="5601"/>
                </a:cubicBezTo>
                <a:lnTo>
                  <a:pt x="11556" y="5601"/>
                </a:lnTo>
                <a:cubicBezTo>
                  <a:pt x="11201" y="6908"/>
                  <a:pt x="11052" y="8215"/>
                  <a:pt x="10548" y="8215"/>
                </a:cubicBezTo>
                <a:lnTo>
                  <a:pt x="10548" y="8215"/>
                </a:lnTo>
                <a:cubicBezTo>
                  <a:pt x="7748" y="8121"/>
                  <a:pt x="12172" y="1"/>
                  <a:pt x="7598" y="1"/>
                </a:cubicBezTo>
                <a:lnTo>
                  <a:pt x="7598" y="1"/>
                </a:lnTo>
                <a:cubicBezTo>
                  <a:pt x="1008" y="1"/>
                  <a:pt x="5694" y="12751"/>
                  <a:pt x="3025" y="10287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462795357" name="Google Shape;400;p13"/>
          <p:cNvGrpSpPr/>
          <p:nvPr/>
        </p:nvGrpSpPr>
        <p:grpSpPr bwMode="auto">
          <a:xfrm>
            <a:off x="-139125" y="3868275"/>
            <a:ext cx="9194843" cy="559600"/>
            <a:chOff x="-139125" y="3868275"/>
            <a:chExt cx="9194843" cy="559600"/>
          </a:xfrm>
        </p:grpSpPr>
        <p:sp>
          <p:nvSpPr>
            <p:cNvPr id="401" name="Google Shape;401;p13"/>
            <p:cNvSpPr/>
            <p:nvPr/>
          </p:nvSpPr>
          <p:spPr bwMode="auto">
            <a:xfrm>
              <a:off x="-139125" y="3868275"/>
              <a:ext cx="9194843" cy="351450"/>
            </a:xfrm>
            <a:custGeom>
              <a:avLst/>
              <a:gdLst/>
              <a:ahLst/>
              <a:cxnLst/>
              <a:rect l="l" t="t" r="r" b="b"/>
              <a:pathLst>
                <a:path w="219946" h="14058" fill="norm" stroke="1" extrusionOk="0">
                  <a:moveTo>
                    <a:pt x="0" y="12956"/>
                  </a:moveTo>
                  <a:lnTo>
                    <a:pt x="0" y="14058"/>
                  </a:lnTo>
                  <a:lnTo>
                    <a:pt x="219946" y="1102"/>
                  </a:lnTo>
                  <a:lnTo>
                    <a:pt x="2199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2" name="Google Shape;402;p13"/>
            <p:cNvSpPr/>
            <p:nvPr/>
          </p:nvSpPr>
          <p:spPr bwMode="auto">
            <a:xfrm>
              <a:off x="125427" y="41828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fill="norm" stroke="1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3" name="Google Shape;403;p13"/>
            <p:cNvSpPr/>
            <p:nvPr/>
          </p:nvSpPr>
          <p:spPr bwMode="auto">
            <a:xfrm>
              <a:off x="336927" y="4176300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fill="norm" stroke="1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4" name="Google Shape;404;p13"/>
            <p:cNvSpPr/>
            <p:nvPr/>
          </p:nvSpPr>
          <p:spPr bwMode="auto">
            <a:xfrm>
              <a:off x="548427" y="41693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fill="norm" stroke="1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5" name="Google Shape;405;p13"/>
            <p:cNvSpPr/>
            <p:nvPr/>
          </p:nvSpPr>
          <p:spPr bwMode="auto">
            <a:xfrm>
              <a:off x="759174" y="4162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6" name="Google Shape;406;p13"/>
            <p:cNvSpPr/>
            <p:nvPr/>
          </p:nvSpPr>
          <p:spPr bwMode="auto">
            <a:xfrm>
              <a:off x="970673" y="4155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7" name="Google Shape;407;p13"/>
            <p:cNvSpPr/>
            <p:nvPr/>
          </p:nvSpPr>
          <p:spPr bwMode="auto">
            <a:xfrm>
              <a:off x="1182173" y="414877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fill="norm" stroke="1" extrusionOk="0">
                  <a:moveTo>
                    <a:pt x="0" y="9782"/>
                  </a:moveTo>
                  <a:lnTo>
                    <a:pt x="821" y="9782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8" name="Google Shape;408;p13"/>
            <p:cNvSpPr/>
            <p:nvPr/>
          </p:nvSpPr>
          <p:spPr bwMode="auto">
            <a:xfrm>
              <a:off x="1393673" y="4141774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fill="norm" stroke="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09" name="Google Shape;409;p13"/>
            <p:cNvSpPr/>
            <p:nvPr/>
          </p:nvSpPr>
          <p:spPr bwMode="auto">
            <a:xfrm>
              <a:off x="1605172" y="4134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fill="norm" stroke="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0" name="Google Shape;410;p13"/>
            <p:cNvSpPr/>
            <p:nvPr/>
          </p:nvSpPr>
          <p:spPr bwMode="auto">
            <a:xfrm>
              <a:off x="1816672" y="4127775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fill="norm" stroke="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1" name="Google Shape;411;p13"/>
            <p:cNvSpPr/>
            <p:nvPr/>
          </p:nvSpPr>
          <p:spPr bwMode="auto">
            <a:xfrm>
              <a:off x="2027377" y="41212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fill="norm" stroke="1" extrusionOk="0">
                  <a:moveTo>
                    <a:pt x="0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2" name="Google Shape;412;p13"/>
            <p:cNvSpPr/>
            <p:nvPr/>
          </p:nvSpPr>
          <p:spPr bwMode="auto">
            <a:xfrm>
              <a:off x="2238877" y="4114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3" name="Google Shape;413;p13"/>
            <p:cNvSpPr/>
            <p:nvPr/>
          </p:nvSpPr>
          <p:spPr bwMode="auto">
            <a:xfrm>
              <a:off x="2450377" y="4107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4" name="Google Shape;414;p13"/>
            <p:cNvSpPr/>
            <p:nvPr/>
          </p:nvSpPr>
          <p:spPr bwMode="auto">
            <a:xfrm>
              <a:off x="2661876" y="4100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5" name="Google Shape;415;p13"/>
            <p:cNvSpPr/>
            <p:nvPr/>
          </p:nvSpPr>
          <p:spPr bwMode="auto">
            <a:xfrm>
              <a:off x="2873376" y="40937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fill="norm" stroke="1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6" name="Google Shape;416;p13"/>
            <p:cNvSpPr/>
            <p:nvPr/>
          </p:nvSpPr>
          <p:spPr bwMode="auto">
            <a:xfrm>
              <a:off x="3084876" y="4086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fill="norm" stroke="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7" name="Google Shape;417;p13"/>
            <p:cNvSpPr/>
            <p:nvPr/>
          </p:nvSpPr>
          <p:spPr bwMode="auto">
            <a:xfrm>
              <a:off x="3296375" y="4079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fill="norm" stroke="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8" name="Google Shape;418;p13"/>
            <p:cNvSpPr/>
            <p:nvPr/>
          </p:nvSpPr>
          <p:spPr bwMode="auto">
            <a:xfrm>
              <a:off x="3507081" y="4072700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fill="norm" stroke="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19" name="Google Shape;419;p13"/>
            <p:cNvSpPr/>
            <p:nvPr/>
          </p:nvSpPr>
          <p:spPr bwMode="auto">
            <a:xfrm>
              <a:off x="3718580" y="4066175"/>
              <a:ext cx="34406" cy="244550"/>
            </a:xfrm>
            <a:custGeom>
              <a:avLst/>
              <a:gdLst/>
              <a:ahLst/>
              <a:cxnLst/>
              <a:rect l="l" t="t" r="r" b="b"/>
              <a:pathLst>
                <a:path w="823" h="9782" fill="norm" stroke="1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0" name="Google Shape;420;p13"/>
            <p:cNvSpPr/>
            <p:nvPr/>
          </p:nvSpPr>
          <p:spPr bwMode="auto">
            <a:xfrm>
              <a:off x="3930080" y="4059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fill="norm" stroke="1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1" name="Google Shape;421;p13"/>
            <p:cNvSpPr/>
            <p:nvPr/>
          </p:nvSpPr>
          <p:spPr bwMode="auto">
            <a:xfrm>
              <a:off x="4141580" y="4052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fill="norm" stroke="1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2" name="Google Shape;422;p13"/>
            <p:cNvSpPr/>
            <p:nvPr/>
          </p:nvSpPr>
          <p:spPr bwMode="auto">
            <a:xfrm>
              <a:off x="4353079" y="4045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fill="norm" stroke="1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3" name="Google Shape;423;p13"/>
            <p:cNvSpPr/>
            <p:nvPr/>
          </p:nvSpPr>
          <p:spPr bwMode="auto">
            <a:xfrm>
              <a:off x="4564579" y="4038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fill="norm" stroke="1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4" name="Google Shape;424;p13"/>
            <p:cNvSpPr/>
            <p:nvPr/>
          </p:nvSpPr>
          <p:spPr bwMode="auto">
            <a:xfrm>
              <a:off x="4775326" y="4031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5" name="Google Shape;425;p13"/>
            <p:cNvSpPr/>
            <p:nvPr/>
          </p:nvSpPr>
          <p:spPr bwMode="auto">
            <a:xfrm>
              <a:off x="4986826" y="4024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6" name="Google Shape;426;p13"/>
            <p:cNvSpPr/>
            <p:nvPr/>
          </p:nvSpPr>
          <p:spPr bwMode="auto">
            <a:xfrm>
              <a:off x="5198325" y="40181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fill="norm" stroke="1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7" name="Google Shape;427;p13"/>
            <p:cNvSpPr/>
            <p:nvPr/>
          </p:nvSpPr>
          <p:spPr bwMode="auto">
            <a:xfrm>
              <a:off x="5409825" y="4011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fill="norm" stroke="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8" name="Google Shape;428;p13"/>
            <p:cNvSpPr/>
            <p:nvPr/>
          </p:nvSpPr>
          <p:spPr bwMode="auto">
            <a:xfrm>
              <a:off x="5621325" y="4004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fill="norm" stroke="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29" name="Google Shape;429;p13"/>
            <p:cNvSpPr/>
            <p:nvPr/>
          </p:nvSpPr>
          <p:spPr bwMode="auto">
            <a:xfrm>
              <a:off x="5832824" y="3997100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fill="norm" stroke="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0" name="Google Shape;430;p13"/>
            <p:cNvSpPr/>
            <p:nvPr/>
          </p:nvSpPr>
          <p:spPr bwMode="auto">
            <a:xfrm>
              <a:off x="6043530" y="399055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fill="norm" stroke="1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1" name="Google Shape;431;p13"/>
            <p:cNvSpPr/>
            <p:nvPr/>
          </p:nvSpPr>
          <p:spPr bwMode="auto">
            <a:xfrm>
              <a:off x="6255029" y="3983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2" name="Google Shape;432;p13"/>
            <p:cNvSpPr/>
            <p:nvPr/>
          </p:nvSpPr>
          <p:spPr bwMode="auto">
            <a:xfrm>
              <a:off x="6466529" y="3976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3" name="Google Shape;433;p13"/>
            <p:cNvSpPr/>
            <p:nvPr/>
          </p:nvSpPr>
          <p:spPr bwMode="auto">
            <a:xfrm>
              <a:off x="6678029" y="3969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4" name="Google Shape;434;p13"/>
            <p:cNvSpPr/>
            <p:nvPr/>
          </p:nvSpPr>
          <p:spPr bwMode="auto">
            <a:xfrm>
              <a:off x="6889528" y="39630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fill="norm" stroke="1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5" name="Google Shape;435;p13"/>
            <p:cNvSpPr/>
            <p:nvPr/>
          </p:nvSpPr>
          <p:spPr bwMode="auto">
            <a:xfrm>
              <a:off x="7101028" y="395602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fill="norm" stroke="1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6" name="Google Shape;436;p13"/>
            <p:cNvSpPr/>
            <p:nvPr/>
          </p:nvSpPr>
          <p:spPr bwMode="auto">
            <a:xfrm>
              <a:off x="7311733" y="39490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fill="norm" stroke="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7" name="Google Shape;437;p13"/>
            <p:cNvSpPr/>
            <p:nvPr/>
          </p:nvSpPr>
          <p:spPr bwMode="auto">
            <a:xfrm>
              <a:off x="7523233" y="3942025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fill="norm" stroke="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8" name="Google Shape;438;p13"/>
            <p:cNvSpPr/>
            <p:nvPr/>
          </p:nvSpPr>
          <p:spPr bwMode="auto">
            <a:xfrm>
              <a:off x="7734733" y="3935475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fill="norm" stroke="1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39" name="Google Shape;439;p13"/>
            <p:cNvSpPr/>
            <p:nvPr/>
          </p:nvSpPr>
          <p:spPr bwMode="auto">
            <a:xfrm>
              <a:off x="7946232" y="3928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fill="norm" stroke="1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 bwMode="auto">
            <a:xfrm>
              <a:off x="8157732" y="3921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fill="norm" stroke="1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 bwMode="auto">
            <a:xfrm>
              <a:off x="8369232" y="391447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fill="norm" stroke="1" extrusionOk="0">
                  <a:moveTo>
                    <a:pt x="1" y="9802"/>
                  </a:moveTo>
                  <a:lnTo>
                    <a:pt x="804" y="9802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 bwMode="auto">
            <a:xfrm>
              <a:off x="8580773" y="3907949"/>
              <a:ext cx="33569" cy="244575"/>
            </a:xfrm>
            <a:custGeom>
              <a:avLst/>
              <a:gdLst/>
              <a:ahLst/>
              <a:cxnLst/>
              <a:rect l="l" t="t" r="r" b="b"/>
              <a:pathLst>
                <a:path w="803" h="9783" fill="norm" stroke="1" extrusionOk="0">
                  <a:moveTo>
                    <a:pt x="0" y="9783"/>
                  </a:moveTo>
                  <a:lnTo>
                    <a:pt x="803" y="9783"/>
                  </a:lnTo>
                  <a:lnTo>
                    <a:pt x="803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 bwMode="auto">
            <a:xfrm>
              <a:off x="8791478" y="39009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fill="norm" stroke="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998816505" name="Google Shape;444;p13"/>
          <p:cNvSpPr/>
          <p:nvPr/>
        </p:nvSpPr>
        <p:spPr bwMode="auto">
          <a:xfrm>
            <a:off x="5304437" y="4971650"/>
            <a:ext cx="382725" cy="250175"/>
          </a:xfrm>
          <a:custGeom>
            <a:avLst/>
            <a:gdLst/>
            <a:ahLst/>
            <a:cxnLst/>
            <a:rect l="l" t="t" r="r" b="b"/>
            <a:pathLst>
              <a:path w="15309" h="10007" fill="norm" stroke="1" extrusionOk="0">
                <a:moveTo>
                  <a:pt x="1905" y="7374"/>
                </a:moveTo>
                <a:cubicBezTo>
                  <a:pt x="225" y="5843"/>
                  <a:pt x="1" y="10006"/>
                  <a:pt x="1" y="10006"/>
                </a:cubicBezTo>
                <a:lnTo>
                  <a:pt x="1" y="10006"/>
                </a:lnTo>
                <a:lnTo>
                  <a:pt x="14823" y="9764"/>
                </a:lnTo>
                <a:cubicBezTo>
                  <a:pt x="14823" y="9764"/>
                  <a:pt x="15308" y="6217"/>
                  <a:pt x="14394" y="7188"/>
                </a:cubicBezTo>
                <a:lnTo>
                  <a:pt x="14394" y="7188"/>
                </a:lnTo>
                <a:cubicBezTo>
                  <a:pt x="13498" y="8158"/>
                  <a:pt x="13031" y="8289"/>
                  <a:pt x="13031" y="6067"/>
                </a:cubicBezTo>
                <a:lnTo>
                  <a:pt x="13031" y="6067"/>
                </a:lnTo>
                <a:cubicBezTo>
                  <a:pt x="13031" y="3865"/>
                  <a:pt x="11482" y="4163"/>
                  <a:pt x="10641" y="5694"/>
                </a:cubicBezTo>
                <a:lnTo>
                  <a:pt x="10641" y="5694"/>
                </a:lnTo>
                <a:cubicBezTo>
                  <a:pt x="9783" y="7225"/>
                  <a:pt x="11071" y="3286"/>
                  <a:pt x="9129" y="2558"/>
                </a:cubicBezTo>
                <a:lnTo>
                  <a:pt x="9129" y="2558"/>
                </a:lnTo>
                <a:cubicBezTo>
                  <a:pt x="7076" y="1792"/>
                  <a:pt x="7300" y="5955"/>
                  <a:pt x="6609" y="6067"/>
                </a:cubicBezTo>
                <a:lnTo>
                  <a:pt x="6609" y="6067"/>
                </a:lnTo>
                <a:cubicBezTo>
                  <a:pt x="4836" y="6385"/>
                  <a:pt x="8681" y="0"/>
                  <a:pt x="4574" y="0"/>
                </a:cubicBezTo>
                <a:lnTo>
                  <a:pt x="4574" y="0"/>
                </a:lnTo>
                <a:cubicBezTo>
                  <a:pt x="1588" y="0"/>
                  <a:pt x="3566" y="8924"/>
                  <a:pt x="1905" y="7374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133878435" name="Google Shape;445;p13"/>
          <p:cNvGrpSpPr/>
          <p:nvPr/>
        </p:nvGrpSpPr>
        <p:grpSpPr bwMode="auto">
          <a:xfrm>
            <a:off x="-83800" y="4015425"/>
            <a:ext cx="9221236" cy="1251522"/>
            <a:chOff x="-83800" y="4015425"/>
            <a:chExt cx="9221236" cy="1251522"/>
          </a:xfrm>
        </p:grpSpPr>
        <p:sp>
          <p:nvSpPr>
            <p:cNvPr id="446" name="Google Shape;446;p13"/>
            <p:cNvSpPr/>
            <p:nvPr/>
          </p:nvSpPr>
          <p:spPr bwMode="auto">
            <a:xfrm>
              <a:off x="-83800" y="4015425"/>
              <a:ext cx="9221236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fill="norm" stroke="1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447" name="Google Shape;447;p13"/>
            <p:cNvGrpSpPr/>
            <p:nvPr/>
          </p:nvGrpSpPr>
          <p:grpSpPr bwMode="auto">
            <a:xfrm>
              <a:off x="3379075" y="4293100"/>
              <a:ext cx="3484400" cy="973847"/>
              <a:chOff x="3379075" y="4293100"/>
              <a:chExt cx="3484400" cy="973847"/>
            </a:xfrm>
          </p:grpSpPr>
          <p:sp>
            <p:nvSpPr>
              <p:cNvPr id="448" name="Google Shape;448;p13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fill="norm" stroke="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49" name="Google Shape;449;p13"/>
              <p:cNvSpPr/>
              <p:nvPr/>
            </p:nvSpPr>
            <p:spPr bwMode="auto">
              <a:xfrm>
                <a:off x="5628575" y="42931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fill="norm" stroke="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0" name="Google Shape;450;p13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fill="norm" stroke="1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1" name="Google Shape;451;p13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fill="norm" stroke="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2" name="Google Shape;452;p13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fill="norm" stroke="1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3" name="Google Shape;453;p13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fill="norm" stroke="1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454" name="Google Shape;454;p13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fill="norm" stroke="1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only 3" preserve="0" showMasterPhAnim="0" showMasterSp="1" userDrawn="1">
  <p:cSld name="TITLE_ONLY_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733916" name="Google Shape;496;p16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909712254" name="Google Shape;497;p16"/>
          <p:cNvSpPr/>
          <p:nvPr/>
        </p:nvSpPr>
        <p:spPr bwMode="auto"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fill="norm" stroke="1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41542216" name="Google Shape;498;p16"/>
          <p:cNvSpPr/>
          <p:nvPr/>
        </p:nvSpPr>
        <p:spPr bwMode="auto"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fill="norm" stroke="1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76044469" name="Google Shape;499;p16"/>
          <p:cNvSpPr/>
          <p:nvPr/>
        </p:nvSpPr>
        <p:spPr bwMode="auto"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fill="norm" stroke="1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290838122" name="Google Shape;500;p16"/>
          <p:cNvGrpSpPr/>
          <p:nvPr/>
        </p:nvGrpSpPr>
        <p:grpSpPr bwMode="auto">
          <a:xfrm>
            <a:off x="-2311315" y="4713377"/>
            <a:ext cx="11543197" cy="859072"/>
            <a:chOff x="238675" y="2497700"/>
            <a:chExt cx="7138649" cy="531275"/>
          </a:xfrm>
        </p:grpSpPr>
        <p:sp>
          <p:nvSpPr>
            <p:cNvPr id="501" name="Google Shape;501;p16"/>
            <p:cNvSpPr/>
            <p:nvPr/>
          </p:nvSpPr>
          <p:spPr bwMode="auto">
            <a:xfrm>
              <a:off x="238675" y="2497700"/>
              <a:ext cx="7138649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fill="norm" stroke="1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 bwMode="auto">
            <a:xfrm>
              <a:off x="238675" y="2565600"/>
              <a:ext cx="7138649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fill="norm" stroke="1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429201212" name="Google Shape;503;p16"/>
          <p:cNvSpPr/>
          <p:nvPr/>
        </p:nvSpPr>
        <p:spPr bwMode="auto"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46170006" name="Google Shape;504;p16"/>
          <p:cNvGrpSpPr/>
          <p:nvPr/>
        </p:nvGrpSpPr>
        <p:grpSpPr bwMode="auto">
          <a:xfrm>
            <a:off x="1058800" y="4136600"/>
            <a:ext cx="2419653" cy="571601"/>
            <a:chOff x="3962175" y="2857795"/>
            <a:chExt cx="3075700" cy="726579"/>
          </a:xfrm>
        </p:grpSpPr>
        <p:sp>
          <p:nvSpPr>
            <p:cNvPr id="505" name="Google Shape;505;p1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fill="norm" stroke="1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fill="norm" stroke="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fill="norm" stroke="1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hanks" preserve="0" showMasterPhAnim="0" showMasterSp="1" userDrawn="1">
  <p:cSld name="CUSTOM_12_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8957588" name="Google Shape;944;p24"/>
          <p:cNvSpPr txBox="1">
            <a:spLocks noGrp="1"/>
          </p:cNvSpPr>
          <p:nvPr>
            <p:ph type="subTitle" idx="1"/>
          </p:nvPr>
        </p:nvSpPr>
        <p:spPr bwMode="auto"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637496178" name="Google Shape;945;p24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53624534" name="Google Shape;946;p24"/>
          <p:cNvSpPr/>
          <p:nvPr/>
        </p:nvSpPr>
        <p:spPr bwMode="auto"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3229756" name="Google Shape;947;p24"/>
          <p:cNvSpPr txBox="1"/>
          <p:nvPr/>
        </p:nvSpPr>
        <p:spPr bwMode="auto"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CREDITS: This presentation template was created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2" tooltip=""/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including icons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3" tooltip=""/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, and infographics &amp; images by </a:t>
            </a:r>
            <a:r>
              <a:rPr lang="en" sz="1200" u="sng">
                <a:solidFill>
                  <a:schemeClr val="dk1"/>
                </a:solidFill>
                <a:latin typeface="Abel"/>
                <a:ea typeface="Abel"/>
                <a:cs typeface="Abel"/>
                <a:hlinkClick r:id="rId4" tooltip=""/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ackground" preserve="0" showMasterPhAnim="0" showMasterSp="1" userDrawn="1">
  <p:cSld name="CUSTOM_2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91129" name="Google Shape;949;p25"/>
          <p:cNvSpPr/>
          <p:nvPr/>
        </p:nvSpPr>
        <p:spPr bwMode="auto"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70911803" name="Google Shape;950;p25"/>
          <p:cNvSpPr/>
          <p:nvPr/>
        </p:nvSpPr>
        <p:spPr bwMode="auto"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fill="norm" stroke="1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66285032" name="Google Shape;951;p25"/>
          <p:cNvSpPr/>
          <p:nvPr/>
        </p:nvSpPr>
        <p:spPr bwMode="auto"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fill="norm" stroke="1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62588531" name="Google Shape;952;p25"/>
          <p:cNvSpPr/>
          <p:nvPr/>
        </p:nvSpPr>
        <p:spPr bwMode="auto"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fill="norm" stroke="1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579023205" name="Google Shape;953;p25"/>
          <p:cNvGrpSpPr/>
          <p:nvPr/>
        </p:nvGrpSpPr>
        <p:grpSpPr bwMode="auto">
          <a:xfrm>
            <a:off x="-139347" y="3868275"/>
            <a:ext cx="9276783" cy="1398671"/>
            <a:chOff x="-139347" y="3868275"/>
            <a:chExt cx="9276783" cy="1398671"/>
          </a:xfrm>
        </p:grpSpPr>
        <p:sp>
          <p:nvSpPr>
            <p:cNvPr id="954" name="Google Shape;954;p25"/>
            <p:cNvSpPr/>
            <p:nvPr/>
          </p:nvSpPr>
          <p:spPr bwMode="auto">
            <a:xfrm flipH="1">
              <a:off x="-139347" y="4015425"/>
              <a:ext cx="9276771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fill="norm" stroke="1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 bwMode="auto"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 bwMode="auto">
              <a:xfrm>
                <a:off x="6638024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fill="norm" stroke="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fill="norm" stroke="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fill="norm" stroke="1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 bwMode="auto"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fill="norm" stroke="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fill="norm" stroke="1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 bwMode="auto"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fill="norm" stroke="1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fill="norm" stroke="1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 bwMode="auto"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 bwMode="auto"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fill="norm" stroke="1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 bwMode="auto"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fill="norm" stroke="1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 bwMode="auto"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fill="norm" stroke="1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 bwMode="auto"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fill="norm" stroke="1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 bwMode="auto"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 bwMode="auto"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 bwMode="auto"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fill="norm" stroke="1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 bwMode="auto">
              <a:xfrm>
                <a:off x="1393673" y="4141774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fill="norm" stroke="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 bwMode="auto"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fill="norm" stroke="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 bwMode="auto"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fill="norm" stroke="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 bwMode="auto"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fill="norm" stroke="1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 bwMode="auto"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 bwMode="auto"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 bwMode="auto"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 bwMode="auto"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fill="norm" stroke="1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 bwMode="auto"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fill="norm" stroke="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 bwMode="auto"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fill="norm" stroke="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 bwMode="auto"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fill="norm" stroke="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 bwMode="auto"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fill="norm" stroke="1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 bwMode="auto"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fill="norm" stroke="1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 bwMode="auto"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fill="norm" stroke="1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 bwMode="auto"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fill="norm" stroke="1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 bwMode="auto"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fill="norm" stroke="1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 bwMode="auto"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 bwMode="auto"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 bwMode="auto"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fill="norm" stroke="1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 bwMode="auto"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fill="norm" stroke="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 bwMode="auto"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fill="norm" stroke="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 bwMode="auto"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fill="norm" stroke="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 bwMode="auto"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fill="norm" stroke="1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 bwMode="auto"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 bwMode="auto"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 bwMode="auto"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 bwMode="auto"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fill="norm" stroke="1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 bwMode="auto"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fill="norm" stroke="1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 bwMode="auto"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fill="norm" stroke="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 bwMode="auto"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fill="norm" stroke="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 bwMode="auto"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fill="norm" stroke="1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 bwMode="auto"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fill="norm" stroke="1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 bwMode="auto"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fill="norm" stroke="1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 bwMode="auto"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fill="norm" stroke="1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 bwMode="auto">
              <a:xfrm>
                <a:off x="8580773" y="3907949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fill="norm" stroke="1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 bwMode="auto"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fill="norm" stroke="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 bwMode="auto"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 bwMode="auto">
              <a:xfrm>
                <a:off x="6638024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fill="norm" stroke="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 bwMode="auto"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fill="norm" stroke="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fill="norm" stroke="1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 bwMode="auto"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fill="norm" stroke="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fill="norm" stroke="1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 bwMode="auto"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fill="norm" stroke="1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fill="norm" stroke="1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 bwMode="auto"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 bwMode="auto"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fill="norm" stroke="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 bwMode="auto"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fill="norm" stroke="1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 bwMode="auto"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fill="norm" stroke="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 bwMode="auto"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fill="norm" stroke="1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 bwMode="auto"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fill="norm" stroke="1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 bwMode="auto"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fill="norm" stroke="1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917113782" name="Google Shape;1022;p25"/>
          <p:cNvGrpSpPr/>
          <p:nvPr/>
        </p:nvGrpSpPr>
        <p:grpSpPr bwMode="auto">
          <a:xfrm rot="127888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fill="norm" stroke="1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fill="norm" stroke="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fill="norm" stroke="1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808739200" name="Google Shape;1042;p25"/>
          <p:cNvSpPr/>
          <p:nvPr/>
        </p:nvSpPr>
        <p:spPr bwMode="auto"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fill="norm" stroke="1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47745668" name="Google Shape;1043;p25"/>
          <p:cNvSpPr/>
          <p:nvPr/>
        </p:nvSpPr>
        <p:spPr bwMode="auto"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45428219" name="Google Shape;1044;p25"/>
          <p:cNvSpPr/>
          <p:nvPr/>
        </p:nvSpPr>
        <p:spPr bwMode="auto"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ackground 1" preserve="0" showMasterPhAnim="0" showMasterSp="1" userDrawn="1">
  <p:cSld name="CUSTOM_2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1592819" name="Google Shape;1046;p26"/>
          <p:cNvSpPr/>
          <p:nvPr/>
        </p:nvSpPr>
        <p:spPr bwMode="auto"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02030843" name="Google Shape;1047;p26"/>
          <p:cNvSpPr/>
          <p:nvPr/>
        </p:nvSpPr>
        <p:spPr bwMode="auto"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fill="norm" stroke="1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40893480" name="Google Shape;1048;p26"/>
          <p:cNvSpPr/>
          <p:nvPr/>
        </p:nvSpPr>
        <p:spPr bwMode="auto"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58638490" name="Google Shape;1049;p26"/>
          <p:cNvSpPr/>
          <p:nvPr/>
        </p:nvSpPr>
        <p:spPr bwMode="auto"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097064697" name="Google Shape;1050;p26"/>
          <p:cNvGrpSpPr/>
          <p:nvPr/>
        </p:nvGrpSpPr>
        <p:grpSpPr bwMode="auto"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fill="norm" stroke="1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fill="norm" stroke="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fill="norm" stroke="1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535082168" name="Google Shape;1070;p26"/>
          <p:cNvGrpSpPr/>
          <p:nvPr/>
        </p:nvGrpSpPr>
        <p:grpSpPr bwMode="auto"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fill="norm" stroke="1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fill="norm" stroke="1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fill="norm" stroke="1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fill="norm" stroke="1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1961007206" name="Google Shape;1084;p26"/>
          <p:cNvSpPr/>
          <p:nvPr/>
        </p:nvSpPr>
        <p:spPr bwMode="auto"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fill="norm" stroke="1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804003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852394604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gif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2202685" name="Google Shape;1095;p30"/>
          <p:cNvSpPr/>
          <p:nvPr/>
        </p:nvSpPr>
        <p:spPr bwMode="auto"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fill="norm" stroke="1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45821811" name="Google Shape;1096;p30"/>
          <p:cNvSpPr/>
          <p:nvPr/>
        </p:nvSpPr>
        <p:spPr bwMode="auto"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fill="norm" stroke="1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47288088" name="Google Shape;1097;p30"/>
          <p:cNvSpPr/>
          <p:nvPr/>
        </p:nvSpPr>
        <p:spPr bwMode="auto"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fill="norm" stroke="1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89135250" name="Google Shape;1098;p30"/>
          <p:cNvGrpSpPr/>
          <p:nvPr/>
        </p:nvGrpSpPr>
        <p:grpSpPr bwMode="auto"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fill="norm" stroke="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fill="norm" stroke="1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fill="norm" stroke="1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fill="norm" stroke="1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fill="norm" stroke="1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fill="norm" stroke="1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563459161" name="Google Shape;1111;p30"/>
          <p:cNvSpPr txBox="1">
            <a:spLocks noGrp="1"/>
          </p:cNvSpPr>
          <p:nvPr>
            <p:ph type="ctrTitle"/>
          </p:nvPr>
        </p:nvSpPr>
        <p:spPr bwMode="auto"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defRPr/>
            </a:pPr>
            <a:r>
              <a:rPr lang="fr-CH" sz="7200" b="1"/>
              <a:t>RailBeat</a:t>
            </a:r>
            <a:r>
              <a:rPr lang="fr-CH" sz="7200"/>
              <a:t> </a:t>
            </a:r>
            <a:endParaRPr sz="71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4500" i="1">
                <a:solidFill>
                  <a:schemeClr val="accent2"/>
                </a:solidFill>
              </a:rPr>
              <a:t>Summer School</a:t>
            </a:r>
            <a:endParaRPr sz="4500" i="1">
              <a:solidFill>
                <a:schemeClr val="accent2"/>
              </a:solidFill>
            </a:endParaRPr>
          </a:p>
        </p:txBody>
      </p:sp>
      <p:sp>
        <p:nvSpPr>
          <p:cNvPr id="751720596" name="Google Shape;1112;p30"/>
          <p:cNvSpPr txBox="1">
            <a:spLocks noGrp="1"/>
          </p:cNvSpPr>
          <p:nvPr>
            <p:ph type="subTitle" idx="1"/>
          </p:nvPr>
        </p:nvSpPr>
        <p:spPr bwMode="auto"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Alan, Dina, Ravaka, Gabriel</a:t>
            </a:r>
            <a:endParaRPr/>
          </a:p>
        </p:txBody>
      </p:sp>
      <p:grpSp>
        <p:nvGrpSpPr>
          <p:cNvPr id="1574241081" name="Google Shape;1113;p30"/>
          <p:cNvGrpSpPr/>
          <p:nvPr/>
        </p:nvGrpSpPr>
        <p:grpSpPr bwMode="auto"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 bwMode="auto"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fill="norm" stroke="1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 bwMode="auto"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fill="norm" stroke="1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739922572" name="Google Shape;1116;p30"/>
          <p:cNvSpPr/>
          <p:nvPr/>
        </p:nvSpPr>
        <p:spPr bwMode="auto"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609724737" name="Google Shape;1117;p30"/>
          <p:cNvGrpSpPr/>
          <p:nvPr/>
        </p:nvGrpSpPr>
        <p:grpSpPr bwMode="auto"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fill="norm" stroke="1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fill="norm" stroke="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 bwMode="auto"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fill="norm" stroke="1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390529228" name="Google Shape;1137;p30"/>
          <p:cNvSpPr/>
          <p:nvPr/>
        </p:nvSpPr>
        <p:spPr bwMode="auto"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fill="norm" stroke="1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598644290" name="Google Shape;1138;p30"/>
          <p:cNvGrpSpPr/>
          <p:nvPr/>
        </p:nvGrpSpPr>
        <p:grpSpPr bwMode="auto"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 bwMode="auto"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fill="norm" stroke="1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 bwMode="auto"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fill="norm" stroke="1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 bwMode="auto"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fill="norm" stroke="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 bwMode="auto"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fill="norm" stroke="1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279474111" name="Google Shape;1143;p30"/>
          <p:cNvGrpSpPr/>
          <p:nvPr/>
        </p:nvGrpSpPr>
        <p:grpSpPr bwMode="auto"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 bwMode="auto"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fill="norm" stroke="1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 bwMode="auto"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 bwMode="auto"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 bwMode="auto"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fill="norm" stroke="1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 bwMode="auto"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fill="norm" stroke="1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192228375" name="Google Shape;1149;p30"/>
          <p:cNvGrpSpPr/>
          <p:nvPr/>
        </p:nvGrpSpPr>
        <p:grpSpPr bwMode="auto"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 bwMode="auto"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 bwMode="auto"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fill="norm" stroke="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 bwMode="auto"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 bwMode="auto"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fill="norm" stroke="1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 bwMode="auto"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fill="norm" stroke="1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 bwMode="auto"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 bwMode="auto"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fill="norm" stroke="1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 bwMode="auto"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fill="norm" stroke="1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 bwMode="auto"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fill="norm" stroke="1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  <a:defRPr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750086753" name="Google Shape;1162;p30"/>
          <p:cNvGrpSpPr/>
          <p:nvPr/>
        </p:nvGrpSpPr>
        <p:grpSpPr bwMode="auto"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 bwMode="auto"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fill="norm" stroke="1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 bwMode="auto"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fill="norm" stroke="1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 bwMode="auto"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fill="norm" stroke="1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 bwMode="auto"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fill="norm" stroke="1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grpSp>
        <p:nvGrpSpPr>
          <p:cNvPr id="1429271618" name="Google Shape;1167;p30"/>
          <p:cNvGrpSpPr/>
          <p:nvPr/>
        </p:nvGrpSpPr>
        <p:grpSpPr bwMode="auto"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fill="norm" stroke="1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fill="norm" stroke="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fill="norm" stroke="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fill="norm" stroke="1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fill="norm" stroke="1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611783950" name="Google Shape;1174;p30"/>
          <p:cNvSpPr/>
          <p:nvPr/>
        </p:nvSpPr>
        <p:spPr bwMode="auto"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fill="norm" stroke="1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25367280" name="Google Shape;1175;p30"/>
          <p:cNvSpPr/>
          <p:nvPr/>
        </p:nvSpPr>
        <p:spPr bwMode="auto"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fill="norm" stroke="1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62663011" name="Google Shape;1176;p30"/>
          <p:cNvSpPr/>
          <p:nvPr/>
        </p:nvSpPr>
        <p:spPr bwMode="auto"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fill="norm" stroke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6311322" name="Google Shape;1177;p30"/>
          <p:cNvSpPr/>
          <p:nvPr/>
        </p:nvSpPr>
        <p:spPr bwMode="auto">
          <a:xfrm>
            <a:off x="6525300" y="4846125"/>
            <a:ext cx="824" cy="4725"/>
          </a:xfrm>
          <a:custGeom>
            <a:avLst/>
            <a:gdLst/>
            <a:ahLst/>
            <a:cxnLst/>
            <a:rect l="l" t="t" r="r" b="b"/>
            <a:pathLst>
              <a:path w="33" h="189" fill="norm" stroke="1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90034955" name="Google Shape;1178;p30"/>
          <p:cNvSpPr/>
          <p:nvPr/>
        </p:nvSpPr>
        <p:spPr bwMode="auto"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fill="norm" stroke="1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07678551" name="Google Shape;1179;p30"/>
          <p:cNvSpPr/>
          <p:nvPr/>
        </p:nvSpPr>
        <p:spPr bwMode="auto">
          <a:xfrm>
            <a:off x="6530799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fill="norm" stroke="1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46805883" name="Google Shape;1180;p30"/>
          <p:cNvSpPr/>
          <p:nvPr/>
        </p:nvSpPr>
        <p:spPr bwMode="auto"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fill="norm" stroke="1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717896046" name="Google Shape;1181;p30"/>
          <p:cNvGrpSpPr/>
          <p:nvPr/>
        </p:nvGrpSpPr>
        <p:grpSpPr bwMode="auto"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 bwMode="auto">
            <a:xfrm>
              <a:off x="8699600" y="3962262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fill="norm" stroke="1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 bwMode="auto">
            <a:xfrm>
              <a:off x="756675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 bwMode="auto">
            <a:xfrm>
              <a:off x="6433500" y="3962262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 bwMode="auto">
            <a:xfrm>
              <a:off x="5300250" y="3962262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fill="norm" stroke="1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 bwMode="auto"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 bwMode="auto"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fill="norm" stroke="1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 bwMode="auto"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 bwMode="auto"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fill="norm" stroke="1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 bwMode="auto"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 bwMode="auto"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 bwMode="auto"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fill="norm" stroke="1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 bwMode="auto"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fill="norm" stroke="1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 bwMode="auto"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fill="norm" stroke="1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  <a:defRPr/>
                  </a:pPr>
                  <a:endParaRPr/>
                </a:p>
              </p:txBody>
            </p:sp>
          </p:grpSp>
        </p:grpSp>
      </p:grpSp>
      <p:sp>
        <p:nvSpPr>
          <p:cNvPr id="1038769693" name="Google Shape;1116;p30"/>
          <p:cNvSpPr/>
          <p:nvPr/>
        </p:nvSpPr>
        <p:spPr bwMode="auto">
          <a:xfrm>
            <a:off x="8547025" y="4519687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0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467764" name="Google Shape;1214;p32"/>
          <p:cNvSpPr/>
          <p:nvPr/>
        </p:nvSpPr>
        <p:spPr bwMode="auto"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fill="norm" stroke="1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83708156" name="Google Shape;1215;p32"/>
          <p:cNvSpPr/>
          <p:nvPr/>
        </p:nvSpPr>
        <p:spPr bwMode="auto">
          <a:xfrm>
            <a:off x="-1637787" y="745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61236575" name="Google Shape;1216;p32"/>
          <p:cNvSpPr txBox="1">
            <a:spLocks noGrp="1"/>
          </p:cNvSpPr>
          <p:nvPr>
            <p:ph type="title" idx="15"/>
          </p:nvPr>
        </p:nvSpPr>
        <p:spPr bwMode="auto">
          <a:xfrm>
            <a:off x="713225" y="47057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/>
              <a:t>Summary</a:t>
            </a:r>
            <a:endParaRPr sz="3600" b="1"/>
          </a:p>
        </p:txBody>
      </p:sp>
      <p:sp>
        <p:nvSpPr>
          <p:cNvPr id="162204006" name="Google Shape;1217;p32"/>
          <p:cNvSpPr txBox="1">
            <a:spLocks noGrp="1"/>
          </p:cNvSpPr>
          <p:nvPr>
            <p:ph type="title"/>
          </p:nvPr>
        </p:nvSpPr>
        <p:spPr bwMode="auto">
          <a:xfrm flipH="1">
            <a:off x="713224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01</a:t>
            </a:r>
            <a:endParaRPr/>
          </a:p>
        </p:txBody>
      </p:sp>
      <p:sp>
        <p:nvSpPr>
          <p:cNvPr id="343340863" name="Google Shape;1218;p32"/>
          <p:cNvSpPr txBox="1">
            <a:spLocks noGrp="1"/>
          </p:cNvSpPr>
          <p:nvPr>
            <p:ph type="subTitle" idx="1"/>
          </p:nvPr>
        </p:nvSpPr>
        <p:spPr bwMode="auto">
          <a:xfrm flipH="1">
            <a:off x="1451399" y="1433956"/>
            <a:ext cx="1938300" cy="4191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/>
              <a:t>Sound analysis</a:t>
            </a:r>
            <a:endParaRPr i="1"/>
          </a:p>
        </p:txBody>
      </p:sp>
      <p:sp>
        <p:nvSpPr>
          <p:cNvPr id="236936573" name="Google Shape;1220;p32"/>
          <p:cNvSpPr txBox="1">
            <a:spLocks noGrp="1"/>
          </p:cNvSpPr>
          <p:nvPr>
            <p:ph type="title" idx="3"/>
          </p:nvPr>
        </p:nvSpPr>
        <p:spPr bwMode="auto">
          <a:xfrm flipH="1">
            <a:off x="713224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02</a:t>
            </a:r>
            <a:endParaRPr/>
          </a:p>
        </p:txBody>
      </p:sp>
      <p:sp>
        <p:nvSpPr>
          <p:cNvPr id="16361457" name="Google Shape;1221;p32"/>
          <p:cNvSpPr txBox="1">
            <a:spLocks noGrp="1"/>
          </p:cNvSpPr>
          <p:nvPr>
            <p:ph type="subTitle" idx="4"/>
          </p:nvPr>
        </p:nvSpPr>
        <p:spPr bwMode="auto">
          <a:xfrm flipH="1">
            <a:off x="1451399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/>
              <a:t>Animation </a:t>
            </a:r>
            <a:endParaRPr i="1"/>
          </a:p>
        </p:txBody>
      </p:sp>
      <p:sp>
        <p:nvSpPr>
          <p:cNvPr id="39681799" name="Google Shape;1223;p32"/>
          <p:cNvSpPr txBox="1">
            <a:spLocks noGrp="1"/>
          </p:cNvSpPr>
          <p:nvPr>
            <p:ph type="title" idx="6"/>
          </p:nvPr>
        </p:nvSpPr>
        <p:spPr bwMode="auto">
          <a:xfrm>
            <a:off x="3782650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03</a:t>
            </a:r>
            <a:endParaRPr/>
          </a:p>
        </p:txBody>
      </p:sp>
      <p:sp>
        <p:nvSpPr>
          <p:cNvPr id="317344653" name="Google Shape;1224;p32"/>
          <p:cNvSpPr txBox="1">
            <a:spLocks noGrp="1"/>
          </p:cNvSpPr>
          <p:nvPr>
            <p:ph type="subTitle" idx="7"/>
          </p:nvPr>
        </p:nvSpPr>
        <p:spPr bwMode="auto">
          <a:xfrm>
            <a:off x="4493874" y="1638696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/>
              <a:t>Contrast with plan</a:t>
            </a:r>
            <a:endParaRPr i="1"/>
          </a:p>
        </p:txBody>
      </p:sp>
      <p:sp>
        <p:nvSpPr>
          <p:cNvPr id="1704921555" name="Google Shape;1226;p32"/>
          <p:cNvSpPr txBox="1">
            <a:spLocks noGrp="1"/>
          </p:cNvSpPr>
          <p:nvPr>
            <p:ph type="title" idx="9"/>
          </p:nvPr>
        </p:nvSpPr>
        <p:spPr bwMode="auto">
          <a:xfrm>
            <a:off x="3782650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04</a:t>
            </a:r>
            <a:endParaRPr/>
          </a:p>
        </p:txBody>
      </p:sp>
      <p:sp>
        <p:nvSpPr>
          <p:cNvPr id="2118639850" name="Google Shape;1227;p32"/>
          <p:cNvSpPr txBox="1">
            <a:spLocks noGrp="1"/>
          </p:cNvSpPr>
          <p:nvPr>
            <p:ph type="subTitle" idx="13"/>
          </p:nvPr>
        </p:nvSpPr>
        <p:spPr bwMode="auto">
          <a:xfrm>
            <a:off x="4493875" y="2789487"/>
            <a:ext cx="228885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defRPr/>
            </a:pPr>
            <a:r>
              <a:rPr lang="fr-CH" i="1"/>
              <a:t>Showcase </a:t>
            </a:r>
            <a:endParaRPr/>
          </a:p>
        </p:txBody>
      </p:sp>
      <p:sp>
        <p:nvSpPr>
          <p:cNvPr id="25961791" name="Google Shape;1229;p32"/>
          <p:cNvSpPr/>
          <p:nvPr/>
        </p:nvSpPr>
        <p:spPr bwMode="auto">
          <a:xfrm>
            <a:off x="6638024" y="5131575"/>
            <a:ext cx="225450" cy="266525"/>
          </a:xfrm>
          <a:custGeom>
            <a:avLst/>
            <a:gdLst/>
            <a:ahLst/>
            <a:cxnLst/>
            <a:rect l="l" t="t" r="r" b="b"/>
            <a:pathLst>
              <a:path w="9018" h="10661" fill="norm" stroke="1" extrusionOk="0">
                <a:moveTo>
                  <a:pt x="1" y="10660"/>
                </a:moveTo>
                <a:lnTo>
                  <a:pt x="9017" y="10660"/>
                </a:lnTo>
                <a:lnTo>
                  <a:pt x="9017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31081625" name="Google Shape;1230;p32"/>
          <p:cNvSpPr/>
          <p:nvPr/>
        </p:nvSpPr>
        <p:spPr bwMode="auto">
          <a:xfrm>
            <a:off x="6709900" y="4473175"/>
            <a:ext cx="72825" cy="792553"/>
          </a:xfrm>
          <a:custGeom>
            <a:avLst/>
            <a:gdLst/>
            <a:ahLst/>
            <a:cxnLst/>
            <a:rect l="l" t="t" r="r" b="b"/>
            <a:pathLst>
              <a:path w="2913" h="48780" fill="norm" stroke="1" extrusionOk="0">
                <a:moveTo>
                  <a:pt x="1" y="48780"/>
                </a:moveTo>
                <a:lnTo>
                  <a:pt x="2913" y="48780"/>
                </a:lnTo>
                <a:lnTo>
                  <a:pt x="2913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9758213" name="Google Shape;1231;p32"/>
          <p:cNvSpPr/>
          <p:nvPr/>
        </p:nvSpPr>
        <p:spPr bwMode="auto">
          <a:xfrm>
            <a:off x="5855850" y="3492550"/>
            <a:ext cx="3625540" cy="2207975"/>
          </a:xfrm>
          <a:custGeom>
            <a:avLst/>
            <a:gdLst/>
            <a:ahLst/>
            <a:cxnLst/>
            <a:rect l="l" t="t" r="r" b="b"/>
            <a:pathLst>
              <a:path w="102525" h="88319" fill="norm" stroke="1" extrusionOk="0">
                <a:moveTo>
                  <a:pt x="65114" y="10828"/>
                </a:moveTo>
                <a:cubicBezTo>
                  <a:pt x="55668" y="13983"/>
                  <a:pt x="48798" y="13068"/>
                  <a:pt x="45027" y="19826"/>
                </a:cubicBezTo>
                <a:lnTo>
                  <a:pt x="45027" y="19826"/>
                </a:lnTo>
                <a:cubicBezTo>
                  <a:pt x="41256" y="26583"/>
                  <a:pt x="39315" y="30186"/>
                  <a:pt x="32613" y="31549"/>
                </a:cubicBezTo>
                <a:lnTo>
                  <a:pt x="32613" y="31549"/>
                </a:lnTo>
                <a:cubicBezTo>
                  <a:pt x="25930" y="32893"/>
                  <a:pt x="23989" y="35413"/>
                  <a:pt x="19098" y="40678"/>
                </a:cubicBezTo>
                <a:lnTo>
                  <a:pt x="19098" y="40678"/>
                </a:lnTo>
                <a:cubicBezTo>
                  <a:pt x="14207" y="45961"/>
                  <a:pt x="8737" y="50460"/>
                  <a:pt x="8084" y="56321"/>
                </a:cubicBezTo>
                <a:lnTo>
                  <a:pt x="8084" y="56321"/>
                </a:lnTo>
                <a:cubicBezTo>
                  <a:pt x="7449" y="62183"/>
                  <a:pt x="0" y="74355"/>
                  <a:pt x="131" y="78405"/>
                </a:cubicBezTo>
                <a:lnTo>
                  <a:pt x="131" y="78405"/>
                </a:lnTo>
                <a:cubicBezTo>
                  <a:pt x="243" y="82456"/>
                  <a:pt x="3118" y="87422"/>
                  <a:pt x="3118" y="87422"/>
                </a:cubicBezTo>
                <a:lnTo>
                  <a:pt x="3118" y="87422"/>
                </a:lnTo>
                <a:cubicBezTo>
                  <a:pt x="3118" y="87422"/>
                  <a:pt x="21748" y="88318"/>
                  <a:pt x="32613" y="87422"/>
                </a:cubicBezTo>
                <a:lnTo>
                  <a:pt x="32613" y="87422"/>
                </a:lnTo>
                <a:cubicBezTo>
                  <a:pt x="43497" y="86507"/>
                  <a:pt x="46540" y="84715"/>
                  <a:pt x="51318" y="84715"/>
                </a:cubicBezTo>
                <a:lnTo>
                  <a:pt x="51318" y="84715"/>
                </a:lnTo>
                <a:cubicBezTo>
                  <a:pt x="56116" y="84715"/>
                  <a:pt x="63453" y="85611"/>
                  <a:pt x="76688" y="83801"/>
                </a:cubicBezTo>
                <a:lnTo>
                  <a:pt x="76688" y="83801"/>
                </a:lnTo>
                <a:cubicBezTo>
                  <a:pt x="89905" y="82008"/>
                  <a:pt x="102525" y="85163"/>
                  <a:pt x="102525" y="85163"/>
                </a:cubicBezTo>
                <a:lnTo>
                  <a:pt x="102525" y="85163"/>
                </a:lnTo>
                <a:lnTo>
                  <a:pt x="102525" y="0"/>
                </a:lnTo>
                <a:cubicBezTo>
                  <a:pt x="102525" y="0"/>
                  <a:pt x="74560" y="7673"/>
                  <a:pt x="65114" y="108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73018683" name="Google Shape;1232;p32"/>
          <p:cNvSpPr/>
          <p:nvPr/>
        </p:nvSpPr>
        <p:spPr bwMode="auto">
          <a:xfrm>
            <a:off x="6401152" y="3798225"/>
            <a:ext cx="2867400" cy="1881300"/>
          </a:xfrm>
          <a:custGeom>
            <a:avLst/>
            <a:gdLst/>
            <a:ahLst/>
            <a:cxnLst/>
            <a:rect l="l" t="t" r="r" b="b"/>
            <a:pathLst>
              <a:path w="96888" h="75252" fill="norm" stroke="1" extrusionOk="0">
                <a:moveTo>
                  <a:pt x="96887" y="1214"/>
                </a:moveTo>
                <a:cubicBezTo>
                  <a:pt x="96887" y="1214"/>
                  <a:pt x="84809" y="1"/>
                  <a:pt x="53970" y="19173"/>
                </a:cubicBezTo>
                <a:cubicBezTo>
                  <a:pt x="48967" y="22290"/>
                  <a:pt x="34928" y="39670"/>
                  <a:pt x="28992" y="40510"/>
                </a:cubicBezTo>
                <a:cubicBezTo>
                  <a:pt x="23037" y="41350"/>
                  <a:pt x="21301" y="42918"/>
                  <a:pt x="16970" y="46185"/>
                </a:cubicBezTo>
                <a:cubicBezTo>
                  <a:pt x="12620" y="49471"/>
                  <a:pt x="7748" y="52271"/>
                  <a:pt x="7188" y="55930"/>
                </a:cubicBezTo>
                <a:cubicBezTo>
                  <a:pt x="6628" y="59570"/>
                  <a:pt x="1" y="67131"/>
                  <a:pt x="113" y="69651"/>
                </a:cubicBezTo>
                <a:cubicBezTo>
                  <a:pt x="206" y="72171"/>
                  <a:pt x="2763" y="75251"/>
                  <a:pt x="2763" y="75251"/>
                </a:cubicBezTo>
                <a:cubicBezTo>
                  <a:pt x="2763" y="75251"/>
                  <a:pt x="41350" y="73571"/>
                  <a:pt x="45606" y="73571"/>
                </a:cubicBezTo>
                <a:cubicBezTo>
                  <a:pt x="49863" y="73571"/>
                  <a:pt x="56396" y="74131"/>
                  <a:pt x="68139" y="73011"/>
                </a:cubicBezTo>
                <a:cubicBezTo>
                  <a:pt x="79899" y="71891"/>
                  <a:pt x="91119" y="73851"/>
                  <a:pt x="91119" y="7385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80236232" name="Google Shape;1233;p32"/>
          <p:cNvSpPr/>
          <p:nvPr/>
        </p:nvSpPr>
        <p:spPr bwMode="auto">
          <a:xfrm>
            <a:off x="5687175" y="24049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fill="norm" stroke="1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786976543" name="Google Shape;1234;p32"/>
          <p:cNvGrpSpPr/>
          <p:nvPr/>
        </p:nvGrpSpPr>
        <p:grpSpPr bwMode="auto">
          <a:xfrm>
            <a:off x="7697498" y="2089814"/>
            <a:ext cx="2353043" cy="3308282"/>
            <a:chOff x="6522575" y="4082000"/>
            <a:chExt cx="724950" cy="1019250"/>
          </a:xfrm>
        </p:grpSpPr>
        <p:sp>
          <p:nvSpPr>
            <p:cNvPr id="1235" name="Google Shape;1235;p32"/>
            <p:cNvSpPr/>
            <p:nvPr/>
          </p:nvSpPr>
          <p:spPr bwMode="auto">
            <a:xfrm>
              <a:off x="6714575" y="4259900"/>
              <a:ext cx="340550" cy="244949"/>
            </a:xfrm>
            <a:custGeom>
              <a:avLst/>
              <a:gdLst/>
              <a:ahLst/>
              <a:cxnLst/>
              <a:rect l="l" t="t" r="r" b="b"/>
              <a:pathLst>
                <a:path w="13622" h="9798" fill="norm" stroke="1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236" name="Google Shape;1236;p32"/>
            <p:cNvGrpSpPr/>
            <p:nvPr/>
          </p:nvGrpSpPr>
          <p:grpSpPr bwMode="auto"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237" name="Google Shape;1237;p32"/>
              <p:cNvSpPr/>
              <p:nvPr/>
            </p:nvSpPr>
            <p:spPr bwMode="auto"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fill="norm" stroke="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38" name="Google Shape;1238;p32"/>
              <p:cNvSpPr/>
              <p:nvPr/>
            </p:nvSpPr>
            <p:spPr bwMode="auto"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fill="norm" stroke="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39" name="Google Shape;1239;p32"/>
              <p:cNvSpPr/>
              <p:nvPr/>
            </p:nvSpPr>
            <p:spPr bwMode="auto"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fill="norm" stroke="1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40" name="Google Shape;1240;p32"/>
              <p:cNvSpPr/>
              <p:nvPr/>
            </p:nvSpPr>
            <p:spPr bwMode="auto"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fill="norm" stroke="1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223347429" name="Google Shape;1241;p32"/>
          <p:cNvSpPr/>
          <p:nvPr/>
        </p:nvSpPr>
        <p:spPr bwMode="auto">
          <a:xfrm rot="-2231248" flipH="1">
            <a:off x="64949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12763807" name="Google Shape;1242;p32"/>
          <p:cNvSpPr/>
          <p:nvPr/>
        </p:nvSpPr>
        <p:spPr bwMode="auto">
          <a:xfrm rot="-2231248" flipH="1">
            <a:off x="7607768" y="1488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65803775" name="Google Shape;1116;p30"/>
          <p:cNvSpPr/>
          <p:nvPr/>
        </p:nvSpPr>
        <p:spPr bwMode="auto">
          <a:xfrm>
            <a:off x="8568055" y="4627586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957610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fill="norm" stroke="1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57402548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fill="norm" stroke="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016664478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fill="norm" stroke="1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808457191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fill="norm" stroke="1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654585642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fill="norm" stroke="1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1036248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</a:t>
            </a:r>
            <a:br>
              <a:rPr lang="en"/>
            </a:br>
            <a:r>
              <a:rPr lang="en"/>
              <a:t>analysis</a:t>
            </a:r>
            <a:endParaRPr i="1"/>
          </a:p>
        </p:txBody>
      </p:sp>
      <p:sp>
        <p:nvSpPr>
          <p:cNvPr id="894442819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5" y="686500"/>
            <a:ext cx="1512558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01</a:t>
            </a:r>
            <a:endParaRPr/>
          </a:p>
        </p:txBody>
      </p:sp>
      <p:grpSp>
        <p:nvGrpSpPr>
          <p:cNvPr id="933285501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fill="norm" stroke="1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fill="norm" stroke="1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fill="norm" stroke="1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stroke="1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stroke="1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stroke="1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stroke="1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stroke="1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stroke="1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stroke="1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stroke="1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stroke="1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stroke="1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fill="norm" stroke="1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fill="norm" stroke="1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fill="norm" stroke="1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fill="norm" stroke="1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fill="norm" stroke="1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fill="norm" stroke="1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fill="norm" stroke="1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fill="norm" stroke="1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fill="norm" stroke="1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fill="norm" stroke="1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fill="norm" stroke="1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fill="norm" stroke="1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fill="norm" stroke="1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fill="norm" stroke="1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fill="norm" stroke="1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fill="norm" stroke="1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fill="norm" stroke="1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fill="norm" stroke="1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fill="norm" stroke="1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fill="norm" stroke="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fill="norm" stroke="1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stroke="1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stroke="1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stroke="1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fill="norm" stroke="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fill="norm" stroke="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fill="norm" stroke="1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fill="norm" stroke="1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fill="norm" stroke="1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fill="norm" stroke="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fill="norm" stroke="1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fill="norm" stroke="1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fill="norm" stroke="1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fill="norm" stroke="1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fill="norm" stroke="1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fill="norm" stroke="1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fill="norm" stroke="1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fill="norm" stroke="1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fill="norm" stroke="1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fill="norm" stroke="1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fill="norm" stroke="1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fill="norm" stroke="1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fill="norm" stroke="1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fill="norm" stroke="1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fill="norm" stroke="1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fill="norm" stroke="1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fill="norm" stroke="1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fill="norm" stroke="1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fill="norm" stroke="1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fill="norm" stroke="1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fill="norm" stroke="1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stroke="1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stroke="1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stroke="1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stroke="1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stroke="1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stroke="1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stroke="1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stroke="1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939318452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49306771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fill="norm" stroke="1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87671560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326302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2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4269769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7404600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56182227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17924129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03904310" name="Google Shape;1250;p33"/>
          <p:cNvSpPr txBox="1"/>
          <p:nvPr/>
        </p:nvSpPr>
        <p:spPr bwMode="auto">
          <a:xfrm flipH="0" flipV="0">
            <a:off x="614729" y="981117"/>
            <a:ext cx="2637341" cy="414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/>
              <a:t>Algorithmes utilisés</a:t>
            </a:r>
            <a:endParaRPr/>
          </a:p>
        </p:txBody>
      </p:sp>
      <p:sp>
        <p:nvSpPr>
          <p:cNvPr id="790561593" name="ZoneTexte 2015357090"/>
          <p:cNvSpPr txBox="1"/>
          <p:nvPr/>
        </p:nvSpPr>
        <p:spPr bwMode="auto">
          <a:xfrm>
            <a:off x="2591038" y="1840785"/>
            <a:ext cx="598363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3" indent="-217793">
              <a:buFont typeface="Arial"/>
              <a:buChar char="•"/>
              <a:defRPr/>
            </a:pPr>
            <a:endParaRPr/>
          </a:p>
        </p:txBody>
      </p:sp>
      <p:sp>
        <p:nvSpPr>
          <p:cNvPr id="483337582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3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452466359" name=""/>
          <p:cNvSpPr txBox="1"/>
          <p:nvPr/>
        </p:nvSpPr>
        <p:spPr bwMode="auto">
          <a:xfrm rot="0" flipH="0" flipV="0">
            <a:off x="557612" y="1498314"/>
            <a:ext cx="8423748" cy="2774039"/>
          </a:xfrm>
          <a:prstGeom prst="rect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100000">
                <a:schemeClr val="tx1">
                  <a:lumMod val="10000"/>
                  <a:lumOff val="90000"/>
                </a:schemeClr>
              </a:gs>
            </a:gsLst>
            <a:lin ang="0" scaled="1"/>
          </a:gra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>
                <a:solidFill>
                  <a:schemeClr val="tx1"/>
                </a:solidFill>
                <a:latin typeface="Abel"/>
                <a:ea typeface="Abel"/>
                <a:cs typeface="Abel"/>
              </a:rPr>
              <a:t>STFT (librosa.stft) : Utilisé pour le calcul de l'enveloppe d'attaque et les visualisations</a:t>
            </a:r>
            <a:endParaRPr sz="1600" b="1" i="0" u="none" strike="noStrike" cap="none" spc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endParaRPr sz="1600" b="1" i="0" u="none" strike="noStrike" cap="none" spc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>
                <a:solidFill>
                  <a:schemeClr val="tx1"/>
                </a:solidFill>
                <a:latin typeface="Abel"/>
                <a:ea typeface="Abel"/>
                <a:cs typeface="Abel"/>
              </a:rPr>
              <a:t>RMS (librosa.feature.rms) : Sert à la détection d'attaques, au calcul des temps de décroissance (seuil à 60 %) et à la classification instrument</a:t>
            </a:r>
            <a:endParaRPr sz="1600" b="1" i="0" u="none" strike="noStrike" cap="none" spc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endParaRPr sz="1600" b="1" i="0" u="none" strike="noStrike" cap="none" spc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>
                <a:solidFill>
                  <a:schemeClr val="tx1"/>
                </a:solidFill>
                <a:latin typeface="Abel"/>
                <a:ea typeface="Abel"/>
                <a:cs typeface="Abel"/>
              </a:rPr>
              <a:t>Onset Detection (librosa.onset.onset_detect) : Repère les débuts de notes à partir de l'enveloppe RMS</a:t>
            </a:r>
            <a:endParaRPr sz="1600" b="1" i="0" u="none" strike="noStrike" cap="none" spc="0">
              <a:solidFill>
                <a:schemeClr val="tx1"/>
              </a:solidFill>
              <a:latin typeface="Abel"/>
              <a:ea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endParaRPr sz="1600" b="1" i="0" u="none" strike="noStrike" cap="none" spc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>
                <a:solidFill>
                  <a:schemeClr val="tx1"/>
                </a:solidFill>
                <a:latin typeface="Abel"/>
                <a:ea typeface="Abel"/>
                <a:cs typeface="Abel"/>
              </a:rPr>
              <a:t>Peak Picking (librosa.util.peak_pick) : Fournit la liste finale des attaques</a:t>
            </a:r>
            <a:endParaRPr sz="1600" b="1" i="0" u="none" strike="noStrike" cap="none" spc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endParaRPr sz="1600" b="1" i="0" u="none" strike="noStrike" cap="none" spc="0">
              <a:solidFill>
                <a:schemeClr val="tx1"/>
              </a:solidFill>
              <a:latin typeface="Abel"/>
              <a:cs typeface="Abel"/>
            </a:endParaRPr>
          </a:p>
          <a:p>
            <a:pPr marL="261850" indent="-261850">
              <a:buFont typeface="Arial"/>
              <a:buChar char="•"/>
              <a:defRPr/>
            </a:pPr>
            <a:r>
              <a:rPr lang="fr-FR" sz="1600" b="1" i="0" u="none" strike="noStrike" cap="none" spc="0">
                <a:solidFill>
                  <a:schemeClr val="tx1"/>
                </a:solidFill>
                <a:latin typeface="Abel"/>
                <a:ea typeface="Abel"/>
                <a:cs typeface="Abel"/>
              </a:rPr>
              <a:t>PYIN (librosa.pyin) : Estimation probabiliste de la fréquence fondamentale (F0) d’un segment donné pour la estimer la note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620880" name="Google Shape;1247;p33"/>
          <p:cNvSpPr/>
          <p:nvPr/>
        </p:nvSpPr>
        <p:spPr bwMode="auto">
          <a:xfrm>
            <a:off x="-1682886" y="1208937"/>
            <a:ext cx="10828624" cy="1112949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66990979" name="Google Shape;1248;p33"/>
          <p:cNvSpPr/>
          <p:nvPr/>
        </p:nvSpPr>
        <p:spPr bwMode="auto">
          <a:xfrm>
            <a:off x="124024" y="580324"/>
            <a:ext cx="2262174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44639457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89" y="295287"/>
            <a:ext cx="5908962" cy="872246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731741276" name="Google Shape;1251;p33"/>
          <p:cNvSpPr/>
          <p:nvPr/>
        </p:nvSpPr>
        <p:spPr bwMode="auto">
          <a:xfrm rot="-2231248" flipH="1">
            <a:off x="3001542" y="964959"/>
            <a:ext cx="240402" cy="114378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29649376" name="Google Shape;1250;p33"/>
          <p:cNvSpPr txBox="1"/>
          <p:nvPr/>
        </p:nvSpPr>
        <p:spPr bwMode="auto">
          <a:xfrm flipH="0" flipV="0">
            <a:off x="614728" y="981117"/>
            <a:ext cx="2637340" cy="414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499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/>
              <a:t>Simplification pour comprendre</a:t>
            </a:r>
            <a:endParaRPr/>
          </a:p>
        </p:txBody>
      </p:sp>
      <p:sp>
        <p:nvSpPr>
          <p:cNvPr id="632089776" name="ZoneTexte 2015357090"/>
          <p:cNvSpPr txBox="1"/>
          <p:nvPr/>
        </p:nvSpPr>
        <p:spPr bwMode="auto">
          <a:xfrm>
            <a:off x="2591037" y="1840784"/>
            <a:ext cx="5983633" cy="3051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17792" indent="-217792">
              <a:buFont typeface="Arial"/>
              <a:buChar char="•"/>
              <a:defRPr/>
            </a:pPr>
            <a:endParaRPr/>
          </a:p>
        </p:txBody>
      </p:sp>
      <p:sp>
        <p:nvSpPr>
          <p:cNvPr id="2110742899" name="Google Shape;1116;p30"/>
          <p:cNvSpPr/>
          <p:nvPr/>
        </p:nvSpPr>
        <p:spPr bwMode="auto">
          <a:xfrm>
            <a:off x="8590009" y="4549450"/>
            <a:ext cx="463093" cy="433049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4" tIns="91424" rIns="91424" bIns="91424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4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625063405" name=""/>
          <p:cNvSpPr txBox="1"/>
          <p:nvPr/>
        </p:nvSpPr>
        <p:spPr bwMode="auto">
          <a:xfrm rot="0" flipH="0" flipV="0">
            <a:off x="5737499" y="1498313"/>
            <a:ext cx="3313699" cy="1310999"/>
          </a:xfrm>
          <a:prstGeom prst="rect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100000">
                <a:schemeClr val="tx1">
                  <a:lumMod val="10000"/>
                  <a:lumOff val="90000"/>
                </a:schemeClr>
              </a:gs>
            </a:gsLst>
            <a:lin ang="0" scaled="1"/>
          </a:gra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61849" indent="-261849">
              <a:buFont typeface="Arial"/>
              <a:buChar char="•"/>
              <a:defRPr/>
            </a:pPr>
            <a:r>
              <a:rPr lang="fr-FR" sz="1600" b="1" i="0" u="none" strike="noStrike" cap="none" spc="0">
                <a:solidFill>
                  <a:schemeClr val="tx1"/>
                </a:solidFill>
                <a:latin typeface="Abel"/>
                <a:ea typeface="Abel"/>
                <a:cs typeface="Abel"/>
              </a:rPr>
              <a:t>CQT</a:t>
            </a:r>
            <a:endParaRPr lang="fr-FR" sz="1600" b="1" i="0" u="none" strike="noStrike" cap="none" spc="0">
              <a:solidFill>
                <a:schemeClr val="tx1"/>
              </a:solidFill>
              <a:latin typeface="Abel"/>
              <a:ea typeface="Abel"/>
              <a:cs typeface="Abel"/>
            </a:endParaRPr>
          </a:p>
          <a:p>
            <a:pPr marL="261849" indent="-261849">
              <a:buFont typeface="Arial"/>
              <a:buChar char="•"/>
              <a:defRPr/>
            </a:pPr>
            <a:r>
              <a:rPr lang="fr-FR" sz="1600" b="1" i="0" u="none" strike="noStrike" cap="none" spc="0">
                <a:solidFill>
                  <a:schemeClr val="tx1"/>
                </a:solidFill>
                <a:latin typeface="Abel"/>
                <a:ea typeface="Abel"/>
                <a:cs typeface="Abel"/>
              </a:rPr>
              <a:t>MP3 généré par nous même</a:t>
            </a:r>
            <a:endParaRPr lang="fr-FR" sz="1600" b="1" i="0" u="none" strike="noStrike" cap="none" spc="0">
              <a:solidFill>
                <a:schemeClr val="tx1"/>
              </a:solidFill>
              <a:latin typeface="Abel"/>
              <a:ea typeface="Abel"/>
              <a:cs typeface="Abel"/>
            </a:endParaRPr>
          </a:p>
          <a:p>
            <a:pPr marL="261849" indent="-261849">
              <a:buFont typeface="Arial"/>
              <a:buChar char="•"/>
              <a:defRPr/>
            </a:pPr>
            <a:r>
              <a:rPr lang="fr-FR" sz="1600" b="1" i="0" u="none" strike="noStrike" cap="none" spc="0">
                <a:solidFill>
                  <a:schemeClr val="tx1"/>
                </a:solidFill>
                <a:latin typeface="Abel"/>
                <a:ea typeface="Abel"/>
                <a:cs typeface="Abel"/>
              </a:rPr>
              <a:t>Permet de voir la différence piano trompette</a:t>
            </a:r>
            <a:endParaRPr lang="fr-FR" sz="1600" b="1" i="0" u="none" strike="noStrike" cap="none" spc="0">
              <a:solidFill>
                <a:schemeClr val="tx1"/>
              </a:solidFill>
              <a:latin typeface="Abel"/>
              <a:ea typeface="Abel"/>
              <a:cs typeface="Abel"/>
            </a:endParaRPr>
          </a:p>
          <a:p>
            <a:pPr marL="261849" indent="-261849">
              <a:buFont typeface="Arial"/>
              <a:buChar char="•"/>
              <a:defRPr/>
            </a:pPr>
            <a:r>
              <a:rPr lang="fr-FR" sz="1600" b="1" i="0" u="none" strike="noStrike" cap="none" spc="0">
                <a:solidFill>
                  <a:schemeClr val="tx1"/>
                </a:solidFill>
                <a:latin typeface="Abel"/>
                <a:ea typeface="Abel"/>
                <a:cs typeface="Abel"/>
              </a:rPr>
              <a:t>Permet de bien voir les harmoniques</a:t>
            </a:r>
            <a:endParaRPr sz="1600" b="1">
              <a:solidFill>
                <a:schemeClr val="tx1"/>
              </a:solidFill>
              <a:latin typeface="Abel"/>
              <a:cs typeface="Abel"/>
            </a:endParaRPr>
          </a:p>
        </p:txBody>
      </p:sp>
      <p:pic>
        <p:nvPicPr>
          <p:cNvPr id="128442761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00683" y="1832830"/>
            <a:ext cx="4374033" cy="3280525"/>
          </a:xfrm>
          <a:prstGeom prst="rect">
            <a:avLst/>
          </a:prstGeom>
        </p:spPr>
      </p:pic>
      <p:sp>
        <p:nvSpPr>
          <p:cNvPr id="291857102" name=""/>
          <p:cNvSpPr txBox="1"/>
          <p:nvPr/>
        </p:nvSpPr>
        <p:spPr bwMode="auto">
          <a:xfrm rot="0" flipH="0" flipV="0">
            <a:off x="953595" y="1937106"/>
            <a:ext cx="1971732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rgbClr val="C00000"/>
                </a:solidFill>
              </a:rPr>
              <a:t>Piano</a:t>
            </a:r>
            <a:endParaRPr/>
          </a:p>
        </p:txBody>
      </p:sp>
      <p:sp>
        <p:nvSpPr>
          <p:cNvPr id="2024616842" name=""/>
          <p:cNvSpPr txBox="1"/>
          <p:nvPr/>
        </p:nvSpPr>
        <p:spPr bwMode="auto">
          <a:xfrm rot="0" flipH="0" flipV="0">
            <a:off x="2386199" y="1937106"/>
            <a:ext cx="1974972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rgbClr val="C00000"/>
                </a:solidFill>
              </a:rPr>
              <a:t>Trompette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62713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37230985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29818148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216099756" name="Google Shape;1250;p33"/>
          <p:cNvSpPr txBox="1">
            <a:spLocks noGrp="1"/>
          </p:cNvSpPr>
          <p:nvPr>
            <p:ph type="subTitle" idx="1"/>
          </p:nvPr>
        </p:nvSpPr>
        <p:spPr bwMode="auto">
          <a:xfrm flipH="0" flipV="0">
            <a:off x="5491348" y="1631946"/>
            <a:ext cx="3654388" cy="2486409"/>
          </a:xfrm>
          <a:prstGeom prst="rect">
            <a:avLst/>
          </a:prstGeom>
        </p:spPr>
        <p:txBody>
          <a:bodyPr spcFirstLastPara="1" vertOverflow="overflow" horzOverflow="overflow" vert="horz" wrap="square" lIns="91423" tIns="91423" rIns="91423" bIns="91423" numCol="1" spcCol="0" rtlCol="0" fromWordArt="0" anchor="t" anchorCtr="0" forceAA="0" upright="0" compatLnSpc="0">
            <a:noAutofit/>
          </a:bodyPr>
          <a:lstStyle/>
          <a:p>
            <a:pPr marL="376150" indent="-261850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Mesure de l’énergie moyenne du signal audio sur une fenêtre temporelle</a:t>
            </a:r>
            <a:endParaRPr lang="fr-FR" sz="1500" b="1" i="0" u="none" strike="noStrike" cap="none" spc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376149" indent="-261849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Représente le volume perçu à chaque instant</a:t>
            </a:r>
            <a:endParaRPr sz="15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 marL="376149" indent="-261849">
              <a:buClr>
                <a:schemeClr val="dk1"/>
              </a:buClr>
              <a:buSzPts val="2100"/>
              <a:buFont typeface="Arial"/>
              <a:buChar char="•"/>
              <a:defRPr/>
            </a:pPr>
            <a:r>
              <a:rPr lang="fr-FR" sz="1500" b="1" i="0" u="none" strike="noStrike" cap="none" spc="0">
                <a:solidFill>
                  <a:schemeClr val="dk1"/>
                </a:solidFill>
                <a:latin typeface="Abel"/>
                <a:cs typeface="Abel"/>
              </a:rPr>
              <a:t>Utilisation pour détection d’attaques</a:t>
            </a:r>
            <a:endParaRPr lang="fr-FR" sz="15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</p:txBody>
      </p:sp>
      <p:sp>
        <p:nvSpPr>
          <p:cNvPr id="1981513495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23897983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/>
              <a:t>RMS</a:t>
            </a:r>
            <a:endParaRPr lang="en" sz="2400" b="1" i="1"/>
          </a:p>
        </p:txBody>
      </p:sp>
      <p:sp>
        <p:nvSpPr>
          <p:cNvPr id="1347080169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5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70498552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75674" y="1534545"/>
            <a:ext cx="4687584" cy="3515688"/>
          </a:xfrm>
          <a:prstGeom prst="rect">
            <a:avLst/>
          </a:prstGeom>
        </p:spPr>
      </p:pic>
      <p:sp>
        <p:nvSpPr>
          <p:cNvPr id="2138875384" name=""/>
          <p:cNvSpPr txBox="1"/>
          <p:nvPr/>
        </p:nvSpPr>
        <p:spPr bwMode="auto">
          <a:xfrm rot="0" flipH="0" flipV="0">
            <a:off x="953595" y="1631946"/>
            <a:ext cx="1971373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rgbClr val="C00000"/>
                </a:solidFill>
              </a:rPr>
              <a:t>Piano</a:t>
            </a:r>
            <a:endParaRPr/>
          </a:p>
        </p:txBody>
      </p:sp>
      <p:sp>
        <p:nvSpPr>
          <p:cNvPr id="477066988" name=""/>
          <p:cNvSpPr txBox="1"/>
          <p:nvPr/>
        </p:nvSpPr>
        <p:spPr bwMode="auto">
          <a:xfrm rot="0" flipH="0" flipV="0">
            <a:off x="2991417" y="1631946"/>
            <a:ext cx="1974613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>
                <a:solidFill>
                  <a:srgbClr val="C00000"/>
                </a:solidFill>
              </a:rPr>
              <a:t>Trompette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905443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56393782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49299522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586721485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4883456" y="1628569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Permet d’</a:t>
            </a: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affiner la détection d’attaques</a:t>
            </a:r>
            <a:endParaRPr lang="fr-FR" sz="1600" b="0" i="0" u="none" strike="noStrike" cap="none" spc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Algorithme de peak picking adaptatif qui compare chaque échantillon à ses voisins et à la moyenne locale</a:t>
            </a:r>
            <a:endParaRPr b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b="0"/>
              <a:t>Comparaison avec onset_detect</a:t>
            </a:r>
            <a:endParaRPr lang="fr-FR" sz="1600" b="0" i="0" u="none" strike="noStrike" cap="none" spc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b="0"/>
          </a:p>
        </p:txBody>
      </p:sp>
      <p:sp>
        <p:nvSpPr>
          <p:cNvPr id="492492160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20822398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/>
              <a:t>peak_pick</a:t>
            </a:r>
            <a:endParaRPr/>
          </a:p>
        </p:txBody>
      </p:sp>
      <p:sp>
        <p:nvSpPr>
          <p:cNvPr id="195485154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6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73732136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57454" y="1685922"/>
            <a:ext cx="4395438" cy="32965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275363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66592192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60469237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Sounds analysis</a:t>
            </a:r>
            <a:endParaRPr/>
          </a:p>
        </p:txBody>
      </p:sp>
      <p:sp>
        <p:nvSpPr>
          <p:cNvPr id="157357532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1076436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endParaRPr lang="en" sz="2400" b="1" i="1"/>
          </a:p>
        </p:txBody>
      </p:sp>
      <p:sp>
        <p:nvSpPr>
          <p:cNvPr id="1894332226" name="Google Shape;1250;p33"/>
          <p:cNvSpPr txBox="1"/>
          <p:nvPr/>
        </p:nvSpPr>
        <p:spPr bwMode="auto">
          <a:xfrm>
            <a:off x="297590" y="1022149"/>
            <a:ext cx="3755426" cy="947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fr-FR" sz="2400" b="1" i="1"/>
              <a:t>Pipeline</a:t>
            </a:r>
            <a:endParaRPr/>
          </a:p>
        </p:txBody>
      </p:sp>
      <p:sp>
        <p:nvSpPr>
          <p:cNvPr id="795023428" name="Sous-titre 5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838793" y="1022148"/>
            <a:ext cx="6912284" cy="4297356"/>
          </a:xfrm>
          <a:prstGeom prst="rect">
            <a:avLst/>
          </a:prstGeom>
          <a:gradFill>
            <a:gsLst>
              <a:gs pos="0">
                <a:schemeClr val="bg2">
                  <a:lumMod val="75000"/>
                </a:schemeClr>
              </a:gs>
              <a:gs pos="100000">
                <a:schemeClr val="tx1">
                  <a:lumMod val="10000"/>
                  <a:lumOff val="90000"/>
                </a:schemeClr>
              </a:gs>
            </a:gsLst>
            <a:lin ang="0" scaled="1"/>
          </a:gradFill>
        </p:spPr>
        <p:txBody>
          <a:bodyPr/>
          <a:lstStyle/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Chargement audio (librosa)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STFT + RMS + </a:t>
            </a:r>
            <a:r>
              <a:rPr lang="fr-FR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Onset Enveloppe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Détection des pics d’attaque (onset + peak_pick)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Calcul du temps de décroissance par pic (RMS &lt; 60% du pic)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Segmentation : chaque pic → un segment (du pic au prochain pic)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Pour chaque segment :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  • Classification instrument (piano / trompette) → basée sur la pente de décroissance du log(RMS)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  • Estimation de la hauteur (pyin) → conversion en note MIDI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↓</a:t>
            </a:r>
            <a:endParaRPr sz="1600" b="1" i="0" u="none" strike="noStrike" cap="none" spc="0">
              <a:solidFill>
                <a:schemeClr val="dk1"/>
              </a:solidFill>
              <a:latin typeface="Abel"/>
              <a:ea typeface="Abel"/>
              <a:cs typeface="Abel"/>
            </a:endParaRPr>
          </a:p>
          <a:p>
            <a:pPr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Génération MIDI (2 pistes : piano &amp; trompette) </a:t>
            </a:r>
            <a:endParaRPr sz="1600" b="1" i="0" u="none" strike="noStrike" cap="none" spc="0">
              <a:solidFill>
                <a:schemeClr val="dk1"/>
              </a:solidFill>
              <a:latin typeface="Abel"/>
              <a:cs typeface="Abel"/>
            </a:endParaRPr>
          </a:p>
        </p:txBody>
      </p:sp>
      <p:sp>
        <p:nvSpPr>
          <p:cNvPr id="790813407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7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2709678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fill="norm" stroke="1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74637518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fill="norm" stroke="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238181297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fill="norm" stroke="1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102456073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fill="norm" stroke="1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767745902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fill="norm" stroke="1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03805475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653058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 i="1"/>
          </a:p>
        </p:txBody>
      </p:sp>
      <p:sp>
        <p:nvSpPr>
          <p:cNvPr id="1001920690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02</a:t>
            </a:r>
            <a:endParaRPr/>
          </a:p>
        </p:txBody>
      </p:sp>
      <p:grpSp>
        <p:nvGrpSpPr>
          <p:cNvPr id="115621554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fill="norm" stroke="1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fill="norm" stroke="1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fill="norm" stroke="1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stroke="1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stroke="1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stroke="1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stroke="1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stroke="1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stroke="1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stroke="1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stroke="1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stroke="1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stroke="1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fill="norm" stroke="1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fill="norm" stroke="1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fill="norm" stroke="1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fill="norm" stroke="1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fill="norm" stroke="1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fill="norm" stroke="1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fill="norm" stroke="1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fill="norm" stroke="1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fill="norm" stroke="1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fill="norm" stroke="1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fill="norm" stroke="1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fill="norm" stroke="1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fill="norm" stroke="1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fill="norm" stroke="1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fill="norm" stroke="1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fill="norm" stroke="1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fill="norm" stroke="1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fill="norm" stroke="1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fill="norm" stroke="1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fill="norm" stroke="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fill="norm" stroke="1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stroke="1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stroke="1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stroke="1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fill="norm" stroke="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fill="norm" stroke="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fill="norm" stroke="1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fill="norm" stroke="1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fill="norm" stroke="1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fill="norm" stroke="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fill="norm" stroke="1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fill="norm" stroke="1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fill="norm" stroke="1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fill="norm" stroke="1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fill="norm" stroke="1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fill="norm" stroke="1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fill="norm" stroke="1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fill="norm" stroke="1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fill="norm" stroke="1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fill="norm" stroke="1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fill="norm" stroke="1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fill="norm" stroke="1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fill="norm" stroke="1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fill="norm" stroke="1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fill="norm" stroke="1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fill="norm" stroke="1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fill="norm" stroke="1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fill="norm" stroke="1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fill="norm" stroke="1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fill="norm" stroke="1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fill="norm" stroke="1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stroke="1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stroke="1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stroke="1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stroke="1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stroke="1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stroke="1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stroke="1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stroke="1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819685083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5662663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fill="norm" stroke="1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34059526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85405975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8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641483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30152078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134992188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62613396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/>
              <a:t>Orbite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/>
              <a:t>Gradient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/>
              <a:t>Density</a:t>
            </a:r>
            <a:endParaRPr/>
          </a:p>
        </p:txBody>
      </p:sp>
      <p:sp>
        <p:nvSpPr>
          <p:cNvPr id="674520502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72057177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Day/night cycle</a:t>
            </a:r>
            <a:endParaRPr/>
          </a:p>
        </p:txBody>
      </p:sp>
      <p:sp>
        <p:nvSpPr>
          <p:cNvPr id="86329138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9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1560243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24246568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81230112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439062006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5865509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Birds</a:t>
            </a:r>
            <a:endParaRPr/>
          </a:p>
        </p:txBody>
      </p:sp>
      <p:sp>
        <p:nvSpPr>
          <p:cNvPr id="2074979634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3062858" y="1628570"/>
            <a:ext cx="3938100" cy="19833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Font typeface="Arial"/>
              <a:buChar char="•"/>
              <a:defRPr/>
            </a:pPr>
            <a:r>
              <a:rPr lang="fr-FR"/>
              <a:t>Group follow =&gt; altitude = note </a:t>
            </a:r>
            <a:r>
              <a:rPr lang="fr-FR"/>
              <a:t>height</a:t>
            </a:r>
            <a:endParaRPr lang="fr-FR"/>
          </a:p>
          <a:p>
            <a:pPr lvl="0">
              <a:buFont typeface="Arial"/>
              <a:buChar char="•"/>
              <a:defRPr/>
            </a:pPr>
            <a:r>
              <a:rPr lang="fr-FR"/>
              <a:t>Same</a:t>
            </a:r>
            <a:r>
              <a:rPr lang="fr-FR"/>
              <a:t> midi = </a:t>
            </a:r>
            <a:r>
              <a:rPr lang="fr-FR"/>
              <a:t>same</a:t>
            </a:r>
            <a:r>
              <a:rPr lang="fr-FR"/>
              <a:t> </a:t>
            </a:r>
            <a:r>
              <a:rPr lang="fr-FR"/>
              <a:t>birds</a:t>
            </a:r>
            <a:endParaRPr lang="fr-CH"/>
          </a:p>
        </p:txBody>
      </p:sp>
      <p:sp>
        <p:nvSpPr>
          <p:cNvPr id="476371527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10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4996945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3370247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8444639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388016390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839398" y="799526"/>
            <a:ext cx="3060981" cy="39930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-CA"/>
              <a:t>Two classes</a:t>
            </a:r>
            <a:endParaRPr/>
          </a:p>
          <a:p>
            <a:pPr marL="717550" indent="-285750">
              <a:buFont typeface="Arial"/>
              <a:buChar char="•"/>
              <a:tabLst>
                <a:tab pos="538163" algn="l"/>
              </a:tabLst>
              <a:defRPr/>
            </a:pPr>
            <a:r>
              <a:rPr lang="en-CA"/>
              <a:t>RainDrop</a:t>
            </a:r>
            <a:endParaRPr lang="en-CA"/>
          </a:p>
          <a:p>
            <a:pPr marL="717550" indent="-285750">
              <a:buFont typeface="Arial"/>
              <a:buChar char="•"/>
              <a:tabLst>
                <a:tab pos="538163" algn="l"/>
              </a:tabLst>
              <a:defRPr/>
            </a:pPr>
            <a:r>
              <a:rPr lang="en-CA"/>
              <a:t>Rain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-CA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-CA"/>
              <a:t>Random speed/length/drift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-CA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-CA"/>
              <a:t>Respawn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-CA"/>
          </a:p>
          <a:p>
            <a:pPr marL="285750" lvl="0" indent="-285750">
              <a:buFont typeface="Arial"/>
              <a:buChar char="•"/>
              <a:defRPr/>
            </a:pPr>
            <a:r>
              <a:rPr lang="en-CA"/>
              <a:t>Trigonometry</a:t>
            </a:r>
            <a:endParaRPr/>
          </a:p>
        </p:txBody>
      </p:sp>
      <p:sp>
        <p:nvSpPr>
          <p:cNvPr id="1854104537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46948308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Rain</a:t>
            </a:r>
            <a:endParaRPr/>
          </a:p>
        </p:txBody>
      </p:sp>
      <p:pic>
        <p:nvPicPr>
          <p:cNvPr id="1863777734" name="Imag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43621" y="1568329"/>
            <a:ext cx="5380937" cy="3114218"/>
          </a:xfrm>
          <a:prstGeom prst="rect">
            <a:avLst/>
          </a:prstGeom>
        </p:spPr>
      </p:pic>
      <p:sp>
        <p:nvSpPr>
          <p:cNvPr id="1676747130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11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8016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88016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8016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88016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8016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88016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80163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880163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80163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880163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80163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880163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3777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637777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88016390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5005960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26331240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59929481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713888023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219891" y="580324"/>
            <a:ext cx="3481095" cy="369759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Two classes:</a:t>
            </a:r>
            <a:endParaRPr/>
          </a:p>
          <a:p>
            <a:pPr marL="446088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Curve</a:t>
            </a:r>
            <a:endParaRPr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A segment of track</a:t>
            </a:r>
            <a:endParaRPr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Sinus</a:t>
            </a:r>
            <a:endParaRPr/>
          </a:p>
          <a:p>
            <a:pPr marL="252413" lvl="0" indent="0" algn="l" rtl="0">
              <a:spcBef>
                <a:spcPts val="0"/>
              </a:spcBef>
              <a:spcAft>
                <a:spcPts val="0"/>
              </a:spcAft>
              <a:defRPr/>
            </a:pPr>
            <a:endParaRPr lang="en"/>
          </a:p>
          <a:p>
            <a:pPr marL="446088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CurveTrack</a:t>
            </a:r>
            <a:endParaRPr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Update</a:t>
            </a:r>
            <a:endParaRPr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Give info to train</a:t>
            </a:r>
            <a:endParaRPr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7175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</p:txBody>
      </p:sp>
      <p:sp>
        <p:nvSpPr>
          <p:cNvPr id="1572495715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98119846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Track</a:t>
            </a:r>
            <a:endParaRPr/>
          </a:p>
        </p:txBody>
      </p:sp>
      <p:pic>
        <p:nvPicPr>
          <p:cNvPr id="1579491298" name="Image 2"/>
          <p:cNvPicPr>
            <a:picLocks noChangeAspect="1"/>
          </p:cNvPicPr>
          <p:nvPr/>
        </p:nvPicPr>
        <p:blipFill rotWithShape="1">
          <a:blip r:embed="rId3"/>
          <a:srcRect l="974" t="0" r="0" b="0"/>
          <a:stretch/>
        </p:blipFill>
        <p:spPr bwMode="auto">
          <a:xfrm>
            <a:off x="165379" y="1972777"/>
            <a:ext cx="4999333" cy="2844240"/>
          </a:xfrm>
          <a:prstGeom prst="rect">
            <a:avLst/>
          </a:prstGeom>
        </p:spPr>
      </p:pic>
      <p:sp>
        <p:nvSpPr>
          <p:cNvPr id="2069186018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12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8880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38880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8880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138880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8880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138880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8880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138880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8880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138880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8880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138880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8880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138880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9491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79491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388802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7597203" name="Google Shape;1247;p33"/>
          <p:cNvSpPr/>
          <p:nvPr/>
        </p:nvSpPr>
        <p:spPr bwMode="auto"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7327361" name="Google Shape;1248;p33"/>
          <p:cNvSpPr/>
          <p:nvPr/>
        </p:nvSpPr>
        <p:spPr bwMode="auto"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fill="norm" stroke="1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41495887" name="Google Shape;1249;p33"/>
          <p:cNvSpPr txBox="1">
            <a:spLocks noGrp="1"/>
          </p:cNvSpPr>
          <p:nvPr>
            <p:ph type="title"/>
          </p:nvPr>
        </p:nvSpPr>
        <p:spPr bwMode="auto"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Animation</a:t>
            </a:r>
            <a:endParaRPr/>
          </a:p>
        </p:txBody>
      </p:sp>
      <p:sp>
        <p:nvSpPr>
          <p:cNvPr id="1768090996" name="Google Shape;1250;p33"/>
          <p:cNvSpPr txBox="1">
            <a:spLocks noGrp="1"/>
          </p:cNvSpPr>
          <p:nvPr>
            <p:ph type="subTitle" idx="1"/>
          </p:nvPr>
        </p:nvSpPr>
        <p:spPr bwMode="auto">
          <a:xfrm>
            <a:off x="5472614" y="580326"/>
            <a:ext cx="3228371" cy="34127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Season’s manag</a:t>
            </a:r>
            <a:r>
              <a:rPr lang="fr-CH"/>
              <a:t>e</a:t>
            </a:r>
            <a:r>
              <a:rPr lang="en"/>
              <a:t>ment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Mountains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Works the same as before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Leaves/Snowflakes/Rain</a:t>
            </a:r>
            <a:endParaRPr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endParaRPr lang="en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en"/>
              <a:t>The season changes based on cycle Day/Night</a:t>
            </a:r>
            <a:endParaRPr/>
          </a:p>
        </p:txBody>
      </p:sp>
      <p:sp>
        <p:nvSpPr>
          <p:cNvPr id="698945231" name="Google Shape;1251;p33"/>
          <p:cNvSpPr/>
          <p:nvPr/>
        </p:nvSpPr>
        <p:spPr bwMode="auto"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77538765" name="Google Shape;1250;p33"/>
          <p:cNvSpPr txBox="1"/>
          <p:nvPr/>
        </p:nvSpPr>
        <p:spPr bwMode="auto">
          <a:xfrm>
            <a:off x="614730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-CA" sz="2400" b="1" i="1"/>
              <a:t> Environment</a:t>
            </a:r>
            <a:endParaRPr/>
          </a:p>
        </p:txBody>
      </p:sp>
      <p:pic>
        <p:nvPicPr>
          <p:cNvPr id="1150887944" name="Imag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34304" y="1687742"/>
            <a:ext cx="5141817" cy="3015502"/>
          </a:xfrm>
          <a:prstGeom prst="rect">
            <a:avLst/>
          </a:prstGeom>
        </p:spPr>
      </p:pic>
      <p:sp>
        <p:nvSpPr>
          <p:cNvPr id="807331217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13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80909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680909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80909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680909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80909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680909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80909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680909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80909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6809099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08879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508879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8090996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5444385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fill="norm" stroke="1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83030436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fill="norm" stroke="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861304868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fill="norm" stroke="1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386078870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fill="norm" stroke="1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578681200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fill="norm" stroke="1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66112344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607103" y="2530245"/>
            <a:ext cx="424574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Contrast </a:t>
            </a:r>
            <a:br>
              <a:rPr lang="en"/>
            </a:br>
            <a:r>
              <a:rPr lang="en"/>
              <a:t>with the plan</a:t>
            </a:r>
            <a:endParaRPr i="1"/>
          </a:p>
        </p:txBody>
      </p:sp>
      <p:sp>
        <p:nvSpPr>
          <p:cNvPr id="504278060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03</a:t>
            </a:r>
            <a:endParaRPr/>
          </a:p>
        </p:txBody>
      </p:sp>
      <p:grpSp>
        <p:nvGrpSpPr>
          <p:cNvPr id="1249817031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fill="norm" stroke="1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fill="norm" stroke="1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fill="norm" stroke="1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stroke="1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stroke="1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stroke="1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stroke="1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stroke="1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stroke="1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stroke="1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stroke="1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stroke="1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stroke="1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fill="norm" stroke="1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fill="norm" stroke="1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fill="norm" stroke="1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fill="norm" stroke="1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fill="norm" stroke="1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fill="norm" stroke="1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fill="norm" stroke="1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fill="norm" stroke="1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fill="norm" stroke="1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fill="norm" stroke="1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fill="norm" stroke="1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fill="norm" stroke="1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fill="norm" stroke="1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fill="norm" stroke="1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fill="norm" stroke="1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fill="norm" stroke="1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fill="norm" stroke="1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fill="norm" stroke="1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fill="norm" stroke="1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fill="norm" stroke="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fill="norm" stroke="1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stroke="1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stroke="1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stroke="1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fill="norm" stroke="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fill="norm" stroke="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fill="norm" stroke="1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fill="norm" stroke="1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fill="norm" stroke="1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fill="norm" stroke="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fill="norm" stroke="1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fill="norm" stroke="1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fill="norm" stroke="1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fill="norm" stroke="1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fill="norm" stroke="1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fill="norm" stroke="1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fill="norm" stroke="1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fill="norm" stroke="1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fill="norm" stroke="1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fill="norm" stroke="1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fill="norm" stroke="1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fill="norm" stroke="1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fill="norm" stroke="1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fill="norm" stroke="1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fill="norm" stroke="1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fill="norm" stroke="1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fill="norm" stroke="1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fill="norm" stroke="1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fill="norm" stroke="1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fill="norm" stroke="1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fill="norm" stroke="1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stroke="1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stroke="1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stroke="1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stroke="1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stroke="1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stroke="1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stroke="1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stroke="1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962667599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34795773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fill="norm" stroke="1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12568831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21051693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14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536418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57360900" name="Google Shape;1947;p43"/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/>
              <a:t>Planification - Prototype</a:t>
            </a:r>
            <a:endParaRPr i="1"/>
          </a:p>
        </p:txBody>
      </p:sp>
      <p:sp>
        <p:nvSpPr>
          <p:cNvPr id="1552020708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71178488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2391374" name="Imag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49783" y="1008755"/>
            <a:ext cx="8644434" cy="3125990"/>
          </a:xfrm>
          <a:prstGeom prst="rect">
            <a:avLst/>
          </a:prstGeom>
        </p:spPr>
      </p:pic>
      <p:sp>
        <p:nvSpPr>
          <p:cNvPr id="2133391794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15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0965241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99998550" name="Google Shape;1947;p43"/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/>
              <a:t>Planification - Prototype</a:t>
            </a:r>
            <a:endParaRPr i="1"/>
          </a:p>
        </p:txBody>
      </p:sp>
      <p:sp>
        <p:nvSpPr>
          <p:cNvPr id="1763846166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03127668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154104643" name="Image 2"/>
          <p:cNvPicPr>
            <a:picLocks noChangeAspect="1"/>
          </p:cNvPicPr>
          <p:nvPr/>
        </p:nvPicPr>
        <p:blipFill rotWithShape="1">
          <a:blip r:embed="rId3"/>
          <a:srcRect l="0" t="18761" r="67169" b="2959"/>
          <a:stretch/>
        </p:blipFill>
        <p:spPr bwMode="auto">
          <a:xfrm>
            <a:off x="235996" y="989164"/>
            <a:ext cx="4699007" cy="4051568"/>
          </a:xfrm>
          <a:prstGeom prst="rect">
            <a:avLst/>
          </a:prstGeom>
        </p:spPr>
      </p:pic>
      <p:pic>
        <p:nvPicPr>
          <p:cNvPr id="1508218290" name="Image 3"/>
          <p:cNvPicPr>
            <a:picLocks noChangeAspect="1"/>
          </p:cNvPicPr>
          <p:nvPr/>
        </p:nvPicPr>
        <p:blipFill rotWithShape="1">
          <a:blip r:embed="rId4"/>
          <a:srcRect l="0" t="0" r="55500" b="0"/>
          <a:stretch/>
        </p:blipFill>
        <p:spPr bwMode="auto">
          <a:xfrm>
            <a:off x="4935003" y="989163"/>
            <a:ext cx="3495772" cy="4049134"/>
          </a:xfrm>
          <a:prstGeom prst="rect">
            <a:avLst/>
          </a:prstGeom>
        </p:spPr>
      </p:pic>
      <p:sp>
        <p:nvSpPr>
          <p:cNvPr id="1873338835" name="Ellipse 6"/>
          <p:cNvSpPr/>
          <p:nvPr/>
        </p:nvSpPr>
        <p:spPr bwMode="auto">
          <a:xfrm>
            <a:off x="7057882" y="3110799"/>
            <a:ext cx="588157" cy="3630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CH"/>
          </a:p>
        </p:txBody>
      </p:sp>
      <p:sp>
        <p:nvSpPr>
          <p:cNvPr id="128010771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16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3338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8733388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7333883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8045534" name="Google Shape;1946;p43"/>
          <p:cNvSpPr/>
          <p:nvPr/>
        </p:nvSpPr>
        <p:spPr bwMode="auto"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fill="norm" stroke="1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3589184" name="Google Shape;1947;p43"/>
          <p:cNvSpPr txBox="1">
            <a:spLocks noGrp="1"/>
          </p:cNvSpPr>
          <p:nvPr>
            <p:ph type="title"/>
          </p:nvPr>
        </p:nvSpPr>
        <p:spPr bwMode="auto"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i="1"/>
              <a:t>Planification - Prototype</a:t>
            </a:r>
            <a:endParaRPr i="1"/>
          </a:p>
        </p:txBody>
      </p:sp>
      <p:sp>
        <p:nvSpPr>
          <p:cNvPr id="1271263210" name="Google Shape;1949;p43"/>
          <p:cNvSpPr/>
          <p:nvPr/>
        </p:nvSpPr>
        <p:spPr bwMode="auto"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85294241" name="Google Shape;1950;p43"/>
          <p:cNvSpPr/>
          <p:nvPr/>
        </p:nvSpPr>
        <p:spPr bwMode="auto"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977129483" name="Image 2"/>
          <p:cNvPicPr>
            <a:picLocks noChangeAspect="1"/>
          </p:cNvPicPr>
          <p:nvPr/>
        </p:nvPicPr>
        <p:blipFill rotWithShape="1">
          <a:blip r:embed="rId3"/>
          <a:srcRect l="0" t="18761" r="67169" b="2959"/>
          <a:stretch/>
        </p:blipFill>
        <p:spPr bwMode="auto">
          <a:xfrm>
            <a:off x="180856" y="851314"/>
            <a:ext cx="4580045" cy="3948997"/>
          </a:xfrm>
          <a:prstGeom prst="rect">
            <a:avLst/>
          </a:prstGeom>
        </p:spPr>
      </p:pic>
      <p:pic>
        <p:nvPicPr>
          <p:cNvPr id="1895433898" name="Image 3"/>
          <p:cNvPicPr>
            <a:picLocks noChangeAspect="1"/>
          </p:cNvPicPr>
          <p:nvPr/>
        </p:nvPicPr>
        <p:blipFill rotWithShape="1">
          <a:blip r:embed="rId4"/>
          <a:srcRect l="44697" t="0" r="-147" b="0"/>
          <a:stretch/>
        </p:blipFill>
        <p:spPr bwMode="auto">
          <a:xfrm>
            <a:off x="4760901" y="851313"/>
            <a:ext cx="4245757" cy="3946625"/>
          </a:xfrm>
          <a:prstGeom prst="rect">
            <a:avLst/>
          </a:prstGeom>
        </p:spPr>
      </p:pic>
      <p:sp>
        <p:nvSpPr>
          <p:cNvPr id="1868376745" name="Ellipse 6"/>
          <p:cNvSpPr/>
          <p:nvPr/>
        </p:nvSpPr>
        <p:spPr bwMode="auto">
          <a:xfrm>
            <a:off x="5109613" y="2931174"/>
            <a:ext cx="588157" cy="36300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CH"/>
          </a:p>
        </p:txBody>
      </p:sp>
      <p:sp>
        <p:nvSpPr>
          <p:cNvPr id="54119059" name="Google Shape;1116;p30"/>
          <p:cNvSpPr/>
          <p:nvPr/>
        </p:nvSpPr>
        <p:spPr bwMode="auto">
          <a:xfrm>
            <a:off x="8623593" y="4744426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17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8376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8683767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837674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3977640" name="Google Shape;1199;p31"/>
          <p:cNvGrpSpPr/>
          <p:nvPr/>
        </p:nvGrpSpPr>
        <p:grpSpPr bwMode="auto">
          <a:xfrm>
            <a:off x="543463" y="3301326"/>
            <a:ext cx="8057029" cy="1458716"/>
            <a:chOff x="3775764" y="2993756"/>
            <a:chExt cx="3262087" cy="590621"/>
          </a:xfrm>
        </p:grpSpPr>
        <p:sp>
          <p:nvSpPr>
            <p:cNvPr id="1200" name="Google Shape;1200;p31"/>
            <p:cNvSpPr/>
            <p:nvPr/>
          </p:nvSpPr>
          <p:spPr bwMode="auto">
            <a:xfrm>
              <a:off x="3775764" y="3227752"/>
              <a:ext cx="3262087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fill="norm" stroke="1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01" name="Google Shape;1201;p31"/>
            <p:cNvSpPr/>
            <p:nvPr/>
          </p:nvSpPr>
          <p:spPr bwMode="auto">
            <a:xfrm>
              <a:off x="6301551" y="3296687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fill="norm" stroke="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02" name="Google Shape;1202;p31"/>
            <p:cNvSpPr/>
            <p:nvPr/>
          </p:nvSpPr>
          <p:spPr bwMode="auto">
            <a:xfrm>
              <a:off x="5995216" y="2993756"/>
              <a:ext cx="868577" cy="220668"/>
            </a:xfrm>
            <a:custGeom>
              <a:avLst/>
              <a:gdLst/>
              <a:ahLst/>
              <a:cxnLst/>
              <a:rect l="l" t="t" r="r" b="b"/>
              <a:pathLst>
                <a:path w="91743" h="23308" fill="norm" stroke="1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325396189" name="Google Shape;1206;p31"/>
          <p:cNvSpPr txBox="1">
            <a:spLocks noGrp="1"/>
          </p:cNvSpPr>
          <p:nvPr>
            <p:ph type="title"/>
          </p:nvPr>
        </p:nvSpPr>
        <p:spPr bwMode="auto"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Contrast with plan</a:t>
            </a:r>
            <a:endParaRPr/>
          </a:p>
        </p:txBody>
      </p:sp>
      <p:sp>
        <p:nvSpPr>
          <p:cNvPr id="1837647885" name="Google Shape;1207;p31"/>
          <p:cNvSpPr/>
          <p:nvPr/>
        </p:nvSpPr>
        <p:spPr bwMode="auto">
          <a:xfrm>
            <a:off x="7778250" y="3840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71606699" name="Google Shape;1208;p31"/>
          <p:cNvSpPr/>
          <p:nvPr/>
        </p:nvSpPr>
        <p:spPr bwMode="auto">
          <a:xfrm>
            <a:off x="5614225" y="956600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fill="norm" stroke="1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09813495" name="Google Shape;1250;p33"/>
          <p:cNvSpPr txBox="1"/>
          <p:nvPr/>
        </p:nvSpPr>
        <p:spPr bwMode="auto">
          <a:xfrm>
            <a:off x="1419403" y="999505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defRPr>
            </a:lvl9pPr>
          </a:lstStyle>
          <a:p>
            <a:pPr marL="0" indent="0">
              <a:defRPr/>
            </a:pPr>
            <a:r>
              <a:rPr lang="en" sz="2400" b="1" i="1"/>
              <a:t>What’s next?</a:t>
            </a:r>
            <a:endParaRPr/>
          </a:p>
        </p:txBody>
      </p:sp>
      <p:sp>
        <p:nvSpPr>
          <p:cNvPr id="1996477534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18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27456545" name=""/>
          <p:cNvSpPr txBox="1"/>
          <p:nvPr/>
        </p:nvSpPr>
        <p:spPr bwMode="auto">
          <a:xfrm rot="0" flipH="0" flipV="0">
            <a:off x="2291376" y="2193960"/>
            <a:ext cx="3859746" cy="1310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39821" lvl="0" indent="-239821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Fix </a:t>
            </a:r>
            <a:r>
              <a:rPr lang="fr-FR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some</a:t>
            </a:r>
            <a:r>
              <a:rPr lang="fr-FR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issues</a:t>
            </a:r>
            <a:endParaRPr sz="1600"/>
          </a:p>
          <a:p>
            <a:pPr marL="239821" lvl="0" indent="-239821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Detection</a:t>
            </a:r>
            <a:r>
              <a:rPr lang="fr-CH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 of the volume</a:t>
            </a:r>
            <a:endParaRPr lang="fr-CH" sz="1600" b="1" i="0" u="none" strike="noStrike" cap="none" spc="0">
              <a:solidFill>
                <a:schemeClr val="dk1"/>
              </a:solidFill>
              <a:latin typeface="Times New Roman"/>
              <a:cs typeface="Times New Roman"/>
            </a:endParaRPr>
          </a:p>
          <a:p>
            <a:pPr marL="239821" lvl="0" indent="-239821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Better instrument detection</a:t>
            </a:r>
            <a:endParaRPr lang="fr-FR" sz="1600" b="1" i="0" u="none" strike="noStrike" cap="none" spc="0">
              <a:solidFill>
                <a:schemeClr val="dk1"/>
              </a:solidFill>
              <a:latin typeface="Times New Roman"/>
              <a:cs typeface="Times New Roman"/>
            </a:endParaRPr>
          </a:p>
          <a:p>
            <a:pPr marL="239821" lvl="0" indent="-239821" algn="l"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fr-FR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Split multiple notes at the same time</a:t>
            </a:r>
            <a:endParaRPr sz="1600"/>
          </a:p>
          <a:p>
            <a:pPr marL="239821" indent="-239821">
              <a:buFont typeface="Arial"/>
              <a:buChar char="•"/>
              <a:defRPr/>
            </a:pPr>
            <a:r>
              <a:rPr lang="fr-FR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Add more animations / </a:t>
            </a:r>
            <a:r>
              <a:rPr lang="fr-FR" sz="1600" b="1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</a:rPr>
              <a:t>elements</a:t>
            </a: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799000" name="Google Shape;1256;p34"/>
          <p:cNvSpPr/>
          <p:nvPr/>
        </p:nvSpPr>
        <p:spPr bwMode="auto"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fill="norm" stroke="1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39022443" name="Google Shape;1257;p34"/>
          <p:cNvSpPr/>
          <p:nvPr/>
        </p:nvSpPr>
        <p:spPr bwMode="auto"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fill="norm" stroke="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935923771" name="Google Shape;1258;p34"/>
          <p:cNvGrpSpPr/>
          <p:nvPr/>
        </p:nvGrpSpPr>
        <p:grpSpPr bwMode="auto"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fill="norm" stroke="1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grpSp>
        <p:nvGrpSpPr>
          <p:cNvPr id="98335360" name="Google Shape;1265;p34"/>
          <p:cNvGrpSpPr/>
          <p:nvPr/>
        </p:nvGrpSpPr>
        <p:grpSpPr bwMode="auto">
          <a:xfrm>
            <a:off x="4293618" y="1788396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 bwMode="auto"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 bwMode="auto"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fill="norm" stroke="1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 bwMode="auto"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fill="norm" stroke="1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 bwMode="auto"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 bwMode="auto"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fill="norm" stroke="1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 bwMode="auto"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fill="norm" stroke="1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570606902" name="Google Shape;1272;p34"/>
          <p:cNvSpPr/>
          <p:nvPr/>
        </p:nvSpPr>
        <p:spPr bwMode="auto"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fill="norm" stroke="1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73840806" name="Google Shape;1273;p34"/>
          <p:cNvSpPr txBox="1">
            <a:spLocks noGrp="1"/>
          </p:cNvSpPr>
          <p:nvPr>
            <p:ph type="title"/>
          </p:nvPr>
        </p:nvSpPr>
        <p:spPr bwMode="auto">
          <a:xfrm>
            <a:off x="771053" y="2530245"/>
            <a:ext cx="482541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Showcase</a:t>
            </a:r>
            <a:endParaRPr i="1"/>
          </a:p>
        </p:txBody>
      </p:sp>
      <p:sp>
        <p:nvSpPr>
          <p:cNvPr id="1857461819" name="Google Shape;1274;p34"/>
          <p:cNvSpPr txBox="1">
            <a:spLocks noGrp="1"/>
          </p:cNvSpPr>
          <p:nvPr>
            <p:ph type="title" idx="2"/>
          </p:nvPr>
        </p:nvSpPr>
        <p:spPr bwMode="auto">
          <a:xfrm>
            <a:off x="713224" y="686500"/>
            <a:ext cx="1597533" cy="1334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04</a:t>
            </a:r>
            <a:endParaRPr/>
          </a:p>
        </p:txBody>
      </p:sp>
      <p:grpSp>
        <p:nvGrpSpPr>
          <p:cNvPr id="1249910229" name="Google Shape;1276;p34"/>
          <p:cNvGrpSpPr/>
          <p:nvPr/>
        </p:nvGrpSpPr>
        <p:grpSpPr bwMode="auto">
          <a:xfrm>
            <a:off x="4012764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 bwMode="auto"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fill="norm" stroke="1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 bwMode="auto"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fill="norm" stroke="1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 bwMode="auto"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fill="norm" stroke="1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 bwMode="auto"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stroke="1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 bwMode="auto"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stroke="1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 bwMode="auto"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stroke="1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 bwMode="auto"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stroke="1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 bwMode="auto"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stroke="1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 bwMode="auto"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stroke="1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 bwMode="auto"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stroke="1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 bwMode="auto"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stroke="1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 bwMode="auto"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stroke="1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 bwMode="auto"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stroke="1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fill="norm" stroke="1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 bwMode="auto"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fill="norm" stroke="1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 bwMode="auto"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fill="norm" stroke="1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 bwMode="auto">
            <a:xfrm>
              <a:off x="5775225" y="2846525"/>
              <a:ext cx="231850" cy="296399"/>
            </a:xfrm>
            <a:custGeom>
              <a:avLst/>
              <a:gdLst/>
              <a:ahLst/>
              <a:cxnLst/>
              <a:rect l="l" t="t" r="r" b="b"/>
              <a:pathLst>
                <a:path w="9274" h="11856" fill="norm" stroke="1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 bwMode="auto"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fill="norm" stroke="1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 bwMode="auto">
            <a:xfrm>
              <a:off x="5457549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fill="norm" stroke="1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 bwMode="auto"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fill="norm" stroke="1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 bwMode="auto"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fill="norm" stroke="1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 bwMode="auto"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fill="norm" stroke="1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 bwMode="auto"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fill="norm" stroke="1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fill="norm" stroke="1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 bwMode="auto">
            <a:xfrm>
              <a:off x="2817824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fill="norm" stroke="1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 bwMode="auto"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fill="norm" stroke="1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 bwMode="auto"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fill="norm" stroke="1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 bwMode="auto"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fill="norm" stroke="1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 bwMode="auto"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fill="norm" stroke="1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 bwMode="auto"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fill="norm" stroke="1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 bwMode="auto"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fill="norm" stroke="1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 bwMode="auto"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fill="norm" stroke="1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 bwMode="auto"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fill="norm" stroke="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 bwMode="auto"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fill="norm" stroke="1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 bwMode="auto"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 bwMode="auto"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 bwMode="auto"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 bwMode="auto"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 bwMode="auto"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 bwMode="auto"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 bwMode="auto"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fill="norm" stroke="1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 bwMode="auto"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 bwMode="auto"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 bwMode="auto">
            <a:xfrm>
              <a:off x="3874199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fill="norm" stroke="1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 bwMode="auto"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 bwMode="auto"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fill="norm" stroke="1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 bwMode="auto"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stroke="1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 bwMode="auto"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stroke="1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 bwMode="auto"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stroke="1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 bwMode="auto"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fill="norm" stroke="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 bwMode="auto"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fill="norm" stroke="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 bwMode="auto"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fill="norm" stroke="1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 bwMode="auto"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fill="norm" stroke="1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 bwMode="auto"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 bwMode="auto"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fill="norm" stroke="1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 bwMode="auto"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fill="norm" stroke="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 bwMode="auto"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fill="norm" stroke="1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 bwMode="auto"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fill="norm" stroke="1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 bwMode="auto"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fill="norm" stroke="1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 bwMode="auto"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fill="norm" stroke="1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 bwMode="auto"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fill="norm" stroke="1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 bwMode="auto"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fill="norm" stroke="1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 bwMode="auto"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fill="norm" stroke="1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 bwMode="auto"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fill="norm" stroke="1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 bwMode="auto"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fill="norm" stroke="1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 bwMode="auto"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fill="norm" stroke="1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 bwMode="auto"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fill="norm" stroke="1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 bwMode="auto"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fill="norm" stroke="1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 bwMode="auto"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fill="norm" stroke="1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 bwMode="auto"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fill="norm" stroke="1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 bwMode="auto"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fill="norm" stroke="1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 bwMode="auto"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fill="norm" stroke="1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 bwMode="auto"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fill="norm" stroke="1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 bwMode="auto"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fill="norm" stroke="1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 bwMode="auto">
              <a:xfrm>
                <a:off x="6297149" y="1991250"/>
                <a:ext cx="114699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fill="norm" stroke="1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 bwMode="auto"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fill="norm" stroke="1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 bwMode="auto"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fill="norm" stroke="1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 bwMode="auto"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stroke="1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 bwMode="auto"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stroke="1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 bwMode="auto"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stroke="1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 bwMode="auto"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stroke="1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 bwMode="auto"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stroke="1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 bwMode="auto"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stroke="1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 bwMode="auto"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stroke="1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 bwMode="auto"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stroke="1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480182215" name="Google Shape;1362;p34"/>
          <p:cNvSpPr/>
          <p:nvPr/>
        </p:nvSpPr>
        <p:spPr bwMode="auto"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32105960" name="Google Shape;1363;p34"/>
          <p:cNvSpPr/>
          <p:nvPr/>
        </p:nvSpPr>
        <p:spPr bwMode="auto"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fill="norm" stroke="1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93285234" name="Google Shape;1364;p34"/>
          <p:cNvSpPr/>
          <p:nvPr/>
        </p:nvSpPr>
        <p:spPr bwMode="auto">
          <a:xfrm rot="-2231248" flipH="1">
            <a:off x="5706368" y="747534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51458815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19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141357" name="Google Shape;2299;p49"/>
          <p:cNvSpPr/>
          <p:nvPr/>
        </p:nvSpPr>
        <p:spPr bwMode="auto"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fill="norm" stroke="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064448096" name="Google Shape;2300;p49"/>
          <p:cNvGrpSpPr/>
          <p:nvPr/>
        </p:nvGrpSpPr>
        <p:grpSpPr bwMode="auto"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 bwMode="auto"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 bwMode="auto"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fill="norm" stroke="1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 bwMode="auto"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fill="norm" stroke="1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 bwMode="auto"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 bwMode="auto"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fill="norm" stroke="1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 bwMode="auto">
              <a:xfrm>
                <a:off x="11075" y="3519300"/>
                <a:ext cx="204649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fill="norm" stroke="1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 bwMode="auto"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 bwMode="auto"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fill="norm" stroke="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 bwMode="auto">
              <a:xfrm>
                <a:off x="1976050" y="3763800"/>
                <a:ext cx="202399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fill="norm" stroke="1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 bwMode="auto"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 bwMode="auto"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fill="norm" stroke="1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 bwMode="auto"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fill="norm" stroke="1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 bwMode="auto"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 bwMode="auto"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fill="norm" stroke="1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 bwMode="auto"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fill="norm" stroke="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 bwMode="auto"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 bwMode="auto"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fill="norm" stroke="1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 bwMode="auto"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fill="norm" stroke="1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 bwMode="auto">
            <a:xfrm>
              <a:off x="292425" y="3568199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fill="norm" stroke="1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328803956" name="Google Shape;2320;p49"/>
          <p:cNvSpPr txBox="1">
            <a:spLocks noGrp="1"/>
          </p:cNvSpPr>
          <p:nvPr>
            <p:ph type="title"/>
          </p:nvPr>
        </p:nvSpPr>
        <p:spPr bwMode="auto"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/>
              <a:t>Thanks!</a:t>
            </a:r>
            <a:endParaRPr/>
          </a:p>
        </p:txBody>
      </p:sp>
      <p:sp>
        <p:nvSpPr>
          <p:cNvPr id="1639860881" name="Google Shape;2322;p49"/>
          <p:cNvSpPr txBox="1"/>
          <p:nvPr/>
        </p:nvSpPr>
        <p:spPr bwMode="auto"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</a:endParaRPr>
          </a:p>
        </p:txBody>
      </p:sp>
      <p:sp>
        <p:nvSpPr>
          <p:cNvPr id="1873434849" name="Google Shape;2344;p49"/>
          <p:cNvSpPr/>
          <p:nvPr/>
        </p:nvSpPr>
        <p:spPr bwMode="auto"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fill="norm" stroke="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56231584" name="Google Shape;2345;p49"/>
          <p:cNvSpPr/>
          <p:nvPr/>
        </p:nvSpPr>
        <p:spPr bwMode="auto"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fill="norm" stroke="1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735715486" name="Google Shape;2346;p49"/>
          <p:cNvGrpSpPr/>
          <p:nvPr/>
        </p:nvGrpSpPr>
        <p:grpSpPr bwMode="auto"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 bwMode="auto"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 bwMode="auto">
              <a:xfrm>
                <a:off x="-70375" y="4454000"/>
                <a:ext cx="9237925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fill="norm" stroke="1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 bwMode="auto"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fill="norm" stroke="1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 bwMode="auto"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fill="norm" stroke="1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 bwMode="auto"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fill="norm" stroke="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 bwMode="auto"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 bwMode="auto"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 bwMode="auto"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 bwMode="auto"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 bwMode="auto"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 bwMode="auto"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 bwMode="auto"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 bwMode="auto"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 bwMode="auto"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 bwMode="auto"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 bwMode="auto"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 bwMode="auto"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 bwMode="auto"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 bwMode="auto"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 bwMode="auto"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 bwMode="auto"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 bwMode="auto"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 bwMode="auto"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fill="norm" stroke="1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 bwMode="auto"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 bwMode="auto"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 bwMode="auto"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 bwMode="auto"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 bwMode="auto"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 bwMode="auto"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fill="norm" stroke="1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 bwMode="auto"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 bwMode="auto"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fill="norm" stroke="1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 bwMode="auto"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fill="norm" stroke="1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/>
              </a:p>
            </p:txBody>
          </p:sp>
        </p:grpSp>
      </p:grpSp>
      <p:sp>
        <p:nvSpPr>
          <p:cNvPr id="1002921393" name="Google Shape;2405;p49"/>
          <p:cNvSpPr/>
          <p:nvPr/>
        </p:nvSpPr>
        <p:spPr bwMode="auto"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35414600" name="Google Shape;2406;p49"/>
          <p:cNvSpPr/>
          <p:nvPr/>
        </p:nvSpPr>
        <p:spPr bwMode="auto"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fill="norm" stroke="1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69112347" name="Google Shape;2407;p49"/>
          <p:cNvSpPr/>
          <p:nvPr/>
        </p:nvSpPr>
        <p:spPr bwMode="auto"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fill="norm" stroke="1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5245343" name="Google Shape;2408;p49"/>
          <p:cNvSpPr/>
          <p:nvPr/>
        </p:nvSpPr>
        <p:spPr bwMode="auto"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91214129" name="Google Shape;2409;p49"/>
          <p:cNvSpPr/>
          <p:nvPr/>
        </p:nvSpPr>
        <p:spPr bwMode="auto"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79273286" name="Google Shape;2410;p49"/>
          <p:cNvSpPr/>
          <p:nvPr/>
        </p:nvSpPr>
        <p:spPr bwMode="auto"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fill="norm" stroke="1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grpSp>
        <p:nvGrpSpPr>
          <p:cNvPr id="1070763137" name="Google Shape;2411;p49"/>
          <p:cNvGrpSpPr/>
          <p:nvPr/>
        </p:nvGrpSpPr>
        <p:grpSpPr bwMode="auto">
          <a:xfrm>
            <a:off x="649349" y="4019912"/>
            <a:ext cx="3269776" cy="772427"/>
            <a:chOff x="3962175" y="2857795"/>
            <a:chExt cx="3075700" cy="726579"/>
          </a:xfrm>
        </p:grpSpPr>
        <p:sp>
          <p:nvSpPr>
            <p:cNvPr id="2412" name="Google Shape;2412;p49"/>
            <p:cNvSpPr/>
            <p:nvPr/>
          </p:nvSpPr>
          <p:spPr bwMode="auto"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fill="norm" stroke="1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 bwMode="auto"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fill="norm" stroke="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 bwMode="auto"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 bwMode="auto"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 bwMode="auto"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 bwMode="auto"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 bwMode="auto"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 bwMode="auto"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 bwMode="auto"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 bwMode="auto"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fill="norm" stroke="1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 bwMode="auto"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 bwMode="auto"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 bwMode="auto"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 bwMode="auto"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 bwMode="auto"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 bwMode="auto"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 bwMode="auto"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fill="norm" stroke="1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 bwMode="auto"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fill="norm" stroke="1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 bwMode="auto"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fill="norm" stroke="1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</p:grpSp>
      <p:sp>
        <p:nvSpPr>
          <p:cNvPr id="1320336023" name="ZoneTexte 1"/>
          <p:cNvSpPr txBox="1"/>
          <p:nvPr/>
        </p:nvSpPr>
        <p:spPr bwMode="auto"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fr-CH" sz="1800" b="1">
                <a:solidFill>
                  <a:schemeClr val="dk1"/>
                </a:solidFill>
                <a:latin typeface="Abel"/>
              </a:rPr>
              <a:t>Do you have questions?</a:t>
            </a:r>
            <a:endParaRPr/>
          </a:p>
        </p:txBody>
      </p:sp>
      <p:pic>
        <p:nvPicPr>
          <p:cNvPr id="1307276416" name="Imag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5400000">
            <a:off x="7086943" y="2202813"/>
            <a:ext cx="355520" cy="4459962"/>
          </a:xfrm>
          <a:prstGeom prst="rect">
            <a:avLst/>
          </a:prstGeom>
        </p:spPr>
      </p:pic>
      <p:sp>
        <p:nvSpPr>
          <p:cNvPr id="1983704502" name="Google Shape;1116;p30"/>
          <p:cNvSpPr/>
          <p:nvPr/>
        </p:nvSpPr>
        <p:spPr bwMode="auto">
          <a:xfrm>
            <a:off x="8590010" y="4549451"/>
            <a:ext cx="463094" cy="433050"/>
          </a:xfrm>
          <a:custGeom>
            <a:avLst/>
            <a:gdLst/>
            <a:ahLst/>
            <a:cxnLst/>
            <a:rect l="l" t="t" r="r" b="b"/>
            <a:pathLst>
              <a:path w="45990" h="45989" fill="norm" stroke="1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fr-FR">
                <a:solidFill>
                  <a:schemeClr val="bg1"/>
                </a:solidFill>
              </a:rPr>
              <a:t>20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med" p14:dur="750" advClick="1">
        <p159:morph option="byObject"/>
      </p:transition>
    </mc:Choice>
    <mc:Fallback>
      <p:transition spd="med" advClick="1">
        <p:fade/>
      </p:transition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75</cp:revision>
  <dcterms:modified xsi:type="dcterms:W3CDTF">2026-08-28T07:14:36Z</dcterms:modified>
</cp:coreProperties>
</file>