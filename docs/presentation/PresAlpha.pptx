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3" r:id="rId9"/>
    <p:sldId id="263" r:id="rId10"/>
    <p:sldId id="264" r:id="rId11"/>
    <p:sldId id="265" r:id="rId12"/>
    <p:sldId id="266" r:id="rId13"/>
    <p:sldId id="267" r:id="rId14"/>
    <p:sldId id="274" r:id="rId15"/>
    <p:sldId id="269" r:id="rId16"/>
    <p:sldId id="270" r:id="rId17"/>
    <p:sldId id="275" r:id="rId18"/>
    <p:sldId id="276" r:id="rId19"/>
    <p:sldId id="271" r:id="rId20"/>
    <p:sldId id="268" r:id="rId21"/>
    <p:sldId id="272" r:id="rId22"/>
  </p:sldIdLst>
  <p:sldSz cx="9144000" cy="5143500" type="screen16x9"/>
  <p:notesSz cx="6858000" cy="9144000"/>
  <p:embeddedFontLst>
    <p:embeddedFont>
      <p:font typeface="Abel" panose="02000506030000020004" pitchFamily="2" charset="0"/>
      <p:regular r:id="rId24"/>
    </p:embeddedFont>
    <p:embeddedFont>
      <p:font typeface="Cambria Math" panose="02040503050406030204" pitchFamily="18" charset="0"/>
      <p:regular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>
        <p15:guide id="1" pos="2880">
          <p15:clr>
            <a:srgbClr val="A4A3A4"/>
          </p15:clr>
        </p15:guide>
        <p15:guide id="2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46DBDB-1F74-4361-BF75-D81A5296C669}">
  <a:tblStyle styleId="{C546DBDB-1F74-4361-BF75-D81A5296C669}" styleName="Table_0">
    <a:wholeTbl>
      <a:tcTxStyle>
        <a:srgbClr val="000000"/>
      </a:tcTxStyle>
      <a:tcStyle>
        <a:tcBdr>
          <a:left>
            <a:ln w="9525">
              <a:solidFill>
                <a:srgbClr val="9E9E9E"/>
              </a:solidFill>
            </a:ln>
          </a:left>
          <a:right>
            <a:ln w="9525">
              <a:solidFill>
                <a:srgbClr val="9E9E9E"/>
              </a:solidFill>
            </a:ln>
          </a:right>
          <a:top>
            <a:ln w="9525">
              <a:solidFill>
                <a:srgbClr val="9E9E9E"/>
              </a:solidFill>
            </a:ln>
          </a:top>
          <a:bottom>
            <a:ln w="9525">
              <a:solidFill>
                <a:srgbClr val="9E9E9E"/>
              </a:solidFill>
            </a:ln>
          </a:bottom>
          <a:insideH>
            <a:ln w="9525">
              <a:solidFill>
                <a:srgbClr val="9E9E9E"/>
              </a:solidFill>
            </a:ln>
          </a:insideH>
          <a:insideV>
            <a:ln w="9525">
              <a:solidFill>
                <a:srgbClr val="9E9E9E"/>
              </a:solidFill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4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51" y="36"/>
      </p:cViewPr>
      <p:guideLst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599452" name="Google Shape;3;n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1707355" name="Google Shape;4;n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3822398" name="Google Shape;1092;g18a80d34a48_2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2957812" name="Google Shape;1093;g18a80d34a48_2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304259" name="Google Shape;1211;g15207a17831_0_14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2940421" name="Google Shape;1212;g15207a17831_0_14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67250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043344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924939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6756887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7515989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0999" y="685800"/>
            <a:ext cx="6095999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582262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375588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9008095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0631561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7329648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BB662C42-B8A0-0164-5A63-4CB9E2EE2789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924939" name="Google Shape;1244;g152a7caf94b_1_413:notes">
            <a:extLst>
              <a:ext uri="{FF2B5EF4-FFF2-40B4-BE49-F238E27FC236}">
                <a16:creationId xmlns:a16="http://schemas.microsoft.com/office/drawing/2014/main" id="{B5FFA89B-77F2-7B27-8F78-1F6CA9142E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6756887" name="Google Shape;1245;g152a7caf94b_1_413:notes">
            <a:extLst>
              <a:ext uri="{FF2B5EF4-FFF2-40B4-BE49-F238E27FC236}">
                <a16:creationId xmlns:a16="http://schemas.microsoft.com/office/drawing/2014/main" id="{863636BA-1402-B629-E30C-BF4A13702AB5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17360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655509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2628452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8457792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071676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The train isn’t draw but described, he can be nuild with a seed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I use a trivial grammar system to build it =&gt; a train is only a locomotive with several wagons choose between 5 types of différents probalities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The train can move forward or backward depending of it’s acceleration =&gt; I use this when I have more/less notes incoming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A smoke system is used with the train to add more animation (not sync with the music for the moment)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fr-FR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5364636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5748735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- Whole visual is in triangle</a:t>
            </a:r>
            <a:endParaRPr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Base class TriangularShape =&gt; which trangles am I made of ? (list_triangles)</a:t>
            </a:r>
            <a:endParaRPr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Derived Shapes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Composition to move shapes =&gt; Group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0642730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7720450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/>
            </a:pPr>
            <a:r>
              <a:rPr lang="en-US"/>
              <a:t>The outline starts from a circle deformed by the superposition of sine waves ($r = r_{\text{base}} + \sum \sin$). The amplitude (height of the bumps), frequency (number of waves), and phase (offset) are adjusted to create organic shapes.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323079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46391637" name="Google Shape;1245;g152a7caf94b_1_413:notes"/>
              <p:cNvSpPr txBox="1">
                <a:spLocks noGrp="1"/>
              </p:cNvSpPr>
              <p:nvPr>
                <p:ph type="body" idx="1"/>
              </p:nvPr>
            </p:nvSpPr>
            <p:spPr bwMode="auto">
              <a:xfrm>
                <a:off x="685800" y="4343400"/>
                <a:ext cx="5486400" cy="4114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The outline starts from a circle deformed by the superposition of sine waves ($r = r_{\text{base}} + \sum \sin$). The amplitude (height of the bumps), frequency (number of waves), and phase (offset) are adjusted to create organic shapes.</a:t>
                </a:r>
                <a:endParaRPr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endParaRPr lang="en-US"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L’</a:t>
                </a:r>
                <a:r>
                  <a:rPr lang="fr-CH"/>
                  <a:t> 'ajout du terme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</m:ctrlPr>
                      </m:fPr>
                      <m:num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1</m:t>
                        </m:r>
                      </m:num>
                      <m:den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2</m:t>
                        </m:r>
                      </m:den>
                    </m:f>
                    <m:r>
                      <a:rPr lang="fr-CH" sz="1100" b="0" i="1" u="none" strike="noStrike" cap="none" spc="0">
                        <a:solidFill>
                          <a:srgbClr val="000000"/>
                        </a:solidFill>
                        <a:latin typeface="Cambria Math"/>
                        <a:ea typeface="Arial"/>
                        <a:cs typeface="Arial"/>
                      </a:rPr>
                      <m:t>𝑔</m:t>
                    </m:r>
                    <m:sSup>
                      <m:sSupPr>
                        <m:ctrlPr>
                          <a:rPr lang="fr-CH" sz="1100" b="0" i="1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</m:ctrlPr>
                      </m:sSupPr>
                      <m:e>
                        <m:r>
                          <a:rPr lang="fr-CH" sz="1100" b="0" i="1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𝑡</m:t>
                        </m:r>
                      </m:e>
                      <m:sup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fr-CH"/>
                  <a:t>courbe la chute vers le bas pour simuler la gravité de manière réaliste.</a:t>
                </a:r>
                <a:endParaRPr/>
              </a:p>
            </p:txBody>
          </p:sp>
        </mc:Choice>
        <mc:Fallback xmlns="">
          <p:sp>
            <p:nvSpPr>
              <p:cNvPr id="746391637" name="Google Shape;1245;g152a7caf94b_1_413:notes"/>
              <p:cNvSpPr txBox="1">
                <a:spLocks noGrp="1"/>
              </p:cNvSpPr>
              <p:nvPr>
                <p:ph type="body" idx="1"/>
              </p:nvPr>
            </p:nvSpPr>
            <p:spPr bwMode="auto">
              <a:xfrm>
                <a:off x="685800" y="4343400"/>
                <a:ext cx="5486400" cy="4114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The outline starts from a circle deformed by the superposition of sine waves ($r = r_{\text{base}} + \sum \sin$). The amplitude (height of the bumps), frequency (number of waves), and phase (offset) are adjusted to create organic shapes.</a:t>
                </a:r>
                <a:endParaRPr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endParaRPr lang="en-US"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L’</a:t>
                </a:r>
                <a:r>
                  <a:rPr lang="fr-CH"/>
                  <a:t> 'ajout du terme 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1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 panose="02040503050406030204" pitchFamily="18" charset="0"/>
                    <a:ea typeface="Arial"/>
                    <a:cs typeface="Arial"/>
                  </a:rPr>
                  <a:t>/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2 𝑔𝑡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 panose="02040503050406030204" pitchFamily="18" charset="0"/>
                    <a:ea typeface="Arial"/>
                    <a:cs typeface="Arial"/>
                  </a:rPr>
                  <a:t>^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2</a:t>
                </a:r>
                <a:r>
                  <a:rPr lang="fr-CH"/>
                  <a:t>courbe la chute vers le bas pour simuler la gravité de manière réaliste.</a:t>
                </a:r>
                <a:endParaRPr/>
              </a:p>
            </p:txBody>
          </p:sp>
        </mc:Fallback>
      </mc:AlternateContent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46D912-C2F9-2C57-D715-E326F25126D7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323079" name="Google Shape;1244;g152a7caf94b_1_413:notes">
            <a:extLst>
              <a:ext uri="{FF2B5EF4-FFF2-40B4-BE49-F238E27FC236}">
                <a16:creationId xmlns:a16="http://schemas.microsoft.com/office/drawing/2014/main" id="{B63924BF-AB9A-F008-6184-38BB209D6B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46391637" name="Google Shape;1245;g152a7caf94b_1_413:notes">
                <a:extLst>
                  <a:ext uri="{FF2B5EF4-FFF2-40B4-BE49-F238E27FC236}">
                    <a16:creationId xmlns:a16="http://schemas.microsoft.com/office/drawing/2014/main" id="{422248AA-CBB9-0421-7170-C4A18569FB2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 bwMode="auto">
              <a:xfrm>
                <a:off x="685800" y="4343400"/>
                <a:ext cx="5486400" cy="4114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The outline starts from a circle deformed by the superposition of sine waves ($r = r_{\text{base}} + \sum \sin$). The amplitude (height of the bumps), frequency (number of waves), and phase (offset) are adjusted to create organic shapes.</a:t>
                </a:r>
                <a:endParaRPr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endParaRPr lang="en-US"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L’</a:t>
                </a:r>
                <a:r>
                  <a:rPr lang="fr-CH"/>
                  <a:t> 'ajout du terme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</m:ctrlPr>
                      </m:fPr>
                      <m:num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1</m:t>
                        </m:r>
                      </m:num>
                      <m:den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2</m:t>
                        </m:r>
                      </m:den>
                    </m:f>
                    <m:r>
                      <a:rPr lang="fr-CH" sz="1100" b="0" i="1" u="none" strike="noStrike" cap="none" spc="0">
                        <a:solidFill>
                          <a:srgbClr val="000000"/>
                        </a:solidFill>
                        <a:latin typeface="Cambria Math"/>
                        <a:ea typeface="Arial"/>
                        <a:cs typeface="Arial"/>
                      </a:rPr>
                      <m:t>𝑔</m:t>
                    </m:r>
                    <m:sSup>
                      <m:sSupPr>
                        <m:ctrlPr>
                          <a:rPr lang="fr-CH" sz="1100" b="0" i="1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</m:ctrlPr>
                      </m:sSupPr>
                      <m:e>
                        <m:r>
                          <a:rPr lang="fr-CH" sz="1100" b="0" i="1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𝑡</m:t>
                        </m:r>
                      </m:e>
                      <m:sup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fr-CH"/>
                  <a:t>courbe la chute vers le bas pour simuler la gravité de manière réaliste.</a:t>
                </a:r>
                <a:endParaRPr/>
              </a:p>
            </p:txBody>
          </p:sp>
        </mc:Choice>
        <mc:Fallback xmlns="">
          <p:sp>
            <p:nvSpPr>
              <p:cNvPr id="746391637" name="Google Shape;1245;g152a7caf94b_1_413:notes"/>
              <p:cNvSpPr txBox="1">
                <a:spLocks noGrp="1"/>
              </p:cNvSpPr>
              <p:nvPr>
                <p:ph type="body" idx="1"/>
              </p:nvPr>
            </p:nvSpPr>
            <p:spPr bwMode="auto">
              <a:xfrm>
                <a:off x="685800" y="4343400"/>
                <a:ext cx="5486400" cy="4114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The outline starts from a circle deformed by the superposition of sine waves ($r = r_{\text{base}} + \sum \sin$). The amplitude (height of the bumps), frequency (number of waves), and phase (offset) are adjusted to create organic shapes.</a:t>
                </a:r>
                <a:endParaRPr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endParaRPr lang="en-US"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L’</a:t>
                </a:r>
                <a:r>
                  <a:rPr lang="fr-CH"/>
                  <a:t> 'ajout du terme 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1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 panose="02040503050406030204" pitchFamily="18" charset="0"/>
                    <a:ea typeface="Arial"/>
                    <a:cs typeface="Arial"/>
                  </a:rPr>
                  <a:t>/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2 𝑔𝑡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 panose="02040503050406030204" pitchFamily="18" charset="0"/>
                    <a:ea typeface="Arial"/>
                    <a:cs typeface="Arial"/>
                  </a:rPr>
                  <a:t>^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2</a:t>
                </a:r>
                <a:r>
                  <a:rPr lang="fr-CH"/>
                  <a:t>courbe la chute vers le bas pour simuler la gravité de manière réaliste.</a:t>
                </a:r>
                <a:endParaRPr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82652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7830802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4780060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Dina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0887232" name="Google Shape;1943;g152a7caf94b_1_246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8970594" name="Google Shape;1944;g152a7caf94b_1_246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6757DB6B-B58B-D601-8D74-32C2870C9DAE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0887232" name="Google Shape;1943;g152a7caf94b_1_2463:notes">
            <a:extLst>
              <a:ext uri="{FF2B5EF4-FFF2-40B4-BE49-F238E27FC236}">
                <a16:creationId xmlns:a16="http://schemas.microsoft.com/office/drawing/2014/main" id="{A7D1A78F-2E80-3BE0-0F18-77F8B1F658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8970594" name="Google Shape;1944;g152a7caf94b_1_2463:notes">
            <a:extLst>
              <a:ext uri="{FF2B5EF4-FFF2-40B4-BE49-F238E27FC236}">
                <a16:creationId xmlns:a16="http://schemas.microsoft.com/office/drawing/2014/main" id="{652DC50F-F017-4570-73DB-CBB17BACACB7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6006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7EADC70A-B7A5-530C-61C2-708F690A2DFF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0887232" name="Google Shape;1943;g152a7caf94b_1_2463:notes">
            <a:extLst>
              <a:ext uri="{FF2B5EF4-FFF2-40B4-BE49-F238E27FC236}">
                <a16:creationId xmlns:a16="http://schemas.microsoft.com/office/drawing/2014/main" id="{7C5C8265-A15C-31A2-CF81-5758B73E3C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8970594" name="Google Shape;1944;g152a7caf94b_1_2463:notes">
            <a:extLst>
              <a:ext uri="{FF2B5EF4-FFF2-40B4-BE49-F238E27FC236}">
                <a16:creationId xmlns:a16="http://schemas.microsoft.com/office/drawing/2014/main" id="{09E3758D-AE84-DC58-9549-FC438760BB19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969229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8148513" name="Google Shape;1196;g15207a17831_0_17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5549038" name="Google Shape;1197;g15207a17831_0_17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Alan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4241783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3108062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Alan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8779758" name="Google Shape;2296;g152a7caf94b_1_2772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3910099" name="Google Shape;2297;g152a7caf94b_1_2772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Dina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slide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876162" name="Google Shape;9;p2"/>
          <p:cNvSpPr txBox="1">
            <a:spLocks noGrp="1"/>
          </p:cNvSpPr>
          <p:nvPr>
            <p:ph type="ctrTitle"/>
          </p:nvPr>
        </p:nvSpPr>
        <p:spPr bwMode="auto">
          <a:xfrm>
            <a:off x="2041638" y="682250"/>
            <a:ext cx="4690200" cy="201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pPr>
              <a:defRPr/>
            </a:pPr>
            <a:endParaRPr/>
          </a:p>
        </p:txBody>
      </p:sp>
      <p:sp>
        <p:nvSpPr>
          <p:cNvPr id="233653249" name="Google Shape;10;p2"/>
          <p:cNvSpPr txBox="1">
            <a:spLocks noGrp="1"/>
          </p:cNvSpPr>
          <p:nvPr>
            <p:ph type="subTitle" idx="1"/>
          </p:nvPr>
        </p:nvSpPr>
        <p:spPr bwMode="auto"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Abel"/>
                <a:ea typeface="Abel"/>
                <a:cs typeface="Abe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/>
            </a:pPr>
            <a:endParaRPr/>
          </a:p>
        </p:txBody>
      </p:sp>
      <p:sp>
        <p:nvSpPr>
          <p:cNvPr id="231187517" name="Google Shape;11;p2"/>
          <p:cNvSpPr/>
          <p:nvPr/>
        </p:nvSpPr>
        <p:spPr bwMode="auto">
          <a:xfrm rot="-2231248" flipH="1">
            <a:off x="1719168" y="3295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4262204" name="Google Shape;12;p2"/>
          <p:cNvSpPr/>
          <p:nvPr/>
        </p:nvSpPr>
        <p:spPr bwMode="auto">
          <a:xfrm rot="-2231248" flipH="1">
            <a:off x="6823743" y="422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header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6518647" name="Google Shape;14;p3"/>
          <p:cNvSpPr txBox="1">
            <a:spLocks noGrp="1"/>
          </p:cNvSpPr>
          <p:nvPr>
            <p:ph type="title"/>
          </p:nvPr>
        </p:nvSpPr>
        <p:spPr bwMode="auto">
          <a:xfrm>
            <a:off x="713225" y="219310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000"/>
              <a:buNone/>
              <a:defRPr sz="55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endParaRPr/>
          </a:p>
        </p:txBody>
      </p:sp>
      <p:sp>
        <p:nvSpPr>
          <p:cNvPr id="943674880" name="Google Shape;15;p3"/>
          <p:cNvSpPr txBox="1">
            <a:spLocks noGrp="1"/>
          </p:cNvSpPr>
          <p:nvPr>
            <p:ph type="title" idx="2" hasCustomPrompt="1"/>
          </p:nvPr>
        </p:nvSpPr>
        <p:spPr bwMode="auto">
          <a:xfrm>
            <a:off x="713225" y="686500"/>
            <a:ext cx="1303200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9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1491062397" name="Google Shape;16;p3"/>
          <p:cNvSpPr txBox="1">
            <a:spLocks noGrp="1"/>
          </p:cNvSpPr>
          <p:nvPr>
            <p:ph type="subTitle" idx="1"/>
          </p:nvPr>
        </p:nvSpPr>
        <p:spPr bwMode="auto">
          <a:xfrm>
            <a:off x="713225" y="3285275"/>
            <a:ext cx="37404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707370074" name="Google Shape;17;p3"/>
          <p:cNvSpPr/>
          <p:nvPr/>
        </p:nvSpPr>
        <p:spPr bwMode="auto">
          <a:xfrm rot="-2231248" flipH="1">
            <a:off x="3717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only" type="titleOnly" userDrawn="1">
  <p:cSld name="TITLE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2536210" name="Google Shape;44;p6"/>
          <p:cNvSpPr txBox="1">
            <a:spLocks noGrp="1"/>
          </p:cNvSpPr>
          <p:nvPr>
            <p:ph type="title"/>
          </p:nvPr>
        </p:nvSpPr>
        <p:spPr bwMode="auto"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grpSp>
        <p:nvGrpSpPr>
          <p:cNvPr id="1318378796" name="Google Shape;45;p6"/>
          <p:cNvGrpSpPr/>
          <p:nvPr/>
        </p:nvGrpSpPr>
        <p:grpSpPr bwMode="auto">
          <a:xfrm>
            <a:off x="-613275" y="4743925"/>
            <a:ext cx="9800100" cy="1657575"/>
            <a:chOff x="-613275" y="3559275"/>
            <a:chExt cx="9800100" cy="1657575"/>
          </a:xfrm>
        </p:grpSpPr>
        <p:sp>
          <p:nvSpPr>
            <p:cNvPr id="46" name="Google Shape;46;p6"/>
            <p:cNvSpPr/>
            <p:nvPr/>
          </p:nvSpPr>
          <p:spPr bwMode="auto">
            <a:xfrm>
              <a:off x="8699600" y="3962262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7" name="Google Shape;47;p6"/>
            <p:cNvSpPr/>
            <p:nvPr/>
          </p:nvSpPr>
          <p:spPr bwMode="auto">
            <a:xfrm>
              <a:off x="756675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8" name="Google Shape;48;p6"/>
            <p:cNvSpPr/>
            <p:nvPr/>
          </p:nvSpPr>
          <p:spPr bwMode="auto">
            <a:xfrm>
              <a:off x="643350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9" name="Google Shape;49;p6"/>
            <p:cNvSpPr/>
            <p:nvPr/>
          </p:nvSpPr>
          <p:spPr bwMode="auto">
            <a:xfrm>
              <a:off x="5300250" y="3962262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50" name="Google Shape;50;p6"/>
            <p:cNvGrpSpPr/>
            <p:nvPr/>
          </p:nvGrpSpPr>
          <p:grpSpPr bwMode="auto"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51" name="Google Shape;51;p6"/>
              <p:cNvSpPr/>
              <p:nvPr/>
            </p:nvSpPr>
            <p:spPr bwMode="auto"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52" name="Google Shape;52;p6"/>
              <p:cNvGrpSpPr/>
              <p:nvPr/>
            </p:nvGrpSpPr>
            <p:grpSpPr bwMode="auto"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53" name="Google Shape;53;p6"/>
                <p:cNvSpPr/>
                <p:nvPr/>
              </p:nvSpPr>
              <p:spPr bwMode="auto"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4" name="Google Shape;54;p6"/>
                <p:cNvSpPr/>
                <p:nvPr/>
              </p:nvSpPr>
              <p:spPr bwMode="auto"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5" name="Google Shape;55;p6"/>
                <p:cNvSpPr/>
                <p:nvPr/>
              </p:nvSpPr>
              <p:spPr bwMode="auto"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6" name="Google Shape;56;p6"/>
                <p:cNvSpPr/>
                <p:nvPr/>
              </p:nvSpPr>
              <p:spPr bwMode="auto"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7" name="Google Shape;57;p6"/>
                <p:cNvSpPr/>
                <p:nvPr/>
              </p:nvSpPr>
              <p:spPr bwMode="auto"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8" name="Google Shape;58;p6"/>
                <p:cNvSpPr/>
                <p:nvPr/>
              </p:nvSpPr>
              <p:spPr bwMode="auto"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</p:grpSp>
      <p:sp>
        <p:nvSpPr>
          <p:cNvPr id="1888316931" name="Google Shape;59;p6"/>
          <p:cNvSpPr/>
          <p:nvPr/>
        </p:nvSpPr>
        <p:spPr bwMode="auto">
          <a:xfrm rot="-2231248" flipH="1">
            <a:off x="3717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87560492" name="Google Shape;60;p6"/>
          <p:cNvSpPr/>
          <p:nvPr/>
        </p:nvSpPr>
        <p:spPr bwMode="auto">
          <a:xfrm rot="-2231248" flipH="1">
            <a:off x="7192518" y="44511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title and description" userDrawn="1">
  <p:cSld name="SECTION_TITLE_AND_DESCRI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9519839" name="Google Shape;247;p9"/>
          <p:cNvSpPr txBox="1">
            <a:spLocks noGrp="1"/>
          </p:cNvSpPr>
          <p:nvPr>
            <p:ph type="title"/>
          </p:nvPr>
        </p:nvSpPr>
        <p:spPr bwMode="auto">
          <a:xfrm>
            <a:off x="4155575" y="681200"/>
            <a:ext cx="3938100" cy="74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pPr>
              <a:defRPr/>
            </a:pPr>
            <a:endParaRPr/>
          </a:p>
        </p:txBody>
      </p:sp>
      <p:sp>
        <p:nvSpPr>
          <p:cNvPr id="103355355" name="Google Shape;248;p9"/>
          <p:cNvSpPr txBox="1">
            <a:spLocks noGrp="1"/>
          </p:cNvSpPr>
          <p:nvPr>
            <p:ph type="subTitle" idx="1"/>
          </p:nvPr>
        </p:nvSpPr>
        <p:spPr bwMode="auto">
          <a:xfrm>
            <a:off x="4155575" y="1594350"/>
            <a:ext cx="3938100" cy="120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pPr>
              <a:defRPr/>
            </a:pPr>
            <a:endParaRPr/>
          </a:p>
        </p:txBody>
      </p:sp>
      <p:sp>
        <p:nvSpPr>
          <p:cNvPr id="650675672" name="Google Shape;249;p9"/>
          <p:cNvSpPr/>
          <p:nvPr/>
        </p:nvSpPr>
        <p:spPr bwMode="auto">
          <a:xfrm>
            <a:off x="-1713620" y="2390475"/>
            <a:ext cx="10890094" cy="1760625"/>
          </a:xfrm>
          <a:custGeom>
            <a:avLst/>
            <a:gdLst/>
            <a:ahLst/>
            <a:cxnLst/>
            <a:rect l="l" t="t" r="r" b="b"/>
            <a:pathLst>
              <a:path w="315838" h="70425" extrusionOk="0">
                <a:moveTo>
                  <a:pt x="315838" y="0"/>
                </a:moveTo>
                <a:cubicBezTo>
                  <a:pt x="315838" y="0"/>
                  <a:pt x="234128" y="29311"/>
                  <a:pt x="229081" y="29530"/>
                </a:cubicBezTo>
                <a:cubicBezTo>
                  <a:pt x="229047" y="29532"/>
                  <a:pt x="229007" y="29533"/>
                  <a:pt x="228962" y="29533"/>
                </a:cubicBezTo>
                <a:cubicBezTo>
                  <a:pt x="222386" y="29533"/>
                  <a:pt x="100622" y="13630"/>
                  <a:pt x="85661" y="12634"/>
                </a:cubicBezTo>
                <a:cubicBezTo>
                  <a:pt x="85090" y="12595"/>
                  <a:pt x="84440" y="12576"/>
                  <a:pt x="83718" y="12576"/>
                </a:cubicBezTo>
                <a:cubicBezTo>
                  <a:pt x="65374" y="12576"/>
                  <a:pt x="157" y="24546"/>
                  <a:pt x="157" y="24546"/>
                </a:cubicBezTo>
                <a:lnTo>
                  <a:pt x="0" y="70425"/>
                </a:lnTo>
                <a:lnTo>
                  <a:pt x="315838" y="70425"/>
                </a:lnTo>
                <a:lnTo>
                  <a:pt x="315838" y="0"/>
                </a:lnTo>
                <a:close/>
              </a:path>
            </a:pathLst>
          </a:custGeom>
          <a:solidFill>
            <a:srgbClr val="D9ECD3">
              <a:alpha val="702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84965917" name="Google Shape;250;p9"/>
          <p:cNvSpPr/>
          <p:nvPr/>
        </p:nvSpPr>
        <p:spPr bwMode="auto">
          <a:xfrm>
            <a:off x="84750" y="1740650"/>
            <a:ext cx="2666625" cy="2667025"/>
          </a:xfrm>
          <a:custGeom>
            <a:avLst/>
            <a:gdLst/>
            <a:ahLst/>
            <a:cxnLst/>
            <a:rect l="l" t="t" r="r" b="b"/>
            <a:pathLst>
              <a:path w="106665" h="106681" extrusionOk="0">
                <a:moveTo>
                  <a:pt x="53341" y="1"/>
                </a:moveTo>
                <a:cubicBezTo>
                  <a:pt x="23873" y="1"/>
                  <a:pt x="1" y="23889"/>
                  <a:pt x="1" y="53341"/>
                </a:cubicBezTo>
                <a:cubicBezTo>
                  <a:pt x="1" y="82793"/>
                  <a:pt x="23873" y="106680"/>
                  <a:pt x="53341" y="106680"/>
                </a:cubicBezTo>
                <a:cubicBezTo>
                  <a:pt x="82793" y="106680"/>
                  <a:pt x="106665" y="82793"/>
                  <a:pt x="106665" y="53341"/>
                </a:cubicBezTo>
                <a:cubicBezTo>
                  <a:pt x="106665" y="23889"/>
                  <a:pt x="82793" y="1"/>
                  <a:pt x="533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30161109" name="Google Shape;251;p9"/>
          <p:cNvSpPr/>
          <p:nvPr/>
        </p:nvSpPr>
        <p:spPr bwMode="auto">
          <a:xfrm>
            <a:off x="5972450" y="319632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20430587" name="Google Shape;252;p9"/>
          <p:cNvSpPr/>
          <p:nvPr/>
        </p:nvSpPr>
        <p:spPr bwMode="auto">
          <a:xfrm>
            <a:off x="-1743225" y="3196325"/>
            <a:ext cx="6829325" cy="1443150"/>
          </a:xfrm>
          <a:custGeom>
            <a:avLst/>
            <a:gdLst/>
            <a:ahLst/>
            <a:cxnLst/>
            <a:rect l="l" t="t" r="r" b="b"/>
            <a:pathLst>
              <a:path w="273173" h="57726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0" y="57726"/>
                  <a:pt x="0" y="57726"/>
                </a:cubicBezTo>
                <a:lnTo>
                  <a:pt x="273172" y="57726"/>
                </a:lnTo>
                <a:cubicBezTo>
                  <a:pt x="273172" y="57726"/>
                  <a:pt x="133756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34925073" name="Google Shape;253;p9"/>
          <p:cNvSpPr/>
          <p:nvPr/>
        </p:nvSpPr>
        <p:spPr bwMode="auto">
          <a:xfrm>
            <a:off x="3559000" y="3196325"/>
            <a:ext cx="6828924" cy="1443150"/>
          </a:xfrm>
          <a:custGeom>
            <a:avLst/>
            <a:gdLst/>
            <a:ahLst/>
            <a:cxnLst/>
            <a:rect l="l" t="t" r="r" b="b"/>
            <a:pathLst>
              <a:path w="273157" h="57726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5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88400849" name="Google Shape;254;p9"/>
          <p:cNvSpPr/>
          <p:nvPr/>
        </p:nvSpPr>
        <p:spPr bwMode="auto">
          <a:xfrm>
            <a:off x="888100" y="3587925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5" y="1"/>
                  <a:pt x="101261" y="13"/>
                  <a:pt x="101115" y="39"/>
                </a:cubicBezTo>
                <a:cubicBezTo>
                  <a:pt x="98012" y="572"/>
                  <a:pt x="0" y="49272"/>
                  <a:pt x="0" y="49272"/>
                </a:cubicBezTo>
                <a:lnTo>
                  <a:pt x="233187" y="49272"/>
                </a:lnTo>
                <a:cubicBezTo>
                  <a:pt x="233187" y="49272"/>
                  <a:pt x="114207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44082402" name="Google Shape;255;p9"/>
          <p:cNvSpPr/>
          <p:nvPr/>
        </p:nvSpPr>
        <p:spPr bwMode="auto">
          <a:xfrm>
            <a:off x="2571900" y="3389250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6" y="1"/>
                  <a:pt x="101262" y="14"/>
                  <a:pt x="101116" y="39"/>
                </a:cubicBezTo>
                <a:cubicBezTo>
                  <a:pt x="98013" y="572"/>
                  <a:pt x="1" y="49272"/>
                  <a:pt x="1" y="49272"/>
                </a:cubicBezTo>
                <a:lnTo>
                  <a:pt x="233188" y="49272"/>
                </a:lnTo>
                <a:cubicBezTo>
                  <a:pt x="233188" y="49272"/>
                  <a:pt x="114208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11382093" name="Google Shape;256;p9"/>
          <p:cNvSpPr/>
          <p:nvPr/>
        </p:nvSpPr>
        <p:spPr bwMode="auto">
          <a:xfrm>
            <a:off x="2883050" y="3390225"/>
            <a:ext cx="2344900" cy="1076450"/>
          </a:xfrm>
          <a:custGeom>
            <a:avLst/>
            <a:gdLst/>
            <a:ahLst/>
            <a:cxnLst/>
            <a:rect l="l" t="t" r="r" b="b"/>
            <a:pathLst>
              <a:path w="93796" h="43058" extrusionOk="0">
                <a:moveTo>
                  <a:pt x="88670" y="0"/>
                </a:moveTo>
                <a:cubicBezTo>
                  <a:pt x="86256" y="423"/>
                  <a:pt x="26490" y="29938"/>
                  <a:pt x="0" y="43058"/>
                </a:cubicBezTo>
                <a:lnTo>
                  <a:pt x="0" y="43058"/>
                </a:lnTo>
                <a:lnTo>
                  <a:pt x="23324" y="34233"/>
                </a:lnTo>
                <a:lnTo>
                  <a:pt x="71601" y="32477"/>
                </a:lnTo>
                <a:cubicBezTo>
                  <a:pt x="72447" y="32462"/>
                  <a:pt x="72541" y="31129"/>
                  <a:pt x="71726" y="30957"/>
                </a:cubicBezTo>
                <a:lnTo>
                  <a:pt x="53481" y="27023"/>
                </a:lnTo>
                <a:cubicBezTo>
                  <a:pt x="52870" y="26882"/>
                  <a:pt x="52713" y="26004"/>
                  <a:pt x="53230" y="25612"/>
                </a:cubicBezTo>
                <a:lnTo>
                  <a:pt x="57917" y="22211"/>
                </a:lnTo>
                <a:cubicBezTo>
                  <a:pt x="58011" y="22148"/>
                  <a:pt x="58136" y="22101"/>
                  <a:pt x="58246" y="22085"/>
                </a:cubicBezTo>
                <a:lnTo>
                  <a:pt x="92918" y="18433"/>
                </a:lnTo>
                <a:cubicBezTo>
                  <a:pt x="93796" y="18339"/>
                  <a:pt x="93764" y="16929"/>
                  <a:pt x="92886" y="16897"/>
                </a:cubicBezTo>
                <a:lnTo>
                  <a:pt x="63905" y="15471"/>
                </a:lnTo>
                <a:cubicBezTo>
                  <a:pt x="63184" y="15439"/>
                  <a:pt x="62980" y="14374"/>
                  <a:pt x="63622" y="14013"/>
                </a:cubicBezTo>
                <a:lnTo>
                  <a:pt x="88670" y="0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9785696" name="Google Shape;257;p9"/>
          <p:cNvSpPr/>
          <p:nvPr/>
        </p:nvSpPr>
        <p:spPr bwMode="auto">
          <a:xfrm>
            <a:off x="3757675" y="38943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24354668" name="Google Shape;258;p9"/>
          <p:cNvSpPr/>
          <p:nvPr/>
        </p:nvSpPr>
        <p:spPr bwMode="auto">
          <a:xfrm>
            <a:off x="-108000" y="36582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70255051" name="Google Shape;259;p9"/>
          <p:cNvSpPr/>
          <p:nvPr/>
        </p:nvSpPr>
        <p:spPr bwMode="auto">
          <a:xfrm>
            <a:off x="183925" y="3659025"/>
            <a:ext cx="2202275" cy="923650"/>
          </a:xfrm>
          <a:custGeom>
            <a:avLst/>
            <a:gdLst/>
            <a:ahLst/>
            <a:cxnLst/>
            <a:rect l="l" t="t" r="r" b="b"/>
            <a:pathLst>
              <a:path w="88091" h="36946" extrusionOk="0">
                <a:moveTo>
                  <a:pt x="83263" y="1"/>
                </a:moveTo>
                <a:lnTo>
                  <a:pt x="83263" y="1"/>
                </a:lnTo>
                <a:cubicBezTo>
                  <a:pt x="81006" y="377"/>
                  <a:pt x="24891" y="25691"/>
                  <a:pt x="1" y="36945"/>
                </a:cubicBezTo>
                <a:lnTo>
                  <a:pt x="1" y="36945"/>
                </a:lnTo>
                <a:lnTo>
                  <a:pt x="21913" y="29390"/>
                </a:lnTo>
                <a:lnTo>
                  <a:pt x="67244" y="27885"/>
                </a:lnTo>
                <a:cubicBezTo>
                  <a:pt x="68027" y="27854"/>
                  <a:pt x="68121" y="26726"/>
                  <a:pt x="67353" y="26569"/>
                </a:cubicBezTo>
                <a:lnTo>
                  <a:pt x="50237" y="23199"/>
                </a:lnTo>
                <a:cubicBezTo>
                  <a:pt x="49657" y="23073"/>
                  <a:pt x="49500" y="22321"/>
                  <a:pt x="49986" y="21992"/>
                </a:cubicBezTo>
                <a:lnTo>
                  <a:pt x="54391" y="19061"/>
                </a:lnTo>
                <a:cubicBezTo>
                  <a:pt x="54485" y="19014"/>
                  <a:pt x="54594" y="18967"/>
                  <a:pt x="54704" y="18967"/>
                </a:cubicBezTo>
                <a:lnTo>
                  <a:pt x="87260" y="15832"/>
                </a:lnTo>
                <a:cubicBezTo>
                  <a:pt x="88090" y="15754"/>
                  <a:pt x="88059" y="14547"/>
                  <a:pt x="87228" y="14500"/>
                </a:cubicBezTo>
                <a:lnTo>
                  <a:pt x="60018" y="13293"/>
                </a:lnTo>
                <a:cubicBezTo>
                  <a:pt x="59344" y="13261"/>
                  <a:pt x="59140" y="12337"/>
                  <a:pt x="59751" y="12039"/>
                </a:cubicBezTo>
                <a:lnTo>
                  <a:pt x="83263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68012858" name="Google Shape;260;p9"/>
          <p:cNvSpPr/>
          <p:nvPr/>
        </p:nvSpPr>
        <p:spPr bwMode="auto">
          <a:xfrm>
            <a:off x="-242325" y="4534050"/>
            <a:ext cx="9418794" cy="1160325"/>
          </a:xfrm>
          <a:custGeom>
            <a:avLst/>
            <a:gdLst/>
            <a:ahLst/>
            <a:cxnLst/>
            <a:rect l="l" t="t" r="r" b="b"/>
            <a:pathLst>
              <a:path w="331356" h="46413" extrusionOk="0">
                <a:moveTo>
                  <a:pt x="1" y="1"/>
                </a:moveTo>
                <a:lnTo>
                  <a:pt x="1" y="46412"/>
                </a:lnTo>
                <a:lnTo>
                  <a:pt x="331356" y="46412"/>
                </a:lnTo>
                <a:lnTo>
                  <a:pt x="33135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47040447" name="Google Shape;261;p9"/>
          <p:cNvSpPr/>
          <p:nvPr/>
        </p:nvSpPr>
        <p:spPr bwMode="auto">
          <a:xfrm>
            <a:off x="1582074" y="4534050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20335178" name="Google Shape;262;p9"/>
          <p:cNvSpPr/>
          <p:nvPr/>
        </p:nvSpPr>
        <p:spPr bwMode="auto">
          <a:xfrm>
            <a:off x="-274550" y="4825825"/>
            <a:ext cx="9418794" cy="868550"/>
          </a:xfrm>
          <a:custGeom>
            <a:avLst/>
            <a:gdLst/>
            <a:ahLst/>
            <a:cxnLst/>
            <a:rect l="l" t="t" r="r" b="b"/>
            <a:pathLst>
              <a:path w="331356" h="34742" extrusionOk="0">
                <a:moveTo>
                  <a:pt x="121144" y="1"/>
                </a:moveTo>
                <a:cubicBezTo>
                  <a:pt x="121070" y="1"/>
                  <a:pt x="121003" y="3"/>
                  <a:pt x="120944" y="7"/>
                </a:cubicBezTo>
                <a:cubicBezTo>
                  <a:pt x="113984" y="509"/>
                  <a:pt x="581" y="5806"/>
                  <a:pt x="581" y="5806"/>
                </a:cubicBezTo>
                <a:lnTo>
                  <a:pt x="1" y="34741"/>
                </a:lnTo>
                <a:lnTo>
                  <a:pt x="331356" y="34741"/>
                </a:lnTo>
                <a:lnTo>
                  <a:pt x="331356" y="7076"/>
                </a:lnTo>
                <a:lnTo>
                  <a:pt x="292248" y="28503"/>
                </a:lnTo>
                <a:lnTo>
                  <a:pt x="233282" y="28503"/>
                </a:lnTo>
                <a:cubicBezTo>
                  <a:pt x="232365" y="28503"/>
                  <a:pt x="129671" y="1"/>
                  <a:pt x="121144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833104800" name="Google Shape;263;p9"/>
          <p:cNvGrpSpPr/>
          <p:nvPr/>
        </p:nvGrpSpPr>
        <p:grpSpPr bwMode="auto">
          <a:xfrm>
            <a:off x="-45125" y="4400963"/>
            <a:ext cx="9144000" cy="135700"/>
            <a:chOff x="96675" y="2823075"/>
            <a:chExt cx="9144000" cy="135700"/>
          </a:xfrm>
        </p:grpSpPr>
        <p:grpSp>
          <p:nvGrpSpPr>
            <p:cNvPr id="264" name="Google Shape;264;p9"/>
            <p:cNvGrpSpPr/>
            <p:nvPr/>
          </p:nvGrpSpPr>
          <p:grpSpPr bwMode="auto">
            <a:xfrm>
              <a:off x="96675" y="2823075"/>
              <a:ext cx="9144000" cy="135700"/>
              <a:chOff x="96675" y="2823075"/>
              <a:chExt cx="9144000" cy="135700"/>
            </a:xfrm>
          </p:grpSpPr>
          <p:grpSp>
            <p:nvGrpSpPr>
              <p:cNvPr id="265" name="Google Shape;265;p9"/>
              <p:cNvGrpSpPr/>
              <p:nvPr/>
            </p:nvGrpSpPr>
            <p:grpSpPr bwMode="auto">
              <a:xfrm>
                <a:off x="96675" y="2823075"/>
                <a:ext cx="9144000" cy="135700"/>
                <a:chOff x="-584175" y="4743925"/>
                <a:chExt cx="9144000" cy="135700"/>
              </a:xfrm>
            </p:grpSpPr>
            <p:sp>
              <p:nvSpPr>
                <p:cNvPr id="266" name="Google Shape;266;p9"/>
                <p:cNvSpPr/>
                <p:nvPr/>
              </p:nvSpPr>
              <p:spPr bwMode="auto">
                <a:xfrm>
                  <a:off x="-584175" y="4743925"/>
                  <a:ext cx="91440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267" name="Google Shape;267;p9"/>
                <p:cNvGrpSpPr/>
                <p:nvPr/>
              </p:nvGrpSpPr>
              <p:grpSpPr bwMode="auto">
                <a:xfrm>
                  <a:off x="-450100" y="4750325"/>
                  <a:ext cx="3095500" cy="129300"/>
                  <a:chOff x="-450100" y="4750325"/>
                  <a:chExt cx="3095500" cy="129300"/>
                </a:xfrm>
              </p:grpSpPr>
              <p:sp>
                <p:nvSpPr>
                  <p:cNvPr id="268" name="Google Shape;268;p9"/>
                  <p:cNvSpPr/>
                  <p:nvPr/>
                </p:nvSpPr>
                <p:spPr bwMode="auto">
                  <a:xfrm rot="5400000">
                    <a:off x="-497049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69" name="Google Shape;269;p9"/>
                  <p:cNvSpPr/>
                  <p:nvPr/>
                </p:nvSpPr>
                <p:spPr bwMode="auto">
                  <a:xfrm rot="5400000">
                    <a:off x="-112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0" name="Google Shape;270;p9"/>
                  <p:cNvSpPr/>
                  <p:nvPr/>
                </p:nvSpPr>
                <p:spPr bwMode="auto">
                  <a:xfrm rot="5400000">
                    <a:off x="2718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1" name="Google Shape;271;p9"/>
                  <p:cNvSpPr/>
                  <p:nvPr/>
                </p:nvSpPr>
                <p:spPr bwMode="auto">
                  <a:xfrm rot="5400000">
                    <a:off x="6485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2" name="Google Shape;272;p9"/>
                  <p:cNvSpPr/>
                  <p:nvPr/>
                </p:nvSpPr>
                <p:spPr bwMode="auto">
                  <a:xfrm rot="5400000">
                    <a:off x="10253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3" name="Google Shape;273;p9"/>
                  <p:cNvSpPr/>
                  <p:nvPr/>
                </p:nvSpPr>
                <p:spPr bwMode="auto">
                  <a:xfrm rot="5400000">
                    <a:off x="14097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4" name="Google Shape;274;p9"/>
                  <p:cNvSpPr/>
                  <p:nvPr/>
                </p:nvSpPr>
                <p:spPr bwMode="auto">
                  <a:xfrm rot="5400000">
                    <a:off x="17942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5" name="Google Shape;275;p9"/>
                  <p:cNvSpPr/>
                  <p:nvPr/>
                </p:nvSpPr>
                <p:spPr bwMode="auto">
                  <a:xfrm rot="5400000">
                    <a:off x="2178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6" name="Google Shape;276;p9"/>
                  <p:cNvSpPr/>
                  <p:nvPr/>
                </p:nvSpPr>
                <p:spPr bwMode="auto">
                  <a:xfrm rot="5400000">
                    <a:off x="25630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  <p:grpSp>
            <p:nvGrpSpPr>
              <p:cNvPr id="277" name="Google Shape;277;p9"/>
              <p:cNvGrpSpPr/>
              <p:nvPr/>
            </p:nvGrpSpPr>
            <p:grpSpPr bwMode="auto">
              <a:xfrm>
                <a:off x="3677725" y="2826275"/>
                <a:ext cx="2711075" cy="129300"/>
                <a:chOff x="-65675" y="4750325"/>
                <a:chExt cx="2711075" cy="129300"/>
              </a:xfrm>
            </p:grpSpPr>
            <p:sp>
              <p:nvSpPr>
                <p:cNvPr id="278" name="Google Shape;278;p9"/>
                <p:cNvSpPr/>
                <p:nvPr/>
              </p:nvSpPr>
              <p:spPr bwMode="auto">
                <a:xfrm rot="5400000">
                  <a:off x="-112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79" name="Google Shape;279;p9"/>
                <p:cNvSpPr/>
                <p:nvPr/>
              </p:nvSpPr>
              <p:spPr bwMode="auto">
                <a:xfrm rot="5400000">
                  <a:off x="2718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0" name="Google Shape;280;p9"/>
                <p:cNvSpPr/>
                <p:nvPr/>
              </p:nvSpPr>
              <p:spPr bwMode="auto">
                <a:xfrm rot="5400000">
                  <a:off x="6485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1" name="Google Shape;281;p9"/>
                <p:cNvSpPr/>
                <p:nvPr/>
              </p:nvSpPr>
              <p:spPr bwMode="auto">
                <a:xfrm rot="5400000">
                  <a:off x="10253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2" name="Google Shape;282;p9"/>
                <p:cNvSpPr/>
                <p:nvPr/>
              </p:nvSpPr>
              <p:spPr bwMode="auto">
                <a:xfrm rot="5400000">
                  <a:off x="14097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3" name="Google Shape;283;p9"/>
                <p:cNvSpPr/>
                <p:nvPr/>
              </p:nvSpPr>
              <p:spPr bwMode="auto">
                <a:xfrm rot="5400000">
                  <a:off x="17942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4" name="Google Shape;284;p9"/>
                <p:cNvSpPr/>
                <p:nvPr/>
              </p:nvSpPr>
              <p:spPr bwMode="auto">
                <a:xfrm rot="5400000">
                  <a:off x="2178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5" name="Google Shape;285;p9"/>
                <p:cNvSpPr/>
                <p:nvPr/>
              </p:nvSpPr>
              <p:spPr bwMode="auto">
                <a:xfrm rot="5400000">
                  <a:off x="25630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  <p:grpSp>
          <p:nvGrpSpPr>
            <p:cNvPr id="286" name="Google Shape;286;p9"/>
            <p:cNvGrpSpPr/>
            <p:nvPr/>
          </p:nvGrpSpPr>
          <p:grpSpPr bwMode="auto">
            <a:xfrm>
              <a:off x="6356774" y="2826275"/>
              <a:ext cx="2711075" cy="129300"/>
              <a:chOff x="-65675" y="4750325"/>
              <a:chExt cx="2711075" cy="129300"/>
            </a:xfrm>
          </p:grpSpPr>
          <p:sp>
            <p:nvSpPr>
              <p:cNvPr id="287" name="Google Shape;287;p9"/>
              <p:cNvSpPr/>
              <p:nvPr/>
            </p:nvSpPr>
            <p:spPr bwMode="auto">
              <a:xfrm rot="5400000">
                <a:off x="-112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88" name="Google Shape;288;p9"/>
              <p:cNvSpPr/>
              <p:nvPr/>
            </p:nvSpPr>
            <p:spPr bwMode="auto">
              <a:xfrm rot="5400000">
                <a:off x="2718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89" name="Google Shape;289;p9"/>
              <p:cNvSpPr/>
              <p:nvPr/>
            </p:nvSpPr>
            <p:spPr bwMode="auto">
              <a:xfrm rot="5400000">
                <a:off x="6485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0" name="Google Shape;290;p9"/>
              <p:cNvSpPr/>
              <p:nvPr/>
            </p:nvSpPr>
            <p:spPr bwMode="auto">
              <a:xfrm rot="5400000">
                <a:off x="10253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1" name="Google Shape;291;p9"/>
              <p:cNvSpPr/>
              <p:nvPr/>
            </p:nvSpPr>
            <p:spPr bwMode="auto">
              <a:xfrm rot="5400000">
                <a:off x="14097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2" name="Google Shape;292;p9"/>
              <p:cNvSpPr/>
              <p:nvPr/>
            </p:nvSpPr>
            <p:spPr bwMode="auto">
              <a:xfrm rot="5400000">
                <a:off x="17942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3" name="Google Shape;293;p9"/>
              <p:cNvSpPr/>
              <p:nvPr/>
            </p:nvSpPr>
            <p:spPr bwMode="auto">
              <a:xfrm rot="5400000">
                <a:off x="2178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4" name="Google Shape;294;p9"/>
              <p:cNvSpPr/>
              <p:nvPr/>
            </p:nvSpPr>
            <p:spPr bwMode="auto">
              <a:xfrm rot="5400000">
                <a:off x="25630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526287688" name="Google Shape;295;p9"/>
          <p:cNvGrpSpPr/>
          <p:nvPr/>
        </p:nvGrpSpPr>
        <p:grpSpPr bwMode="auto">
          <a:xfrm>
            <a:off x="1364600" y="3586175"/>
            <a:ext cx="1589000" cy="1889925"/>
            <a:chOff x="1364600" y="3586175"/>
            <a:chExt cx="1589000" cy="1889925"/>
          </a:xfrm>
        </p:grpSpPr>
        <p:sp>
          <p:nvSpPr>
            <p:cNvPr id="296" name="Google Shape;296;p9"/>
            <p:cNvSpPr/>
            <p:nvPr/>
          </p:nvSpPr>
          <p:spPr bwMode="auto">
            <a:xfrm>
              <a:off x="1623625" y="3849875"/>
              <a:ext cx="222200" cy="1626225"/>
            </a:xfrm>
            <a:custGeom>
              <a:avLst/>
              <a:gdLst/>
              <a:ahLst/>
              <a:cxnLst/>
              <a:rect l="l" t="t" r="r" b="b"/>
              <a:pathLst>
                <a:path w="8888" h="65049" extrusionOk="0">
                  <a:moveTo>
                    <a:pt x="0" y="0"/>
                  </a:moveTo>
                  <a:cubicBezTo>
                    <a:pt x="7336" y="26647"/>
                    <a:pt x="8887" y="65049"/>
                    <a:pt x="8887" y="65049"/>
                  </a:cubicBezTo>
                  <a:lnTo>
                    <a:pt x="8887" y="262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7" name="Google Shape;297;p9"/>
            <p:cNvSpPr/>
            <p:nvPr/>
          </p:nvSpPr>
          <p:spPr bwMode="auto">
            <a:xfrm>
              <a:off x="1845800" y="3953325"/>
              <a:ext cx="228475" cy="1522775"/>
            </a:xfrm>
            <a:custGeom>
              <a:avLst/>
              <a:gdLst/>
              <a:ahLst/>
              <a:cxnLst/>
              <a:rect l="l" t="t" r="r" b="b"/>
              <a:pathLst>
                <a:path w="9139" h="60911" extrusionOk="0">
                  <a:moveTo>
                    <a:pt x="9139" y="0"/>
                  </a:moveTo>
                  <a:lnTo>
                    <a:pt x="4233" y="15314"/>
                  </a:lnTo>
                  <a:lnTo>
                    <a:pt x="0" y="60911"/>
                  </a:lnTo>
                  <a:lnTo>
                    <a:pt x="4233" y="60911"/>
                  </a:lnTo>
                  <a:lnTo>
                    <a:pt x="91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8" name="Google Shape;298;p9"/>
            <p:cNvSpPr/>
            <p:nvPr/>
          </p:nvSpPr>
          <p:spPr bwMode="auto">
            <a:xfrm>
              <a:off x="2077000" y="4137100"/>
              <a:ext cx="148952" cy="1339000"/>
            </a:xfrm>
            <a:custGeom>
              <a:avLst/>
              <a:gdLst/>
              <a:ahLst/>
              <a:cxnLst/>
              <a:rect l="l" t="t" r="r" b="b"/>
              <a:pathLst>
                <a:path w="9562" h="53560" extrusionOk="0">
                  <a:moveTo>
                    <a:pt x="9562" y="1"/>
                  </a:moveTo>
                  <a:lnTo>
                    <a:pt x="0" y="22148"/>
                  </a:lnTo>
                  <a:cubicBezTo>
                    <a:pt x="0" y="22148"/>
                    <a:pt x="3292" y="50425"/>
                    <a:pt x="3292" y="53560"/>
                  </a:cubicBezTo>
                  <a:lnTo>
                    <a:pt x="6944" y="53560"/>
                  </a:lnTo>
                  <a:lnTo>
                    <a:pt x="956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9" name="Google Shape;299;p9"/>
            <p:cNvSpPr/>
            <p:nvPr/>
          </p:nvSpPr>
          <p:spPr bwMode="auto">
            <a:xfrm>
              <a:off x="1634200" y="3632775"/>
              <a:ext cx="61150" cy="1843325"/>
            </a:xfrm>
            <a:custGeom>
              <a:avLst/>
              <a:gdLst/>
              <a:ahLst/>
              <a:cxnLst/>
              <a:rect l="l" t="t" r="r" b="b"/>
              <a:pathLst>
                <a:path w="2446" h="73733" extrusionOk="0">
                  <a:moveTo>
                    <a:pt x="0" y="1"/>
                  </a:moveTo>
                  <a:lnTo>
                    <a:pt x="0" y="73733"/>
                  </a:lnTo>
                  <a:lnTo>
                    <a:pt x="2446" y="7373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0" name="Google Shape;300;p9"/>
            <p:cNvSpPr/>
            <p:nvPr/>
          </p:nvSpPr>
          <p:spPr bwMode="auto">
            <a:xfrm>
              <a:off x="1558175" y="3598675"/>
              <a:ext cx="152450" cy="242600"/>
            </a:xfrm>
            <a:custGeom>
              <a:avLst/>
              <a:gdLst/>
              <a:ahLst/>
              <a:cxnLst/>
              <a:rect l="l" t="t" r="r" b="b"/>
              <a:pathLst>
                <a:path w="6098" h="9704" extrusionOk="0">
                  <a:moveTo>
                    <a:pt x="3041" y="1"/>
                  </a:moveTo>
                  <a:cubicBezTo>
                    <a:pt x="1364" y="1"/>
                    <a:pt x="1" y="3387"/>
                    <a:pt x="1" y="6067"/>
                  </a:cubicBezTo>
                  <a:cubicBezTo>
                    <a:pt x="1" y="8747"/>
                    <a:pt x="1364" y="9703"/>
                    <a:pt x="3041" y="9703"/>
                  </a:cubicBezTo>
                  <a:cubicBezTo>
                    <a:pt x="4734" y="9703"/>
                    <a:pt x="6098" y="8747"/>
                    <a:pt x="6098" y="6067"/>
                  </a:cubicBezTo>
                  <a:cubicBezTo>
                    <a:pt x="6098" y="3387"/>
                    <a:pt x="4734" y="1"/>
                    <a:pt x="30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1" name="Google Shape;301;p9"/>
            <p:cNvSpPr/>
            <p:nvPr/>
          </p:nvSpPr>
          <p:spPr bwMode="auto">
            <a:xfrm>
              <a:off x="1647525" y="3695075"/>
              <a:ext cx="134425" cy="659150"/>
            </a:xfrm>
            <a:custGeom>
              <a:avLst/>
              <a:gdLst/>
              <a:ahLst/>
              <a:cxnLst/>
              <a:rect l="l" t="t" r="r" b="b"/>
              <a:pathLst>
                <a:path w="5377" h="26366" extrusionOk="0">
                  <a:moveTo>
                    <a:pt x="5377" y="1"/>
                  </a:moveTo>
                  <a:cubicBezTo>
                    <a:pt x="5376" y="3"/>
                    <a:pt x="0" y="20393"/>
                    <a:pt x="0" y="21334"/>
                  </a:cubicBezTo>
                  <a:lnTo>
                    <a:pt x="0" y="26365"/>
                  </a:lnTo>
                  <a:lnTo>
                    <a:pt x="53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2" name="Google Shape;302;p9"/>
            <p:cNvSpPr/>
            <p:nvPr/>
          </p:nvSpPr>
          <p:spPr bwMode="auto">
            <a:xfrm>
              <a:off x="1728250" y="3586175"/>
              <a:ext cx="123450" cy="156325"/>
            </a:xfrm>
            <a:custGeom>
              <a:avLst/>
              <a:gdLst/>
              <a:ahLst/>
              <a:cxnLst/>
              <a:rect l="l" t="t" r="r" b="b"/>
              <a:pathLst>
                <a:path w="4938" h="6253" extrusionOk="0">
                  <a:moveTo>
                    <a:pt x="3451" y="1"/>
                  </a:moveTo>
                  <a:cubicBezTo>
                    <a:pt x="2420" y="1"/>
                    <a:pt x="1066" y="1679"/>
                    <a:pt x="564" y="3213"/>
                  </a:cubicBezTo>
                  <a:cubicBezTo>
                    <a:pt x="0" y="4890"/>
                    <a:pt x="658" y="5783"/>
                    <a:pt x="1709" y="6128"/>
                  </a:cubicBezTo>
                  <a:cubicBezTo>
                    <a:pt x="1953" y="6208"/>
                    <a:pt x="2199" y="6253"/>
                    <a:pt x="2438" y="6253"/>
                  </a:cubicBezTo>
                  <a:cubicBezTo>
                    <a:pt x="3227" y="6253"/>
                    <a:pt x="3952" y="5769"/>
                    <a:pt x="4373" y="4482"/>
                  </a:cubicBezTo>
                  <a:cubicBezTo>
                    <a:pt x="4938" y="2805"/>
                    <a:pt x="4781" y="391"/>
                    <a:pt x="3731" y="46"/>
                  </a:cubicBezTo>
                  <a:cubicBezTo>
                    <a:pt x="3641" y="16"/>
                    <a:pt x="3547" y="1"/>
                    <a:pt x="34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3" name="Google Shape;303;p9"/>
            <p:cNvSpPr/>
            <p:nvPr/>
          </p:nvSpPr>
          <p:spPr bwMode="auto">
            <a:xfrm>
              <a:off x="1512324" y="3986225"/>
              <a:ext cx="141500" cy="694400"/>
            </a:xfrm>
            <a:custGeom>
              <a:avLst/>
              <a:gdLst/>
              <a:ahLst/>
              <a:cxnLst/>
              <a:rect l="l" t="t" r="r" b="b"/>
              <a:pathLst>
                <a:path w="5660" h="27776" extrusionOk="0">
                  <a:moveTo>
                    <a:pt x="1" y="1"/>
                  </a:moveTo>
                  <a:lnTo>
                    <a:pt x="5659" y="27776"/>
                  </a:lnTo>
                  <a:lnTo>
                    <a:pt x="5659" y="22494"/>
                  </a:lnTo>
                  <a:cubicBezTo>
                    <a:pt x="5659" y="21490"/>
                    <a:pt x="1" y="3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4" name="Google Shape;304;p9"/>
            <p:cNvSpPr/>
            <p:nvPr/>
          </p:nvSpPr>
          <p:spPr bwMode="auto">
            <a:xfrm>
              <a:off x="1438650" y="3871425"/>
              <a:ext cx="130125" cy="164725"/>
            </a:xfrm>
            <a:custGeom>
              <a:avLst/>
              <a:gdLst/>
              <a:ahLst/>
              <a:cxnLst/>
              <a:rect l="l" t="t" r="r" b="b"/>
              <a:pathLst>
                <a:path w="5205" h="6589" extrusionOk="0">
                  <a:moveTo>
                    <a:pt x="1565" y="0"/>
                  </a:moveTo>
                  <a:cubicBezTo>
                    <a:pt x="1463" y="0"/>
                    <a:pt x="1365" y="15"/>
                    <a:pt x="1270" y="47"/>
                  </a:cubicBezTo>
                  <a:cubicBezTo>
                    <a:pt x="158" y="408"/>
                    <a:pt x="1" y="2947"/>
                    <a:pt x="596" y="4718"/>
                  </a:cubicBezTo>
                  <a:cubicBezTo>
                    <a:pt x="1042" y="6079"/>
                    <a:pt x="1802" y="6588"/>
                    <a:pt x="2634" y="6588"/>
                  </a:cubicBezTo>
                  <a:cubicBezTo>
                    <a:pt x="2886" y="6588"/>
                    <a:pt x="3144" y="6542"/>
                    <a:pt x="3402" y="6458"/>
                  </a:cubicBezTo>
                  <a:cubicBezTo>
                    <a:pt x="4515" y="6082"/>
                    <a:pt x="5205" y="5157"/>
                    <a:pt x="4609" y="3386"/>
                  </a:cubicBezTo>
                  <a:cubicBezTo>
                    <a:pt x="4078" y="1765"/>
                    <a:pt x="2655" y="0"/>
                    <a:pt x="15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5" name="Google Shape;305;p9"/>
            <p:cNvSpPr/>
            <p:nvPr/>
          </p:nvSpPr>
          <p:spPr bwMode="auto">
            <a:xfrm>
              <a:off x="1653800" y="4387100"/>
              <a:ext cx="108950" cy="132075"/>
            </a:xfrm>
            <a:custGeom>
              <a:avLst/>
              <a:gdLst/>
              <a:ahLst/>
              <a:cxnLst/>
              <a:rect l="l" t="t" r="r" b="b"/>
              <a:pathLst>
                <a:path w="4358" h="5283" extrusionOk="0">
                  <a:moveTo>
                    <a:pt x="4358" y="1"/>
                  </a:moveTo>
                  <a:cubicBezTo>
                    <a:pt x="157" y="1161"/>
                    <a:pt x="0" y="5283"/>
                    <a:pt x="0" y="5283"/>
                  </a:cubicBezTo>
                  <a:cubicBezTo>
                    <a:pt x="2586" y="4060"/>
                    <a:pt x="4357" y="1"/>
                    <a:pt x="43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6" name="Google Shape;306;p9"/>
            <p:cNvSpPr/>
            <p:nvPr/>
          </p:nvSpPr>
          <p:spPr bwMode="auto">
            <a:xfrm>
              <a:off x="1364600" y="4260925"/>
              <a:ext cx="313500" cy="345650"/>
            </a:xfrm>
            <a:custGeom>
              <a:avLst/>
              <a:gdLst/>
              <a:ahLst/>
              <a:cxnLst/>
              <a:rect l="l" t="t" r="r" b="b"/>
              <a:pathLst>
                <a:path w="12540" h="13826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2430" y="11631"/>
                    <a:pt x="11568" y="13825"/>
                  </a:cubicBezTo>
                  <a:cubicBezTo>
                    <a:pt x="11568" y="13825"/>
                    <a:pt x="12540" y="10612"/>
                    <a:pt x="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7" name="Google Shape;307;p9"/>
            <p:cNvSpPr/>
            <p:nvPr/>
          </p:nvSpPr>
          <p:spPr bwMode="auto">
            <a:xfrm>
              <a:off x="2368000" y="4170400"/>
              <a:ext cx="86625" cy="1305700"/>
            </a:xfrm>
            <a:custGeom>
              <a:avLst/>
              <a:gdLst/>
              <a:ahLst/>
              <a:cxnLst/>
              <a:rect l="l" t="t" r="r" b="b"/>
              <a:pathLst>
                <a:path w="3465" h="52228" extrusionOk="0">
                  <a:moveTo>
                    <a:pt x="3339" y="1"/>
                  </a:moveTo>
                  <a:lnTo>
                    <a:pt x="0" y="52228"/>
                  </a:lnTo>
                  <a:lnTo>
                    <a:pt x="690" y="52228"/>
                  </a:lnTo>
                  <a:lnTo>
                    <a:pt x="3464" y="16"/>
                  </a:lnTo>
                  <a:lnTo>
                    <a:pt x="33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8" name="Google Shape;308;p9"/>
            <p:cNvSpPr/>
            <p:nvPr/>
          </p:nvSpPr>
          <p:spPr bwMode="auto">
            <a:xfrm>
              <a:off x="2384450" y="4072199"/>
              <a:ext cx="105050" cy="131475"/>
            </a:xfrm>
            <a:custGeom>
              <a:avLst/>
              <a:gdLst/>
              <a:ahLst/>
              <a:cxnLst/>
              <a:rect l="l" t="t" r="r" b="b"/>
              <a:pathLst>
                <a:path w="4202" h="5259" extrusionOk="0">
                  <a:moveTo>
                    <a:pt x="1188" y="0"/>
                  </a:moveTo>
                  <a:cubicBezTo>
                    <a:pt x="1103" y="0"/>
                    <a:pt x="1020" y="13"/>
                    <a:pt x="941" y="42"/>
                  </a:cubicBezTo>
                  <a:cubicBezTo>
                    <a:pt x="63" y="371"/>
                    <a:pt x="1" y="2408"/>
                    <a:pt x="502" y="3803"/>
                  </a:cubicBezTo>
                  <a:cubicBezTo>
                    <a:pt x="890" y="4861"/>
                    <a:pt x="1490" y="5258"/>
                    <a:pt x="2136" y="5258"/>
                  </a:cubicBezTo>
                  <a:cubicBezTo>
                    <a:pt x="2351" y="5258"/>
                    <a:pt x="2571" y="5214"/>
                    <a:pt x="2791" y="5136"/>
                  </a:cubicBezTo>
                  <a:cubicBezTo>
                    <a:pt x="3669" y="4822"/>
                    <a:pt x="4202" y="4054"/>
                    <a:pt x="3700" y="2659"/>
                  </a:cubicBezTo>
                  <a:cubicBezTo>
                    <a:pt x="3229" y="1375"/>
                    <a:pt x="2057" y="0"/>
                    <a:pt x="11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9" name="Google Shape;309;p9"/>
            <p:cNvSpPr/>
            <p:nvPr/>
          </p:nvSpPr>
          <p:spPr bwMode="auto">
            <a:xfrm>
              <a:off x="2419325" y="4072875"/>
              <a:ext cx="105450" cy="131025"/>
            </a:xfrm>
            <a:custGeom>
              <a:avLst/>
              <a:gdLst/>
              <a:ahLst/>
              <a:cxnLst/>
              <a:rect l="l" t="t" r="r" b="b"/>
              <a:pathLst>
                <a:path w="4218" h="5241" extrusionOk="0">
                  <a:moveTo>
                    <a:pt x="3047" y="0"/>
                  </a:moveTo>
                  <a:cubicBezTo>
                    <a:pt x="2177" y="0"/>
                    <a:pt x="1001" y="1353"/>
                    <a:pt x="518" y="2617"/>
                  </a:cubicBezTo>
                  <a:cubicBezTo>
                    <a:pt x="1" y="4012"/>
                    <a:pt x="518" y="4780"/>
                    <a:pt x="1396" y="5109"/>
                  </a:cubicBezTo>
                  <a:cubicBezTo>
                    <a:pt x="1621" y="5193"/>
                    <a:pt x="1848" y="5241"/>
                    <a:pt x="2069" y="5241"/>
                  </a:cubicBezTo>
                  <a:cubicBezTo>
                    <a:pt x="2709" y="5241"/>
                    <a:pt x="3304" y="4844"/>
                    <a:pt x="3700" y="3808"/>
                  </a:cubicBezTo>
                  <a:cubicBezTo>
                    <a:pt x="4217" y="2413"/>
                    <a:pt x="4186" y="375"/>
                    <a:pt x="3308" y="46"/>
                  </a:cubicBezTo>
                  <a:cubicBezTo>
                    <a:pt x="3225" y="15"/>
                    <a:pt x="3138" y="0"/>
                    <a:pt x="304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0" name="Google Shape;310;p9"/>
            <p:cNvSpPr/>
            <p:nvPr/>
          </p:nvSpPr>
          <p:spPr bwMode="auto">
            <a:xfrm>
              <a:off x="2411875" y="4072450"/>
              <a:ext cx="85075" cy="135600"/>
            </a:xfrm>
            <a:custGeom>
              <a:avLst/>
              <a:gdLst/>
              <a:ahLst/>
              <a:cxnLst/>
              <a:rect l="l" t="t" r="r" b="b"/>
              <a:pathLst>
                <a:path w="3403" h="5424" extrusionOk="0">
                  <a:moveTo>
                    <a:pt x="1725" y="0"/>
                  </a:moveTo>
                  <a:cubicBezTo>
                    <a:pt x="785" y="0"/>
                    <a:pt x="17" y="1881"/>
                    <a:pt x="1" y="3386"/>
                  </a:cubicBezTo>
                  <a:cubicBezTo>
                    <a:pt x="1" y="4875"/>
                    <a:pt x="753" y="5408"/>
                    <a:pt x="1694" y="5424"/>
                  </a:cubicBezTo>
                  <a:cubicBezTo>
                    <a:pt x="2634" y="5424"/>
                    <a:pt x="3387" y="4891"/>
                    <a:pt x="3402" y="3402"/>
                  </a:cubicBezTo>
                  <a:cubicBezTo>
                    <a:pt x="3402" y="1913"/>
                    <a:pt x="2666" y="16"/>
                    <a:pt x="1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1" name="Google Shape;311;p9"/>
            <p:cNvSpPr/>
            <p:nvPr/>
          </p:nvSpPr>
          <p:spPr bwMode="auto">
            <a:xfrm>
              <a:off x="2442850" y="4106150"/>
              <a:ext cx="144225" cy="283725"/>
            </a:xfrm>
            <a:custGeom>
              <a:avLst/>
              <a:gdLst/>
              <a:ahLst/>
              <a:cxnLst/>
              <a:rect l="l" t="t" r="r" b="b"/>
              <a:pathLst>
                <a:path w="5769" h="11349" extrusionOk="0">
                  <a:moveTo>
                    <a:pt x="5768" y="0"/>
                  </a:moveTo>
                  <a:lnTo>
                    <a:pt x="5768" y="0"/>
                  </a:lnTo>
                  <a:cubicBezTo>
                    <a:pt x="612" y="3903"/>
                    <a:pt x="0" y="11348"/>
                    <a:pt x="0" y="11348"/>
                  </a:cubicBezTo>
                  <a:lnTo>
                    <a:pt x="5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2" name="Google Shape;312;p9"/>
            <p:cNvSpPr/>
            <p:nvPr/>
          </p:nvSpPr>
          <p:spPr bwMode="auto">
            <a:xfrm>
              <a:off x="2318225" y="4097125"/>
              <a:ext cx="124650" cy="292750"/>
            </a:xfrm>
            <a:custGeom>
              <a:avLst/>
              <a:gdLst/>
              <a:ahLst/>
              <a:cxnLst/>
              <a:rect l="l" t="t" r="r" b="b"/>
              <a:pathLst>
                <a:path w="4986" h="11710" extrusionOk="0">
                  <a:moveTo>
                    <a:pt x="1" y="1"/>
                  </a:moveTo>
                  <a:lnTo>
                    <a:pt x="4985" y="11709"/>
                  </a:lnTo>
                  <a:cubicBezTo>
                    <a:pt x="4985" y="11709"/>
                    <a:pt x="4876" y="4248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3" name="Google Shape;313;p9"/>
            <p:cNvSpPr/>
            <p:nvPr/>
          </p:nvSpPr>
          <p:spPr bwMode="auto">
            <a:xfrm>
              <a:off x="2023700" y="3918050"/>
              <a:ext cx="103475" cy="1558050"/>
            </a:xfrm>
            <a:custGeom>
              <a:avLst/>
              <a:gdLst/>
              <a:ahLst/>
              <a:cxnLst/>
              <a:rect l="l" t="t" r="r" b="b"/>
              <a:pathLst>
                <a:path w="4139" h="62322" extrusionOk="0">
                  <a:moveTo>
                    <a:pt x="3982" y="1"/>
                  </a:moveTo>
                  <a:lnTo>
                    <a:pt x="1" y="62322"/>
                  </a:lnTo>
                  <a:lnTo>
                    <a:pt x="831" y="62322"/>
                  </a:lnTo>
                  <a:lnTo>
                    <a:pt x="4139" y="16"/>
                  </a:lnTo>
                  <a:lnTo>
                    <a:pt x="39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4" name="Google Shape;314;p9"/>
            <p:cNvSpPr/>
            <p:nvPr/>
          </p:nvSpPr>
          <p:spPr bwMode="auto">
            <a:xfrm>
              <a:off x="2043300" y="3800725"/>
              <a:ext cx="125425" cy="156850"/>
            </a:xfrm>
            <a:custGeom>
              <a:avLst/>
              <a:gdLst/>
              <a:ahLst/>
              <a:cxnLst/>
              <a:rect l="l" t="t" r="r" b="b"/>
              <a:pathLst>
                <a:path w="5017" h="6274" extrusionOk="0">
                  <a:moveTo>
                    <a:pt x="1437" y="0"/>
                  </a:moveTo>
                  <a:cubicBezTo>
                    <a:pt x="1330" y="0"/>
                    <a:pt x="1227" y="17"/>
                    <a:pt x="1129" y="54"/>
                  </a:cubicBezTo>
                  <a:cubicBezTo>
                    <a:pt x="79" y="430"/>
                    <a:pt x="0" y="2860"/>
                    <a:pt x="612" y="4537"/>
                  </a:cubicBezTo>
                  <a:cubicBezTo>
                    <a:pt x="1057" y="5791"/>
                    <a:pt x="1774" y="6274"/>
                    <a:pt x="2546" y="6274"/>
                  </a:cubicBezTo>
                  <a:cubicBezTo>
                    <a:pt x="2807" y="6274"/>
                    <a:pt x="3074" y="6219"/>
                    <a:pt x="3339" y="6120"/>
                  </a:cubicBezTo>
                  <a:cubicBezTo>
                    <a:pt x="4389" y="5744"/>
                    <a:pt x="5016" y="4835"/>
                    <a:pt x="4420" y="3157"/>
                  </a:cubicBezTo>
                  <a:cubicBezTo>
                    <a:pt x="3866" y="1637"/>
                    <a:pt x="2474" y="0"/>
                    <a:pt x="14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5" name="Google Shape;315;p9"/>
            <p:cNvSpPr/>
            <p:nvPr/>
          </p:nvSpPr>
          <p:spPr bwMode="auto">
            <a:xfrm>
              <a:off x="2084825" y="3801375"/>
              <a:ext cx="126200" cy="156500"/>
            </a:xfrm>
            <a:custGeom>
              <a:avLst/>
              <a:gdLst/>
              <a:ahLst/>
              <a:cxnLst/>
              <a:rect l="l" t="t" r="r" b="b"/>
              <a:pathLst>
                <a:path w="5048" h="6260" extrusionOk="0">
                  <a:moveTo>
                    <a:pt x="3629" y="1"/>
                  </a:moveTo>
                  <a:cubicBezTo>
                    <a:pt x="2590" y="1"/>
                    <a:pt x="1194" y="1616"/>
                    <a:pt x="628" y="3116"/>
                  </a:cubicBezTo>
                  <a:cubicBezTo>
                    <a:pt x="1" y="4793"/>
                    <a:pt x="628" y="5702"/>
                    <a:pt x="1678" y="6094"/>
                  </a:cubicBezTo>
                  <a:cubicBezTo>
                    <a:pt x="1952" y="6200"/>
                    <a:pt x="2227" y="6260"/>
                    <a:pt x="2494" y="6260"/>
                  </a:cubicBezTo>
                  <a:cubicBezTo>
                    <a:pt x="3254" y="6260"/>
                    <a:pt x="3957" y="5782"/>
                    <a:pt x="4421" y="4542"/>
                  </a:cubicBezTo>
                  <a:cubicBezTo>
                    <a:pt x="5048" y="2881"/>
                    <a:pt x="5001" y="451"/>
                    <a:pt x="3951" y="59"/>
                  </a:cubicBezTo>
                  <a:cubicBezTo>
                    <a:pt x="3849" y="20"/>
                    <a:pt x="3741" y="1"/>
                    <a:pt x="36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6" name="Google Shape;316;p9"/>
            <p:cNvSpPr/>
            <p:nvPr/>
          </p:nvSpPr>
          <p:spPr bwMode="auto">
            <a:xfrm>
              <a:off x="2076200" y="3800875"/>
              <a:ext cx="101925" cy="161875"/>
            </a:xfrm>
            <a:custGeom>
              <a:avLst/>
              <a:gdLst/>
              <a:ahLst/>
              <a:cxnLst/>
              <a:rect l="l" t="t" r="r" b="b"/>
              <a:pathLst>
                <a:path w="4077" h="6475" extrusionOk="0">
                  <a:moveTo>
                    <a:pt x="2054" y="1"/>
                  </a:moveTo>
                  <a:cubicBezTo>
                    <a:pt x="941" y="1"/>
                    <a:pt x="17" y="2258"/>
                    <a:pt x="1" y="4029"/>
                  </a:cubicBezTo>
                  <a:cubicBezTo>
                    <a:pt x="1" y="5816"/>
                    <a:pt x="894" y="6459"/>
                    <a:pt x="2023" y="6474"/>
                  </a:cubicBezTo>
                  <a:cubicBezTo>
                    <a:pt x="3136" y="6474"/>
                    <a:pt x="4045" y="5847"/>
                    <a:pt x="4061" y="4061"/>
                  </a:cubicBezTo>
                  <a:cubicBezTo>
                    <a:pt x="4076" y="2274"/>
                    <a:pt x="3183" y="17"/>
                    <a:pt x="20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7" name="Google Shape;317;p9"/>
            <p:cNvSpPr/>
            <p:nvPr/>
          </p:nvSpPr>
          <p:spPr bwMode="auto">
            <a:xfrm>
              <a:off x="2113450" y="3841250"/>
              <a:ext cx="171650" cy="338575"/>
            </a:xfrm>
            <a:custGeom>
              <a:avLst/>
              <a:gdLst/>
              <a:ahLst/>
              <a:cxnLst/>
              <a:rect l="l" t="t" r="r" b="b"/>
              <a:pathLst>
                <a:path w="6866" h="13543" extrusionOk="0">
                  <a:moveTo>
                    <a:pt x="6865" y="0"/>
                  </a:moveTo>
                  <a:cubicBezTo>
                    <a:pt x="721" y="4656"/>
                    <a:pt x="0" y="13543"/>
                    <a:pt x="0" y="13543"/>
                  </a:cubicBezTo>
                  <a:lnTo>
                    <a:pt x="68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8" name="Google Shape;318;p9"/>
            <p:cNvSpPr/>
            <p:nvPr/>
          </p:nvSpPr>
          <p:spPr bwMode="auto">
            <a:xfrm>
              <a:off x="1964525" y="3830675"/>
              <a:ext cx="148950" cy="349150"/>
            </a:xfrm>
            <a:custGeom>
              <a:avLst/>
              <a:gdLst/>
              <a:ahLst/>
              <a:cxnLst/>
              <a:rect l="l" t="t" r="r" b="b"/>
              <a:pathLst>
                <a:path w="5958" h="13966" extrusionOk="0">
                  <a:moveTo>
                    <a:pt x="1" y="0"/>
                  </a:moveTo>
                  <a:lnTo>
                    <a:pt x="5957" y="13966"/>
                  </a:lnTo>
                  <a:cubicBezTo>
                    <a:pt x="5957" y="13966"/>
                    <a:pt x="5816" y="5047"/>
                    <a:pt x="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9" name="Google Shape;319;p9"/>
            <p:cNvSpPr/>
            <p:nvPr/>
          </p:nvSpPr>
          <p:spPr bwMode="auto">
            <a:xfrm>
              <a:off x="2640475" y="5156725"/>
              <a:ext cx="40800" cy="319375"/>
            </a:xfrm>
            <a:custGeom>
              <a:avLst/>
              <a:gdLst/>
              <a:ahLst/>
              <a:cxnLst/>
              <a:rect l="l" t="t" r="r" b="b"/>
              <a:pathLst>
                <a:path w="1632" h="12775" extrusionOk="0">
                  <a:moveTo>
                    <a:pt x="1" y="0"/>
                  </a:moveTo>
                  <a:lnTo>
                    <a:pt x="1" y="12775"/>
                  </a:lnTo>
                  <a:lnTo>
                    <a:pt x="1631" y="1277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0" name="Google Shape;320;p9"/>
            <p:cNvSpPr/>
            <p:nvPr/>
          </p:nvSpPr>
          <p:spPr bwMode="auto">
            <a:xfrm>
              <a:off x="2546825" y="5002725"/>
              <a:ext cx="49800" cy="473375"/>
            </a:xfrm>
            <a:custGeom>
              <a:avLst/>
              <a:gdLst/>
              <a:ahLst/>
              <a:cxnLst/>
              <a:rect l="l" t="t" r="r" b="b"/>
              <a:pathLst>
                <a:path w="1992" h="18935" extrusionOk="0">
                  <a:moveTo>
                    <a:pt x="1991" y="0"/>
                  </a:moveTo>
                  <a:lnTo>
                    <a:pt x="1145" y="1991"/>
                  </a:lnTo>
                  <a:lnTo>
                    <a:pt x="1" y="7289"/>
                  </a:lnTo>
                  <a:lnTo>
                    <a:pt x="455" y="18935"/>
                  </a:lnTo>
                  <a:lnTo>
                    <a:pt x="1145" y="18935"/>
                  </a:lnTo>
                  <a:lnTo>
                    <a:pt x="19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1" name="Google Shape;321;p9"/>
            <p:cNvSpPr/>
            <p:nvPr/>
          </p:nvSpPr>
          <p:spPr bwMode="auto">
            <a:xfrm>
              <a:off x="2857975" y="4895350"/>
              <a:ext cx="53700" cy="580750"/>
            </a:xfrm>
            <a:custGeom>
              <a:avLst/>
              <a:gdLst/>
              <a:ahLst/>
              <a:cxnLst/>
              <a:rect l="l" t="t" r="r" b="b"/>
              <a:pathLst>
                <a:path w="2148" h="23230" extrusionOk="0">
                  <a:moveTo>
                    <a:pt x="0" y="0"/>
                  </a:moveTo>
                  <a:lnTo>
                    <a:pt x="1834" y="23230"/>
                  </a:lnTo>
                  <a:lnTo>
                    <a:pt x="2148" y="23230"/>
                  </a:lnTo>
                  <a:lnTo>
                    <a:pt x="1834" y="23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2" name="Google Shape;322;p9"/>
            <p:cNvSpPr/>
            <p:nvPr/>
          </p:nvSpPr>
          <p:spPr bwMode="auto">
            <a:xfrm>
              <a:off x="2911650" y="4871450"/>
              <a:ext cx="20799" cy="604650"/>
            </a:xfrm>
            <a:custGeom>
              <a:avLst/>
              <a:gdLst/>
              <a:ahLst/>
              <a:cxnLst/>
              <a:rect l="l" t="t" r="r" b="b"/>
              <a:pathLst>
                <a:path w="832" h="24186" extrusionOk="0">
                  <a:moveTo>
                    <a:pt x="831" y="0"/>
                  </a:moveTo>
                  <a:lnTo>
                    <a:pt x="455" y="329"/>
                  </a:lnTo>
                  <a:lnTo>
                    <a:pt x="1" y="24186"/>
                  </a:lnTo>
                  <a:lnTo>
                    <a:pt x="455" y="24186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3" name="Google Shape;323;p9"/>
            <p:cNvSpPr/>
            <p:nvPr/>
          </p:nvSpPr>
          <p:spPr bwMode="auto">
            <a:xfrm>
              <a:off x="2923025" y="5334625"/>
              <a:ext cx="30575" cy="141475"/>
            </a:xfrm>
            <a:custGeom>
              <a:avLst/>
              <a:gdLst/>
              <a:ahLst/>
              <a:cxnLst/>
              <a:rect l="l" t="t" r="r" b="b"/>
              <a:pathLst>
                <a:path w="1223" h="5659" extrusionOk="0">
                  <a:moveTo>
                    <a:pt x="909" y="0"/>
                  </a:moveTo>
                  <a:lnTo>
                    <a:pt x="0" y="5659"/>
                  </a:lnTo>
                  <a:lnTo>
                    <a:pt x="1223" y="5659"/>
                  </a:lnTo>
                  <a:lnTo>
                    <a:pt x="90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2063970616" name="Google Shape;324;p9"/>
          <p:cNvGrpSpPr/>
          <p:nvPr/>
        </p:nvGrpSpPr>
        <p:grpSpPr bwMode="auto">
          <a:xfrm>
            <a:off x="5644250" y="3658233"/>
            <a:ext cx="2419653" cy="749430"/>
            <a:chOff x="3962175" y="2631750"/>
            <a:chExt cx="3075700" cy="952625"/>
          </a:xfrm>
        </p:grpSpPr>
        <p:sp>
          <p:nvSpPr>
            <p:cNvPr id="325" name="Google Shape;325;p9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6" name="Google Shape;326;p9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7" name="Google Shape;327;p9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8" name="Google Shape;328;p9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9" name="Google Shape;329;p9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0" name="Google Shape;330;p9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1" name="Google Shape;331;p9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2" name="Google Shape;332;p9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3" name="Google Shape;333;p9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4" name="Google Shape;334;p9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5" name="Google Shape;335;p9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6" name="Google Shape;336;p9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7" name="Google Shape;337;p9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8" name="Google Shape;338;p9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9" name="Google Shape;339;p9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0" name="Google Shape;340;p9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1" name="Google Shape;341;p9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2" name="Google Shape;342;p9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3" name="Google Shape;343;p9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812266906" name="Google Shape;344;p9"/>
          <p:cNvSpPr/>
          <p:nvPr/>
        </p:nvSpPr>
        <p:spPr bwMode="auto">
          <a:xfrm>
            <a:off x="1582074" y="175050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93929314" name="Google Shape;345;p9"/>
          <p:cNvSpPr/>
          <p:nvPr/>
        </p:nvSpPr>
        <p:spPr bwMode="auto">
          <a:xfrm rot="-2231248" flipH="1">
            <a:off x="94729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50021032" name="Google Shape;346;p9"/>
          <p:cNvSpPr/>
          <p:nvPr/>
        </p:nvSpPr>
        <p:spPr bwMode="auto">
          <a:xfrm rot="-2231248" flipH="1">
            <a:off x="789784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lank" type="blank" userDrawn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able of contents" userDrawn="1">
  <p:cSld name="CUSTOM_26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2039767" name="Google Shape;383;p13"/>
          <p:cNvSpPr txBox="1">
            <a:spLocks noGrp="1"/>
          </p:cNvSpPr>
          <p:nvPr>
            <p:ph type="title" hasCustomPrompt="1"/>
          </p:nvPr>
        </p:nvSpPr>
        <p:spPr bwMode="auto">
          <a:xfrm flipH="1">
            <a:off x="713224" y="1417925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590713534" name="Google Shape;384;p13"/>
          <p:cNvSpPr txBox="1">
            <a:spLocks noGrp="1"/>
          </p:cNvSpPr>
          <p:nvPr>
            <p:ph type="subTitle" idx="1"/>
          </p:nvPr>
        </p:nvSpPr>
        <p:spPr bwMode="auto">
          <a:xfrm flipH="1">
            <a:off x="1451399" y="1427425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78854210" name="Google Shape;385;p13"/>
          <p:cNvSpPr txBox="1">
            <a:spLocks noGrp="1"/>
          </p:cNvSpPr>
          <p:nvPr>
            <p:ph type="subTitle" idx="2"/>
          </p:nvPr>
        </p:nvSpPr>
        <p:spPr bwMode="auto">
          <a:xfrm flipH="1">
            <a:off x="1451400" y="1751023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2112582238" name="Google Shape;386;p13"/>
          <p:cNvSpPr txBox="1">
            <a:spLocks noGrp="1"/>
          </p:cNvSpPr>
          <p:nvPr>
            <p:ph type="title" idx="3" hasCustomPrompt="1"/>
          </p:nvPr>
        </p:nvSpPr>
        <p:spPr bwMode="auto">
          <a:xfrm flipH="1">
            <a:off x="713224" y="2714350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2067489893" name="Google Shape;387;p13"/>
          <p:cNvSpPr txBox="1">
            <a:spLocks noGrp="1"/>
          </p:cNvSpPr>
          <p:nvPr>
            <p:ph type="subTitle" idx="4"/>
          </p:nvPr>
        </p:nvSpPr>
        <p:spPr bwMode="auto">
          <a:xfrm flipH="1">
            <a:off x="1451399" y="2725628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893722804" name="Google Shape;388;p13"/>
          <p:cNvSpPr txBox="1">
            <a:spLocks noGrp="1"/>
          </p:cNvSpPr>
          <p:nvPr>
            <p:ph type="subTitle" idx="5"/>
          </p:nvPr>
        </p:nvSpPr>
        <p:spPr bwMode="auto">
          <a:xfrm flipH="1">
            <a:off x="1451400" y="3031578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202215622" name="Google Shape;389;p13"/>
          <p:cNvSpPr txBox="1">
            <a:spLocks noGrp="1"/>
          </p:cNvSpPr>
          <p:nvPr>
            <p:ph type="title" idx="6" hasCustomPrompt="1"/>
          </p:nvPr>
        </p:nvSpPr>
        <p:spPr bwMode="auto">
          <a:xfrm>
            <a:off x="3782650" y="1417925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574245337" name="Google Shape;390;p13"/>
          <p:cNvSpPr txBox="1">
            <a:spLocks noGrp="1"/>
          </p:cNvSpPr>
          <p:nvPr>
            <p:ph type="subTitle" idx="7"/>
          </p:nvPr>
        </p:nvSpPr>
        <p:spPr bwMode="auto">
          <a:xfrm>
            <a:off x="4493875" y="1427425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494128185" name="Google Shape;391;p13"/>
          <p:cNvSpPr txBox="1">
            <a:spLocks noGrp="1"/>
          </p:cNvSpPr>
          <p:nvPr>
            <p:ph type="subTitle" idx="8"/>
          </p:nvPr>
        </p:nvSpPr>
        <p:spPr bwMode="auto">
          <a:xfrm>
            <a:off x="4493876" y="1751033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1902238155" name="Google Shape;392;p13"/>
          <p:cNvSpPr txBox="1">
            <a:spLocks noGrp="1"/>
          </p:cNvSpPr>
          <p:nvPr>
            <p:ph type="title" idx="9" hasCustomPrompt="1"/>
          </p:nvPr>
        </p:nvSpPr>
        <p:spPr bwMode="auto">
          <a:xfrm>
            <a:off x="3782650" y="2714350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1613776666" name="Google Shape;393;p13"/>
          <p:cNvSpPr txBox="1">
            <a:spLocks noGrp="1"/>
          </p:cNvSpPr>
          <p:nvPr>
            <p:ph type="subTitle" idx="13"/>
          </p:nvPr>
        </p:nvSpPr>
        <p:spPr bwMode="auto">
          <a:xfrm>
            <a:off x="4493875" y="2725627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78296136" name="Google Shape;394;p13"/>
          <p:cNvSpPr txBox="1">
            <a:spLocks noGrp="1"/>
          </p:cNvSpPr>
          <p:nvPr>
            <p:ph type="subTitle" idx="14"/>
          </p:nvPr>
        </p:nvSpPr>
        <p:spPr bwMode="auto">
          <a:xfrm>
            <a:off x="4493876" y="3031576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944953562" name="Google Shape;395;p13"/>
          <p:cNvSpPr txBox="1">
            <a:spLocks noGrp="1"/>
          </p:cNvSpPr>
          <p:nvPr>
            <p:ph type="title" idx="15"/>
          </p:nvPr>
        </p:nvSpPr>
        <p:spPr bwMode="auto"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330897292" name="Google Shape;396;p13"/>
          <p:cNvSpPr/>
          <p:nvPr/>
        </p:nvSpPr>
        <p:spPr bwMode="auto">
          <a:xfrm>
            <a:off x="-83800" y="3912100"/>
            <a:ext cx="5820894" cy="988500"/>
          </a:xfrm>
          <a:custGeom>
            <a:avLst/>
            <a:gdLst/>
            <a:ahLst/>
            <a:cxnLst/>
            <a:rect l="l" t="t" r="r" b="b"/>
            <a:pathLst>
              <a:path w="154739" h="39540" extrusionOk="0">
                <a:moveTo>
                  <a:pt x="0" y="4425"/>
                </a:moveTo>
                <a:lnTo>
                  <a:pt x="4107" y="39539"/>
                </a:lnTo>
                <a:lnTo>
                  <a:pt x="154739" y="39539"/>
                </a:lnTo>
                <a:cubicBezTo>
                  <a:pt x="154739" y="39539"/>
                  <a:pt x="149325" y="38270"/>
                  <a:pt x="145535" y="37019"/>
                </a:cubicBezTo>
                <a:lnTo>
                  <a:pt x="145535" y="37019"/>
                </a:lnTo>
                <a:cubicBezTo>
                  <a:pt x="141727" y="35750"/>
                  <a:pt x="124963" y="31643"/>
                  <a:pt x="114939" y="31643"/>
                </a:cubicBezTo>
                <a:lnTo>
                  <a:pt x="114939" y="31643"/>
                </a:lnTo>
                <a:cubicBezTo>
                  <a:pt x="104914" y="31643"/>
                  <a:pt x="100602" y="27835"/>
                  <a:pt x="94404" y="23093"/>
                </a:cubicBezTo>
                <a:lnTo>
                  <a:pt x="94404" y="23093"/>
                </a:lnTo>
                <a:cubicBezTo>
                  <a:pt x="88206" y="18351"/>
                  <a:pt x="81318" y="13610"/>
                  <a:pt x="73496" y="13292"/>
                </a:cubicBezTo>
                <a:lnTo>
                  <a:pt x="73496" y="13292"/>
                </a:lnTo>
                <a:cubicBezTo>
                  <a:pt x="65693" y="12975"/>
                  <a:pt x="68343" y="12023"/>
                  <a:pt x="62650" y="8849"/>
                </a:cubicBezTo>
                <a:lnTo>
                  <a:pt x="62650" y="8849"/>
                </a:lnTo>
                <a:cubicBezTo>
                  <a:pt x="56956" y="5694"/>
                  <a:pt x="49993" y="6647"/>
                  <a:pt x="45867" y="6329"/>
                </a:cubicBezTo>
                <a:lnTo>
                  <a:pt x="45867" y="6329"/>
                </a:lnTo>
                <a:cubicBezTo>
                  <a:pt x="41760" y="6012"/>
                  <a:pt x="33546" y="1"/>
                  <a:pt x="21898" y="1"/>
                </a:cubicBezTo>
                <a:lnTo>
                  <a:pt x="21898" y="1"/>
                </a:lnTo>
                <a:cubicBezTo>
                  <a:pt x="10267" y="1"/>
                  <a:pt x="0" y="4425"/>
                  <a:pt x="0" y="4425"/>
                </a:cubicBezTo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33787899" name="Google Shape;397;p13"/>
          <p:cNvSpPr/>
          <p:nvPr/>
        </p:nvSpPr>
        <p:spPr bwMode="auto">
          <a:xfrm>
            <a:off x="-83800" y="4182800"/>
            <a:ext cx="4226815" cy="717800"/>
          </a:xfrm>
          <a:custGeom>
            <a:avLst/>
            <a:gdLst/>
            <a:ahLst/>
            <a:cxnLst/>
            <a:rect l="l" t="t" r="r" b="b"/>
            <a:pathLst>
              <a:path w="112363" h="28712" extrusionOk="0">
                <a:moveTo>
                  <a:pt x="0" y="3211"/>
                </a:moveTo>
                <a:cubicBezTo>
                  <a:pt x="0" y="3211"/>
                  <a:pt x="7467" y="0"/>
                  <a:pt x="15905" y="0"/>
                </a:cubicBezTo>
                <a:cubicBezTo>
                  <a:pt x="24362" y="0"/>
                  <a:pt x="30336" y="4368"/>
                  <a:pt x="33322" y="4592"/>
                </a:cubicBezTo>
                <a:cubicBezTo>
                  <a:pt x="36309" y="4816"/>
                  <a:pt x="41350" y="4144"/>
                  <a:pt x="45494" y="6441"/>
                </a:cubicBezTo>
                <a:cubicBezTo>
                  <a:pt x="49619" y="8737"/>
                  <a:pt x="47697" y="9427"/>
                  <a:pt x="53372" y="9651"/>
                </a:cubicBezTo>
                <a:cubicBezTo>
                  <a:pt x="59047" y="9875"/>
                  <a:pt x="64050" y="13329"/>
                  <a:pt x="68549" y="16764"/>
                </a:cubicBezTo>
                <a:cubicBezTo>
                  <a:pt x="73048" y="20217"/>
                  <a:pt x="76184" y="22980"/>
                  <a:pt x="83464" y="22980"/>
                </a:cubicBezTo>
                <a:cubicBezTo>
                  <a:pt x="90745" y="22980"/>
                  <a:pt x="102916" y="25967"/>
                  <a:pt x="105679" y="26882"/>
                </a:cubicBezTo>
                <a:cubicBezTo>
                  <a:pt x="108442" y="27797"/>
                  <a:pt x="112362" y="28711"/>
                  <a:pt x="112362" y="28711"/>
                </a:cubicBezTo>
                <a:lnTo>
                  <a:pt x="2987" y="2871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140373951" name="Google Shape;398;p13"/>
          <p:cNvSpPr/>
          <p:nvPr/>
        </p:nvSpPr>
        <p:spPr bwMode="auto">
          <a:xfrm>
            <a:off x="-277150" y="4902900"/>
            <a:ext cx="8483374" cy="709400"/>
          </a:xfrm>
          <a:custGeom>
            <a:avLst/>
            <a:gdLst/>
            <a:ahLst/>
            <a:cxnLst/>
            <a:rect l="l" t="t" r="r" b="b"/>
            <a:pathLst>
              <a:path w="220376" h="28376" extrusionOk="0">
                <a:moveTo>
                  <a:pt x="0" y="25202"/>
                </a:moveTo>
                <a:cubicBezTo>
                  <a:pt x="0" y="25202"/>
                  <a:pt x="14617" y="28376"/>
                  <a:pt x="31194" y="28376"/>
                </a:cubicBezTo>
                <a:cubicBezTo>
                  <a:pt x="47771" y="28376"/>
                  <a:pt x="59476" y="24064"/>
                  <a:pt x="65338" y="23840"/>
                </a:cubicBezTo>
                <a:cubicBezTo>
                  <a:pt x="71200" y="23616"/>
                  <a:pt x="81112" y="24288"/>
                  <a:pt x="89214" y="22010"/>
                </a:cubicBezTo>
                <a:cubicBezTo>
                  <a:pt x="97316" y="19751"/>
                  <a:pt x="93564" y="19061"/>
                  <a:pt x="104671" y="18837"/>
                </a:cubicBezTo>
                <a:cubicBezTo>
                  <a:pt x="115797" y="18613"/>
                  <a:pt x="125635" y="15215"/>
                  <a:pt x="134447" y="11799"/>
                </a:cubicBezTo>
                <a:cubicBezTo>
                  <a:pt x="143277" y="8401"/>
                  <a:pt x="149400" y="5676"/>
                  <a:pt x="163699" y="5676"/>
                </a:cubicBezTo>
                <a:cubicBezTo>
                  <a:pt x="177980" y="5676"/>
                  <a:pt x="201856" y="2726"/>
                  <a:pt x="207251" y="1811"/>
                </a:cubicBezTo>
                <a:cubicBezTo>
                  <a:pt x="212665" y="897"/>
                  <a:pt x="220375" y="1"/>
                  <a:pt x="220375" y="1"/>
                </a:cubicBezTo>
                <a:lnTo>
                  <a:pt x="5862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24689875" name="Google Shape;399;p13"/>
          <p:cNvSpPr/>
          <p:nvPr/>
        </p:nvSpPr>
        <p:spPr bwMode="auto">
          <a:xfrm>
            <a:off x="5541063" y="4853100"/>
            <a:ext cx="610000" cy="361725"/>
          </a:xfrm>
          <a:custGeom>
            <a:avLst/>
            <a:gdLst/>
            <a:ahLst/>
            <a:cxnLst/>
            <a:rect l="l" t="t" r="r" b="b"/>
            <a:pathLst>
              <a:path w="24400" h="14469" extrusionOk="0">
                <a:moveTo>
                  <a:pt x="3025" y="10287"/>
                </a:moveTo>
                <a:cubicBezTo>
                  <a:pt x="355" y="7841"/>
                  <a:pt x="0" y="14468"/>
                  <a:pt x="0" y="14468"/>
                </a:cubicBezTo>
                <a:lnTo>
                  <a:pt x="0" y="14468"/>
                </a:lnTo>
                <a:lnTo>
                  <a:pt x="23634" y="14095"/>
                </a:lnTo>
                <a:cubicBezTo>
                  <a:pt x="23634" y="14095"/>
                  <a:pt x="24399" y="8439"/>
                  <a:pt x="22962" y="9988"/>
                </a:cubicBezTo>
                <a:lnTo>
                  <a:pt x="22962" y="9988"/>
                </a:lnTo>
                <a:cubicBezTo>
                  <a:pt x="21525" y="11519"/>
                  <a:pt x="20759" y="11724"/>
                  <a:pt x="20759" y="8215"/>
                </a:cubicBezTo>
                <a:lnTo>
                  <a:pt x="20759" y="8215"/>
                </a:lnTo>
                <a:cubicBezTo>
                  <a:pt x="20759" y="4686"/>
                  <a:pt x="18314" y="5153"/>
                  <a:pt x="16970" y="7599"/>
                </a:cubicBezTo>
                <a:lnTo>
                  <a:pt x="16970" y="7599"/>
                </a:lnTo>
                <a:cubicBezTo>
                  <a:pt x="15607" y="10044"/>
                  <a:pt x="17623" y="4070"/>
                  <a:pt x="14449" y="3118"/>
                </a:cubicBezTo>
                <a:lnTo>
                  <a:pt x="14449" y="3118"/>
                </a:lnTo>
                <a:cubicBezTo>
                  <a:pt x="12620" y="2577"/>
                  <a:pt x="11967" y="4089"/>
                  <a:pt x="11556" y="5601"/>
                </a:cubicBezTo>
                <a:lnTo>
                  <a:pt x="11556" y="5601"/>
                </a:lnTo>
                <a:cubicBezTo>
                  <a:pt x="11201" y="6908"/>
                  <a:pt x="11052" y="8215"/>
                  <a:pt x="10548" y="8215"/>
                </a:cubicBezTo>
                <a:lnTo>
                  <a:pt x="10548" y="8215"/>
                </a:lnTo>
                <a:cubicBezTo>
                  <a:pt x="7748" y="8121"/>
                  <a:pt x="12172" y="1"/>
                  <a:pt x="7598" y="1"/>
                </a:cubicBezTo>
                <a:lnTo>
                  <a:pt x="7598" y="1"/>
                </a:lnTo>
                <a:cubicBezTo>
                  <a:pt x="1008" y="1"/>
                  <a:pt x="5694" y="12751"/>
                  <a:pt x="3025" y="10287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670463461" name="Google Shape;400;p13"/>
          <p:cNvGrpSpPr/>
          <p:nvPr/>
        </p:nvGrpSpPr>
        <p:grpSpPr bwMode="auto">
          <a:xfrm>
            <a:off x="-139125" y="3868275"/>
            <a:ext cx="9194843" cy="559600"/>
            <a:chOff x="-139125" y="3868275"/>
            <a:chExt cx="9194843" cy="559600"/>
          </a:xfrm>
        </p:grpSpPr>
        <p:sp>
          <p:nvSpPr>
            <p:cNvPr id="401" name="Google Shape;401;p13"/>
            <p:cNvSpPr/>
            <p:nvPr/>
          </p:nvSpPr>
          <p:spPr bwMode="auto">
            <a:xfrm>
              <a:off x="-139125" y="3868275"/>
              <a:ext cx="9194843" cy="351450"/>
            </a:xfrm>
            <a:custGeom>
              <a:avLst/>
              <a:gdLst/>
              <a:ahLst/>
              <a:cxnLst/>
              <a:rect l="l" t="t" r="r" b="b"/>
              <a:pathLst>
                <a:path w="219946" h="14058" extrusionOk="0">
                  <a:moveTo>
                    <a:pt x="0" y="12956"/>
                  </a:moveTo>
                  <a:lnTo>
                    <a:pt x="0" y="14058"/>
                  </a:lnTo>
                  <a:lnTo>
                    <a:pt x="219946" y="1102"/>
                  </a:lnTo>
                  <a:lnTo>
                    <a:pt x="2199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2" name="Google Shape;402;p13"/>
            <p:cNvSpPr/>
            <p:nvPr/>
          </p:nvSpPr>
          <p:spPr bwMode="auto">
            <a:xfrm>
              <a:off x="125427" y="418282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3" name="Google Shape;403;p13"/>
            <p:cNvSpPr/>
            <p:nvPr/>
          </p:nvSpPr>
          <p:spPr bwMode="auto">
            <a:xfrm>
              <a:off x="336927" y="4176300"/>
              <a:ext cx="34406" cy="244575"/>
            </a:xfrm>
            <a:custGeom>
              <a:avLst/>
              <a:gdLst/>
              <a:ahLst/>
              <a:cxnLst/>
              <a:rect l="l" t="t" r="r" b="b"/>
              <a:pathLst>
                <a:path w="823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4" name="Google Shape;404;p13"/>
            <p:cNvSpPr/>
            <p:nvPr/>
          </p:nvSpPr>
          <p:spPr bwMode="auto">
            <a:xfrm>
              <a:off x="548427" y="41693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1"/>
                  </a:moveTo>
                  <a:lnTo>
                    <a:pt x="803" y="9801"/>
                  </a:lnTo>
                  <a:lnTo>
                    <a:pt x="803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5" name="Google Shape;405;p13"/>
            <p:cNvSpPr/>
            <p:nvPr/>
          </p:nvSpPr>
          <p:spPr bwMode="auto">
            <a:xfrm>
              <a:off x="759174" y="416230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6" name="Google Shape;406;p13"/>
            <p:cNvSpPr/>
            <p:nvPr/>
          </p:nvSpPr>
          <p:spPr bwMode="auto">
            <a:xfrm>
              <a:off x="970673" y="415530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7" name="Google Shape;407;p13"/>
            <p:cNvSpPr/>
            <p:nvPr/>
          </p:nvSpPr>
          <p:spPr bwMode="auto">
            <a:xfrm>
              <a:off x="1182173" y="414877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1" y="9782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8" name="Google Shape;408;p13"/>
            <p:cNvSpPr/>
            <p:nvPr/>
          </p:nvSpPr>
          <p:spPr bwMode="auto">
            <a:xfrm>
              <a:off x="1393673" y="4141774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9" name="Google Shape;409;p13"/>
            <p:cNvSpPr/>
            <p:nvPr/>
          </p:nvSpPr>
          <p:spPr bwMode="auto">
            <a:xfrm>
              <a:off x="1605172" y="4134775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0" name="Google Shape;410;p13"/>
            <p:cNvSpPr/>
            <p:nvPr/>
          </p:nvSpPr>
          <p:spPr bwMode="auto">
            <a:xfrm>
              <a:off x="1816672" y="4127775"/>
              <a:ext cx="33569" cy="245025"/>
            </a:xfrm>
            <a:custGeom>
              <a:avLst/>
              <a:gdLst/>
              <a:ahLst/>
              <a:cxnLst/>
              <a:rect l="l" t="t" r="r" b="b"/>
              <a:pathLst>
                <a:path w="803" h="9801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1" name="Google Shape;411;p13"/>
            <p:cNvSpPr/>
            <p:nvPr/>
          </p:nvSpPr>
          <p:spPr bwMode="auto">
            <a:xfrm>
              <a:off x="2027377" y="412122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2" name="Google Shape;412;p13"/>
            <p:cNvSpPr/>
            <p:nvPr/>
          </p:nvSpPr>
          <p:spPr bwMode="auto">
            <a:xfrm>
              <a:off x="2238877" y="4114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3" name="Google Shape;413;p13"/>
            <p:cNvSpPr/>
            <p:nvPr/>
          </p:nvSpPr>
          <p:spPr bwMode="auto">
            <a:xfrm>
              <a:off x="2450377" y="4107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4" name="Google Shape;414;p13"/>
            <p:cNvSpPr/>
            <p:nvPr/>
          </p:nvSpPr>
          <p:spPr bwMode="auto">
            <a:xfrm>
              <a:off x="2661876" y="4100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5" name="Google Shape;415;p13"/>
            <p:cNvSpPr/>
            <p:nvPr/>
          </p:nvSpPr>
          <p:spPr bwMode="auto">
            <a:xfrm>
              <a:off x="2873376" y="409370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6" name="Google Shape;416;p13"/>
            <p:cNvSpPr/>
            <p:nvPr/>
          </p:nvSpPr>
          <p:spPr bwMode="auto">
            <a:xfrm>
              <a:off x="3084876" y="40867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7" name="Google Shape;417;p13"/>
            <p:cNvSpPr/>
            <p:nvPr/>
          </p:nvSpPr>
          <p:spPr bwMode="auto">
            <a:xfrm>
              <a:off x="3296375" y="40797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8" name="Google Shape;418;p13"/>
            <p:cNvSpPr/>
            <p:nvPr/>
          </p:nvSpPr>
          <p:spPr bwMode="auto">
            <a:xfrm>
              <a:off x="3507081" y="4072700"/>
              <a:ext cx="34406" cy="245025"/>
            </a:xfrm>
            <a:custGeom>
              <a:avLst/>
              <a:gdLst/>
              <a:ahLst/>
              <a:cxnLst/>
              <a:rect l="l" t="t" r="r" b="b"/>
              <a:pathLst>
                <a:path w="823" h="980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9" name="Google Shape;419;p13"/>
            <p:cNvSpPr/>
            <p:nvPr/>
          </p:nvSpPr>
          <p:spPr bwMode="auto">
            <a:xfrm>
              <a:off x="3718580" y="4066175"/>
              <a:ext cx="34406" cy="244550"/>
            </a:xfrm>
            <a:custGeom>
              <a:avLst/>
              <a:gdLst/>
              <a:ahLst/>
              <a:cxnLst/>
              <a:rect l="l" t="t" r="r" b="b"/>
              <a:pathLst>
                <a:path w="823" h="9782" extrusionOk="0">
                  <a:moveTo>
                    <a:pt x="1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0" name="Google Shape;420;p13"/>
            <p:cNvSpPr/>
            <p:nvPr/>
          </p:nvSpPr>
          <p:spPr bwMode="auto">
            <a:xfrm>
              <a:off x="3930080" y="4059150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1" name="Google Shape;421;p13"/>
            <p:cNvSpPr/>
            <p:nvPr/>
          </p:nvSpPr>
          <p:spPr bwMode="auto">
            <a:xfrm>
              <a:off x="4141580" y="4052150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2" name="Google Shape;422;p13"/>
            <p:cNvSpPr/>
            <p:nvPr/>
          </p:nvSpPr>
          <p:spPr bwMode="auto">
            <a:xfrm>
              <a:off x="4353079" y="4045625"/>
              <a:ext cx="33611" cy="244575"/>
            </a:xfrm>
            <a:custGeom>
              <a:avLst/>
              <a:gdLst/>
              <a:ahLst/>
              <a:cxnLst/>
              <a:rect l="l" t="t" r="r" b="b"/>
              <a:pathLst>
                <a:path w="804" h="9783" extrusionOk="0">
                  <a:moveTo>
                    <a:pt x="1" y="9783"/>
                  </a:moveTo>
                  <a:lnTo>
                    <a:pt x="804" y="9783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3" name="Google Shape;423;p13"/>
            <p:cNvSpPr/>
            <p:nvPr/>
          </p:nvSpPr>
          <p:spPr bwMode="auto">
            <a:xfrm>
              <a:off x="4564579" y="4038625"/>
              <a:ext cx="33611" cy="244575"/>
            </a:xfrm>
            <a:custGeom>
              <a:avLst/>
              <a:gdLst/>
              <a:ahLst/>
              <a:cxnLst/>
              <a:rect l="l" t="t" r="r" b="b"/>
              <a:pathLst>
                <a:path w="804" h="9783" extrusionOk="0">
                  <a:moveTo>
                    <a:pt x="1" y="9783"/>
                  </a:moveTo>
                  <a:lnTo>
                    <a:pt x="804" y="9783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4" name="Google Shape;424;p13"/>
            <p:cNvSpPr/>
            <p:nvPr/>
          </p:nvSpPr>
          <p:spPr bwMode="auto">
            <a:xfrm>
              <a:off x="4775326" y="40316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5" name="Google Shape;425;p13"/>
            <p:cNvSpPr/>
            <p:nvPr/>
          </p:nvSpPr>
          <p:spPr bwMode="auto">
            <a:xfrm>
              <a:off x="4986826" y="40246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6" name="Google Shape;426;p13"/>
            <p:cNvSpPr/>
            <p:nvPr/>
          </p:nvSpPr>
          <p:spPr bwMode="auto">
            <a:xfrm>
              <a:off x="5198325" y="401810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7" name="Google Shape;427;p13"/>
            <p:cNvSpPr/>
            <p:nvPr/>
          </p:nvSpPr>
          <p:spPr bwMode="auto">
            <a:xfrm>
              <a:off x="5409825" y="4011100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8" name="Google Shape;428;p13"/>
            <p:cNvSpPr/>
            <p:nvPr/>
          </p:nvSpPr>
          <p:spPr bwMode="auto">
            <a:xfrm>
              <a:off x="5621325" y="4004100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9" name="Google Shape;429;p13"/>
            <p:cNvSpPr/>
            <p:nvPr/>
          </p:nvSpPr>
          <p:spPr bwMode="auto">
            <a:xfrm>
              <a:off x="5832824" y="3997100"/>
              <a:ext cx="33569" cy="245025"/>
            </a:xfrm>
            <a:custGeom>
              <a:avLst/>
              <a:gdLst/>
              <a:ahLst/>
              <a:cxnLst/>
              <a:rect l="l" t="t" r="r" b="b"/>
              <a:pathLst>
                <a:path w="803" h="9801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0" name="Google Shape;430;p13"/>
            <p:cNvSpPr/>
            <p:nvPr/>
          </p:nvSpPr>
          <p:spPr bwMode="auto">
            <a:xfrm>
              <a:off x="6043530" y="399055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1" name="Google Shape;431;p13"/>
            <p:cNvSpPr/>
            <p:nvPr/>
          </p:nvSpPr>
          <p:spPr bwMode="auto">
            <a:xfrm>
              <a:off x="6255029" y="3983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2" name="Google Shape;432;p13"/>
            <p:cNvSpPr/>
            <p:nvPr/>
          </p:nvSpPr>
          <p:spPr bwMode="auto">
            <a:xfrm>
              <a:off x="6466529" y="3976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3" name="Google Shape;433;p13"/>
            <p:cNvSpPr/>
            <p:nvPr/>
          </p:nvSpPr>
          <p:spPr bwMode="auto">
            <a:xfrm>
              <a:off x="6678029" y="3969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4" name="Google Shape;434;p13"/>
            <p:cNvSpPr/>
            <p:nvPr/>
          </p:nvSpPr>
          <p:spPr bwMode="auto">
            <a:xfrm>
              <a:off x="6889528" y="396302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1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5" name="Google Shape;435;p13"/>
            <p:cNvSpPr/>
            <p:nvPr/>
          </p:nvSpPr>
          <p:spPr bwMode="auto">
            <a:xfrm>
              <a:off x="7101028" y="3956025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6" name="Google Shape;436;p13"/>
            <p:cNvSpPr/>
            <p:nvPr/>
          </p:nvSpPr>
          <p:spPr bwMode="auto">
            <a:xfrm>
              <a:off x="7311733" y="394902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7" name="Google Shape;437;p13"/>
            <p:cNvSpPr/>
            <p:nvPr/>
          </p:nvSpPr>
          <p:spPr bwMode="auto">
            <a:xfrm>
              <a:off x="7523233" y="3942025"/>
              <a:ext cx="34406" cy="245025"/>
            </a:xfrm>
            <a:custGeom>
              <a:avLst/>
              <a:gdLst/>
              <a:ahLst/>
              <a:cxnLst/>
              <a:rect l="l" t="t" r="r" b="b"/>
              <a:pathLst>
                <a:path w="823" h="980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8" name="Google Shape;438;p13"/>
            <p:cNvSpPr/>
            <p:nvPr/>
          </p:nvSpPr>
          <p:spPr bwMode="auto">
            <a:xfrm>
              <a:off x="7734733" y="3935475"/>
              <a:ext cx="34406" cy="244575"/>
            </a:xfrm>
            <a:custGeom>
              <a:avLst/>
              <a:gdLst/>
              <a:ahLst/>
              <a:cxnLst/>
              <a:rect l="l" t="t" r="r" b="b"/>
              <a:pathLst>
                <a:path w="823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9" name="Google Shape;439;p13"/>
            <p:cNvSpPr/>
            <p:nvPr/>
          </p:nvSpPr>
          <p:spPr bwMode="auto">
            <a:xfrm>
              <a:off x="7946232" y="392847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40" name="Google Shape;440;p13"/>
            <p:cNvSpPr/>
            <p:nvPr/>
          </p:nvSpPr>
          <p:spPr bwMode="auto">
            <a:xfrm>
              <a:off x="8157732" y="392147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41" name="Google Shape;441;p13"/>
            <p:cNvSpPr/>
            <p:nvPr/>
          </p:nvSpPr>
          <p:spPr bwMode="auto">
            <a:xfrm>
              <a:off x="8369232" y="3914475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2"/>
                  </a:moveTo>
                  <a:lnTo>
                    <a:pt x="804" y="9802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42" name="Google Shape;442;p13"/>
            <p:cNvSpPr/>
            <p:nvPr/>
          </p:nvSpPr>
          <p:spPr bwMode="auto">
            <a:xfrm>
              <a:off x="8580773" y="3907949"/>
              <a:ext cx="33569" cy="244575"/>
            </a:xfrm>
            <a:custGeom>
              <a:avLst/>
              <a:gdLst/>
              <a:ahLst/>
              <a:cxnLst/>
              <a:rect l="l" t="t" r="r" b="b"/>
              <a:pathLst>
                <a:path w="803" h="9783" extrusionOk="0">
                  <a:moveTo>
                    <a:pt x="0" y="9783"/>
                  </a:moveTo>
                  <a:lnTo>
                    <a:pt x="803" y="9783"/>
                  </a:lnTo>
                  <a:lnTo>
                    <a:pt x="803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43" name="Google Shape;443;p13"/>
            <p:cNvSpPr/>
            <p:nvPr/>
          </p:nvSpPr>
          <p:spPr bwMode="auto">
            <a:xfrm>
              <a:off x="8791478" y="39009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603616212" name="Google Shape;444;p13"/>
          <p:cNvSpPr/>
          <p:nvPr/>
        </p:nvSpPr>
        <p:spPr bwMode="auto">
          <a:xfrm>
            <a:off x="5304437" y="4971650"/>
            <a:ext cx="382725" cy="250175"/>
          </a:xfrm>
          <a:custGeom>
            <a:avLst/>
            <a:gdLst/>
            <a:ahLst/>
            <a:cxnLst/>
            <a:rect l="l" t="t" r="r" b="b"/>
            <a:pathLst>
              <a:path w="15309" h="10007" extrusionOk="0">
                <a:moveTo>
                  <a:pt x="1905" y="7374"/>
                </a:moveTo>
                <a:cubicBezTo>
                  <a:pt x="225" y="5843"/>
                  <a:pt x="1" y="10006"/>
                  <a:pt x="1" y="10006"/>
                </a:cubicBezTo>
                <a:lnTo>
                  <a:pt x="1" y="10006"/>
                </a:lnTo>
                <a:lnTo>
                  <a:pt x="14823" y="9764"/>
                </a:lnTo>
                <a:cubicBezTo>
                  <a:pt x="14823" y="9764"/>
                  <a:pt x="15308" y="6217"/>
                  <a:pt x="14394" y="7188"/>
                </a:cubicBezTo>
                <a:lnTo>
                  <a:pt x="14394" y="7188"/>
                </a:lnTo>
                <a:cubicBezTo>
                  <a:pt x="13498" y="8158"/>
                  <a:pt x="13031" y="8289"/>
                  <a:pt x="13031" y="6067"/>
                </a:cubicBezTo>
                <a:lnTo>
                  <a:pt x="13031" y="6067"/>
                </a:lnTo>
                <a:cubicBezTo>
                  <a:pt x="13031" y="3865"/>
                  <a:pt x="11482" y="4163"/>
                  <a:pt x="10641" y="5694"/>
                </a:cubicBezTo>
                <a:lnTo>
                  <a:pt x="10641" y="5694"/>
                </a:lnTo>
                <a:cubicBezTo>
                  <a:pt x="9783" y="7225"/>
                  <a:pt x="11071" y="3286"/>
                  <a:pt x="9129" y="2558"/>
                </a:cubicBezTo>
                <a:lnTo>
                  <a:pt x="9129" y="2558"/>
                </a:lnTo>
                <a:cubicBezTo>
                  <a:pt x="7076" y="1792"/>
                  <a:pt x="7300" y="5955"/>
                  <a:pt x="6609" y="6067"/>
                </a:cubicBezTo>
                <a:lnTo>
                  <a:pt x="6609" y="6067"/>
                </a:lnTo>
                <a:cubicBezTo>
                  <a:pt x="4836" y="6385"/>
                  <a:pt x="8681" y="0"/>
                  <a:pt x="4574" y="0"/>
                </a:cubicBezTo>
                <a:lnTo>
                  <a:pt x="4574" y="0"/>
                </a:lnTo>
                <a:cubicBezTo>
                  <a:pt x="1588" y="0"/>
                  <a:pt x="3566" y="8924"/>
                  <a:pt x="1905" y="7374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2102480166" name="Google Shape;445;p13"/>
          <p:cNvGrpSpPr/>
          <p:nvPr/>
        </p:nvGrpSpPr>
        <p:grpSpPr bwMode="auto">
          <a:xfrm>
            <a:off x="-83800" y="4015425"/>
            <a:ext cx="9221236" cy="1251522"/>
            <a:chOff x="-83800" y="4015425"/>
            <a:chExt cx="9221236" cy="1251522"/>
          </a:xfrm>
        </p:grpSpPr>
        <p:sp>
          <p:nvSpPr>
            <p:cNvPr id="446" name="Google Shape;446;p13"/>
            <p:cNvSpPr/>
            <p:nvPr/>
          </p:nvSpPr>
          <p:spPr bwMode="auto">
            <a:xfrm>
              <a:off x="-83800" y="4015425"/>
              <a:ext cx="9221236" cy="548850"/>
            </a:xfrm>
            <a:custGeom>
              <a:avLst/>
              <a:gdLst/>
              <a:ahLst/>
              <a:cxnLst/>
              <a:rect l="l" t="t" r="r" b="b"/>
              <a:pathLst>
                <a:path w="219946" h="21954" extrusionOk="0">
                  <a:moveTo>
                    <a:pt x="0" y="12956"/>
                  </a:moveTo>
                  <a:lnTo>
                    <a:pt x="0" y="21954"/>
                  </a:lnTo>
                  <a:lnTo>
                    <a:pt x="219946" y="8998"/>
                  </a:lnTo>
                  <a:lnTo>
                    <a:pt x="219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447" name="Google Shape;447;p13"/>
            <p:cNvGrpSpPr/>
            <p:nvPr/>
          </p:nvGrpSpPr>
          <p:grpSpPr bwMode="auto">
            <a:xfrm>
              <a:off x="3379075" y="4293100"/>
              <a:ext cx="3484400" cy="973847"/>
              <a:chOff x="3379075" y="4293100"/>
              <a:chExt cx="3484400" cy="973847"/>
            </a:xfrm>
          </p:grpSpPr>
          <p:sp>
            <p:nvSpPr>
              <p:cNvPr id="448" name="Google Shape;448;p13"/>
              <p:cNvSpPr/>
              <p:nvPr/>
            </p:nvSpPr>
            <p:spPr bwMode="auto">
              <a:xfrm>
                <a:off x="6638024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49" name="Google Shape;449;p13"/>
              <p:cNvSpPr/>
              <p:nvPr/>
            </p:nvSpPr>
            <p:spPr bwMode="auto">
              <a:xfrm>
                <a:off x="5628575" y="42931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0" name="Google Shape;450;p13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1" name="Google Shape;451;p13"/>
              <p:cNvSpPr/>
              <p:nvPr/>
            </p:nvSpPr>
            <p:spPr bwMode="auto">
              <a:xfrm>
                <a:off x="4520150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2" name="Google Shape;452;p13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3" name="Google Shape;453;p13"/>
              <p:cNvSpPr/>
              <p:nvPr/>
            </p:nvSpPr>
            <p:spPr bwMode="auto">
              <a:xfrm>
                <a:off x="3379075" y="43276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4" name="Google Shape;454;p13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only 3" userDrawn="1">
  <p:cSld name="TITLE_ONLY_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476014" name="Google Shape;496;p16"/>
          <p:cNvSpPr txBox="1">
            <a:spLocks noGrp="1"/>
          </p:cNvSpPr>
          <p:nvPr>
            <p:ph type="title"/>
          </p:nvPr>
        </p:nvSpPr>
        <p:spPr bwMode="auto">
          <a:xfrm>
            <a:off x="71327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80688009" name="Google Shape;497;p16"/>
          <p:cNvSpPr/>
          <p:nvPr/>
        </p:nvSpPr>
        <p:spPr bwMode="auto">
          <a:xfrm>
            <a:off x="5978300" y="357677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52833363" name="Google Shape;498;p16"/>
          <p:cNvSpPr/>
          <p:nvPr/>
        </p:nvSpPr>
        <p:spPr bwMode="auto">
          <a:xfrm>
            <a:off x="3757675" y="41991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32477888" name="Google Shape;499;p16"/>
          <p:cNvSpPr/>
          <p:nvPr/>
        </p:nvSpPr>
        <p:spPr bwMode="auto">
          <a:xfrm>
            <a:off x="-1555800" y="39630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895657882" name="Google Shape;500;p16"/>
          <p:cNvGrpSpPr/>
          <p:nvPr/>
        </p:nvGrpSpPr>
        <p:grpSpPr bwMode="auto">
          <a:xfrm>
            <a:off x="-2311315" y="4713377"/>
            <a:ext cx="11543197" cy="859072"/>
            <a:chOff x="238675" y="2497700"/>
            <a:chExt cx="7138649" cy="531275"/>
          </a:xfrm>
        </p:grpSpPr>
        <p:sp>
          <p:nvSpPr>
            <p:cNvPr id="501" name="Google Shape;501;p16"/>
            <p:cNvSpPr/>
            <p:nvPr/>
          </p:nvSpPr>
          <p:spPr bwMode="auto">
            <a:xfrm>
              <a:off x="238675" y="2497700"/>
              <a:ext cx="7138649" cy="41125"/>
            </a:xfrm>
            <a:custGeom>
              <a:avLst/>
              <a:gdLst/>
              <a:ahLst/>
              <a:cxnLst/>
              <a:rect l="l" t="t" r="r" b="b"/>
              <a:pathLst>
                <a:path w="285546" h="1645" extrusionOk="0">
                  <a:moveTo>
                    <a:pt x="1" y="1"/>
                  </a:moveTo>
                  <a:lnTo>
                    <a:pt x="1" y="1644"/>
                  </a:lnTo>
                  <a:lnTo>
                    <a:pt x="285545" y="1644"/>
                  </a:ln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2" name="Google Shape;502;p16"/>
            <p:cNvSpPr/>
            <p:nvPr/>
          </p:nvSpPr>
          <p:spPr bwMode="auto">
            <a:xfrm>
              <a:off x="238675" y="2565600"/>
              <a:ext cx="7138649" cy="463375"/>
            </a:xfrm>
            <a:custGeom>
              <a:avLst/>
              <a:gdLst/>
              <a:ahLst/>
              <a:cxnLst/>
              <a:rect l="l" t="t" r="r" b="b"/>
              <a:pathLst>
                <a:path w="285546" h="18535" extrusionOk="0">
                  <a:moveTo>
                    <a:pt x="1" y="1"/>
                  </a:moveTo>
                  <a:lnTo>
                    <a:pt x="1" y="18535"/>
                  </a:lnTo>
                  <a:lnTo>
                    <a:pt x="29057" y="18535"/>
                  </a:lnTo>
                  <a:cubicBezTo>
                    <a:pt x="29057" y="18444"/>
                    <a:pt x="29035" y="18352"/>
                    <a:pt x="29035" y="18238"/>
                  </a:cubicBezTo>
                  <a:lnTo>
                    <a:pt x="29035" y="6780"/>
                  </a:lnTo>
                  <a:cubicBezTo>
                    <a:pt x="29035" y="4178"/>
                    <a:pt x="31157" y="2055"/>
                    <a:pt x="33759" y="2055"/>
                  </a:cubicBezTo>
                  <a:cubicBezTo>
                    <a:pt x="36384" y="2055"/>
                    <a:pt x="38484" y="4178"/>
                    <a:pt x="38484" y="6780"/>
                  </a:cubicBezTo>
                  <a:lnTo>
                    <a:pt x="38484" y="18238"/>
                  </a:lnTo>
                  <a:cubicBezTo>
                    <a:pt x="38484" y="18352"/>
                    <a:pt x="38484" y="18444"/>
                    <a:pt x="38484" y="18535"/>
                  </a:cubicBezTo>
                  <a:lnTo>
                    <a:pt x="43666" y="18535"/>
                  </a:lnTo>
                  <a:cubicBezTo>
                    <a:pt x="43666" y="18444"/>
                    <a:pt x="43643" y="18352"/>
                    <a:pt x="43643" y="18238"/>
                  </a:cubicBezTo>
                  <a:lnTo>
                    <a:pt x="43643" y="6780"/>
                  </a:lnTo>
                  <a:cubicBezTo>
                    <a:pt x="43643" y="4178"/>
                    <a:pt x="45766" y="2055"/>
                    <a:pt x="48368" y="2055"/>
                  </a:cubicBezTo>
                  <a:cubicBezTo>
                    <a:pt x="50993" y="2055"/>
                    <a:pt x="53092" y="4178"/>
                    <a:pt x="53092" y="6780"/>
                  </a:cubicBezTo>
                  <a:lnTo>
                    <a:pt x="53092" y="18238"/>
                  </a:lnTo>
                  <a:cubicBezTo>
                    <a:pt x="53092" y="18352"/>
                    <a:pt x="53092" y="18444"/>
                    <a:pt x="53092" y="18535"/>
                  </a:cubicBezTo>
                  <a:lnTo>
                    <a:pt x="58274" y="18535"/>
                  </a:lnTo>
                  <a:cubicBezTo>
                    <a:pt x="58274" y="18444"/>
                    <a:pt x="58251" y="18352"/>
                    <a:pt x="58251" y="18238"/>
                  </a:cubicBezTo>
                  <a:lnTo>
                    <a:pt x="58251" y="6780"/>
                  </a:lnTo>
                  <a:cubicBezTo>
                    <a:pt x="58251" y="4178"/>
                    <a:pt x="60374" y="2055"/>
                    <a:pt x="62976" y="2055"/>
                  </a:cubicBezTo>
                  <a:cubicBezTo>
                    <a:pt x="65601" y="2055"/>
                    <a:pt x="67701" y="4178"/>
                    <a:pt x="67701" y="6780"/>
                  </a:cubicBezTo>
                  <a:lnTo>
                    <a:pt x="67701" y="18238"/>
                  </a:lnTo>
                  <a:cubicBezTo>
                    <a:pt x="67701" y="18352"/>
                    <a:pt x="67701" y="18444"/>
                    <a:pt x="67701" y="18535"/>
                  </a:cubicBezTo>
                  <a:lnTo>
                    <a:pt x="72882" y="18535"/>
                  </a:lnTo>
                  <a:cubicBezTo>
                    <a:pt x="72882" y="18444"/>
                    <a:pt x="72859" y="18352"/>
                    <a:pt x="72859" y="18238"/>
                  </a:cubicBezTo>
                  <a:lnTo>
                    <a:pt x="72859" y="6780"/>
                  </a:lnTo>
                  <a:cubicBezTo>
                    <a:pt x="72859" y="4178"/>
                    <a:pt x="74982" y="2055"/>
                    <a:pt x="77584" y="2055"/>
                  </a:cubicBezTo>
                  <a:cubicBezTo>
                    <a:pt x="80209" y="2055"/>
                    <a:pt x="82309" y="4178"/>
                    <a:pt x="82309" y="6780"/>
                  </a:cubicBezTo>
                  <a:lnTo>
                    <a:pt x="82309" y="18238"/>
                  </a:lnTo>
                  <a:cubicBezTo>
                    <a:pt x="82309" y="18352"/>
                    <a:pt x="82309" y="18444"/>
                    <a:pt x="82309" y="18535"/>
                  </a:cubicBezTo>
                  <a:lnTo>
                    <a:pt x="87490" y="18535"/>
                  </a:lnTo>
                  <a:cubicBezTo>
                    <a:pt x="87490" y="18444"/>
                    <a:pt x="87467" y="18352"/>
                    <a:pt x="87467" y="18238"/>
                  </a:cubicBezTo>
                  <a:lnTo>
                    <a:pt x="87467" y="6780"/>
                  </a:lnTo>
                  <a:cubicBezTo>
                    <a:pt x="87467" y="4178"/>
                    <a:pt x="89590" y="2055"/>
                    <a:pt x="92192" y="2055"/>
                  </a:cubicBezTo>
                  <a:cubicBezTo>
                    <a:pt x="94817" y="2055"/>
                    <a:pt x="96917" y="4178"/>
                    <a:pt x="96917" y="6780"/>
                  </a:cubicBezTo>
                  <a:lnTo>
                    <a:pt x="96917" y="18238"/>
                  </a:lnTo>
                  <a:cubicBezTo>
                    <a:pt x="96917" y="18352"/>
                    <a:pt x="96917" y="18444"/>
                    <a:pt x="96917" y="18535"/>
                  </a:cubicBezTo>
                  <a:lnTo>
                    <a:pt x="102098" y="18535"/>
                  </a:lnTo>
                  <a:cubicBezTo>
                    <a:pt x="102098" y="18444"/>
                    <a:pt x="102076" y="18352"/>
                    <a:pt x="102076" y="18238"/>
                  </a:cubicBezTo>
                  <a:lnTo>
                    <a:pt x="102076" y="6780"/>
                  </a:lnTo>
                  <a:cubicBezTo>
                    <a:pt x="102076" y="4178"/>
                    <a:pt x="104198" y="2055"/>
                    <a:pt x="106800" y="2055"/>
                  </a:cubicBezTo>
                  <a:cubicBezTo>
                    <a:pt x="109425" y="2055"/>
                    <a:pt x="111525" y="4178"/>
                    <a:pt x="111525" y="6780"/>
                  </a:cubicBezTo>
                  <a:lnTo>
                    <a:pt x="111525" y="18238"/>
                  </a:lnTo>
                  <a:cubicBezTo>
                    <a:pt x="111525" y="18352"/>
                    <a:pt x="111525" y="18444"/>
                    <a:pt x="111525" y="18535"/>
                  </a:cubicBezTo>
                  <a:lnTo>
                    <a:pt x="116707" y="18535"/>
                  </a:lnTo>
                  <a:cubicBezTo>
                    <a:pt x="116707" y="18444"/>
                    <a:pt x="116684" y="18352"/>
                    <a:pt x="116684" y="18238"/>
                  </a:cubicBezTo>
                  <a:lnTo>
                    <a:pt x="116684" y="6780"/>
                  </a:lnTo>
                  <a:cubicBezTo>
                    <a:pt x="116684" y="4178"/>
                    <a:pt x="118807" y="2055"/>
                    <a:pt x="121409" y="2055"/>
                  </a:cubicBezTo>
                  <a:cubicBezTo>
                    <a:pt x="124034" y="2055"/>
                    <a:pt x="126133" y="4178"/>
                    <a:pt x="126133" y="6780"/>
                  </a:cubicBezTo>
                  <a:lnTo>
                    <a:pt x="126133" y="18238"/>
                  </a:lnTo>
                  <a:cubicBezTo>
                    <a:pt x="126133" y="18352"/>
                    <a:pt x="126133" y="18444"/>
                    <a:pt x="126133" y="18535"/>
                  </a:cubicBezTo>
                  <a:lnTo>
                    <a:pt x="131315" y="18535"/>
                  </a:lnTo>
                  <a:cubicBezTo>
                    <a:pt x="131315" y="18444"/>
                    <a:pt x="131292" y="18352"/>
                    <a:pt x="131292" y="18238"/>
                  </a:cubicBezTo>
                  <a:lnTo>
                    <a:pt x="131292" y="6780"/>
                  </a:lnTo>
                  <a:cubicBezTo>
                    <a:pt x="131292" y="4178"/>
                    <a:pt x="133415" y="2055"/>
                    <a:pt x="136017" y="2055"/>
                  </a:cubicBezTo>
                  <a:cubicBezTo>
                    <a:pt x="138642" y="2055"/>
                    <a:pt x="140742" y="4178"/>
                    <a:pt x="140742" y="6780"/>
                  </a:cubicBezTo>
                  <a:lnTo>
                    <a:pt x="140742" y="18238"/>
                  </a:lnTo>
                  <a:cubicBezTo>
                    <a:pt x="140742" y="18352"/>
                    <a:pt x="140742" y="18444"/>
                    <a:pt x="140742" y="18535"/>
                  </a:cubicBezTo>
                  <a:lnTo>
                    <a:pt x="145923" y="18535"/>
                  </a:lnTo>
                  <a:cubicBezTo>
                    <a:pt x="145923" y="18444"/>
                    <a:pt x="145900" y="18352"/>
                    <a:pt x="145900" y="18238"/>
                  </a:cubicBezTo>
                  <a:lnTo>
                    <a:pt x="145900" y="6780"/>
                  </a:lnTo>
                  <a:cubicBezTo>
                    <a:pt x="145900" y="4178"/>
                    <a:pt x="148023" y="2055"/>
                    <a:pt x="150625" y="2055"/>
                  </a:cubicBezTo>
                  <a:cubicBezTo>
                    <a:pt x="153250" y="2055"/>
                    <a:pt x="155350" y="4178"/>
                    <a:pt x="155350" y="6780"/>
                  </a:cubicBezTo>
                  <a:lnTo>
                    <a:pt x="155350" y="18238"/>
                  </a:lnTo>
                  <a:cubicBezTo>
                    <a:pt x="155350" y="18352"/>
                    <a:pt x="155350" y="18444"/>
                    <a:pt x="155350" y="18535"/>
                  </a:cubicBezTo>
                  <a:lnTo>
                    <a:pt x="160531" y="18535"/>
                  </a:lnTo>
                  <a:cubicBezTo>
                    <a:pt x="160531" y="18444"/>
                    <a:pt x="160508" y="18352"/>
                    <a:pt x="160508" y="18238"/>
                  </a:cubicBezTo>
                  <a:lnTo>
                    <a:pt x="160508" y="6780"/>
                  </a:lnTo>
                  <a:cubicBezTo>
                    <a:pt x="160508" y="4178"/>
                    <a:pt x="162631" y="2055"/>
                    <a:pt x="165233" y="2055"/>
                  </a:cubicBezTo>
                  <a:cubicBezTo>
                    <a:pt x="167858" y="2055"/>
                    <a:pt x="169958" y="4178"/>
                    <a:pt x="169958" y="6780"/>
                  </a:cubicBezTo>
                  <a:lnTo>
                    <a:pt x="169958" y="18238"/>
                  </a:lnTo>
                  <a:cubicBezTo>
                    <a:pt x="169958" y="18352"/>
                    <a:pt x="169958" y="18444"/>
                    <a:pt x="169958" y="18535"/>
                  </a:cubicBezTo>
                  <a:lnTo>
                    <a:pt x="175139" y="18535"/>
                  </a:lnTo>
                  <a:cubicBezTo>
                    <a:pt x="175139" y="18444"/>
                    <a:pt x="175117" y="18352"/>
                    <a:pt x="175117" y="18238"/>
                  </a:cubicBezTo>
                  <a:lnTo>
                    <a:pt x="175117" y="6780"/>
                  </a:lnTo>
                  <a:cubicBezTo>
                    <a:pt x="175117" y="4178"/>
                    <a:pt x="177239" y="2055"/>
                    <a:pt x="179841" y="2055"/>
                  </a:cubicBezTo>
                  <a:cubicBezTo>
                    <a:pt x="182466" y="2055"/>
                    <a:pt x="184566" y="4178"/>
                    <a:pt x="184566" y="6780"/>
                  </a:cubicBezTo>
                  <a:lnTo>
                    <a:pt x="184566" y="18238"/>
                  </a:lnTo>
                  <a:cubicBezTo>
                    <a:pt x="184566" y="18352"/>
                    <a:pt x="184566" y="18444"/>
                    <a:pt x="184566" y="18535"/>
                  </a:cubicBezTo>
                  <a:lnTo>
                    <a:pt x="189748" y="18535"/>
                  </a:lnTo>
                  <a:cubicBezTo>
                    <a:pt x="189748" y="18444"/>
                    <a:pt x="189725" y="18352"/>
                    <a:pt x="189725" y="18238"/>
                  </a:cubicBezTo>
                  <a:lnTo>
                    <a:pt x="189725" y="6780"/>
                  </a:lnTo>
                  <a:cubicBezTo>
                    <a:pt x="189725" y="4178"/>
                    <a:pt x="191848" y="2055"/>
                    <a:pt x="194450" y="2055"/>
                  </a:cubicBezTo>
                  <a:cubicBezTo>
                    <a:pt x="197075" y="2055"/>
                    <a:pt x="199174" y="4178"/>
                    <a:pt x="199174" y="6780"/>
                  </a:cubicBezTo>
                  <a:lnTo>
                    <a:pt x="199174" y="18238"/>
                  </a:lnTo>
                  <a:cubicBezTo>
                    <a:pt x="199174" y="18352"/>
                    <a:pt x="199174" y="18444"/>
                    <a:pt x="199174" y="18535"/>
                  </a:cubicBezTo>
                  <a:lnTo>
                    <a:pt x="204356" y="18535"/>
                  </a:lnTo>
                  <a:cubicBezTo>
                    <a:pt x="204356" y="18444"/>
                    <a:pt x="204333" y="18352"/>
                    <a:pt x="204333" y="18238"/>
                  </a:cubicBezTo>
                  <a:lnTo>
                    <a:pt x="204333" y="6780"/>
                  </a:lnTo>
                  <a:cubicBezTo>
                    <a:pt x="204333" y="4178"/>
                    <a:pt x="206456" y="2055"/>
                    <a:pt x="209058" y="2055"/>
                  </a:cubicBezTo>
                  <a:cubicBezTo>
                    <a:pt x="211683" y="2055"/>
                    <a:pt x="213783" y="4178"/>
                    <a:pt x="213783" y="6780"/>
                  </a:cubicBezTo>
                  <a:lnTo>
                    <a:pt x="213783" y="18238"/>
                  </a:lnTo>
                  <a:cubicBezTo>
                    <a:pt x="213783" y="18352"/>
                    <a:pt x="213783" y="18444"/>
                    <a:pt x="213783" y="18535"/>
                  </a:cubicBezTo>
                  <a:lnTo>
                    <a:pt x="218964" y="18535"/>
                  </a:lnTo>
                  <a:cubicBezTo>
                    <a:pt x="218964" y="18444"/>
                    <a:pt x="218941" y="18352"/>
                    <a:pt x="218941" y="18238"/>
                  </a:cubicBezTo>
                  <a:lnTo>
                    <a:pt x="218941" y="6780"/>
                  </a:lnTo>
                  <a:cubicBezTo>
                    <a:pt x="218941" y="4178"/>
                    <a:pt x="221064" y="2055"/>
                    <a:pt x="223666" y="2055"/>
                  </a:cubicBezTo>
                  <a:cubicBezTo>
                    <a:pt x="226291" y="2055"/>
                    <a:pt x="228391" y="4178"/>
                    <a:pt x="228391" y="6780"/>
                  </a:cubicBezTo>
                  <a:lnTo>
                    <a:pt x="228391" y="18238"/>
                  </a:lnTo>
                  <a:cubicBezTo>
                    <a:pt x="228391" y="18352"/>
                    <a:pt x="228391" y="18444"/>
                    <a:pt x="228391" y="18535"/>
                  </a:cubicBezTo>
                  <a:lnTo>
                    <a:pt x="233572" y="18535"/>
                  </a:lnTo>
                  <a:cubicBezTo>
                    <a:pt x="233572" y="18444"/>
                    <a:pt x="233549" y="18352"/>
                    <a:pt x="233549" y="18238"/>
                  </a:cubicBezTo>
                  <a:lnTo>
                    <a:pt x="233549" y="6780"/>
                  </a:lnTo>
                  <a:cubicBezTo>
                    <a:pt x="233549" y="4178"/>
                    <a:pt x="235672" y="2055"/>
                    <a:pt x="238274" y="2055"/>
                  </a:cubicBezTo>
                  <a:cubicBezTo>
                    <a:pt x="240899" y="2055"/>
                    <a:pt x="242999" y="4178"/>
                    <a:pt x="242999" y="6780"/>
                  </a:cubicBezTo>
                  <a:lnTo>
                    <a:pt x="242999" y="18238"/>
                  </a:lnTo>
                  <a:cubicBezTo>
                    <a:pt x="242999" y="18352"/>
                    <a:pt x="242999" y="18444"/>
                    <a:pt x="242999" y="18535"/>
                  </a:cubicBezTo>
                  <a:lnTo>
                    <a:pt x="248180" y="18535"/>
                  </a:lnTo>
                  <a:cubicBezTo>
                    <a:pt x="248180" y="18444"/>
                    <a:pt x="248158" y="18352"/>
                    <a:pt x="248158" y="18238"/>
                  </a:cubicBezTo>
                  <a:lnTo>
                    <a:pt x="248158" y="6780"/>
                  </a:lnTo>
                  <a:cubicBezTo>
                    <a:pt x="248158" y="4178"/>
                    <a:pt x="250280" y="2055"/>
                    <a:pt x="252882" y="2055"/>
                  </a:cubicBezTo>
                  <a:cubicBezTo>
                    <a:pt x="255507" y="2055"/>
                    <a:pt x="257607" y="4178"/>
                    <a:pt x="257607" y="6780"/>
                  </a:cubicBezTo>
                  <a:lnTo>
                    <a:pt x="257607" y="18238"/>
                  </a:lnTo>
                  <a:cubicBezTo>
                    <a:pt x="257607" y="18352"/>
                    <a:pt x="257607" y="18444"/>
                    <a:pt x="257607" y="18535"/>
                  </a:cubicBezTo>
                  <a:lnTo>
                    <a:pt x="262789" y="18535"/>
                  </a:lnTo>
                  <a:cubicBezTo>
                    <a:pt x="262789" y="18444"/>
                    <a:pt x="262766" y="18352"/>
                    <a:pt x="262766" y="18238"/>
                  </a:cubicBezTo>
                  <a:lnTo>
                    <a:pt x="262766" y="6780"/>
                  </a:lnTo>
                  <a:cubicBezTo>
                    <a:pt x="262766" y="4178"/>
                    <a:pt x="264889" y="2055"/>
                    <a:pt x="267491" y="2055"/>
                  </a:cubicBezTo>
                  <a:cubicBezTo>
                    <a:pt x="270116" y="2055"/>
                    <a:pt x="272215" y="4178"/>
                    <a:pt x="272215" y="6780"/>
                  </a:cubicBezTo>
                  <a:lnTo>
                    <a:pt x="272215" y="18238"/>
                  </a:lnTo>
                  <a:cubicBezTo>
                    <a:pt x="272215" y="18352"/>
                    <a:pt x="272215" y="18444"/>
                    <a:pt x="272215" y="18535"/>
                  </a:cubicBezTo>
                  <a:lnTo>
                    <a:pt x="277397" y="18535"/>
                  </a:lnTo>
                  <a:cubicBezTo>
                    <a:pt x="277397" y="18444"/>
                    <a:pt x="277374" y="18352"/>
                    <a:pt x="277374" y="18238"/>
                  </a:cubicBezTo>
                  <a:lnTo>
                    <a:pt x="277374" y="6780"/>
                  </a:lnTo>
                  <a:cubicBezTo>
                    <a:pt x="277374" y="4178"/>
                    <a:pt x="279497" y="2055"/>
                    <a:pt x="282099" y="2055"/>
                  </a:cubicBezTo>
                  <a:cubicBezTo>
                    <a:pt x="283468" y="2055"/>
                    <a:pt x="284701" y="2649"/>
                    <a:pt x="285545" y="3562"/>
                  </a:cubicBez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585328703" name="Google Shape;503;p16"/>
          <p:cNvSpPr/>
          <p:nvPr/>
        </p:nvSpPr>
        <p:spPr bwMode="auto">
          <a:xfrm rot="-2231248" flipH="1">
            <a:off x="8145968" y="253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219270580" name="Google Shape;504;p16"/>
          <p:cNvGrpSpPr/>
          <p:nvPr/>
        </p:nvGrpSpPr>
        <p:grpSpPr bwMode="auto">
          <a:xfrm>
            <a:off x="1058800" y="4136600"/>
            <a:ext cx="2419653" cy="571601"/>
            <a:chOff x="3962175" y="2857795"/>
            <a:chExt cx="3075700" cy="726579"/>
          </a:xfrm>
        </p:grpSpPr>
        <p:sp>
          <p:nvSpPr>
            <p:cNvPr id="505" name="Google Shape;505;p16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6" name="Google Shape;506;p16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7" name="Google Shape;507;p16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8" name="Google Shape;508;p16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9" name="Google Shape;509;p16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0" name="Google Shape;510;p16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1" name="Google Shape;511;p16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2" name="Google Shape;512;p16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3" name="Google Shape;513;p16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4" name="Google Shape;514;p16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5" name="Google Shape;515;p16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6" name="Google Shape;516;p16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7" name="Google Shape;517;p16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8" name="Google Shape;518;p16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9" name="Google Shape;519;p16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0" name="Google Shape;520;p16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1" name="Google Shape;521;p16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2" name="Google Shape;522;p16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3" name="Google Shape;523;p16"/>
            <p:cNvSpPr/>
            <p:nvPr/>
          </p:nvSpPr>
          <p:spPr bwMode="auto"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hanks" userDrawn="1">
  <p:cSld name="CUSTOM_12_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3459983" name="Google Shape;944;p24"/>
          <p:cNvSpPr txBox="1">
            <a:spLocks noGrp="1"/>
          </p:cNvSpPr>
          <p:nvPr>
            <p:ph type="subTitle" idx="1"/>
          </p:nvPr>
        </p:nvSpPr>
        <p:spPr bwMode="auto">
          <a:xfrm>
            <a:off x="5161075" y="1675525"/>
            <a:ext cx="3269700" cy="101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1550498307" name="Google Shape;945;p24"/>
          <p:cNvSpPr txBox="1">
            <a:spLocks noGrp="1"/>
          </p:cNvSpPr>
          <p:nvPr>
            <p:ph type="title"/>
          </p:nvPr>
        </p:nvSpPr>
        <p:spPr bwMode="auto"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2929066" name="Google Shape;946;p24"/>
          <p:cNvSpPr/>
          <p:nvPr/>
        </p:nvSpPr>
        <p:spPr bwMode="auto">
          <a:xfrm rot="-2231248" flipH="1">
            <a:off x="8539843" y="2534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60586921" name="Google Shape;947;p24"/>
          <p:cNvSpPr txBox="1"/>
          <p:nvPr/>
        </p:nvSpPr>
        <p:spPr bwMode="auto">
          <a:xfrm>
            <a:off x="5161075" y="3491000"/>
            <a:ext cx="3269700" cy="65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  <a:defRPr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CREDITS: This presentation template was created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2"/>
              </a:rPr>
              <a:t>Slidesgo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, including icons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3"/>
              </a:rPr>
              <a:t>Flaticon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, and infographics &amp; images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4"/>
              </a:rPr>
              <a:t>Freepik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" userDrawn="1">
  <p:cSld name="CUSTOM_2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7685993" name="Google Shape;949;p25"/>
          <p:cNvSpPr/>
          <p:nvPr/>
        </p:nvSpPr>
        <p:spPr bwMode="auto">
          <a:xfrm>
            <a:off x="7789950" y="19298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48954825" name="Google Shape;950;p25"/>
          <p:cNvSpPr/>
          <p:nvPr/>
        </p:nvSpPr>
        <p:spPr bwMode="auto">
          <a:xfrm>
            <a:off x="5978300" y="3700350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70387790" name="Google Shape;951;p25"/>
          <p:cNvSpPr/>
          <p:nvPr/>
        </p:nvSpPr>
        <p:spPr bwMode="auto">
          <a:xfrm>
            <a:off x="3757675" y="4322675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95437071" name="Google Shape;952;p25"/>
          <p:cNvSpPr/>
          <p:nvPr/>
        </p:nvSpPr>
        <p:spPr bwMode="auto">
          <a:xfrm>
            <a:off x="-1555800" y="4086600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576626748" name="Google Shape;953;p25"/>
          <p:cNvGrpSpPr/>
          <p:nvPr/>
        </p:nvGrpSpPr>
        <p:grpSpPr bwMode="auto">
          <a:xfrm>
            <a:off x="-139347" y="3868275"/>
            <a:ext cx="9276783" cy="1398671"/>
            <a:chOff x="-139347" y="3868275"/>
            <a:chExt cx="9276783" cy="1398671"/>
          </a:xfrm>
        </p:grpSpPr>
        <p:sp>
          <p:nvSpPr>
            <p:cNvPr id="954" name="Google Shape;954;p25"/>
            <p:cNvSpPr/>
            <p:nvPr/>
          </p:nvSpPr>
          <p:spPr bwMode="auto">
            <a:xfrm flipH="1">
              <a:off x="-139347" y="4015425"/>
              <a:ext cx="9276771" cy="548850"/>
            </a:xfrm>
            <a:custGeom>
              <a:avLst/>
              <a:gdLst/>
              <a:ahLst/>
              <a:cxnLst/>
              <a:rect l="l" t="t" r="r" b="b"/>
              <a:pathLst>
                <a:path w="219946" h="21954" extrusionOk="0">
                  <a:moveTo>
                    <a:pt x="0" y="12956"/>
                  </a:moveTo>
                  <a:lnTo>
                    <a:pt x="0" y="21954"/>
                  </a:lnTo>
                  <a:lnTo>
                    <a:pt x="219946" y="8998"/>
                  </a:lnTo>
                  <a:lnTo>
                    <a:pt x="219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955" name="Google Shape;955;p25"/>
            <p:cNvGrpSpPr/>
            <p:nvPr/>
          </p:nvGrpSpPr>
          <p:grpSpPr bwMode="auto">
            <a:xfrm flipH="1">
              <a:off x="2134836" y="4216900"/>
              <a:ext cx="3484400" cy="1050047"/>
              <a:chOff x="3379075" y="4216900"/>
              <a:chExt cx="3484400" cy="1050047"/>
            </a:xfrm>
          </p:grpSpPr>
          <p:sp>
            <p:nvSpPr>
              <p:cNvPr id="956" name="Google Shape;956;p25"/>
              <p:cNvSpPr/>
              <p:nvPr/>
            </p:nvSpPr>
            <p:spPr bwMode="auto">
              <a:xfrm>
                <a:off x="6638024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7" name="Google Shape;957;p25"/>
              <p:cNvSpPr/>
              <p:nvPr/>
            </p:nvSpPr>
            <p:spPr bwMode="auto"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8" name="Google Shape;958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9" name="Google Shape;959;p25"/>
              <p:cNvSpPr/>
              <p:nvPr/>
            </p:nvSpPr>
            <p:spPr bwMode="auto">
              <a:xfrm>
                <a:off x="4520150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0" name="Google Shape;960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1" name="Google Shape;961;p25"/>
              <p:cNvSpPr/>
              <p:nvPr/>
            </p:nvSpPr>
            <p:spPr bwMode="auto">
              <a:xfrm>
                <a:off x="3379075" y="43276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2" name="Google Shape;962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963" name="Google Shape;963;p25"/>
            <p:cNvGrpSpPr/>
            <p:nvPr/>
          </p:nvGrpSpPr>
          <p:grpSpPr bwMode="auto">
            <a:xfrm flipH="1">
              <a:off x="-57406" y="3868275"/>
              <a:ext cx="9194843" cy="559600"/>
              <a:chOff x="-139125" y="3868275"/>
              <a:chExt cx="9194843" cy="559600"/>
            </a:xfrm>
          </p:grpSpPr>
          <p:sp>
            <p:nvSpPr>
              <p:cNvPr id="964" name="Google Shape;964;p25"/>
              <p:cNvSpPr/>
              <p:nvPr/>
            </p:nvSpPr>
            <p:spPr bwMode="auto">
              <a:xfrm>
                <a:off x="-139125" y="3868275"/>
                <a:ext cx="9194843" cy="351450"/>
              </a:xfrm>
              <a:custGeom>
                <a:avLst/>
                <a:gdLst/>
                <a:ahLst/>
                <a:cxnLst/>
                <a:rect l="l" t="t" r="r" b="b"/>
                <a:pathLst>
                  <a:path w="219946" h="14058" extrusionOk="0">
                    <a:moveTo>
                      <a:pt x="0" y="12956"/>
                    </a:moveTo>
                    <a:lnTo>
                      <a:pt x="0" y="14058"/>
                    </a:lnTo>
                    <a:lnTo>
                      <a:pt x="219946" y="1102"/>
                    </a:lnTo>
                    <a:lnTo>
                      <a:pt x="21994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5" name="Google Shape;965;p25"/>
              <p:cNvSpPr/>
              <p:nvPr/>
            </p:nvSpPr>
            <p:spPr bwMode="auto">
              <a:xfrm>
                <a:off x="125427" y="41828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6" name="Google Shape;966;p25"/>
              <p:cNvSpPr/>
              <p:nvPr/>
            </p:nvSpPr>
            <p:spPr bwMode="auto">
              <a:xfrm>
                <a:off x="336927" y="4176300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7" name="Google Shape;967;p25"/>
              <p:cNvSpPr/>
              <p:nvPr/>
            </p:nvSpPr>
            <p:spPr bwMode="auto">
              <a:xfrm>
                <a:off x="548427" y="41693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8" name="Google Shape;968;p25"/>
              <p:cNvSpPr/>
              <p:nvPr/>
            </p:nvSpPr>
            <p:spPr bwMode="auto">
              <a:xfrm>
                <a:off x="759174" y="4162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9" name="Google Shape;969;p25"/>
              <p:cNvSpPr/>
              <p:nvPr/>
            </p:nvSpPr>
            <p:spPr bwMode="auto">
              <a:xfrm>
                <a:off x="970673" y="4155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0" name="Google Shape;970;p25"/>
              <p:cNvSpPr/>
              <p:nvPr/>
            </p:nvSpPr>
            <p:spPr bwMode="auto">
              <a:xfrm>
                <a:off x="1182173" y="414877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1" y="9782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1" name="Google Shape;971;p25"/>
              <p:cNvSpPr/>
              <p:nvPr/>
            </p:nvSpPr>
            <p:spPr bwMode="auto">
              <a:xfrm>
                <a:off x="1393673" y="4141774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2" name="Google Shape;972;p25"/>
              <p:cNvSpPr/>
              <p:nvPr/>
            </p:nvSpPr>
            <p:spPr bwMode="auto">
              <a:xfrm>
                <a:off x="1605172" y="4134775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3" name="Google Shape;973;p25"/>
              <p:cNvSpPr/>
              <p:nvPr/>
            </p:nvSpPr>
            <p:spPr bwMode="auto">
              <a:xfrm>
                <a:off x="1816672" y="4127775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4" name="Google Shape;974;p25"/>
              <p:cNvSpPr/>
              <p:nvPr/>
            </p:nvSpPr>
            <p:spPr bwMode="auto">
              <a:xfrm>
                <a:off x="2027377" y="41212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5" name="Google Shape;975;p25"/>
              <p:cNvSpPr/>
              <p:nvPr/>
            </p:nvSpPr>
            <p:spPr bwMode="auto">
              <a:xfrm>
                <a:off x="2238877" y="4114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6" name="Google Shape;976;p25"/>
              <p:cNvSpPr/>
              <p:nvPr/>
            </p:nvSpPr>
            <p:spPr bwMode="auto">
              <a:xfrm>
                <a:off x="2450377" y="4107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7" name="Google Shape;977;p25"/>
              <p:cNvSpPr/>
              <p:nvPr/>
            </p:nvSpPr>
            <p:spPr bwMode="auto">
              <a:xfrm>
                <a:off x="2661876" y="4100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8" name="Google Shape;978;p25"/>
              <p:cNvSpPr/>
              <p:nvPr/>
            </p:nvSpPr>
            <p:spPr bwMode="auto">
              <a:xfrm>
                <a:off x="2873376" y="40937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9" name="Google Shape;979;p25"/>
              <p:cNvSpPr/>
              <p:nvPr/>
            </p:nvSpPr>
            <p:spPr bwMode="auto">
              <a:xfrm>
                <a:off x="3084876" y="4086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0" name="Google Shape;980;p25"/>
              <p:cNvSpPr/>
              <p:nvPr/>
            </p:nvSpPr>
            <p:spPr bwMode="auto">
              <a:xfrm>
                <a:off x="3296375" y="4079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1" name="Google Shape;981;p25"/>
              <p:cNvSpPr/>
              <p:nvPr/>
            </p:nvSpPr>
            <p:spPr bwMode="auto">
              <a:xfrm>
                <a:off x="3507081" y="4072700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2" name="Google Shape;982;p25"/>
              <p:cNvSpPr/>
              <p:nvPr/>
            </p:nvSpPr>
            <p:spPr bwMode="auto">
              <a:xfrm>
                <a:off x="3718580" y="4066175"/>
                <a:ext cx="34406" cy="2445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2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3" name="Google Shape;983;p25"/>
              <p:cNvSpPr/>
              <p:nvPr/>
            </p:nvSpPr>
            <p:spPr bwMode="auto">
              <a:xfrm>
                <a:off x="3930080" y="4059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4" name="Google Shape;984;p25"/>
              <p:cNvSpPr/>
              <p:nvPr/>
            </p:nvSpPr>
            <p:spPr bwMode="auto">
              <a:xfrm>
                <a:off x="4141580" y="4052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5" name="Google Shape;985;p25"/>
              <p:cNvSpPr/>
              <p:nvPr/>
            </p:nvSpPr>
            <p:spPr bwMode="auto">
              <a:xfrm>
                <a:off x="4353079" y="4045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6" name="Google Shape;986;p25"/>
              <p:cNvSpPr/>
              <p:nvPr/>
            </p:nvSpPr>
            <p:spPr bwMode="auto">
              <a:xfrm>
                <a:off x="4564579" y="4038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7" name="Google Shape;987;p25"/>
              <p:cNvSpPr/>
              <p:nvPr/>
            </p:nvSpPr>
            <p:spPr bwMode="auto">
              <a:xfrm>
                <a:off x="4775326" y="4031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8" name="Google Shape;988;p25"/>
              <p:cNvSpPr/>
              <p:nvPr/>
            </p:nvSpPr>
            <p:spPr bwMode="auto">
              <a:xfrm>
                <a:off x="4986826" y="4024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9" name="Google Shape;989;p25"/>
              <p:cNvSpPr/>
              <p:nvPr/>
            </p:nvSpPr>
            <p:spPr bwMode="auto">
              <a:xfrm>
                <a:off x="5198325" y="40181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0" name="Google Shape;990;p25"/>
              <p:cNvSpPr/>
              <p:nvPr/>
            </p:nvSpPr>
            <p:spPr bwMode="auto">
              <a:xfrm>
                <a:off x="5409825" y="4011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1" name="Google Shape;991;p25"/>
              <p:cNvSpPr/>
              <p:nvPr/>
            </p:nvSpPr>
            <p:spPr bwMode="auto">
              <a:xfrm>
                <a:off x="5621325" y="4004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2" name="Google Shape;992;p25"/>
              <p:cNvSpPr/>
              <p:nvPr/>
            </p:nvSpPr>
            <p:spPr bwMode="auto">
              <a:xfrm>
                <a:off x="5832824" y="3997100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3" name="Google Shape;993;p25"/>
              <p:cNvSpPr/>
              <p:nvPr/>
            </p:nvSpPr>
            <p:spPr bwMode="auto">
              <a:xfrm>
                <a:off x="6043530" y="399055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4" name="Google Shape;994;p25"/>
              <p:cNvSpPr/>
              <p:nvPr/>
            </p:nvSpPr>
            <p:spPr bwMode="auto">
              <a:xfrm>
                <a:off x="6255029" y="3983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5" name="Google Shape;995;p25"/>
              <p:cNvSpPr/>
              <p:nvPr/>
            </p:nvSpPr>
            <p:spPr bwMode="auto">
              <a:xfrm>
                <a:off x="6466529" y="3976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6" name="Google Shape;996;p25"/>
              <p:cNvSpPr/>
              <p:nvPr/>
            </p:nvSpPr>
            <p:spPr bwMode="auto">
              <a:xfrm>
                <a:off x="6678029" y="3969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7" name="Google Shape;997;p25"/>
              <p:cNvSpPr/>
              <p:nvPr/>
            </p:nvSpPr>
            <p:spPr bwMode="auto">
              <a:xfrm>
                <a:off x="6889528" y="39630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8" name="Google Shape;998;p25"/>
              <p:cNvSpPr/>
              <p:nvPr/>
            </p:nvSpPr>
            <p:spPr bwMode="auto">
              <a:xfrm>
                <a:off x="7101028" y="395602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9" name="Google Shape;999;p25"/>
              <p:cNvSpPr/>
              <p:nvPr/>
            </p:nvSpPr>
            <p:spPr bwMode="auto">
              <a:xfrm>
                <a:off x="7311733" y="39490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0" name="Google Shape;1000;p25"/>
              <p:cNvSpPr/>
              <p:nvPr/>
            </p:nvSpPr>
            <p:spPr bwMode="auto">
              <a:xfrm>
                <a:off x="7523233" y="3942025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1" name="Google Shape;1001;p25"/>
              <p:cNvSpPr/>
              <p:nvPr/>
            </p:nvSpPr>
            <p:spPr bwMode="auto">
              <a:xfrm>
                <a:off x="7734733" y="3935475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2" name="Google Shape;1002;p25"/>
              <p:cNvSpPr/>
              <p:nvPr/>
            </p:nvSpPr>
            <p:spPr bwMode="auto">
              <a:xfrm>
                <a:off x="7946232" y="3928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3" name="Google Shape;1003;p25"/>
              <p:cNvSpPr/>
              <p:nvPr/>
            </p:nvSpPr>
            <p:spPr bwMode="auto">
              <a:xfrm>
                <a:off x="8157732" y="3921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4" name="Google Shape;1004;p25"/>
              <p:cNvSpPr/>
              <p:nvPr/>
            </p:nvSpPr>
            <p:spPr bwMode="auto">
              <a:xfrm>
                <a:off x="8369232" y="391447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2"/>
                    </a:moveTo>
                    <a:lnTo>
                      <a:pt x="804" y="9802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5" name="Google Shape;1005;p25"/>
              <p:cNvSpPr/>
              <p:nvPr/>
            </p:nvSpPr>
            <p:spPr bwMode="auto">
              <a:xfrm>
                <a:off x="8580773" y="3907949"/>
                <a:ext cx="33569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783" extrusionOk="0">
                    <a:moveTo>
                      <a:pt x="0" y="9783"/>
                    </a:moveTo>
                    <a:lnTo>
                      <a:pt x="803" y="9783"/>
                    </a:lnTo>
                    <a:lnTo>
                      <a:pt x="803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6" name="Google Shape;1006;p25"/>
              <p:cNvSpPr/>
              <p:nvPr/>
            </p:nvSpPr>
            <p:spPr bwMode="auto">
              <a:xfrm>
                <a:off x="8791478" y="39009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007" name="Google Shape;1007;p25"/>
            <p:cNvGrpSpPr/>
            <p:nvPr/>
          </p:nvGrpSpPr>
          <p:grpSpPr bwMode="auto">
            <a:xfrm flipH="1">
              <a:off x="5406861" y="4293100"/>
              <a:ext cx="3484400" cy="973847"/>
              <a:chOff x="3379075" y="4293100"/>
              <a:chExt cx="3484400" cy="973847"/>
            </a:xfrm>
          </p:grpSpPr>
          <p:sp>
            <p:nvSpPr>
              <p:cNvPr id="1008" name="Google Shape;1008;p25"/>
              <p:cNvSpPr/>
              <p:nvPr/>
            </p:nvSpPr>
            <p:spPr bwMode="auto">
              <a:xfrm>
                <a:off x="6638024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9" name="Google Shape;1009;p25"/>
              <p:cNvSpPr/>
              <p:nvPr/>
            </p:nvSpPr>
            <p:spPr bwMode="auto">
              <a:xfrm>
                <a:off x="5628575" y="43693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0" name="Google Shape;1010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1" name="Google Shape;1011;p25"/>
              <p:cNvSpPr/>
              <p:nvPr/>
            </p:nvSpPr>
            <p:spPr bwMode="auto">
              <a:xfrm>
                <a:off x="4520150" y="43693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2" name="Google Shape;1012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3" name="Google Shape;1013;p25"/>
              <p:cNvSpPr/>
              <p:nvPr/>
            </p:nvSpPr>
            <p:spPr bwMode="auto">
              <a:xfrm>
                <a:off x="3379075" y="44038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4" name="Google Shape;1014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015" name="Google Shape;1015;p25"/>
            <p:cNvGrpSpPr/>
            <p:nvPr/>
          </p:nvGrpSpPr>
          <p:grpSpPr bwMode="auto">
            <a:xfrm flipH="1">
              <a:off x="-109714" y="4175950"/>
              <a:ext cx="2474925" cy="1050047"/>
              <a:chOff x="3379075" y="4216900"/>
              <a:chExt cx="2474925" cy="1050047"/>
            </a:xfrm>
          </p:grpSpPr>
          <p:sp>
            <p:nvSpPr>
              <p:cNvPr id="1016" name="Google Shape;1016;p25"/>
              <p:cNvSpPr/>
              <p:nvPr/>
            </p:nvSpPr>
            <p:spPr bwMode="auto"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7" name="Google Shape;1017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8" name="Google Shape;1018;p25"/>
              <p:cNvSpPr/>
              <p:nvPr/>
            </p:nvSpPr>
            <p:spPr bwMode="auto">
              <a:xfrm>
                <a:off x="4520150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9" name="Google Shape;1019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20" name="Google Shape;1020;p25"/>
              <p:cNvSpPr/>
              <p:nvPr/>
            </p:nvSpPr>
            <p:spPr bwMode="auto">
              <a:xfrm>
                <a:off x="3379075" y="42514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21" name="Google Shape;1021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577232124" name="Google Shape;1022;p25"/>
          <p:cNvGrpSpPr/>
          <p:nvPr/>
        </p:nvGrpSpPr>
        <p:grpSpPr bwMode="auto">
          <a:xfrm rot="127888">
            <a:off x="6158601" y="3415032"/>
            <a:ext cx="2323761" cy="719730"/>
            <a:chOff x="3962175" y="2631750"/>
            <a:chExt cx="3075700" cy="952625"/>
          </a:xfrm>
        </p:grpSpPr>
        <p:sp>
          <p:nvSpPr>
            <p:cNvPr id="1023" name="Google Shape;1023;p25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4" name="Google Shape;1024;p25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5" name="Google Shape;1025;p25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6" name="Google Shape;1026;p25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7" name="Google Shape;1027;p25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8" name="Google Shape;1028;p25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9" name="Google Shape;1029;p25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0" name="Google Shape;1030;p25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1" name="Google Shape;1031;p25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2" name="Google Shape;1032;p25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3" name="Google Shape;1033;p25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4" name="Google Shape;1034;p25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5" name="Google Shape;1035;p25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6" name="Google Shape;1036;p25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7" name="Google Shape;1037;p25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8" name="Google Shape;1038;p25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9" name="Google Shape;1039;p25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40" name="Google Shape;1040;p25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41" name="Google Shape;1041;p25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049244035" name="Google Shape;1042;p25"/>
          <p:cNvSpPr/>
          <p:nvPr/>
        </p:nvSpPr>
        <p:spPr bwMode="auto">
          <a:xfrm>
            <a:off x="5571400" y="3600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24669342" name="Google Shape;1043;p25"/>
          <p:cNvSpPr/>
          <p:nvPr/>
        </p:nvSpPr>
        <p:spPr bwMode="auto">
          <a:xfrm rot="-2231248" flipH="1">
            <a:off x="593018" y="1173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6644570" name="Google Shape;1044;p25"/>
          <p:cNvSpPr/>
          <p:nvPr/>
        </p:nvSpPr>
        <p:spPr bwMode="auto">
          <a:xfrm rot="-2231248" flipH="1">
            <a:off x="757493" y="552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 1" userDrawn="1">
  <p:cSld name="CUSTOM_2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36081" name="Google Shape;1046;p26"/>
          <p:cNvSpPr/>
          <p:nvPr/>
        </p:nvSpPr>
        <p:spPr bwMode="auto">
          <a:xfrm flipH="1">
            <a:off x="470467" y="39823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39007538" name="Google Shape;1047;p26"/>
          <p:cNvSpPr/>
          <p:nvPr/>
        </p:nvSpPr>
        <p:spPr bwMode="auto">
          <a:xfrm flipH="1">
            <a:off x="0" y="56527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04383508" name="Google Shape;1048;p26"/>
          <p:cNvSpPr/>
          <p:nvPr/>
        </p:nvSpPr>
        <p:spPr bwMode="auto">
          <a:xfrm rot="-2231248" flipH="1">
            <a:off x="1679693" y="1010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64679646" name="Google Shape;1049;p26"/>
          <p:cNvSpPr/>
          <p:nvPr/>
        </p:nvSpPr>
        <p:spPr bwMode="auto">
          <a:xfrm rot="-2231248" flipH="1">
            <a:off x="1844168" y="389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376882811" name="Google Shape;1050;p26"/>
          <p:cNvGrpSpPr/>
          <p:nvPr/>
        </p:nvGrpSpPr>
        <p:grpSpPr bwMode="auto">
          <a:xfrm flipH="1">
            <a:off x="4964675" y="2631750"/>
            <a:ext cx="3075700" cy="952625"/>
            <a:chOff x="3962175" y="2631750"/>
            <a:chExt cx="3075700" cy="952625"/>
          </a:xfrm>
        </p:grpSpPr>
        <p:sp>
          <p:nvSpPr>
            <p:cNvPr id="1051" name="Google Shape;1051;p26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2" name="Google Shape;1052;p26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3" name="Google Shape;1053;p26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4" name="Google Shape;1054;p26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5" name="Google Shape;1055;p26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6" name="Google Shape;1056;p26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7" name="Google Shape;1057;p26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8" name="Google Shape;1058;p26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9" name="Google Shape;1059;p26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0" name="Google Shape;1060;p26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1" name="Google Shape;1061;p26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2" name="Google Shape;1062;p26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3" name="Google Shape;1063;p26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4" name="Google Shape;1064;p26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5" name="Google Shape;1065;p26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6" name="Google Shape;1066;p26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7" name="Google Shape;1067;p26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8" name="Google Shape;1068;p26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9" name="Google Shape;1069;p26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465047028" name="Google Shape;1070;p26"/>
          <p:cNvGrpSpPr/>
          <p:nvPr/>
        </p:nvGrpSpPr>
        <p:grpSpPr bwMode="auto">
          <a:xfrm flipH="1"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071" name="Google Shape;1071;p26"/>
            <p:cNvSpPr/>
            <p:nvPr/>
          </p:nvSpPr>
          <p:spPr bwMode="auto">
            <a:xfrm>
              <a:off x="8699600" y="3962262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2" name="Google Shape;1072;p26"/>
            <p:cNvSpPr/>
            <p:nvPr/>
          </p:nvSpPr>
          <p:spPr bwMode="auto">
            <a:xfrm>
              <a:off x="756675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3" name="Google Shape;1073;p26"/>
            <p:cNvSpPr/>
            <p:nvPr/>
          </p:nvSpPr>
          <p:spPr bwMode="auto">
            <a:xfrm>
              <a:off x="643350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4" name="Google Shape;1074;p26"/>
            <p:cNvSpPr/>
            <p:nvPr/>
          </p:nvSpPr>
          <p:spPr bwMode="auto">
            <a:xfrm>
              <a:off x="5300250" y="3962262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075" name="Google Shape;1075;p26"/>
            <p:cNvGrpSpPr/>
            <p:nvPr/>
          </p:nvGrpSpPr>
          <p:grpSpPr bwMode="auto"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076" name="Google Shape;1076;p26"/>
              <p:cNvSpPr/>
              <p:nvPr/>
            </p:nvSpPr>
            <p:spPr bwMode="auto"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077" name="Google Shape;1077;p26"/>
              <p:cNvGrpSpPr/>
              <p:nvPr/>
            </p:nvGrpSpPr>
            <p:grpSpPr bwMode="auto"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078" name="Google Shape;1078;p26"/>
                <p:cNvSpPr/>
                <p:nvPr/>
              </p:nvSpPr>
              <p:spPr bwMode="auto"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79" name="Google Shape;1079;p26"/>
                <p:cNvSpPr/>
                <p:nvPr/>
              </p:nvSpPr>
              <p:spPr bwMode="auto"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0" name="Google Shape;1080;p26"/>
                <p:cNvSpPr/>
                <p:nvPr/>
              </p:nvSpPr>
              <p:spPr bwMode="auto"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1" name="Google Shape;1081;p26"/>
                <p:cNvSpPr/>
                <p:nvPr/>
              </p:nvSpPr>
              <p:spPr bwMode="auto"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2" name="Google Shape;1082;p26"/>
                <p:cNvSpPr/>
                <p:nvPr/>
              </p:nvSpPr>
              <p:spPr bwMode="auto"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3" name="Google Shape;1083;p26"/>
                <p:cNvSpPr/>
                <p:nvPr/>
              </p:nvSpPr>
              <p:spPr bwMode="auto"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</p:grpSp>
      <p:sp>
        <p:nvSpPr>
          <p:cNvPr id="989754516" name="Google Shape;1084;p26"/>
          <p:cNvSpPr/>
          <p:nvPr/>
        </p:nvSpPr>
        <p:spPr bwMode="auto">
          <a:xfrm>
            <a:off x="-799400" y="4052725"/>
            <a:ext cx="12354226" cy="1111684"/>
          </a:xfrm>
          <a:custGeom>
            <a:avLst/>
            <a:gdLst/>
            <a:ahLst/>
            <a:cxnLst/>
            <a:rect l="l" t="t" r="r" b="b"/>
            <a:pathLst>
              <a:path w="285317" h="25674" extrusionOk="0">
                <a:moveTo>
                  <a:pt x="17986" y="1"/>
                </a:moveTo>
                <a:cubicBezTo>
                  <a:pt x="17752" y="1"/>
                  <a:pt x="17518" y="144"/>
                  <a:pt x="17439" y="429"/>
                </a:cubicBezTo>
                <a:lnTo>
                  <a:pt x="15498" y="6797"/>
                </a:lnTo>
                <a:cubicBezTo>
                  <a:pt x="13376" y="6866"/>
                  <a:pt x="11321" y="7003"/>
                  <a:pt x="9358" y="7208"/>
                </a:cubicBezTo>
                <a:lnTo>
                  <a:pt x="7578" y="1342"/>
                </a:lnTo>
                <a:cubicBezTo>
                  <a:pt x="7498" y="1057"/>
                  <a:pt x="7264" y="914"/>
                  <a:pt x="7030" y="914"/>
                </a:cubicBezTo>
                <a:cubicBezTo>
                  <a:pt x="6796" y="914"/>
                  <a:pt x="6562" y="1057"/>
                  <a:pt x="6482" y="1342"/>
                </a:cubicBezTo>
                <a:lnTo>
                  <a:pt x="4497" y="7893"/>
                </a:lnTo>
                <a:cubicBezTo>
                  <a:pt x="2922" y="8167"/>
                  <a:pt x="1438" y="8486"/>
                  <a:pt x="0" y="8897"/>
                </a:cubicBezTo>
                <a:lnTo>
                  <a:pt x="0" y="25674"/>
                </a:lnTo>
                <a:lnTo>
                  <a:pt x="285316" y="25674"/>
                </a:lnTo>
                <a:lnTo>
                  <a:pt x="285316" y="13531"/>
                </a:lnTo>
                <a:cubicBezTo>
                  <a:pt x="284038" y="13622"/>
                  <a:pt x="282691" y="13713"/>
                  <a:pt x="281208" y="13850"/>
                </a:cubicBezTo>
                <a:lnTo>
                  <a:pt x="279222" y="7277"/>
                </a:lnTo>
                <a:cubicBezTo>
                  <a:pt x="279165" y="7083"/>
                  <a:pt x="278999" y="6986"/>
                  <a:pt x="278834" y="6986"/>
                </a:cubicBezTo>
                <a:cubicBezTo>
                  <a:pt x="278668" y="6986"/>
                  <a:pt x="278503" y="7083"/>
                  <a:pt x="278446" y="7277"/>
                </a:cubicBezTo>
                <a:lnTo>
                  <a:pt x="276300" y="14330"/>
                </a:lnTo>
                <a:cubicBezTo>
                  <a:pt x="275045" y="14467"/>
                  <a:pt x="273721" y="14603"/>
                  <a:pt x="272306" y="14763"/>
                </a:cubicBezTo>
                <a:lnTo>
                  <a:pt x="270457" y="8646"/>
                </a:lnTo>
                <a:cubicBezTo>
                  <a:pt x="270400" y="8452"/>
                  <a:pt x="270235" y="8355"/>
                  <a:pt x="270069" y="8355"/>
                </a:cubicBezTo>
                <a:cubicBezTo>
                  <a:pt x="269904" y="8355"/>
                  <a:pt x="269738" y="8452"/>
                  <a:pt x="269681" y="8646"/>
                </a:cubicBezTo>
                <a:lnTo>
                  <a:pt x="267650" y="15334"/>
                </a:lnTo>
                <a:cubicBezTo>
                  <a:pt x="266485" y="15471"/>
                  <a:pt x="265276" y="15608"/>
                  <a:pt x="264020" y="15768"/>
                </a:cubicBezTo>
                <a:cubicBezTo>
                  <a:pt x="261030" y="16156"/>
                  <a:pt x="258314" y="16498"/>
                  <a:pt x="255803" y="16840"/>
                </a:cubicBezTo>
                <a:lnTo>
                  <a:pt x="254571" y="12755"/>
                </a:lnTo>
                <a:cubicBezTo>
                  <a:pt x="254514" y="12561"/>
                  <a:pt x="254348" y="12464"/>
                  <a:pt x="254183" y="12464"/>
                </a:cubicBezTo>
                <a:cubicBezTo>
                  <a:pt x="254017" y="12464"/>
                  <a:pt x="253852" y="12561"/>
                  <a:pt x="253795" y="12755"/>
                </a:cubicBezTo>
                <a:lnTo>
                  <a:pt x="252425" y="17297"/>
                </a:lnTo>
                <a:cubicBezTo>
                  <a:pt x="250416" y="17571"/>
                  <a:pt x="248590" y="17822"/>
                  <a:pt x="246901" y="18050"/>
                </a:cubicBezTo>
                <a:lnTo>
                  <a:pt x="245532" y="13576"/>
                </a:lnTo>
                <a:cubicBezTo>
                  <a:pt x="245475" y="13382"/>
                  <a:pt x="245309" y="13285"/>
                  <a:pt x="245144" y="13285"/>
                </a:cubicBezTo>
                <a:cubicBezTo>
                  <a:pt x="244978" y="13285"/>
                  <a:pt x="244813" y="13382"/>
                  <a:pt x="244756" y="13576"/>
                </a:cubicBezTo>
                <a:lnTo>
                  <a:pt x="243226" y="18598"/>
                </a:lnTo>
                <a:cubicBezTo>
                  <a:pt x="228390" y="20789"/>
                  <a:pt x="225719" y="21634"/>
                  <a:pt x="216452" y="21862"/>
                </a:cubicBezTo>
                <a:cubicBezTo>
                  <a:pt x="215292" y="21891"/>
                  <a:pt x="214213" y="21904"/>
                  <a:pt x="213204" y="21904"/>
                </a:cubicBezTo>
                <a:cubicBezTo>
                  <a:pt x="198249" y="21904"/>
                  <a:pt x="198516" y="18933"/>
                  <a:pt x="174226" y="18826"/>
                </a:cubicBezTo>
                <a:cubicBezTo>
                  <a:pt x="173569" y="18821"/>
                  <a:pt x="172926" y="18819"/>
                  <a:pt x="172296" y="18819"/>
                </a:cubicBezTo>
                <a:cubicBezTo>
                  <a:pt x="166993" y="18819"/>
                  <a:pt x="162591" y="18980"/>
                  <a:pt x="158225" y="19123"/>
                </a:cubicBezTo>
                <a:lnTo>
                  <a:pt x="156353" y="12937"/>
                </a:lnTo>
                <a:cubicBezTo>
                  <a:pt x="156296" y="12743"/>
                  <a:pt x="156125" y="12646"/>
                  <a:pt x="155954" y="12646"/>
                </a:cubicBezTo>
                <a:cubicBezTo>
                  <a:pt x="155783" y="12646"/>
                  <a:pt x="155612" y="12743"/>
                  <a:pt x="155554" y="12937"/>
                </a:cubicBezTo>
                <a:lnTo>
                  <a:pt x="153637" y="19260"/>
                </a:lnTo>
                <a:cubicBezTo>
                  <a:pt x="152359" y="19305"/>
                  <a:pt x="151058" y="19328"/>
                  <a:pt x="149711" y="19351"/>
                </a:cubicBezTo>
                <a:lnTo>
                  <a:pt x="147588" y="12389"/>
                </a:lnTo>
                <a:cubicBezTo>
                  <a:pt x="147531" y="12195"/>
                  <a:pt x="147360" y="12098"/>
                  <a:pt x="147189" y="12098"/>
                </a:cubicBezTo>
                <a:cubicBezTo>
                  <a:pt x="147018" y="12098"/>
                  <a:pt x="146847" y="12195"/>
                  <a:pt x="146790" y="12389"/>
                </a:cubicBezTo>
                <a:lnTo>
                  <a:pt x="144644" y="19420"/>
                </a:lnTo>
                <a:cubicBezTo>
                  <a:pt x="143206" y="19420"/>
                  <a:pt x="141700" y="19397"/>
                  <a:pt x="140125" y="19374"/>
                </a:cubicBezTo>
                <a:lnTo>
                  <a:pt x="138002" y="12389"/>
                </a:lnTo>
                <a:cubicBezTo>
                  <a:pt x="137945" y="12195"/>
                  <a:pt x="137774" y="12098"/>
                  <a:pt x="137602" y="12098"/>
                </a:cubicBezTo>
                <a:cubicBezTo>
                  <a:pt x="137431" y="12098"/>
                  <a:pt x="137260" y="12195"/>
                  <a:pt x="137203" y="12389"/>
                </a:cubicBezTo>
                <a:lnTo>
                  <a:pt x="135103" y="19260"/>
                </a:lnTo>
                <a:cubicBezTo>
                  <a:pt x="134464" y="19237"/>
                  <a:pt x="133825" y="19214"/>
                  <a:pt x="133140" y="19191"/>
                </a:cubicBezTo>
                <a:cubicBezTo>
                  <a:pt x="131382" y="19123"/>
                  <a:pt x="129671" y="19054"/>
                  <a:pt x="128027" y="18963"/>
                </a:cubicBezTo>
                <a:lnTo>
                  <a:pt x="125950" y="12115"/>
                </a:lnTo>
                <a:cubicBezTo>
                  <a:pt x="125893" y="11921"/>
                  <a:pt x="125722" y="11824"/>
                  <a:pt x="125551" y="11824"/>
                </a:cubicBezTo>
                <a:cubicBezTo>
                  <a:pt x="125379" y="11824"/>
                  <a:pt x="125208" y="11921"/>
                  <a:pt x="125151" y="12115"/>
                </a:cubicBezTo>
                <a:lnTo>
                  <a:pt x="123165" y="18666"/>
                </a:lnTo>
                <a:cubicBezTo>
                  <a:pt x="121362" y="18552"/>
                  <a:pt x="119650" y="18415"/>
                  <a:pt x="118007" y="18278"/>
                </a:cubicBezTo>
                <a:lnTo>
                  <a:pt x="115542" y="10198"/>
                </a:lnTo>
                <a:cubicBezTo>
                  <a:pt x="115485" y="10004"/>
                  <a:pt x="115313" y="9907"/>
                  <a:pt x="115142" y="9907"/>
                </a:cubicBezTo>
                <a:cubicBezTo>
                  <a:pt x="114971" y="9907"/>
                  <a:pt x="114800" y="10004"/>
                  <a:pt x="114743" y="10198"/>
                </a:cubicBezTo>
                <a:lnTo>
                  <a:pt x="112437" y="17776"/>
                </a:lnTo>
                <a:cubicBezTo>
                  <a:pt x="110360" y="17571"/>
                  <a:pt x="108375" y="17365"/>
                  <a:pt x="106457" y="17160"/>
                </a:cubicBezTo>
                <a:lnTo>
                  <a:pt x="104517" y="10814"/>
                </a:lnTo>
                <a:cubicBezTo>
                  <a:pt x="104460" y="10609"/>
                  <a:pt x="104289" y="10506"/>
                  <a:pt x="104118" y="10506"/>
                </a:cubicBezTo>
                <a:cubicBezTo>
                  <a:pt x="103946" y="10506"/>
                  <a:pt x="103775" y="10609"/>
                  <a:pt x="103718" y="10814"/>
                </a:cubicBezTo>
                <a:lnTo>
                  <a:pt x="101938" y="16658"/>
                </a:lnTo>
                <a:cubicBezTo>
                  <a:pt x="83449" y="14558"/>
                  <a:pt x="72288" y="12321"/>
                  <a:pt x="63272" y="10495"/>
                </a:cubicBezTo>
                <a:lnTo>
                  <a:pt x="61902" y="6044"/>
                </a:lnTo>
                <a:cubicBezTo>
                  <a:pt x="61822" y="5759"/>
                  <a:pt x="61588" y="5616"/>
                  <a:pt x="61354" y="5616"/>
                </a:cubicBezTo>
                <a:cubicBezTo>
                  <a:pt x="61120" y="5616"/>
                  <a:pt x="60887" y="5759"/>
                  <a:pt x="60807" y="6044"/>
                </a:cubicBezTo>
                <a:lnTo>
                  <a:pt x="59665" y="9764"/>
                </a:lnTo>
                <a:cubicBezTo>
                  <a:pt x="57999" y="9422"/>
                  <a:pt x="56379" y="9125"/>
                  <a:pt x="54781" y="8829"/>
                </a:cubicBezTo>
                <a:lnTo>
                  <a:pt x="53137" y="3442"/>
                </a:lnTo>
                <a:cubicBezTo>
                  <a:pt x="53057" y="3157"/>
                  <a:pt x="52823" y="3014"/>
                  <a:pt x="52590" y="3014"/>
                </a:cubicBezTo>
                <a:cubicBezTo>
                  <a:pt x="52356" y="3014"/>
                  <a:pt x="52122" y="3157"/>
                  <a:pt x="52042" y="3442"/>
                </a:cubicBezTo>
                <a:lnTo>
                  <a:pt x="50604" y="8121"/>
                </a:lnTo>
                <a:cubicBezTo>
                  <a:pt x="48915" y="7847"/>
                  <a:pt x="47203" y="7619"/>
                  <a:pt x="45400" y="7413"/>
                </a:cubicBezTo>
                <a:lnTo>
                  <a:pt x="43551" y="1342"/>
                </a:lnTo>
                <a:cubicBezTo>
                  <a:pt x="43471" y="1057"/>
                  <a:pt x="43237" y="914"/>
                  <a:pt x="43003" y="914"/>
                </a:cubicBezTo>
                <a:cubicBezTo>
                  <a:pt x="42769" y="914"/>
                  <a:pt x="42535" y="1057"/>
                  <a:pt x="42455" y="1342"/>
                </a:cubicBezTo>
                <a:lnTo>
                  <a:pt x="40720" y="7003"/>
                </a:lnTo>
                <a:cubicBezTo>
                  <a:pt x="37844" y="6797"/>
                  <a:pt x="34717" y="6660"/>
                  <a:pt x="31202" y="6637"/>
                </a:cubicBezTo>
                <a:cubicBezTo>
                  <a:pt x="29633" y="6628"/>
                  <a:pt x="28099" y="6622"/>
                  <a:pt x="26598" y="6622"/>
                </a:cubicBezTo>
                <a:cubicBezTo>
                  <a:pt x="24476" y="6622"/>
                  <a:pt x="22421" y="6634"/>
                  <a:pt x="20429" y="6660"/>
                </a:cubicBezTo>
                <a:lnTo>
                  <a:pt x="18534" y="429"/>
                </a:lnTo>
                <a:cubicBezTo>
                  <a:pt x="18454" y="144"/>
                  <a:pt x="18220" y="1"/>
                  <a:pt x="17986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928664" name="Google Shape;6;p1"/>
          <p:cNvSpPr txBox="1">
            <a:spLocks noGrp="1"/>
          </p:cNvSpPr>
          <p:nvPr>
            <p:ph type="title"/>
          </p:nvPr>
        </p:nvSpPr>
        <p:spPr bwMode="auto">
          <a:xfrm>
            <a:off x="71327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004360747" name="Google Shape;7;p1"/>
          <p:cNvSpPr txBox="1">
            <a:spLocks noGrp="1"/>
          </p:cNvSpPr>
          <p:nvPr>
            <p:ph type="body" idx="1"/>
          </p:nvPr>
        </p:nvSpPr>
        <p:spPr bwMode="auto">
          <a:xfrm>
            <a:off x="713225" y="1246950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bel"/>
              <a:buChar char="●"/>
              <a:defRPr sz="180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4285094" name="Google Shape;1095;p30"/>
          <p:cNvSpPr/>
          <p:nvPr/>
        </p:nvSpPr>
        <p:spPr bwMode="auto">
          <a:xfrm>
            <a:off x="340050" y="3140250"/>
            <a:ext cx="8867716" cy="2936625"/>
          </a:xfrm>
          <a:custGeom>
            <a:avLst/>
            <a:gdLst/>
            <a:ahLst/>
            <a:cxnLst/>
            <a:rect l="l" t="t" r="r" b="b"/>
            <a:pathLst>
              <a:path w="208861" h="117465" extrusionOk="0">
                <a:moveTo>
                  <a:pt x="183045" y="1"/>
                </a:moveTo>
                <a:cubicBezTo>
                  <a:pt x="112165" y="1"/>
                  <a:pt x="135646" y="29390"/>
                  <a:pt x="94030" y="29390"/>
                </a:cubicBezTo>
                <a:cubicBezTo>
                  <a:pt x="65942" y="29390"/>
                  <a:pt x="66005" y="6271"/>
                  <a:pt x="37023" y="6271"/>
                </a:cubicBezTo>
                <a:cubicBezTo>
                  <a:pt x="8025" y="6271"/>
                  <a:pt x="0" y="28215"/>
                  <a:pt x="0" y="28215"/>
                </a:cubicBezTo>
                <a:lnTo>
                  <a:pt x="0" y="117464"/>
                </a:lnTo>
                <a:lnTo>
                  <a:pt x="208860" y="117464"/>
                </a:lnTo>
                <a:lnTo>
                  <a:pt x="208860" y="22337"/>
                </a:lnTo>
                <a:cubicBezTo>
                  <a:pt x="208860" y="22337"/>
                  <a:pt x="208860" y="1"/>
                  <a:pt x="183045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90688363" name="Google Shape;1096;p30"/>
          <p:cNvSpPr/>
          <p:nvPr/>
        </p:nvSpPr>
        <p:spPr bwMode="auto">
          <a:xfrm>
            <a:off x="-8925" y="2012525"/>
            <a:ext cx="3953475" cy="3130975"/>
          </a:xfrm>
          <a:custGeom>
            <a:avLst/>
            <a:gdLst/>
            <a:ahLst/>
            <a:cxnLst/>
            <a:rect l="l" t="t" r="r" b="b"/>
            <a:pathLst>
              <a:path w="158139" h="125239" extrusionOk="0">
                <a:moveTo>
                  <a:pt x="0" y="125239"/>
                </a:moveTo>
                <a:lnTo>
                  <a:pt x="158138" y="125239"/>
                </a:lnTo>
                <a:lnTo>
                  <a:pt x="0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48909619" name="Google Shape;1097;p30"/>
          <p:cNvSpPr/>
          <p:nvPr/>
        </p:nvSpPr>
        <p:spPr bwMode="auto">
          <a:xfrm>
            <a:off x="-8925" y="2012525"/>
            <a:ext cx="1866825" cy="2352350"/>
          </a:xfrm>
          <a:custGeom>
            <a:avLst/>
            <a:gdLst/>
            <a:ahLst/>
            <a:cxnLst/>
            <a:rect l="l" t="t" r="r" b="b"/>
            <a:pathLst>
              <a:path w="74673" h="94094" extrusionOk="0">
                <a:moveTo>
                  <a:pt x="0" y="1"/>
                </a:moveTo>
                <a:cubicBezTo>
                  <a:pt x="0" y="1"/>
                  <a:pt x="784" y="10565"/>
                  <a:pt x="8104" y="15785"/>
                </a:cubicBezTo>
                <a:cubicBezTo>
                  <a:pt x="15408" y="21004"/>
                  <a:pt x="1301" y="24672"/>
                  <a:pt x="8104" y="33027"/>
                </a:cubicBezTo>
                <a:cubicBezTo>
                  <a:pt x="14891" y="41381"/>
                  <a:pt x="32650" y="37494"/>
                  <a:pt x="36317" y="43623"/>
                </a:cubicBezTo>
                <a:cubicBezTo>
                  <a:pt x="39970" y="49751"/>
                  <a:pt x="27132" y="74046"/>
                  <a:pt x="33810" y="83843"/>
                </a:cubicBezTo>
                <a:cubicBezTo>
                  <a:pt x="40487" y="93639"/>
                  <a:pt x="46662" y="94094"/>
                  <a:pt x="46662" y="94094"/>
                </a:cubicBezTo>
                <a:lnTo>
                  <a:pt x="74672" y="59156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912875219" name="Google Shape;1098;p30"/>
          <p:cNvGrpSpPr/>
          <p:nvPr/>
        </p:nvGrpSpPr>
        <p:grpSpPr bwMode="auto">
          <a:xfrm>
            <a:off x="1941675" y="4364875"/>
            <a:ext cx="853900" cy="770400"/>
            <a:chOff x="4219225" y="4330850"/>
            <a:chExt cx="853900" cy="770400"/>
          </a:xfrm>
        </p:grpSpPr>
        <p:grpSp>
          <p:nvGrpSpPr>
            <p:cNvPr id="1099" name="Google Shape;1099;p30"/>
            <p:cNvGrpSpPr/>
            <p:nvPr/>
          </p:nvGrpSpPr>
          <p:grpSpPr bwMode="auto"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00" name="Google Shape;1100;p30"/>
              <p:cNvSpPr/>
              <p:nvPr/>
            </p:nvSpPr>
            <p:spPr bwMode="auto"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01" name="Google Shape;1101;p30"/>
              <p:cNvGrpSpPr/>
              <p:nvPr/>
            </p:nvGrpSpPr>
            <p:grpSpPr bwMode="auto"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02" name="Google Shape;1102;p30"/>
                <p:cNvSpPr/>
                <p:nvPr/>
              </p:nvSpPr>
              <p:spPr bwMode="auto"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03" name="Google Shape;1103;p30"/>
                <p:cNvSpPr/>
                <p:nvPr/>
              </p:nvSpPr>
              <p:spPr bwMode="auto"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1104" name="Google Shape;1104;p30"/>
                <p:cNvGrpSpPr/>
                <p:nvPr/>
              </p:nvGrpSpPr>
              <p:grpSpPr bwMode="auto"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05" name="Google Shape;1105;p30"/>
                  <p:cNvSpPr/>
                  <p:nvPr/>
                </p:nvSpPr>
                <p:spPr bwMode="auto"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06" name="Google Shape;1106;p30"/>
                  <p:cNvSpPr/>
                  <p:nvPr/>
                </p:nvSpPr>
                <p:spPr bwMode="auto"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07" name="Google Shape;1107;p30"/>
                  <p:cNvSpPr/>
                  <p:nvPr/>
                </p:nvSpPr>
                <p:spPr bwMode="auto"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</p:grpSp>
        <p:grpSp>
          <p:nvGrpSpPr>
            <p:cNvPr id="1108" name="Google Shape;1108;p30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09" name="Google Shape;1109;p30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10" name="Google Shape;1110;p30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2063756107" name="Google Shape;1111;p30"/>
          <p:cNvSpPr txBox="1">
            <a:spLocks noGrp="1"/>
          </p:cNvSpPr>
          <p:nvPr>
            <p:ph type="ctrTitle"/>
          </p:nvPr>
        </p:nvSpPr>
        <p:spPr bwMode="auto">
          <a:xfrm>
            <a:off x="2041638" y="682250"/>
            <a:ext cx="4690200" cy="20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defRPr/>
            </a:pPr>
            <a:r>
              <a:rPr lang="fr-CH" sz="7200" b="1" dirty="0" err="1"/>
              <a:t>RailBeat</a:t>
            </a:r>
            <a:r>
              <a:rPr lang="fr-CH" sz="7200" dirty="0"/>
              <a:t> </a:t>
            </a:r>
            <a:endParaRPr sz="7100" dirty="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4500" i="1" dirty="0">
                <a:solidFill>
                  <a:schemeClr val="accent2"/>
                </a:solidFill>
              </a:rPr>
              <a:t>Summer School</a:t>
            </a:r>
            <a:endParaRPr sz="4500" i="1" dirty="0">
              <a:solidFill>
                <a:schemeClr val="accent2"/>
              </a:solidFill>
            </a:endParaRPr>
          </a:p>
        </p:txBody>
      </p:sp>
      <p:sp>
        <p:nvSpPr>
          <p:cNvPr id="1518328010" name="Google Shape;1112;p30"/>
          <p:cNvSpPr txBox="1">
            <a:spLocks noGrp="1"/>
          </p:cNvSpPr>
          <p:nvPr>
            <p:ph type="subTitle" idx="1"/>
          </p:nvPr>
        </p:nvSpPr>
        <p:spPr bwMode="auto"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Alan, Dina, Ravaka, Gabriel</a:t>
            </a:r>
            <a:endParaRPr/>
          </a:p>
        </p:txBody>
      </p:sp>
      <p:grpSp>
        <p:nvGrpSpPr>
          <p:cNvPr id="1323589296" name="Google Shape;1113;p30"/>
          <p:cNvGrpSpPr/>
          <p:nvPr/>
        </p:nvGrpSpPr>
        <p:grpSpPr bwMode="auto">
          <a:xfrm>
            <a:off x="4527625" y="753150"/>
            <a:ext cx="4656075" cy="4419000"/>
            <a:chOff x="4527625" y="682250"/>
            <a:chExt cx="4656075" cy="4419000"/>
          </a:xfrm>
        </p:grpSpPr>
        <p:sp>
          <p:nvSpPr>
            <p:cNvPr id="1114" name="Google Shape;1114;p30"/>
            <p:cNvSpPr/>
            <p:nvPr/>
          </p:nvSpPr>
          <p:spPr bwMode="auto">
            <a:xfrm>
              <a:off x="4527625" y="682250"/>
              <a:ext cx="4656075" cy="4419000"/>
            </a:xfrm>
            <a:custGeom>
              <a:avLst/>
              <a:gdLst/>
              <a:ahLst/>
              <a:cxnLst/>
              <a:rect l="l" t="t" r="r" b="b"/>
              <a:pathLst>
                <a:path w="186243" h="176760" extrusionOk="0">
                  <a:moveTo>
                    <a:pt x="135238" y="1442"/>
                  </a:moveTo>
                  <a:lnTo>
                    <a:pt x="0" y="176760"/>
                  </a:lnTo>
                  <a:lnTo>
                    <a:pt x="186242" y="176760"/>
                  </a:lnTo>
                  <a:lnTo>
                    <a:pt x="186242" y="59359"/>
                  </a:lnTo>
                  <a:lnTo>
                    <a:pt x="141100" y="1427"/>
                  </a:lnTo>
                  <a:cubicBezTo>
                    <a:pt x="140348" y="471"/>
                    <a:pt x="139266" y="0"/>
                    <a:pt x="138169" y="0"/>
                  </a:cubicBezTo>
                  <a:lnTo>
                    <a:pt x="138169" y="0"/>
                  </a:lnTo>
                  <a:cubicBezTo>
                    <a:pt x="137072" y="0"/>
                    <a:pt x="135975" y="486"/>
                    <a:pt x="135238" y="1442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15" name="Google Shape;1115;p30"/>
            <p:cNvSpPr/>
            <p:nvPr/>
          </p:nvSpPr>
          <p:spPr bwMode="auto">
            <a:xfrm>
              <a:off x="7564125" y="695575"/>
              <a:ext cx="1619575" cy="4405675"/>
            </a:xfrm>
            <a:custGeom>
              <a:avLst/>
              <a:gdLst/>
              <a:ahLst/>
              <a:cxnLst/>
              <a:rect l="l" t="t" r="r" b="b"/>
              <a:pathLst>
                <a:path w="64783" h="176227" extrusionOk="0">
                  <a:moveTo>
                    <a:pt x="21600" y="3417"/>
                  </a:moveTo>
                  <a:cubicBezTo>
                    <a:pt x="18935" y="0"/>
                    <a:pt x="13465" y="3198"/>
                    <a:pt x="15267" y="7148"/>
                  </a:cubicBezTo>
                  <a:cubicBezTo>
                    <a:pt x="15299" y="7226"/>
                    <a:pt x="15346" y="7289"/>
                    <a:pt x="15377" y="7367"/>
                  </a:cubicBezTo>
                  <a:cubicBezTo>
                    <a:pt x="17258" y="10894"/>
                    <a:pt x="21176" y="11286"/>
                    <a:pt x="21176" y="14029"/>
                  </a:cubicBezTo>
                  <a:cubicBezTo>
                    <a:pt x="21176" y="23042"/>
                    <a:pt x="1975" y="29437"/>
                    <a:pt x="1975" y="46678"/>
                  </a:cubicBezTo>
                  <a:cubicBezTo>
                    <a:pt x="1975" y="63920"/>
                    <a:pt x="41553" y="65488"/>
                    <a:pt x="41553" y="83513"/>
                  </a:cubicBezTo>
                  <a:cubicBezTo>
                    <a:pt x="41553" y="101539"/>
                    <a:pt x="0" y="98796"/>
                    <a:pt x="0" y="125442"/>
                  </a:cubicBezTo>
                  <a:cubicBezTo>
                    <a:pt x="0" y="152088"/>
                    <a:pt x="64782" y="176227"/>
                    <a:pt x="64782" y="176227"/>
                  </a:cubicBezTo>
                  <a:lnTo>
                    <a:pt x="64782" y="58826"/>
                  </a:lnTo>
                  <a:close/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323679028" name="Google Shape;1116;p30"/>
          <p:cNvSpPr/>
          <p:nvPr/>
        </p:nvSpPr>
        <p:spPr bwMode="auto">
          <a:xfrm>
            <a:off x="559300" y="442800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2001648093" name="Google Shape;1117;p30"/>
          <p:cNvGrpSpPr/>
          <p:nvPr/>
        </p:nvGrpSpPr>
        <p:grpSpPr bwMode="auto">
          <a:xfrm>
            <a:off x="533175" y="2631750"/>
            <a:ext cx="3075700" cy="952625"/>
            <a:chOff x="3962175" y="2631750"/>
            <a:chExt cx="3075700" cy="952625"/>
          </a:xfrm>
        </p:grpSpPr>
        <p:sp>
          <p:nvSpPr>
            <p:cNvPr id="1118" name="Google Shape;1118;p30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19" name="Google Shape;1119;p30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0" name="Google Shape;1120;p30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1" name="Google Shape;1121;p30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2" name="Google Shape;1122;p30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3" name="Google Shape;1123;p30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4" name="Google Shape;1124;p30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5" name="Google Shape;1125;p30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6" name="Google Shape;1126;p30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7" name="Google Shape;1127;p30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8" name="Google Shape;1128;p30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9" name="Google Shape;1129;p30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0" name="Google Shape;1130;p30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1" name="Google Shape;1131;p30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2" name="Google Shape;1132;p30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3" name="Google Shape;1133;p30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4" name="Google Shape;1134;p30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5" name="Google Shape;1135;p30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6" name="Google Shape;1136;p30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560931447" name="Google Shape;1137;p30"/>
          <p:cNvSpPr/>
          <p:nvPr/>
        </p:nvSpPr>
        <p:spPr bwMode="auto">
          <a:xfrm>
            <a:off x="4305025" y="3983225"/>
            <a:ext cx="4881800" cy="1188925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382455537" name="Google Shape;1138;p30"/>
          <p:cNvGrpSpPr/>
          <p:nvPr/>
        </p:nvGrpSpPr>
        <p:grpSpPr bwMode="auto">
          <a:xfrm>
            <a:off x="7524150" y="4407050"/>
            <a:ext cx="559600" cy="770400"/>
            <a:chOff x="7524150" y="4330850"/>
            <a:chExt cx="559600" cy="770400"/>
          </a:xfrm>
        </p:grpSpPr>
        <p:sp>
          <p:nvSpPr>
            <p:cNvPr id="1139" name="Google Shape;1139;p30"/>
            <p:cNvSpPr/>
            <p:nvPr/>
          </p:nvSpPr>
          <p:spPr bwMode="auto">
            <a:xfrm>
              <a:off x="7684825" y="4330850"/>
              <a:ext cx="238275" cy="272750"/>
            </a:xfrm>
            <a:custGeom>
              <a:avLst/>
              <a:gdLst/>
              <a:ahLst/>
              <a:cxnLst/>
              <a:rect l="l" t="t" r="r" b="b"/>
              <a:pathLst>
                <a:path w="9531" h="10910" extrusionOk="0">
                  <a:moveTo>
                    <a:pt x="4765" y="0"/>
                  </a:moveTo>
                  <a:cubicBezTo>
                    <a:pt x="4765" y="0"/>
                    <a:pt x="3527" y="9843"/>
                    <a:pt x="0" y="9843"/>
                  </a:cubicBezTo>
                  <a:cubicBezTo>
                    <a:pt x="0" y="9843"/>
                    <a:pt x="1850" y="10909"/>
                    <a:pt x="4765" y="10909"/>
                  </a:cubicBezTo>
                  <a:cubicBezTo>
                    <a:pt x="7680" y="10909"/>
                    <a:pt x="9530" y="9843"/>
                    <a:pt x="9530" y="9843"/>
                  </a:cubicBezTo>
                  <a:cubicBezTo>
                    <a:pt x="5988" y="9843"/>
                    <a:pt x="4765" y="0"/>
                    <a:pt x="47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0" name="Google Shape;1140;p30"/>
            <p:cNvSpPr/>
            <p:nvPr/>
          </p:nvSpPr>
          <p:spPr bwMode="auto">
            <a:xfrm>
              <a:off x="7633475" y="4508750"/>
              <a:ext cx="340950" cy="244925"/>
            </a:xfrm>
            <a:custGeom>
              <a:avLst/>
              <a:gdLst/>
              <a:ahLst/>
              <a:cxnLst/>
              <a:rect l="l" t="t" r="r" b="b"/>
              <a:pathLst>
                <a:path w="13638" h="9797" extrusionOk="0">
                  <a:moveTo>
                    <a:pt x="6819" y="0"/>
                  </a:moveTo>
                  <a:cubicBezTo>
                    <a:pt x="6819" y="0"/>
                    <a:pt x="4640" y="7665"/>
                    <a:pt x="1" y="7665"/>
                  </a:cubicBezTo>
                  <a:cubicBezTo>
                    <a:pt x="1" y="7665"/>
                    <a:pt x="2728" y="9797"/>
                    <a:pt x="6819" y="9797"/>
                  </a:cubicBezTo>
                  <a:cubicBezTo>
                    <a:pt x="10910" y="9797"/>
                    <a:pt x="13637" y="7665"/>
                    <a:pt x="13637" y="7665"/>
                  </a:cubicBezTo>
                  <a:cubicBezTo>
                    <a:pt x="8998" y="7665"/>
                    <a:pt x="6819" y="0"/>
                    <a:pt x="68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1" name="Google Shape;1141;p30"/>
            <p:cNvSpPr/>
            <p:nvPr/>
          </p:nvSpPr>
          <p:spPr bwMode="auto">
            <a:xfrm>
              <a:off x="7599775" y="4588300"/>
              <a:ext cx="408350" cy="293525"/>
            </a:xfrm>
            <a:custGeom>
              <a:avLst/>
              <a:gdLst/>
              <a:ahLst/>
              <a:cxnLst/>
              <a:rect l="l" t="t" r="r" b="b"/>
              <a:pathLst>
                <a:path w="16334" h="11741" extrusionOk="0">
                  <a:moveTo>
                    <a:pt x="8167" y="0"/>
                  </a:moveTo>
                  <a:cubicBezTo>
                    <a:pt x="8167" y="0"/>
                    <a:pt x="5549" y="9185"/>
                    <a:pt x="1" y="9185"/>
                  </a:cubicBezTo>
                  <a:cubicBezTo>
                    <a:pt x="1" y="9185"/>
                    <a:pt x="3261" y="11740"/>
                    <a:pt x="8167" y="11740"/>
                  </a:cubicBezTo>
                  <a:cubicBezTo>
                    <a:pt x="13073" y="11740"/>
                    <a:pt x="16333" y="9185"/>
                    <a:pt x="16333" y="9185"/>
                  </a:cubicBezTo>
                  <a:cubicBezTo>
                    <a:pt x="10785" y="9185"/>
                    <a:pt x="8167" y="0"/>
                    <a:pt x="81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2" name="Google Shape;1142;p30"/>
            <p:cNvSpPr/>
            <p:nvPr/>
          </p:nvSpPr>
          <p:spPr bwMode="auto">
            <a:xfrm>
              <a:off x="7524150" y="4699175"/>
              <a:ext cx="559600" cy="402075"/>
            </a:xfrm>
            <a:custGeom>
              <a:avLst/>
              <a:gdLst/>
              <a:ahLst/>
              <a:cxnLst/>
              <a:rect l="l" t="t" r="r" b="b"/>
              <a:pathLst>
                <a:path w="22384" h="16083" extrusionOk="0">
                  <a:moveTo>
                    <a:pt x="11192" y="1"/>
                  </a:moveTo>
                  <a:cubicBezTo>
                    <a:pt x="11192" y="1"/>
                    <a:pt x="7603" y="12587"/>
                    <a:pt x="1" y="12587"/>
                  </a:cubicBezTo>
                  <a:cubicBezTo>
                    <a:pt x="1" y="12587"/>
                    <a:pt x="4468" y="16083"/>
                    <a:pt x="11192" y="16083"/>
                  </a:cubicBezTo>
                  <a:cubicBezTo>
                    <a:pt x="17916" y="16083"/>
                    <a:pt x="22384" y="12587"/>
                    <a:pt x="22384" y="12587"/>
                  </a:cubicBezTo>
                  <a:cubicBezTo>
                    <a:pt x="14781" y="12587"/>
                    <a:pt x="11192" y="1"/>
                    <a:pt x="1119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455089362" name="Google Shape;1143;p30"/>
          <p:cNvGrpSpPr/>
          <p:nvPr/>
        </p:nvGrpSpPr>
        <p:grpSpPr bwMode="auto">
          <a:xfrm>
            <a:off x="5354825" y="4641375"/>
            <a:ext cx="389150" cy="536075"/>
            <a:chOff x="5354825" y="4565175"/>
            <a:chExt cx="389150" cy="536075"/>
          </a:xfrm>
        </p:grpSpPr>
        <p:sp>
          <p:nvSpPr>
            <p:cNvPr id="1144" name="Google Shape;1144;p30"/>
            <p:cNvSpPr/>
            <p:nvPr/>
          </p:nvSpPr>
          <p:spPr bwMode="auto">
            <a:xfrm>
              <a:off x="5466500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24" y="0"/>
                  </a:moveTo>
                  <a:cubicBezTo>
                    <a:pt x="3324" y="0"/>
                    <a:pt x="2462" y="6850"/>
                    <a:pt x="1" y="6850"/>
                  </a:cubicBezTo>
                  <a:cubicBezTo>
                    <a:pt x="1" y="6850"/>
                    <a:pt x="1286" y="7587"/>
                    <a:pt x="3324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24" y="0"/>
                    <a:pt x="332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45" name="Google Shape;1145;p30"/>
            <p:cNvGrpSpPr/>
            <p:nvPr/>
          </p:nvGrpSpPr>
          <p:grpSpPr bwMode="auto">
            <a:xfrm>
              <a:off x="5354825" y="4689000"/>
              <a:ext cx="389150" cy="412250"/>
              <a:chOff x="5354825" y="4689000"/>
              <a:chExt cx="389150" cy="412250"/>
            </a:xfrm>
          </p:grpSpPr>
          <p:sp>
            <p:nvSpPr>
              <p:cNvPr id="1146" name="Google Shape;1146;p30"/>
              <p:cNvSpPr/>
              <p:nvPr/>
            </p:nvSpPr>
            <p:spPr bwMode="auto">
              <a:xfrm>
                <a:off x="5430850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50" y="0"/>
                    </a:moveTo>
                    <a:cubicBezTo>
                      <a:pt x="4750" y="0"/>
                      <a:pt x="3229" y="5330"/>
                      <a:pt x="0" y="5330"/>
                    </a:cubicBezTo>
                    <a:cubicBezTo>
                      <a:pt x="0" y="5330"/>
                      <a:pt x="1897" y="6819"/>
                      <a:pt x="4750" y="6819"/>
                    </a:cubicBezTo>
                    <a:cubicBezTo>
                      <a:pt x="7587" y="6819"/>
                      <a:pt x="9483" y="5330"/>
                      <a:pt x="9483" y="5330"/>
                    </a:cubicBezTo>
                    <a:cubicBezTo>
                      <a:pt x="6270" y="5330"/>
                      <a:pt x="4750" y="0"/>
                      <a:pt x="47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47" name="Google Shape;1147;p30"/>
              <p:cNvSpPr/>
              <p:nvPr/>
            </p:nvSpPr>
            <p:spPr bwMode="auto">
              <a:xfrm>
                <a:off x="5407325" y="4744250"/>
                <a:ext cx="2841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65" h="8167" extrusionOk="0">
                    <a:moveTo>
                      <a:pt x="5691" y="0"/>
                    </a:moveTo>
                    <a:cubicBezTo>
                      <a:pt x="5691" y="0"/>
                      <a:pt x="3857" y="6396"/>
                      <a:pt x="1" y="6396"/>
                    </a:cubicBezTo>
                    <a:cubicBezTo>
                      <a:pt x="1" y="6396"/>
                      <a:pt x="2274" y="8167"/>
                      <a:pt x="5691" y="8167"/>
                    </a:cubicBezTo>
                    <a:cubicBezTo>
                      <a:pt x="9092" y="8167"/>
                      <a:pt x="11365" y="6396"/>
                      <a:pt x="11365" y="6396"/>
                    </a:cubicBezTo>
                    <a:cubicBezTo>
                      <a:pt x="7509" y="6396"/>
                      <a:pt x="5691" y="0"/>
                      <a:pt x="56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48" name="Google Shape;1148;p30"/>
              <p:cNvSpPr/>
              <p:nvPr/>
            </p:nvSpPr>
            <p:spPr bwMode="auto">
              <a:xfrm>
                <a:off x="5354825" y="4821450"/>
                <a:ext cx="389150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66" h="11192" extrusionOk="0">
                    <a:moveTo>
                      <a:pt x="7791" y="0"/>
                    </a:moveTo>
                    <a:cubicBezTo>
                      <a:pt x="7791" y="0"/>
                      <a:pt x="5283" y="8762"/>
                      <a:pt x="1" y="8762"/>
                    </a:cubicBezTo>
                    <a:cubicBezTo>
                      <a:pt x="1" y="8762"/>
                      <a:pt x="3104" y="11192"/>
                      <a:pt x="7791" y="11192"/>
                    </a:cubicBezTo>
                    <a:cubicBezTo>
                      <a:pt x="12462" y="11192"/>
                      <a:pt x="15565" y="8762"/>
                      <a:pt x="15565" y="8762"/>
                    </a:cubicBezTo>
                    <a:cubicBezTo>
                      <a:pt x="10283" y="8762"/>
                      <a:pt x="7791" y="0"/>
                      <a:pt x="77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393854943" name="Google Shape;1149;p30"/>
          <p:cNvGrpSpPr/>
          <p:nvPr/>
        </p:nvGrpSpPr>
        <p:grpSpPr bwMode="auto">
          <a:xfrm>
            <a:off x="4219225" y="4407050"/>
            <a:ext cx="853900" cy="770400"/>
            <a:chOff x="4219225" y="4330850"/>
            <a:chExt cx="853900" cy="770400"/>
          </a:xfrm>
        </p:grpSpPr>
        <p:grpSp>
          <p:nvGrpSpPr>
            <p:cNvPr id="1150" name="Google Shape;1150;p30"/>
            <p:cNvGrpSpPr/>
            <p:nvPr/>
          </p:nvGrpSpPr>
          <p:grpSpPr bwMode="auto"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51" name="Google Shape;1151;p30"/>
              <p:cNvSpPr/>
              <p:nvPr/>
            </p:nvSpPr>
            <p:spPr bwMode="auto"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52" name="Google Shape;1152;p30"/>
              <p:cNvGrpSpPr/>
              <p:nvPr/>
            </p:nvGrpSpPr>
            <p:grpSpPr bwMode="auto"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53" name="Google Shape;1153;p30"/>
                <p:cNvSpPr/>
                <p:nvPr/>
              </p:nvSpPr>
              <p:spPr bwMode="auto"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54" name="Google Shape;1154;p30"/>
                <p:cNvSpPr/>
                <p:nvPr/>
              </p:nvSpPr>
              <p:spPr bwMode="auto"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1155" name="Google Shape;1155;p30"/>
                <p:cNvGrpSpPr/>
                <p:nvPr/>
              </p:nvGrpSpPr>
              <p:grpSpPr bwMode="auto"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56" name="Google Shape;1156;p30"/>
                  <p:cNvSpPr/>
                  <p:nvPr/>
                </p:nvSpPr>
                <p:spPr bwMode="auto"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57" name="Google Shape;1157;p30"/>
                  <p:cNvSpPr/>
                  <p:nvPr/>
                </p:nvSpPr>
                <p:spPr bwMode="auto"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58" name="Google Shape;1158;p30"/>
                  <p:cNvSpPr/>
                  <p:nvPr/>
                </p:nvSpPr>
                <p:spPr bwMode="auto"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</p:grpSp>
        <p:grpSp>
          <p:nvGrpSpPr>
            <p:cNvPr id="1159" name="Google Shape;1159;p30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60" name="Google Shape;1160;p30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61" name="Google Shape;1161;p30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964483026" name="Google Shape;1162;p30"/>
          <p:cNvGrpSpPr/>
          <p:nvPr/>
        </p:nvGrpSpPr>
        <p:grpSpPr bwMode="auto">
          <a:xfrm>
            <a:off x="7974400" y="4641375"/>
            <a:ext cx="389125" cy="536075"/>
            <a:chOff x="7974400" y="4565175"/>
            <a:chExt cx="389125" cy="536075"/>
          </a:xfrm>
        </p:grpSpPr>
        <p:sp>
          <p:nvSpPr>
            <p:cNvPr id="1163" name="Google Shape;1163;p30"/>
            <p:cNvSpPr/>
            <p:nvPr/>
          </p:nvSpPr>
          <p:spPr bwMode="auto">
            <a:xfrm>
              <a:off x="8086075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08" y="0"/>
                  </a:moveTo>
                  <a:cubicBezTo>
                    <a:pt x="3308" y="0"/>
                    <a:pt x="2461" y="6850"/>
                    <a:pt x="1" y="6850"/>
                  </a:cubicBezTo>
                  <a:cubicBezTo>
                    <a:pt x="1" y="6850"/>
                    <a:pt x="1286" y="7587"/>
                    <a:pt x="3308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08" y="0"/>
                    <a:pt x="330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4" name="Google Shape;1164;p30"/>
            <p:cNvSpPr/>
            <p:nvPr/>
          </p:nvSpPr>
          <p:spPr bwMode="auto">
            <a:xfrm>
              <a:off x="8050425" y="4689000"/>
              <a:ext cx="237100" cy="170475"/>
            </a:xfrm>
            <a:custGeom>
              <a:avLst/>
              <a:gdLst/>
              <a:ahLst/>
              <a:cxnLst/>
              <a:rect l="l" t="t" r="r" b="b"/>
              <a:pathLst>
                <a:path w="9484" h="6819" extrusionOk="0">
                  <a:moveTo>
                    <a:pt x="4734" y="0"/>
                  </a:moveTo>
                  <a:cubicBezTo>
                    <a:pt x="4734" y="0"/>
                    <a:pt x="3213" y="5330"/>
                    <a:pt x="0" y="5330"/>
                  </a:cubicBezTo>
                  <a:cubicBezTo>
                    <a:pt x="0" y="5330"/>
                    <a:pt x="1897" y="6819"/>
                    <a:pt x="4734" y="6819"/>
                  </a:cubicBezTo>
                  <a:cubicBezTo>
                    <a:pt x="7587" y="6819"/>
                    <a:pt x="9483" y="5330"/>
                    <a:pt x="9483" y="5330"/>
                  </a:cubicBezTo>
                  <a:cubicBezTo>
                    <a:pt x="6254" y="5330"/>
                    <a:pt x="4734" y="0"/>
                    <a:pt x="473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5" name="Google Shape;1165;p30"/>
            <p:cNvSpPr/>
            <p:nvPr/>
          </p:nvSpPr>
          <p:spPr bwMode="auto">
            <a:xfrm>
              <a:off x="8026900" y="4744250"/>
              <a:ext cx="284125" cy="204175"/>
            </a:xfrm>
            <a:custGeom>
              <a:avLst/>
              <a:gdLst/>
              <a:ahLst/>
              <a:cxnLst/>
              <a:rect l="l" t="t" r="r" b="b"/>
              <a:pathLst>
                <a:path w="11365" h="8167" extrusionOk="0">
                  <a:moveTo>
                    <a:pt x="5675" y="0"/>
                  </a:moveTo>
                  <a:cubicBezTo>
                    <a:pt x="5675" y="0"/>
                    <a:pt x="3857" y="6396"/>
                    <a:pt x="1" y="6396"/>
                  </a:cubicBezTo>
                  <a:cubicBezTo>
                    <a:pt x="1" y="6396"/>
                    <a:pt x="2274" y="8167"/>
                    <a:pt x="5675" y="8167"/>
                  </a:cubicBezTo>
                  <a:cubicBezTo>
                    <a:pt x="9092" y="8167"/>
                    <a:pt x="11365" y="6396"/>
                    <a:pt x="11365" y="6396"/>
                  </a:cubicBezTo>
                  <a:cubicBezTo>
                    <a:pt x="7509" y="6396"/>
                    <a:pt x="5675" y="0"/>
                    <a:pt x="56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6" name="Google Shape;1166;p30"/>
            <p:cNvSpPr/>
            <p:nvPr/>
          </p:nvSpPr>
          <p:spPr bwMode="auto">
            <a:xfrm>
              <a:off x="7974400" y="4821450"/>
              <a:ext cx="389125" cy="279800"/>
            </a:xfrm>
            <a:custGeom>
              <a:avLst/>
              <a:gdLst/>
              <a:ahLst/>
              <a:cxnLst/>
              <a:rect l="l" t="t" r="r" b="b"/>
              <a:pathLst>
                <a:path w="15565" h="11192" extrusionOk="0">
                  <a:moveTo>
                    <a:pt x="7775" y="0"/>
                  </a:moveTo>
                  <a:cubicBezTo>
                    <a:pt x="7775" y="0"/>
                    <a:pt x="5283" y="8762"/>
                    <a:pt x="0" y="8762"/>
                  </a:cubicBezTo>
                  <a:cubicBezTo>
                    <a:pt x="0" y="8762"/>
                    <a:pt x="3104" y="11192"/>
                    <a:pt x="7775" y="11192"/>
                  </a:cubicBezTo>
                  <a:cubicBezTo>
                    <a:pt x="12461" y="11192"/>
                    <a:pt x="15565" y="8762"/>
                    <a:pt x="15565" y="8762"/>
                  </a:cubicBezTo>
                  <a:cubicBezTo>
                    <a:pt x="10283" y="8762"/>
                    <a:pt x="7775" y="0"/>
                    <a:pt x="77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165728818" name="Google Shape;1167;p30"/>
          <p:cNvGrpSpPr/>
          <p:nvPr/>
        </p:nvGrpSpPr>
        <p:grpSpPr bwMode="auto">
          <a:xfrm>
            <a:off x="6522575" y="4158200"/>
            <a:ext cx="724950" cy="1019250"/>
            <a:chOff x="6522575" y="4082000"/>
            <a:chExt cx="724950" cy="1019250"/>
          </a:xfrm>
        </p:grpSpPr>
        <p:sp>
          <p:nvSpPr>
            <p:cNvPr id="1168" name="Google Shape;1168;p30"/>
            <p:cNvSpPr/>
            <p:nvPr/>
          </p:nvSpPr>
          <p:spPr bwMode="auto">
            <a:xfrm>
              <a:off x="6714575" y="4259900"/>
              <a:ext cx="340550" cy="244949"/>
            </a:xfrm>
            <a:custGeom>
              <a:avLst/>
              <a:gdLst/>
              <a:ahLst/>
              <a:cxnLst/>
              <a:rect l="l" t="t" r="r" b="b"/>
              <a:pathLst>
                <a:path w="13622" h="9798" extrusionOk="0">
                  <a:moveTo>
                    <a:pt x="6819" y="1"/>
                  </a:moveTo>
                  <a:cubicBezTo>
                    <a:pt x="6819" y="1"/>
                    <a:pt x="4624" y="7666"/>
                    <a:pt x="0" y="7666"/>
                  </a:cubicBezTo>
                  <a:cubicBezTo>
                    <a:pt x="0" y="7666"/>
                    <a:pt x="2728" y="9797"/>
                    <a:pt x="6819" y="9797"/>
                  </a:cubicBezTo>
                  <a:cubicBezTo>
                    <a:pt x="10910" y="9797"/>
                    <a:pt x="13621" y="7666"/>
                    <a:pt x="13621" y="7666"/>
                  </a:cubicBezTo>
                  <a:cubicBezTo>
                    <a:pt x="8998" y="7666"/>
                    <a:pt x="6819" y="1"/>
                    <a:pt x="681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69" name="Google Shape;1169;p30"/>
            <p:cNvGrpSpPr/>
            <p:nvPr/>
          </p:nvGrpSpPr>
          <p:grpSpPr bwMode="auto">
            <a:xfrm>
              <a:off x="6522575" y="4082000"/>
              <a:ext cx="724950" cy="1019250"/>
              <a:chOff x="6522575" y="4082000"/>
              <a:chExt cx="724950" cy="1019250"/>
            </a:xfrm>
          </p:grpSpPr>
          <p:sp>
            <p:nvSpPr>
              <p:cNvPr id="1170" name="Google Shape;1170;p30"/>
              <p:cNvSpPr/>
              <p:nvPr/>
            </p:nvSpPr>
            <p:spPr bwMode="auto">
              <a:xfrm>
                <a:off x="6765900" y="4082000"/>
                <a:ext cx="238275" cy="272775"/>
              </a:xfrm>
              <a:custGeom>
                <a:avLst/>
                <a:gdLst/>
                <a:ahLst/>
                <a:cxnLst/>
                <a:rect l="l" t="t" r="r" b="b"/>
                <a:pathLst>
                  <a:path w="9531" h="10911" extrusionOk="0">
                    <a:moveTo>
                      <a:pt x="4766" y="1"/>
                    </a:moveTo>
                    <a:cubicBezTo>
                      <a:pt x="4766" y="1"/>
                      <a:pt x="3527" y="9829"/>
                      <a:pt x="1" y="9829"/>
                    </a:cubicBezTo>
                    <a:cubicBezTo>
                      <a:pt x="1" y="9829"/>
                      <a:pt x="1835" y="10910"/>
                      <a:pt x="4766" y="10910"/>
                    </a:cubicBezTo>
                    <a:cubicBezTo>
                      <a:pt x="7681" y="10910"/>
                      <a:pt x="9531" y="9829"/>
                      <a:pt x="9531" y="9829"/>
                    </a:cubicBezTo>
                    <a:cubicBezTo>
                      <a:pt x="5988" y="9829"/>
                      <a:pt x="4766" y="1"/>
                      <a:pt x="476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1" name="Google Shape;1171;p30"/>
              <p:cNvSpPr/>
              <p:nvPr/>
            </p:nvSpPr>
            <p:spPr bwMode="auto">
              <a:xfrm>
                <a:off x="6680875" y="4339450"/>
                <a:ext cx="408350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4" h="11741" extrusionOk="0">
                    <a:moveTo>
                      <a:pt x="8167" y="1"/>
                    </a:moveTo>
                    <a:cubicBezTo>
                      <a:pt x="8167" y="1"/>
                      <a:pt x="5549" y="9186"/>
                      <a:pt x="0" y="9186"/>
                    </a:cubicBezTo>
                    <a:cubicBezTo>
                      <a:pt x="0" y="9186"/>
                      <a:pt x="3261" y="11741"/>
                      <a:pt x="8167" y="11741"/>
                    </a:cubicBezTo>
                    <a:cubicBezTo>
                      <a:pt x="13073" y="11741"/>
                      <a:pt x="16333" y="9186"/>
                      <a:pt x="16333" y="9186"/>
                    </a:cubicBezTo>
                    <a:cubicBezTo>
                      <a:pt x="10784" y="9186"/>
                      <a:pt x="8167" y="1"/>
                      <a:pt x="816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2" name="Google Shape;1172;p30"/>
              <p:cNvSpPr/>
              <p:nvPr/>
            </p:nvSpPr>
            <p:spPr bwMode="auto">
              <a:xfrm>
                <a:off x="6605250" y="4450350"/>
                <a:ext cx="559600" cy="402075"/>
              </a:xfrm>
              <a:custGeom>
                <a:avLst/>
                <a:gdLst/>
                <a:ahLst/>
                <a:cxnLst/>
                <a:rect l="l" t="t" r="r" b="b"/>
                <a:pathLst>
                  <a:path w="22384" h="16083" extrusionOk="0">
                    <a:moveTo>
                      <a:pt x="11192" y="1"/>
                    </a:moveTo>
                    <a:cubicBezTo>
                      <a:pt x="11192" y="1"/>
                      <a:pt x="7602" y="12587"/>
                      <a:pt x="0" y="12587"/>
                    </a:cubicBezTo>
                    <a:cubicBezTo>
                      <a:pt x="0" y="12587"/>
                      <a:pt x="4467" y="16083"/>
                      <a:pt x="11192" y="16083"/>
                    </a:cubicBezTo>
                    <a:cubicBezTo>
                      <a:pt x="17916" y="16083"/>
                      <a:pt x="22383" y="12587"/>
                      <a:pt x="22383" y="12587"/>
                    </a:cubicBezTo>
                    <a:cubicBezTo>
                      <a:pt x="14781" y="12587"/>
                      <a:pt x="11192" y="1"/>
                      <a:pt x="1119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3" name="Google Shape;1173;p30"/>
              <p:cNvSpPr/>
              <p:nvPr/>
            </p:nvSpPr>
            <p:spPr bwMode="auto">
              <a:xfrm>
                <a:off x="6522575" y="4580450"/>
                <a:ext cx="724950" cy="520800"/>
              </a:xfrm>
              <a:custGeom>
                <a:avLst/>
                <a:gdLst/>
                <a:ahLst/>
                <a:cxnLst/>
                <a:rect l="l" t="t" r="r" b="b"/>
                <a:pathLst>
                  <a:path w="28998" h="20832" extrusionOk="0">
                    <a:moveTo>
                      <a:pt x="14499" y="1"/>
                    </a:moveTo>
                    <a:cubicBezTo>
                      <a:pt x="14499" y="1"/>
                      <a:pt x="9843" y="16302"/>
                      <a:pt x="0" y="16302"/>
                    </a:cubicBezTo>
                    <a:cubicBezTo>
                      <a:pt x="0" y="16302"/>
                      <a:pt x="5784" y="20832"/>
                      <a:pt x="14499" y="20832"/>
                    </a:cubicBezTo>
                    <a:cubicBezTo>
                      <a:pt x="23198" y="20832"/>
                      <a:pt x="28998" y="16302"/>
                      <a:pt x="28998" y="16302"/>
                    </a:cubicBezTo>
                    <a:cubicBezTo>
                      <a:pt x="19138" y="16302"/>
                      <a:pt x="14499" y="1"/>
                      <a:pt x="1449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184411983" name="Google Shape;1174;p30"/>
          <p:cNvSpPr/>
          <p:nvPr/>
        </p:nvSpPr>
        <p:spPr bwMode="auto">
          <a:xfrm>
            <a:off x="-8925" y="695575"/>
            <a:ext cx="3504800" cy="490625"/>
          </a:xfrm>
          <a:custGeom>
            <a:avLst/>
            <a:gdLst/>
            <a:ahLst/>
            <a:cxnLst/>
            <a:rect l="l" t="t" r="r" b="b"/>
            <a:pathLst>
              <a:path w="140192" h="19625" extrusionOk="0">
                <a:moveTo>
                  <a:pt x="45832" y="2399"/>
                </a:moveTo>
                <a:cubicBezTo>
                  <a:pt x="38057" y="7775"/>
                  <a:pt x="0" y="2399"/>
                  <a:pt x="0" y="2399"/>
                </a:cubicBezTo>
                <a:lnTo>
                  <a:pt x="0" y="2399"/>
                </a:lnTo>
                <a:lnTo>
                  <a:pt x="0" y="19625"/>
                </a:lnTo>
                <a:cubicBezTo>
                  <a:pt x="0" y="19625"/>
                  <a:pt x="58293" y="7242"/>
                  <a:pt x="63418" y="4781"/>
                </a:cubicBezTo>
                <a:lnTo>
                  <a:pt x="63418" y="4781"/>
                </a:lnTo>
                <a:cubicBezTo>
                  <a:pt x="68528" y="2336"/>
                  <a:pt x="140191" y="2399"/>
                  <a:pt x="140191" y="2399"/>
                </a:cubicBezTo>
                <a:lnTo>
                  <a:pt x="140191" y="2399"/>
                </a:lnTo>
                <a:cubicBezTo>
                  <a:pt x="140191" y="2399"/>
                  <a:pt x="101711" y="0"/>
                  <a:pt x="73763" y="0"/>
                </a:cubicBezTo>
                <a:lnTo>
                  <a:pt x="73763" y="0"/>
                </a:lnTo>
                <a:cubicBezTo>
                  <a:pt x="59782" y="0"/>
                  <a:pt x="48434" y="596"/>
                  <a:pt x="45832" y="2399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55455459" name="Google Shape;1175;p30"/>
          <p:cNvSpPr/>
          <p:nvPr/>
        </p:nvSpPr>
        <p:spPr bwMode="auto">
          <a:xfrm>
            <a:off x="5614225" y="15925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96143103" name="Google Shape;1176;p30"/>
          <p:cNvSpPr/>
          <p:nvPr/>
        </p:nvSpPr>
        <p:spPr bwMode="auto">
          <a:xfrm>
            <a:off x="6525300" y="4845350"/>
            <a:ext cx="25" cy="25"/>
          </a:xfrm>
          <a:custGeom>
            <a:avLst/>
            <a:gdLst/>
            <a:ahLst/>
            <a:cxnLst/>
            <a:rect l="l" t="t" r="r" b="b"/>
            <a:pathLst>
              <a:path w="1" h="1" extrusionOk="0">
                <a:moveTo>
                  <a:pt x="1" y="0"/>
                </a:moveTo>
                <a:cubicBezTo>
                  <a:pt x="1" y="0"/>
                  <a:pt x="1" y="0"/>
                  <a:pt x="1" y="0"/>
                </a:cubicBezTo>
                <a:cubicBezTo>
                  <a:pt x="1" y="0"/>
                  <a:pt x="1" y="0"/>
                  <a:pt x="1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06320664" name="Google Shape;1177;p30"/>
          <p:cNvSpPr/>
          <p:nvPr/>
        </p:nvSpPr>
        <p:spPr bwMode="auto">
          <a:xfrm>
            <a:off x="6525300" y="4846125"/>
            <a:ext cx="824" cy="4725"/>
          </a:xfrm>
          <a:custGeom>
            <a:avLst/>
            <a:gdLst/>
            <a:ahLst/>
            <a:cxnLst/>
            <a:rect l="l" t="t" r="r" b="b"/>
            <a:pathLst>
              <a:path w="33" h="189" extrusionOk="0">
                <a:moveTo>
                  <a:pt x="32" y="189"/>
                </a:moveTo>
                <a:lnTo>
                  <a:pt x="32" y="189"/>
                </a:lnTo>
                <a:cubicBezTo>
                  <a:pt x="16" y="126"/>
                  <a:pt x="1" y="63"/>
                  <a:pt x="1" y="1"/>
                </a:cubicBezTo>
                <a:cubicBezTo>
                  <a:pt x="1" y="63"/>
                  <a:pt x="16" y="126"/>
                  <a:pt x="32" y="189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99628220" name="Google Shape;1178;p30"/>
          <p:cNvSpPr/>
          <p:nvPr/>
        </p:nvSpPr>
        <p:spPr bwMode="auto">
          <a:xfrm>
            <a:off x="6531575" y="4866125"/>
            <a:ext cx="25" cy="400"/>
          </a:xfrm>
          <a:custGeom>
            <a:avLst/>
            <a:gdLst/>
            <a:ahLst/>
            <a:cxnLst/>
            <a:rect l="l" t="t" r="r" b="b"/>
            <a:pathLst>
              <a:path w="1" h="16" extrusionOk="0">
                <a:moveTo>
                  <a:pt x="1" y="16"/>
                </a:moveTo>
                <a:cubicBezTo>
                  <a:pt x="1" y="16"/>
                  <a:pt x="1" y="0"/>
                  <a:pt x="1" y="0"/>
                </a:cubicBezTo>
                <a:cubicBezTo>
                  <a:pt x="1" y="0"/>
                  <a:pt x="1" y="16"/>
                  <a:pt x="1" y="16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88783533" name="Google Shape;1179;p30"/>
          <p:cNvSpPr/>
          <p:nvPr/>
        </p:nvSpPr>
        <p:spPr bwMode="auto">
          <a:xfrm>
            <a:off x="6530799" y="4864550"/>
            <a:ext cx="400" cy="800"/>
          </a:xfrm>
          <a:custGeom>
            <a:avLst/>
            <a:gdLst/>
            <a:ahLst/>
            <a:cxnLst/>
            <a:rect l="l" t="t" r="r" b="b"/>
            <a:pathLst>
              <a:path w="16" h="32" extrusionOk="0">
                <a:moveTo>
                  <a:pt x="16" y="32"/>
                </a:moveTo>
                <a:cubicBezTo>
                  <a:pt x="0" y="16"/>
                  <a:pt x="0" y="16"/>
                  <a:pt x="0" y="0"/>
                </a:cubicBezTo>
                <a:cubicBezTo>
                  <a:pt x="0" y="16"/>
                  <a:pt x="0" y="16"/>
                  <a:pt x="16" y="32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60713951" name="Google Shape;1180;p30"/>
          <p:cNvSpPr/>
          <p:nvPr/>
        </p:nvSpPr>
        <p:spPr bwMode="auto">
          <a:xfrm>
            <a:off x="6527650" y="4856700"/>
            <a:ext cx="2775" cy="7475"/>
          </a:xfrm>
          <a:custGeom>
            <a:avLst/>
            <a:gdLst/>
            <a:ahLst/>
            <a:cxnLst/>
            <a:rect l="l" t="t" r="r" b="b"/>
            <a:pathLst>
              <a:path w="111" h="299" extrusionOk="0">
                <a:moveTo>
                  <a:pt x="1" y="1"/>
                </a:moveTo>
                <a:cubicBezTo>
                  <a:pt x="32" y="111"/>
                  <a:pt x="63" y="205"/>
                  <a:pt x="111" y="299"/>
                </a:cubicBezTo>
                <a:cubicBezTo>
                  <a:pt x="63" y="205"/>
                  <a:pt x="32" y="111"/>
                  <a:pt x="1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668034121" name="Google Shape;1181;p30"/>
          <p:cNvGrpSpPr/>
          <p:nvPr/>
        </p:nvGrpSpPr>
        <p:grpSpPr bwMode="auto">
          <a:xfrm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182" name="Google Shape;1182;p30"/>
            <p:cNvSpPr/>
            <p:nvPr/>
          </p:nvSpPr>
          <p:spPr bwMode="auto">
            <a:xfrm>
              <a:off x="8699600" y="3962262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3" name="Google Shape;1183;p30"/>
            <p:cNvSpPr/>
            <p:nvPr/>
          </p:nvSpPr>
          <p:spPr bwMode="auto">
            <a:xfrm>
              <a:off x="756675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4" name="Google Shape;1184;p30"/>
            <p:cNvSpPr/>
            <p:nvPr/>
          </p:nvSpPr>
          <p:spPr bwMode="auto">
            <a:xfrm>
              <a:off x="643350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5" name="Google Shape;1185;p30"/>
            <p:cNvSpPr/>
            <p:nvPr/>
          </p:nvSpPr>
          <p:spPr bwMode="auto">
            <a:xfrm>
              <a:off x="5300250" y="3962262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86" name="Google Shape;1186;p30"/>
            <p:cNvGrpSpPr/>
            <p:nvPr/>
          </p:nvGrpSpPr>
          <p:grpSpPr bwMode="auto"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187" name="Google Shape;1187;p30"/>
              <p:cNvSpPr/>
              <p:nvPr/>
            </p:nvSpPr>
            <p:spPr bwMode="auto"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88" name="Google Shape;1188;p30"/>
              <p:cNvGrpSpPr/>
              <p:nvPr/>
            </p:nvGrpSpPr>
            <p:grpSpPr bwMode="auto"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189" name="Google Shape;1189;p30"/>
                <p:cNvSpPr/>
                <p:nvPr/>
              </p:nvSpPr>
              <p:spPr bwMode="auto"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0" name="Google Shape;1190;p30"/>
                <p:cNvSpPr/>
                <p:nvPr/>
              </p:nvSpPr>
              <p:spPr bwMode="auto"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1" name="Google Shape;1191;p30"/>
                <p:cNvSpPr/>
                <p:nvPr/>
              </p:nvSpPr>
              <p:spPr bwMode="auto"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2" name="Google Shape;1192;p30"/>
                <p:cNvSpPr/>
                <p:nvPr/>
              </p:nvSpPr>
              <p:spPr bwMode="auto"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3" name="Google Shape;1193;p30"/>
                <p:cNvSpPr/>
                <p:nvPr/>
              </p:nvSpPr>
              <p:spPr bwMode="auto"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4" name="Google Shape;1194;p30"/>
                <p:cNvSpPr/>
                <p:nvPr/>
              </p:nvSpPr>
              <p:spPr bwMode="auto"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6033115" name="Google Shape;1214;p32"/>
          <p:cNvSpPr/>
          <p:nvPr/>
        </p:nvSpPr>
        <p:spPr bwMode="auto">
          <a:xfrm>
            <a:off x="7727825" y="347300"/>
            <a:ext cx="840230" cy="840196"/>
          </a:xfrm>
          <a:custGeom>
            <a:avLst/>
            <a:gdLst/>
            <a:ahLst/>
            <a:cxnLst/>
            <a:rect l="l" t="t" r="r" b="b"/>
            <a:pathLst>
              <a:path w="25166" h="25165" extrusionOk="0">
                <a:moveTo>
                  <a:pt x="12583" y="1"/>
                </a:moveTo>
                <a:cubicBezTo>
                  <a:pt x="5638" y="1"/>
                  <a:pt x="1" y="5638"/>
                  <a:pt x="1" y="12583"/>
                </a:cubicBezTo>
                <a:cubicBezTo>
                  <a:pt x="1" y="19527"/>
                  <a:pt x="5638" y="25165"/>
                  <a:pt x="12583" y="25165"/>
                </a:cubicBezTo>
                <a:cubicBezTo>
                  <a:pt x="19527" y="25165"/>
                  <a:pt x="25165" y="19527"/>
                  <a:pt x="25165" y="12583"/>
                </a:cubicBezTo>
                <a:cubicBezTo>
                  <a:pt x="25165" y="5638"/>
                  <a:pt x="19527" y="1"/>
                  <a:pt x="125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76679492" name="Google Shape;1215;p32"/>
          <p:cNvSpPr/>
          <p:nvPr/>
        </p:nvSpPr>
        <p:spPr bwMode="auto">
          <a:xfrm>
            <a:off x="-1637787" y="745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67504747" name="Google Shape;1216;p32"/>
          <p:cNvSpPr txBox="1">
            <a:spLocks noGrp="1"/>
          </p:cNvSpPr>
          <p:nvPr>
            <p:ph type="title" idx="15"/>
          </p:nvPr>
        </p:nvSpPr>
        <p:spPr bwMode="auto">
          <a:xfrm>
            <a:off x="713225" y="47057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3600" b="1" dirty="0"/>
              <a:t>Summary</a:t>
            </a:r>
            <a:endParaRPr sz="3600" b="1" dirty="0"/>
          </a:p>
        </p:txBody>
      </p:sp>
      <p:sp>
        <p:nvSpPr>
          <p:cNvPr id="1094385928" name="Google Shape;1217;p32"/>
          <p:cNvSpPr txBox="1">
            <a:spLocks noGrp="1"/>
          </p:cNvSpPr>
          <p:nvPr>
            <p:ph type="title"/>
          </p:nvPr>
        </p:nvSpPr>
        <p:spPr bwMode="auto">
          <a:xfrm flipH="1">
            <a:off x="713224" y="1417925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01</a:t>
            </a:r>
            <a:endParaRPr/>
          </a:p>
        </p:txBody>
      </p:sp>
      <p:sp>
        <p:nvSpPr>
          <p:cNvPr id="1255792358" name="Google Shape;1218;p32"/>
          <p:cNvSpPr txBox="1">
            <a:spLocks noGrp="1"/>
          </p:cNvSpPr>
          <p:nvPr>
            <p:ph type="subTitle" idx="1"/>
          </p:nvPr>
        </p:nvSpPr>
        <p:spPr bwMode="auto">
          <a:xfrm flipH="1">
            <a:off x="1451399" y="1433956"/>
            <a:ext cx="1938300" cy="41913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 dirty="0"/>
              <a:t>Sound analysis</a:t>
            </a:r>
            <a:endParaRPr i="1" dirty="0"/>
          </a:p>
        </p:txBody>
      </p:sp>
      <p:sp>
        <p:nvSpPr>
          <p:cNvPr id="1047170882" name="Google Shape;1220;p32"/>
          <p:cNvSpPr txBox="1">
            <a:spLocks noGrp="1"/>
          </p:cNvSpPr>
          <p:nvPr>
            <p:ph type="title" idx="3"/>
          </p:nvPr>
        </p:nvSpPr>
        <p:spPr bwMode="auto">
          <a:xfrm flipH="1">
            <a:off x="713224" y="2714350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02</a:t>
            </a:r>
            <a:endParaRPr/>
          </a:p>
        </p:txBody>
      </p:sp>
      <p:sp>
        <p:nvSpPr>
          <p:cNvPr id="1603854174" name="Google Shape;1221;p32"/>
          <p:cNvSpPr txBox="1">
            <a:spLocks noGrp="1"/>
          </p:cNvSpPr>
          <p:nvPr>
            <p:ph type="subTitle" idx="4"/>
          </p:nvPr>
        </p:nvSpPr>
        <p:spPr bwMode="auto">
          <a:xfrm flipH="1">
            <a:off x="1451399" y="2789487"/>
            <a:ext cx="193830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 dirty="0"/>
              <a:t>Animation </a:t>
            </a:r>
            <a:endParaRPr i="1" dirty="0"/>
          </a:p>
        </p:txBody>
      </p:sp>
      <p:sp>
        <p:nvSpPr>
          <p:cNvPr id="2001543015" name="Google Shape;1223;p32"/>
          <p:cNvSpPr txBox="1">
            <a:spLocks noGrp="1"/>
          </p:cNvSpPr>
          <p:nvPr>
            <p:ph type="title" idx="6"/>
          </p:nvPr>
        </p:nvSpPr>
        <p:spPr bwMode="auto">
          <a:xfrm>
            <a:off x="3782650" y="1417925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03</a:t>
            </a:r>
            <a:endParaRPr dirty="0"/>
          </a:p>
        </p:txBody>
      </p:sp>
      <p:sp>
        <p:nvSpPr>
          <p:cNvPr id="1053796061" name="Google Shape;1224;p32"/>
          <p:cNvSpPr txBox="1">
            <a:spLocks noGrp="1"/>
          </p:cNvSpPr>
          <p:nvPr>
            <p:ph type="subTitle" idx="7"/>
          </p:nvPr>
        </p:nvSpPr>
        <p:spPr bwMode="auto">
          <a:xfrm>
            <a:off x="4493875" y="1478163"/>
            <a:ext cx="193830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 dirty="0"/>
              <a:t>Contrast with plan</a:t>
            </a:r>
            <a:endParaRPr i="1" dirty="0"/>
          </a:p>
        </p:txBody>
      </p:sp>
      <p:sp>
        <p:nvSpPr>
          <p:cNvPr id="2067234354" name="Google Shape;1226;p32"/>
          <p:cNvSpPr txBox="1">
            <a:spLocks noGrp="1"/>
          </p:cNvSpPr>
          <p:nvPr>
            <p:ph type="title" idx="9"/>
          </p:nvPr>
        </p:nvSpPr>
        <p:spPr bwMode="auto">
          <a:xfrm>
            <a:off x="3782650" y="2714350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04</a:t>
            </a:r>
            <a:endParaRPr/>
          </a:p>
        </p:txBody>
      </p:sp>
      <p:sp>
        <p:nvSpPr>
          <p:cNvPr id="1015700547" name="Google Shape;1227;p32"/>
          <p:cNvSpPr txBox="1">
            <a:spLocks noGrp="1"/>
          </p:cNvSpPr>
          <p:nvPr>
            <p:ph type="subTitle" idx="13"/>
          </p:nvPr>
        </p:nvSpPr>
        <p:spPr bwMode="auto">
          <a:xfrm>
            <a:off x="4493875" y="2789487"/>
            <a:ext cx="228885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defRPr/>
            </a:pPr>
            <a:r>
              <a:rPr lang="fr-CH" i="1" dirty="0"/>
              <a:t>Showcase </a:t>
            </a:r>
          </a:p>
        </p:txBody>
      </p:sp>
      <p:sp>
        <p:nvSpPr>
          <p:cNvPr id="1936620141" name="Google Shape;1229;p32"/>
          <p:cNvSpPr/>
          <p:nvPr/>
        </p:nvSpPr>
        <p:spPr bwMode="auto">
          <a:xfrm>
            <a:off x="6638024" y="5131575"/>
            <a:ext cx="225450" cy="266525"/>
          </a:xfrm>
          <a:custGeom>
            <a:avLst/>
            <a:gdLst/>
            <a:ahLst/>
            <a:cxnLst/>
            <a:rect l="l" t="t" r="r" b="b"/>
            <a:pathLst>
              <a:path w="9018" h="10661" extrusionOk="0">
                <a:moveTo>
                  <a:pt x="1" y="10660"/>
                </a:moveTo>
                <a:lnTo>
                  <a:pt x="9017" y="10660"/>
                </a:lnTo>
                <a:lnTo>
                  <a:pt x="9017" y="1"/>
                </a:lnTo>
                <a:lnTo>
                  <a:pt x="1" y="1"/>
                </a:lnTo>
                <a:close/>
              </a:path>
            </a:pathLst>
          </a:custGeom>
          <a:solidFill>
            <a:srgbClr val="033B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37153440" name="Google Shape;1230;p32"/>
          <p:cNvSpPr/>
          <p:nvPr/>
        </p:nvSpPr>
        <p:spPr bwMode="auto">
          <a:xfrm>
            <a:off x="6709900" y="4473175"/>
            <a:ext cx="72825" cy="792553"/>
          </a:xfrm>
          <a:custGeom>
            <a:avLst/>
            <a:gdLst/>
            <a:ahLst/>
            <a:cxnLst/>
            <a:rect l="l" t="t" r="r" b="b"/>
            <a:pathLst>
              <a:path w="2913" h="48780" extrusionOk="0">
                <a:moveTo>
                  <a:pt x="1" y="48780"/>
                </a:moveTo>
                <a:lnTo>
                  <a:pt x="2913" y="48780"/>
                </a:lnTo>
                <a:lnTo>
                  <a:pt x="2913" y="1"/>
                </a:lnTo>
                <a:lnTo>
                  <a:pt x="1" y="1"/>
                </a:lnTo>
                <a:close/>
              </a:path>
            </a:pathLst>
          </a:custGeom>
          <a:solidFill>
            <a:srgbClr val="033B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9606703" name="Google Shape;1231;p32"/>
          <p:cNvSpPr/>
          <p:nvPr/>
        </p:nvSpPr>
        <p:spPr bwMode="auto">
          <a:xfrm>
            <a:off x="5855850" y="3492550"/>
            <a:ext cx="3625540" cy="2207975"/>
          </a:xfrm>
          <a:custGeom>
            <a:avLst/>
            <a:gdLst/>
            <a:ahLst/>
            <a:cxnLst/>
            <a:rect l="l" t="t" r="r" b="b"/>
            <a:pathLst>
              <a:path w="102525" h="88319" extrusionOk="0">
                <a:moveTo>
                  <a:pt x="65114" y="10828"/>
                </a:moveTo>
                <a:cubicBezTo>
                  <a:pt x="55668" y="13983"/>
                  <a:pt x="48798" y="13068"/>
                  <a:pt x="45027" y="19826"/>
                </a:cubicBezTo>
                <a:lnTo>
                  <a:pt x="45027" y="19826"/>
                </a:lnTo>
                <a:cubicBezTo>
                  <a:pt x="41256" y="26583"/>
                  <a:pt x="39315" y="30186"/>
                  <a:pt x="32613" y="31549"/>
                </a:cubicBezTo>
                <a:lnTo>
                  <a:pt x="32613" y="31549"/>
                </a:lnTo>
                <a:cubicBezTo>
                  <a:pt x="25930" y="32893"/>
                  <a:pt x="23989" y="35413"/>
                  <a:pt x="19098" y="40678"/>
                </a:cubicBezTo>
                <a:lnTo>
                  <a:pt x="19098" y="40678"/>
                </a:lnTo>
                <a:cubicBezTo>
                  <a:pt x="14207" y="45961"/>
                  <a:pt x="8737" y="50460"/>
                  <a:pt x="8084" y="56321"/>
                </a:cubicBezTo>
                <a:lnTo>
                  <a:pt x="8084" y="56321"/>
                </a:lnTo>
                <a:cubicBezTo>
                  <a:pt x="7449" y="62183"/>
                  <a:pt x="0" y="74355"/>
                  <a:pt x="131" y="78405"/>
                </a:cubicBezTo>
                <a:lnTo>
                  <a:pt x="131" y="78405"/>
                </a:lnTo>
                <a:cubicBezTo>
                  <a:pt x="243" y="82456"/>
                  <a:pt x="3118" y="87422"/>
                  <a:pt x="3118" y="87422"/>
                </a:cubicBezTo>
                <a:lnTo>
                  <a:pt x="3118" y="87422"/>
                </a:lnTo>
                <a:cubicBezTo>
                  <a:pt x="3118" y="87422"/>
                  <a:pt x="21748" y="88318"/>
                  <a:pt x="32613" y="87422"/>
                </a:cubicBezTo>
                <a:lnTo>
                  <a:pt x="32613" y="87422"/>
                </a:lnTo>
                <a:cubicBezTo>
                  <a:pt x="43497" y="86507"/>
                  <a:pt x="46540" y="84715"/>
                  <a:pt x="51318" y="84715"/>
                </a:cubicBezTo>
                <a:lnTo>
                  <a:pt x="51318" y="84715"/>
                </a:lnTo>
                <a:cubicBezTo>
                  <a:pt x="56116" y="84715"/>
                  <a:pt x="63453" y="85611"/>
                  <a:pt x="76688" y="83801"/>
                </a:cubicBezTo>
                <a:lnTo>
                  <a:pt x="76688" y="83801"/>
                </a:lnTo>
                <a:cubicBezTo>
                  <a:pt x="89905" y="82008"/>
                  <a:pt x="102525" y="85163"/>
                  <a:pt x="102525" y="85163"/>
                </a:cubicBezTo>
                <a:lnTo>
                  <a:pt x="102525" y="85163"/>
                </a:lnTo>
                <a:lnTo>
                  <a:pt x="102525" y="0"/>
                </a:lnTo>
                <a:cubicBezTo>
                  <a:pt x="102525" y="0"/>
                  <a:pt x="74560" y="7673"/>
                  <a:pt x="65114" y="1082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50403131" name="Google Shape;1232;p32"/>
          <p:cNvSpPr/>
          <p:nvPr/>
        </p:nvSpPr>
        <p:spPr bwMode="auto">
          <a:xfrm>
            <a:off x="6401152" y="3798225"/>
            <a:ext cx="2867400" cy="1881300"/>
          </a:xfrm>
          <a:custGeom>
            <a:avLst/>
            <a:gdLst/>
            <a:ahLst/>
            <a:cxnLst/>
            <a:rect l="l" t="t" r="r" b="b"/>
            <a:pathLst>
              <a:path w="96888" h="75252" extrusionOk="0">
                <a:moveTo>
                  <a:pt x="96887" y="1214"/>
                </a:moveTo>
                <a:cubicBezTo>
                  <a:pt x="96887" y="1214"/>
                  <a:pt x="84809" y="1"/>
                  <a:pt x="53970" y="19173"/>
                </a:cubicBezTo>
                <a:cubicBezTo>
                  <a:pt x="48967" y="22290"/>
                  <a:pt x="34928" y="39670"/>
                  <a:pt x="28992" y="40510"/>
                </a:cubicBezTo>
                <a:cubicBezTo>
                  <a:pt x="23037" y="41350"/>
                  <a:pt x="21301" y="42918"/>
                  <a:pt x="16970" y="46185"/>
                </a:cubicBezTo>
                <a:cubicBezTo>
                  <a:pt x="12620" y="49471"/>
                  <a:pt x="7748" y="52271"/>
                  <a:pt x="7188" y="55930"/>
                </a:cubicBezTo>
                <a:cubicBezTo>
                  <a:pt x="6628" y="59570"/>
                  <a:pt x="1" y="67131"/>
                  <a:pt x="113" y="69651"/>
                </a:cubicBezTo>
                <a:cubicBezTo>
                  <a:pt x="206" y="72171"/>
                  <a:pt x="2763" y="75251"/>
                  <a:pt x="2763" y="75251"/>
                </a:cubicBezTo>
                <a:cubicBezTo>
                  <a:pt x="2763" y="75251"/>
                  <a:pt x="41350" y="73571"/>
                  <a:pt x="45606" y="73571"/>
                </a:cubicBezTo>
                <a:cubicBezTo>
                  <a:pt x="49863" y="73571"/>
                  <a:pt x="56396" y="74131"/>
                  <a:pt x="68139" y="73011"/>
                </a:cubicBezTo>
                <a:cubicBezTo>
                  <a:pt x="79899" y="71891"/>
                  <a:pt x="91119" y="73851"/>
                  <a:pt x="91119" y="7385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52566719" name="Google Shape;1233;p32"/>
          <p:cNvSpPr/>
          <p:nvPr/>
        </p:nvSpPr>
        <p:spPr bwMode="auto">
          <a:xfrm>
            <a:off x="5687175" y="240497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333231128" name="Google Shape;1234;p32"/>
          <p:cNvGrpSpPr/>
          <p:nvPr/>
        </p:nvGrpSpPr>
        <p:grpSpPr bwMode="auto">
          <a:xfrm>
            <a:off x="7697498" y="2089814"/>
            <a:ext cx="2353043" cy="3308282"/>
            <a:chOff x="6522575" y="4082000"/>
            <a:chExt cx="724950" cy="1019250"/>
          </a:xfrm>
        </p:grpSpPr>
        <p:sp>
          <p:nvSpPr>
            <p:cNvPr id="1235" name="Google Shape;1235;p32"/>
            <p:cNvSpPr/>
            <p:nvPr/>
          </p:nvSpPr>
          <p:spPr bwMode="auto">
            <a:xfrm>
              <a:off x="6714575" y="4259900"/>
              <a:ext cx="340550" cy="244949"/>
            </a:xfrm>
            <a:custGeom>
              <a:avLst/>
              <a:gdLst/>
              <a:ahLst/>
              <a:cxnLst/>
              <a:rect l="l" t="t" r="r" b="b"/>
              <a:pathLst>
                <a:path w="13622" h="9798" extrusionOk="0">
                  <a:moveTo>
                    <a:pt x="6819" y="1"/>
                  </a:moveTo>
                  <a:cubicBezTo>
                    <a:pt x="6819" y="1"/>
                    <a:pt x="4624" y="7666"/>
                    <a:pt x="0" y="7666"/>
                  </a:cubicBezTo>
                  <a:cubicBezTo>
                    <a:pt x="0" y="7666"/>
                    <a:pt x="2728" y="9797"/>
                    <a:pt x="6819" y="9797"/>
                  </a:cubicBezTo>
                  <a:cubicBezTo>
                    <a:pt x="10910" y="9797"/>
                    <a:pt x="13621" y="7666"/>
                    <a:pt x="13621" y="7666"/>
                  </a:cubicBezTo>
                  <a:cubicBezTo>
                    <a:pt x="8998" y="7666"/>
                    <a:pt x="6819" y="1"/>
                    <a:pt x="681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236" name="Google Shape;1236;p32"/>
            <p:cNvGrpSpPr/>
            <p:nvPr/>
          </p:nvGrpSpPr>
          <p:grpSpPr bwMode="auto">
            <a:xfrm>
              <a:off x="6522575" y="4082000"/>
              <a:ext cx="724950" cy="1019250"/>
              <a:chOff x="6522575" y="4082000"/>
              <a:chExt cx="724950" cy="1019250"/>
            </a:xfrm>
          </p:grpSpPr>
          <p:sp>
            <p:nvSpPr>
              <p:cNvPr id="1237" name="Google Shape;1237;p32"/>
              <p:cNvSpPr/>
              <p:nvPr/>
            </p:nvSpPr>
            <p:spPr bwMode="auto">
              <a:xfrm>
                <a:off x="6765900" y="4082000"/>
                <a:ext cx="238275" cy="272775"/>
              </a:xfrm>
              <a:custGeom>
                <a:avLst/>
                <a:gdLst/>
                <a:ahLst/>
                <a:cxnLst/>
                <a:rect l="l" t="t" r="r" b="b"/>
                <a:pathLst>
                  <a:path w="9531" h="10911" extrusionOk="0">
                    <a:moveTo>
                      <a:pt x="4766" y="1"/>
                    </a:moveTo>
                    <a:cubicBezTo>
                      <a:pt x="4766" y="1"/>
                      <a:pt x="3527" y="9829"/>
                      <a:pt x="1" y="9829"/>
                    </a:cubicBezTo>
                    <a:cubicBezTo>
                      <a:pt x="1" y="9829"/>
                      <a:pt x="1835" y="10910"/>
                      <a:pt x="4766" y="10910"/>
                    </a:cubicBezTo>
                    <a:cubicBezTo>
                      <a:pt x="7681" y="10910"/>
                      <a:pt x="9531" y="9829"/>
                      <a:pt x="9531" y="9829"/>
                    </a:cubicBezTo>
                    <a:cubicBezTo>
                      <a:pt x="5988" y="9829"/>
                      <a:pt x="4766" y="1"/>
                      <a:pt x="476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38" name="Google Shape;1238;p32"/>
              <p:cNvSpPr/>
              <p:nvPr/>
            </p:nvSpPr>
            <p:spPr bwMode="auto">
              <a:xfrm>
                <a:off x="6680875" y="4339450"/>
                <a:ext cx="408350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4" h="11741" extrusionOk="0">
                    <a:moveTo>
                      <a:pt x="8167" y="1"/>
                    </a:moveTo>
                    <a:cubicBezTo>
                      <a:pt x="8167" y="1"/>
                      <a:pt x="5549" y="9186"/>
                      <a:pt x="0" y="9186"/>
                    </a:cubicBezTo>
                    <a:cubicBezTo>
                      <a:pt x="0" y="9186"/>
                      <a:pt x="3261" y="11741"/>
                      <a:pt x="8167" y="11741"/>
                    </a:cubicBezTo>
                    <a:cubicBezTo>
                      <a:pt x="13073" y="11741"/>
                      <a:pt x="16333" y="9186"/>
                      <a:pt x="16333" y="9186"/>
                    </a:cubicBezTo>
                    <a:cubicBezTo>
                      <a:pt x="10784" y="9186"/>
                      <a:pt x="8167" y="1"/>
                      <a:pt x="81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39" name="Google Shape;1239;p32"/>
              <p:cNvSpPr/>
              <p:nvPr/>
            </p:nvSpPr>
            <p:spPr bwMode="auto">
              <a:xfrm>
                <a:off x="6605250" y="4450350"/>
                <a:ext cx="559600" cy="402075"/>
              </a:xfrm>
              <a:custGeom>
                <a:avLst/>
                <a:gdLst/>
                <a:ahLst/>
                <a:cxnLst/>
                <a:rect l="l" t="t" r="r" b="b"/>
                <a:pathLst>
                  <a:path w="22384" h="16083" extrusionOk="0">
                    <a:moveTo>
                      <a:pt x="11192" y="1"/>
                    </a:moveTo>
                    <a:cubicBezTo>
                      <a:pt x="11192" y="1"/>
                      <a:pt x="7602" y="12587"/>
                      <a:pt x="0" y="12587"/>
                    </a:cubicBezTo>
                    <a:cubicBezTo>
                      <a:pt x="0" y="12587"/>
                      <a:pt x="4467" y="16083"/>
                      <a:pt x="11192" y="16083"/>
                    </a:cubicBezTo>
                    <a:cubicBezTo>
                      <a:pt x="17916" y="16083"/>
                      <a:pt x="22383" y="12587"/>
                      <a:pt x="22383" y="12587"/>
                    </a:cubicBezTo>
                    <a:cubicBezTo>
                      <a:pt x="14781" y="12587"/>
                      <a:pt x="11192" y="1"/>
                      <a:pt x="1119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40" name="Google Shape;1240;p32"/>
              <p:cNvSpPr/>
              <p:nvPr/>
            </p:nvSpPr>
            <p:spPr bwMode="auto">
              <a:xfrm>
                <a:off x="6522575" y="4580450"/>
                <a:ext cx="724950" cy="520800"/>
              </a:xfrm>
              <a:custGeom>
                <a:avLst/>
                <a:gdLst/>
                <a:ahLst/>
                <a:cxnLst/>
                <a:rect l="l" t="t" r="r" b="b"/>
                <a:pathLst>
                  <a:path w="28998" h="20832" extrusionOk="0">
                    <a:moveTo>
                      <a:pt x="14499" y="1"/>
                    </a:moveTo>
                    <a:cubicBezTo>
                      <a:pt x="14499" y="1"/>
                      <a:pt x="9843" y="16302"/>
                      <a:pt x="0" y="16302"/>
                    </a:cubicBezTo>
                    <a:cubicBezTo>
                      <a:pt x="0" y="16302"/>
                      <a:pt x="5784" y="20832"/>
                      <a:pt x="14499" y="20832"/>
                    </a:cubicBezTo>
                    <a:cubicBezTo>
                      <a:pt x="23198" y="20832"/>
                      <a:pt x="28998" y="16302"/>
                      <a:pt x="28998" y="16302"/>
                    </a:cubicBezTo>
                    <a:cubicBezTo>
                      <a:pt x="19138" y="16302"/>
                      <a:pt x="14499" y="1"/>
                      <a:pt x="1449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858620984" name="Google Shape;1241;p32"/>
          <p:cNvSpPr/>
          <p:nvPr/>
        </p:nvSpPr>
        <p:spPr bwMode="auto">
          <a:xfrm rot="-2231248" flipH="1">
            <a:off x="64949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23846706" name="Google Shape;1242;p32"/>
          <p:cNvSpPr/>
          <p:nvPr/>
        </p:nvSpPr>
        <p:spPr bwMode="auto">
          <a:xfrm rot="-2231248" flipH="1">
            <a:off x="7607768" y="14884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748626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65117637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844765605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011003978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835487437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55190575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802803" y="248894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</a:t>
            </a:r>
            <a:br>
              <a:rPr lang="en"/>
            </a:br>
            <a:r>
              <a:rPr lang="en"/>
              <a:t>analysis</a:t>
            </a:r>
            <a:endParaRPr i="1"/>
          </a:p>
        </p:txBody>
      </p:sp>
      <p:sp>
        <p:nvSpPr>
          <p:cNvPr id="138323106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5" y="686500"/>
            <a:ext cx="1512558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01</a:t>
            </a:r>
            <a:endParaRPr dirty="0"/>
          </a:p>
        </p:txBody>
      </p:sp>
      <p:grpSp>
        <p:nvGrpSpPr>
          <p:cNvPr id="1503375970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372162643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94926500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13265564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91381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347563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16155538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2062282137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23734312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Music analysis</a:t>
            </a:r>
          </a:p>
        </p:txBody>
      </p:sp>
      <p:sp>
        <p:nvSpPr>
          <p:cNvPr id="2015357091" name="ZoneTexte 2015357090"/>
          <p:cNvSpPr txBox="1"/>
          <p:nvPr/>
        </p:nvSpPr>
        <p:spPr bwMode="auto">
          <a:xfrm>
            <a:off x="2591039" y="1840786"/>
            <a:ext cx="5983275" cy="172675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217793" indent="-217793">
              <a:buFont typeface="Arial"/>
              <a:buChar char="•"/>
              <a:defRPr/>
            </a:pPr>
            <a:r>
              <a:rPr lang="fr-CH" sz="2000" b="1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TODO THE REST!!</a:t>
            </a:r>
          </a:p>
          <a:p>
            <a:pPr marL="217793" indent="-217793">
              <a:buFont typeface="Arial"/>
              <a:buChar char="•"/>
              <a:defRPr/>
            </a:pPr>
            <a:r>
              <a:rPr sz="2000" b="1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STFT</a:t>
            </a:r>
            <a:r>
              <a:rPr sz="2000" b="0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 = "Where is the energy in the frequency domain?"</a:t>
            </a:r>
            <a:endParaRPr sz="2200" dirty="0">
              <a:solidFill>
                <a:schemeClr val="tx1"/>
              </a:solidFill>
              <a:latin typeface="Abel"/>
              <a:cs typeface="Abel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sz="2000" b="1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CQT</a:t>
            </a:r>
            <a:r>
              <a:rPr sz="2000" b="0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 = "Which musical notes are present?"</a:t>
            </a:r>
            <a:endParaRPr sz="2200" dirty="0">
              <a:solidFill>
                <a:schemeClr val="tx1"/>
              </a:solidFill>
              <a:latin typeface="Abel"/>
              <a:cs typeface="Abel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sz="2000" b="1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YIN</a:t>
            </a:r>
            <a:r>
              <a:rPr sz="2000" b="0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 = "What is the pitch of this single sound?"</a:t>
            </a:r>
            <a:endParaRPr sz="2200" dirty="0">
              <a:solidFill>
                <a:schemeClr val="tx1"/>
              </a:solidFill>
              <a:latin typeface="Abel"/>
              <a:cs typeface="Abel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sz="2000" b="1" i="0" u="none" dirty="0" err="1">
                <a:solidFill>
                  <a:schemeClr val="tx1"/>
                </a:solidFill>
                <a:latin typeface="Abel"/>
                <a:ea typeface="Abel"/>
                <a:cs typeface="Abel"/>
              </a:rPr>
              <a:t>pYIN</a:t>
            </a:r>
            <a:r>
              <a:rPr sz="2000" b="0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 = "YIN, but with fewer mistakes."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677599" name="Google Shape;1247;p33"/>
          <p:cNvSpPr/>
          <p:nvPr/>
        </p:nvSpPr>
        <p:spPr bwMode="auto">
          <a:xfrm>
            <a:off x="-1682886" y="1208937"/>
            <a:ext cx="10828624" cy="1112949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96928790" name="Google Shape;1248;p33"/>
          <p:cNvSpPr/>
          <p:nvPr/>
        </p:nvSpPr>
        <p:spPr bwMode="auto">
          <a:xfrm>
            <a:off x="124024" y="580324"/>
            <a:ext cx="2262174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03444643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89" y="295287"/>
            <a:ext cx="5908962" cy="872246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1632365674" name="Google Shape;1251;p33"/>
          <p:cNvSpPr/>
          <p:nvPr/>
        </p:nvSpPr>
        <p:spPr bwMode="auto">
          <a:xfrm rot="-2231248" flipH="1">
            <a:off x="3001542" y="964959"/>
            <a:ext cx="240402" cy="114378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78278155" name="Google Shape;1250;p33"/>
          <p:cNvSpPr txBox="1"/>
          <p:nvPr/>
        </p:nvSpPr>
        <p:spPr bwMode="auto">
          <a:xfrm>
            <a:off x="614730" y="981117"/>
            <a:ext cx="2448126" cy="414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4" tIns="91424" rIns="91424" bIns="91424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/>
              <a:t>Music file to Midi</a:t>
            </a:r>
          </a:p>
          <a:p>
            <a:pPr marL="0" indent="0">
              <a:defRPr/>
            </a:pPr>
            <a:r>
              <a:rPr lang="fr-FR" sz="2400" b="1" i="1"/>
              <a:t>Algorithms</a:t>
            </a:r>
            <a:endParaRPr lang="en" sz="2400" b="1" i="1"/>
          </a:p>
        </p:txBody>
      </p:sp>
      <p:pic>
        <p:nvPicPr>
          <p:cNvPr id="1811285758" name="Image 1811285757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789079" y="580324"/>
            <a:ext cx="3254319" cy="2440739"/>
          </a:xfrm>
          <a:prstGeom prst="rect">
            <a:avLst/>
          </a:prstGeom>
        </p:spPr>
      </p:pic>
      <p:pic>
        <p:nvPicPr>
          <p:cNvPr id="1522081535" name="Image 1522081534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823117" y="3107148"/>
            <a:ext cx="3220280" cy="2415210"/>
          </a:xfrm>
          <a:prstGeom prst="rect">
            <a:avLst/>
          </a:prstGeom>
        </p:spPr>
      </p:pic>
      <p:pic>
        <p:nvPicPr>
          <p:cNvPr id="1535073880" name="Image 1535073879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2743472" y="1234821"/>
            <a:ext cx="2935833" cy="2201875"/>
          </a:xfrm>
          <a:prstGeom prst="rect">
            <a:avLst/>
          </a:prstGeom>
        </p:spPr>
      </p:pic>
      <p:pic>
        <p:nvPicPr>
          <p:cNvPr id="1200018018" name="Image 1200018017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277956" y="2998257"/>
            <a:ext cx="2843787" cy="2132840"/>
          </a:xfrm>
          <a:prstGeom prst="rect">
            <a:avLst/>
          </a:prstGeom>
        </p:spPr>
      </p:pic>
      <p:sp>
        <p:nvSpPr>
          <p:cNvPr id="1332855207" name="ZoneTexte 1332855206"/>
          <p:cNvSpPr txBox="1"/>
          <p:nvPr/>
        </p:nvSpPr>
        <p:spPr bwMode="auto">
          <a:xfrm>
            <a:off x="614730" y="2662616"/>
            <a:ext cx="987126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 sz="1600" b="1">
                <a:solidFill>
                  <a:schemeClr val="tx1"/>
                </a:solidFill>
                <a:latin typeface="Abel"/>
                <a:ea typeface="Abel"/>
                <a:cs typeface="Abel"/>
              </a:rPr>
              <a:t>CQT</a:t>
            </a:r>
            <a:endParaRPr sz="1600" b="1">
              <a:solidFill>
                <a:schemeClr val="tx1"/>
              </a:solidFill>
              <a:latin typeface="Abel"/>
              <a:cs typeface="Abel"/>
            </a:endParaRPr>
          </a:p>
        </p:txBody>
      </p:sp>
      <p:sp>
        <p:nvSpPr>
          <p:cNvPr id="1063071052" name="ZoneTexte 1063071051"/>
          <p:cNvSpPr txBox="1"/>
          <p:nvPr/>
        </p:nvSpPr>
        <p:spPr bwMode="auto">
          <a:xfrm>
            <a:off x="3817043" y="3436697"/>
            <a:ext cx="990006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 sz="1600" b="1">
                <a:solidFill>
                  <a:schemeClr val="tx1"/>
                </a:solidFill>
                <a:latin typeface="Abel"/>
                <a:ea typeface="Abel"/>
                <a:cs typeface="Abel"/>
              </a:rPr>
              <a:t>S</a:t>
            </a:r>
            <a:r>
              <a:rPr lang="fr-FR" sz="1600" b="1">
                <a:solidFill>
                  <a:schemeClr val="tx1"/>
                </a:solidFill>
                <a:latin typeface="Abel"/>
                <a:cs typeface="Abel"/>
              </a:rPr>
              <a:t>TFT</a:t>
            </a:r>
            <a:endParaRPr sz="1600" b="1">
              <a:solidFill>
                <a:schemeClr val="tx1"/>
              </a:solidFill>
              <a:latin typeface="Abel"/>
              <a:cs typeface="Abel"/>
            </a:endParaRPr>
          </a:p>
        </p:txBody>
      </p:sp>
      <p:sp>
        <p:nvSpPr>
          <p:cNvPr id="1168414805" name="ZoneTexte 1168414804"/>
          <p:cNvSpPr txBox="1"/>
          <p:nvPr/>
        </p:nvSpPr>
        <p:spPr bwMode="auto">
          <a:xfrm>
            <a:off x="7190819" y="244684"/>
            <a:ext cx="992885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 sz="1600" b="1">
                <a:solidFill>
                  <a:schemeClr val="tx1"/>
                </a:solidFill>
                <a:latin typeface="Abel"/>
                <a:ea typeface="Abel"/>
                <a:cs typeface="Abel"/>
              </a:rPr>
              <a:t>YIN</a:t>
            </a:r>
            <a:endParaRPr sz="1600" b="1">
              <a:solidFill>
                <a:schemeClr val="tx1"/>
              </a:solidFill>
              <a:latin typeface="Abel"/>
              <a:cs typeface="Abel"/>
            </a:endParaRPr>
          </a:p>
        </p:txBody>
      </p:sp>
      <p:sp>
        <p:nvSpPr>
          <p:cNvPr id="1405376363" name="ZoneTexte 1405376362"/>
          <p:cNvSpPr txBox="1"/>
          <p:nvPr/>
        </p:nvSpPr>
        <p:spPr bwMode="auto">
          <a:xfrm>
            <a:off x="5292636" y="4908926"/>
            <a:ext cx="993245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 sz="1600" b="1">
                <a:solidFill>
                  <a:schemeClr val="tx1"/>
                </a:solidFill>
                <a:latin typeface="Abel"/>
                <a:ea typeface="Abel"/>
                <a:cs typeface="Abel"/>
              </a:rPr>
              <a:t>PYIN</a:t>
            </a:r>
            <a:endParaRPr sz="1600" b="1">
              <a:solidFill>
                <a:schemeClr val="tx1"/>
              </a:solidFill>
              <a:latin typeface="Abel"/>
              <a:cs typeface="Abe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2490879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20474041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78938965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1013910783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3062858" y="1628570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1 bin CQT = 1 </a:t>
            </a:r>
            <a:r>
              <a:rPr lang="fr-FR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halftone </a:t>
            </a:r>
            <a:r>
              <a:rPr lang="en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= 1 MIDI </a:t>
            </a:r>
            <a:r>
              <a:rPr lang="fr-FR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note if</a:t>
            </a:r>
            <a:r>
              <a:rPr lang="en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</a:t>
            </a:r>
            <a:r>
              <a:rPr lang="en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bins_per_octave=12</a:t>
            </a:r>
            <a:r>
              <a:rPr lang="fr-FR" b="1"/>
              <a:t> </a:t>
            </a:r>
            <a:r>
              <a:rPr lang="fr-FR" b="0"/>
              <a:t>(Default value)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b="0"/>
              <a:t>C2 = 65 Hz (fmin)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b="0"/>
              <a:t>B8 = 7,9k Hz (fmax)</a:t>
            </a:r>
            <a:endParaRPr b="0"/>
          </a:p>
        </p:txBody>
      </p:sp>
      <p:sp>
        <p:nvSpPr>
          <p:cNvPr id="1201622043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59085469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Manage Hz  ranges from midi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9275065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52385423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106903529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897765824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2699509" y="981117"/>
            <a:ext cx="6446228" cy="2486410"/>
          </a:xfrm>
          <a:prstGeom prst="rect">
            <a:avLst/>
          </a:prstGeom>
        </p:spPr>
        <p:txBody>
          <a:bodyPr spcFirstLastPara="1" vertOverflow="overflow" horzOverflow="overflow" vert="horz" wrap="square" lIns="91424" tIns="91424" rIns="91424" bIns="91424" numCol="2" spcCol="0" rtlCol="0" fromWordArt="0" anchor="t" anchorCtr="0" forceAA="0" compatLnSpc="0">
            <a:noAutofit/>
          </a:bodyPr>
          <a:lstStyle/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Load the audio → mono waveform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Clean it → </a:t>
            </a: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Trim </a:t>
            </a: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silence</a:t>
            </a: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 (-30db)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S</a:t>
            </a: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eparate melody from drums</a:t>
            </a: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 (HPSS)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Find note </a:t>
            </a:r>
            <a:r>
              <a:rPr lang="fr-FR" sz="1500" b="1" i="0" u="none" strike="noStrike" cap="none" spc="0" dirty="0" err="1">
                <a:solidFill>
                  <a:schemeClr val="dk1"/>
                </a:solidFill>
                <a:latin typeface="Abel"/>
                <a:ea typeface="Abel"/>
                <a:cs typeface="Abel"/>
              </a:rPr>
              <a:t>begining</a:t>
            </a: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 </a:t>
            </a: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→ detect onsets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Estimate pitch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>
              <a:defRPr/>
            </a:pP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	One note </a:t>
            </a: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→ pYIN gives frequency over time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	Several notes → CQT gives energy per semitone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Convert frequency → MIDI note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Cut the timeline into segments using the onsets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For each segment, pick the active note(s) and create a MIDI event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Write the .mid file</a:t>
            </a:r>
            <a:endParaRPr sz="1500" b="1" dirty="0"/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fr-FR" sz="1500" b="1" dirty="0"/>
              <a:t>Done !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</p:txBody>
      </p:sp>
      <p:sp>
        <p:nvSpPr>
          <p:cNvPr id="1576299220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82042115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fr-FR" sz="2400" b="1" i="1"/>
              <a:t>Translation process</a:t>
            </a:r>
            <a:endParaRPr lang="en" sz="2400" b="1" i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BD600C61-764F-1295-BD00-C22BFB169E1B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91381" name="Google Shape;1247;p33">
            <a:extLst>
              <a:ext uri="{FF2B5EF4-FFF2-40B4-BE49-F238E27FC236}">
                <a16:creationId xmlns:a16="http://schemas.microsoft.com/office/drawing/2014/main" id="{731AB92A-5298-B898-9070-CAADA8027F40}"/>
              </a:ext>
            </a:extLst>
          </p:cNvPr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347563" name="Google Shape;1248;p33">
            <a:extLst>
              <a:ext uri="{FF2B5EF4-FFF2-40B4-BE49-F238E27FC236}">
                <a16:creationId xmlns:a16="http://schemas.microsoft.com/office/drawing/2014/main" id="{ACCA685B-6BAD-A1AF-1A60-8540B9679B2B}"/>
              </a:ext>
            </a:extLst>
          </p:cNvPr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16155538" name="Google Shape;1249;p33">
            <a:extLst>
              <a:ext uri="{FF2B5EF4-FFF2-40B4-BE49-F238E27FC236}">
                <a16:creationId xmlns:a16="http://schemas.microsoft.com/office/drawing/2014/main" id="{10D9A332-3C7F-FB8E-E3C7-2158338C6CFA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2062282137" name="Google Shape;1251;p33">
            <a:extLst>
              <a:ext uri="{FF2B5EF4-FFF2-40B4-BE49-F238E27FC236}">
                <a16:creationId xmlns:a16="http://schemas.microsoft.com/office/drawing/2014/main" id="{B0E26325-C592-442F-E1B0-2106777DB04B}"/>
              </a:ext>
            </a:extLst>
          </p:cNvPr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23734312" name="Google Shape;1250;p33">
            <a:extLst>
              <a:ext uri="{FF2B5EF4-FFF2-40B4-BE49-F238E27FC236}">
                <a16:creationId xmlns:a16="http://schemas.microsoft.com/office/drawing/2014/main" id="{3D24DA4A-1287-28B7-B3C1-11FFCD1B5E97}"/>
              </a:ext>
            </a:extLst>
          </p:cNvPr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endParaRPr lang="en" sz="2400" b="1" i="1" dirty="0"/>
          </a:p>
        </p:txBody>
      </p:sp>
      <p:sp>
        <p:nvSpPr>
          <p:cNvPr id="4" name="Google Shape;1250;p33">
            <a:extLst>
              <a:ext uri="{FF2B5EF4-FFF2-40B4-BE49-F238E27FC236}">
                <a16:creationId xmlns:a16="http://schemas.microsoft.com/office/drawing/2014/main" id="{26BE98E1-3857-B430-60B1-5724D3F5355D}"/>
              </a:ext>
            </a:extLst>
          </p:cNvPr>
          <p:cNvSpPr txBox="1"/>
          <p:nvPr/>
        </p:nvSpPr>
        <p:spPr bwMode="auto">
          <a:xfrm>
            <a:off x="297590" y="1022149"/>
            <a:ext cx="3755426" cy="947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Detect note and volume</a:t>
            </a:r>
          </a:p>
        </p:txBody>
      </p:sp>
      <p:sp>
        <p:nvSpPr>
          <p:cNvPr id="6" name="Sous-titre 5">
            <a:extLst>
              <a:ext uri="{FF2B5EF4-FFF2-40B4-BE49-F238E27FC236}">
                <a16:creationId xmlns:a16="http://schemas.microsoft.com/office/drawing/2014/main" id="{7BE266A2-5509-944F-1BF2-6CBF9A2533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81616" y="1821346"/>
            <a:ext cx="4151870" cy="2000534"/>
          </a:xfrm>
        </p:spPr>
        <p:txBody>
          <a:bodyPr/>
          <a:lstStyle/>
          <a:p>
            <a:pPr marL="376150" indent="-261850">
              <a:buFont typeface="Arial"/>
              <a:buChar char="•"/>
              <a:defRPr/>
            </a:pPr>
            <a:r>
              <a:rPr lang="fr-CH" sz="1500" dirty="0" err="1"/>
              <a:t>Load</a:t>
            </a:r>
            <a:r>
              <a:rPr lang="fr-CH" sz="1500" dirty="0"/>
              <a:t> MP3</a:t>
            </a:r>
          </a:p>
          <a:p>
            <a:pPr marL="376150" indent="-261850">
              <a:buFont typeface="Arial"/>
              <a:buChar char="•"/>
              <a:defRPr/>
            </a:pPr>
            <a:r>
              <a:rPr lang="fr-CH" sz="1500" dirty="0" err="1"/>
              <a:t>Extract</a:t>
            </a:r>
            <a:r>
              <a:rPr lang="fr-CH" sz="1500" dirty="0"/>
              <a:t> :</a:t>
            </a:r>
          </a:p>
          <a:p>
            <a:pPr marL="857250" lvl="1" indent="-285750" algn="l">
              <a:buFont typeface="Wingdings" panose="05000000000000000000" pitchFamily="2" charset="2"/>
              <a:buChar char="§"/>
              <a:defRPr/>
            </a:pPr>
            <a:r>
              <a:rPr lang="fr-CH" sz="1600" dirty="0"/>
              <a:t>Notes</a:t>
            </a:r>
          </a:p>
          <a:p>
            <a:pPr marL="857250" lvl="1" indent="-285750" algn="l">
              <a:buFont typeface="Wingdings" panose="05000000000000000000" pitchFamily="2" charset="2"/>
              <a:buChar char="§"/>
              <a:defRPr/>
            </a:pPr>
            <a:r>
              <a:rPr lang="fr-CH" sz="1600" dirty="0"/>
              <a:t>Volume</a:t>
            </a:r>
          </a:p>
          <a:p>
            <a:pPr marL="857250" lvl="1" indent="-285750" algn="l">
              <a:buFont typeface="Wingdings" panose="05000000000000000000" pitchFamily="2" charset="2"/>
              <a:buChar char="§"/>
              <a:defRPr/>
            </a:pPr>
            <a:r>
              <a:rPr lang="fr-CH" sz="1600" dirty="0" err="1"/>
              <a:t>Onsets</a:t>
            </a:r>
            <a:endParaRPr lang="fr-CH" sz="160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B22C12DD-F12D-FFA9-F36E-1905A777D450}"/>
              </a:ext>
            </a:extLst>
          </p:cNvPr>
          <p:cNvSpPr txBox="1"/>
          <p:nvPr/>
        </p:nvSpPr>
        <p:spPr>
          <a:xfrm>
            <a:off x="4364544" y="1498181"/>
            <a:ext cx="727195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H" sz="1500" b="1" dirty="0"/>
              <a:t>With </a:t>
            </a:r>
            <a:r>
              <a:rPr lang="fr-CH" sz="1500" b="1" dirty="0" err="1"/>
              <a:t>Librosa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22067814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218887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63285903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318568932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423587602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884303494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64820465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771053" y="2653058"/>
            <a:ext cx="4825418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 i="1"/>
          </a:p>
        </p:txBody>
      </p:sp>
      <p:sp>
        <p:nvSpPr>
          <p:cNvPr id="441673872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02</a:t>
            </a:r>
            <a:endParaRPr/>
          </a:p>
        </p:txBody>
      </p:sp>
      <p:grpSp>
        <p:nvGrpSpPr>
          <p:cNvPr id="1224600899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415767089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77362715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59920473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433999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09216847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27420884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356723695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3062858" y="1628570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Syncro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Random trains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Can accelerate</a:t>
            </a:r>
            <a:endParaRPr/>
          </a:p>
        </p:txBody>
      </p:sp>
      <p:sp>
        <p:nvSpPr>
          <p:cNvPr id="1289149090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3365057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Smoke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6141081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54383957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34907873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1165322833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92155682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Birds</a:t>
            </a:r>
          </a:p>
        </p:txBody>
      </p:sp>
      <p:pic>
        <p:nvPicPr>
          <p:cNvPr id="1333251513" name="Image 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314063" y="1269456"/>
            <a:ext cx="6092826" cy="2478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5508742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57051797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71293744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Animation</a:t>
            </a:r>
            <a:endParaRPr dirty="0"/>
          </a:p>
        </p:txBody>
      </p:sp>
      <p:sp>
        <p:nvSpPr>
          <p:cNvPr id="1187112974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5839398" y="799526"/>
            <a:ext cx="3060981" cy="39930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CA" noProof="0" dirty="0"/>
              <a:t>Two classes</a:t>
            </a:r>
          </a:p>
          <a:p>
            <a:pPr marL="717550" indent="-285750">
              <a:buFont typeface="Arial" panose="020B0604020202020204" pitchFamily="34" charset="0"/>
              <a:buChar char="•"/>
              <a:tabLst>
                <a:tab pos="538163" algn="l"/>
              </a:tabLst>
              <a:defRPr/>
            </a:pPr>
            <a:r>
              <a:rPr lang="en-CA" dirty="0" err="1"/>
              <a:t>RainDrop</a:t>
            </a:r>
            <a:endParaRPr lang="en-CA" dirty="0"/>
          </a:p>
          <a:p>
            <a:pPr marL="717550" indent="-285750">
              <a:buFont typeface="Arial" panose="020B0604020202020204" pitchFamily="34" charset="0"/>
              <a:buChar char="•"/>
              <a:tabLst>
                <a:tab pos="538163" algn="l"/>
              </a:tabLst>
              <a:defRPr/>
            </a:pPr>
            <a:r>
              <a:rPr lang="en-CA" dirty="0"/>
              <a:t>Rain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CA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CA" noProof="0" dirty="0"/>
              <a:t>Random speed/length/drift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CA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CA" noProof="0" dirty="0"/>
              <a:t>Respawn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CA" noProof="0" dirty="0"/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en-CA" dirty="0"/>
              <a:t>Trigonometry</a:t>
            </a:r>
          </a:p>
        </p:txBody>
      </p:sp>
      <p:sp>
        <p:nvSpPr>
          <p:cNvPr id="1508530741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56537995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Rain</a:t>
            </a:r>
            <a:endParaRPr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7DD83583-A81D-BCA8-AD54-9A87F76D4D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621" y="1568329"/>
            <a:ext cx="5380938" cy="311421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871129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871129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871129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871129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871129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871129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7112974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961528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72777912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23973780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54948589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5219891" y="580324"/>
            <a:ext cx="3481095" cy="369759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Two classes:</a:t>
            </a:r>
          </a:p>
          <a:p>
            <a:pPr marL="446088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Curve</a:t>
            </a:r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A segment of track</a:t>
            </a:r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Sinus</a:t>
            </a:r>
          </a:p>
          <a:p>
            <a:pPr marL="252413" lvl="0" indent="0" algn="l" rtl="0">
              <a:spcBef>
                <a:spcPts val="0"/>
              </a:spcBef>
              <a:spcAft>
                <a:spcPts val="0"/>
              </a:spcAft>
              <a:defRPr/>
            </a:pPr>
            <a:endParaRPr lang="en" dirty="0"/>
          </a:p>
          <a:p>
            <a:pPr marL="446088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CurveTrack</a:t>
            </a:r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Update</a:t>
            </a:r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Give info to train</a:t>
            </a:r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</p:txBody>
      </p:sp>
      <p:sp>
        <p:nvSpPr>
          <p:cNvPr id="1936998779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66754432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Track</a:t>
            </a:r>
            <a:endParaRPr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F7315288-5E99-8A85-ED08-28761DFFA6B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74"/>
          <a:stretch>
            <a:fillRect/>
          </a:stretch>
        </p:blipFill>
        <p:spPr>
          <a:xfrm>
            <a:off x="165380" y="1972777"/>
            <a:ext cx="4999333" cy="28442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49485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49485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49485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49485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494858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948589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4A1564FF-D83A-CCFF-D512-4ED0DFF5F408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961528" name="Google Shape;1247;p33">
            <a:extLst>
              <a:ext uri="{FF2B5EF4-FFF2-40B4-BE49-F238E27FC236}">
                <a16:creationId xmlns:a16="http://schemas.microsoft.com/office/drawing/2014/main" id="{353CCE2C-988D-B5BA-6B6D-04AA3FF1D12E}"/>
              </a:ext>
            </a:extLst>
          </p:cNvPr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72777912" name="Google Shape;1248;p33">
            <a:extLst>
              <a:ext uri="{FF2B5EF4-FFF2-40B4-BE49-F238E27FC236}">
                <a16:creationId xmlns:a16="http://schemas.microsoft.com/office/drawing/2014/main" id="{145AA9FE-6F1F-83BE-1C23-8E4E8DE082C1}"/>
              </a:ext>
            </a:extLst>
          </p:cNvPr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23973780" name="Google Shape;1249;p33">
            <a:extLst>
              <a:ext uri="{FF2B5EF4-FFF2-40B4-BE49-F238E27FC236}">
                <a16:creationId xmlns:a16="http://schemas.microsoft.com/office/drawing/2014/main" id="{9A1022B2-21F5-70A8-4CF7-1ABE40E37773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Animation</a:t>
            </a:r>
            <a:endParaRPr dirty="0"/>
          </a:p>
        </p:txBody>
      </p:sp>
      <p:sp>
        <p:nvSpPr>
          <p:cNvPr id="54948589" name="Google Shape;1250;p33">
            <a:extLst>
              <a:ext uri="{FF2B5EF4-FFF2-40B4-BE49-F238E27FC236}">
                <a16:creationId xmlns:a16="http://schemas.microsoft.com/office/drawing/2014/main" id="{443CCC17-BD4A-136E-D37F-1D9BC743571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 bwMode="auto">
          <a:xfrm>
            <a:off x="4762886" y="403696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Groupe of triangles (rays)</a:t>
            </a:r>
            <a:endParaRPr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dirty="0"/>
              <a:t>Random angle of projection and speed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defRPr/>
            </a:pPr>
            <a:endParaRPr lang="en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 dirty="0"/>
          </a:p>
        </p:txBody>
      </p:sp>
      <p:sp>
        <p:nvSpPr>
          <p:cNvPr id="1936998779" name="Google Shape;1251;p33">
            <a:extLst>
              <a:ext uri="{FF2B5EF4-FFF2-40B4-BE49-F238E27FC236}">
                <a16:creationId xmlns:a16="http://schemas.microsoft.com/office/drawing/2014/main" id="{C3A4CCE3-A9E1-C866-D5A5-2588C425FD65}"/>
              </a:ext>
            </a:extLst>
          </p:cNvPr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66754432" name="Google Shape;1250;p33">
            <a:extLst>
              <a:ext uri="{FF2B5EF4-FFF2-40B4-BE49-F238E27FC236}">
                <a16:creationId xmlns:a16="http://schemas.microsoft.com/office/drawing/2014/main" id="{0E5FEBE6-55E1-BB13-A7DF-8EA30420AC12}"/>
              </a:ext>
            </a:extLst>
          </p:cNvPr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E</a:t>
            </a:r>
            <a:r>
              <a:rPr lang="fr-CH" sz="2400" b="1" i="1" dirty="0" err="1"/>
              <a:t>nvironment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56005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mph" presetSubtype="0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indefinite"/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5" dur="indefinite"/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indefinite"/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8" dur="indefinite"/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948589" grpId="0" uiExpand="1" build="p"/>
      <p:bldP spid="54948589" grpId="1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4259547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91236484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868492449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301002553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081158792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7439786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607103" y="2530245"/>
            <a:ext cx="4493868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Contrast with the plan</a:t>
            </a:r>
            <a:endParaRPr i="1"/>
          </a:p>
        </p:txBody>
      </p:sp>
      <p:sp>
        <p:nvSpPr>
          <p:cNvPr id="1537117866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1266589007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356328116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27982930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07059599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583886" name="Google Shape;1946;p43"/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93200460" name="Google Shape;1947;p43"/>
          <p:cNvSpPr txBox="1">
            <a:spLocks noGrp="1"/>
          </p:cNvSpPr>
          <p:nvPr>
            <p:ph type="title"/>
          </p:nvPr>
        </p:nvSpPr>
        <p:spPr bwMode="auto">
          <a:xfrm>
            <a:off x="713275" y="146671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 dirty="0"/>
              <a:t>Planification - Prototype</a:t>
            </a:r>
            <a:endParaRPr i="1" dirty="0"/>
          </a:p>
        </p:txBody>
      </p:sp>
      <p:sp>
        <p:nvSpPr>
          <p:cNvPr id="1735591311" name="Google Shape;1949;p43"/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5732608" name="Google Shape;1950;p43"/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EB96E89C-A350-68CD-7C4C-F3B32A4F75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783" y="1008755"/>
            <a:ext cx="8644434" cy="312599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A315A016-7954-EC9C-7D28-3C1A66D915EA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583886" name="Google Shape;1946;p43">
            <a:extLst>
              <a:ext uri="{FF2B5EF4-FFF2-40B4-BE49-F238E27FC236}">
                <a16:creationId xmlns:a16="http://schemas.microsoft.com/office/drawing/2014/main" id="{D1842AF7-0FE5-13FB-F979-BD6FA8D4E903}"/>
              </a:ext>
            </a:extLst>
          </p:cNvPr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93200460" name="Google Shape;1947;p43">
            <a:extLst>
              <a:ext uri="{FF2B5EF4-FFF2-40B4-BE49-F238E27FC236}">
                <a16:creationId xmlns:a16="http://schemas.microsoft.com/office/drawing/2014/main" id="{5F2DF7B8-E678-5B67-2605-253572880A52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713275" y="146671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 dirty="0"/>
              <a:t>Planification - Prototype</a:t>
            </a:r>
            <a:endParaRPr i="1" dirty="0"/>
          </a:p>
        </p:txBody>
      </p:sp>
      <p:sp>
        <p:nvSpPr>
          <p:cNvPr id="1735591311" name="Google Shape;1949;p43">
            <a:extLst>
              <a:ext uri="{FF2B5EF4-FFF2-40B4-BE49-F238E27FC236}">
                <a16:creationId xmlns:a16="http://schemas.microsoft.com/office/drawing/2014/main" id="{9FF606F4-4AC6-B753-086E-28708B89B29E}"/>
              </a:ext>
            </a:extLst>
          </p:cNvPr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5732608" name="Google Shape;1950;p43">
            <a:extLst>
              <a:ext uri="{FF2B5EF4-FFF2-40B4-BE49-F238E27FC236}">
                <a16:creationId xmlns:a16="http://schemas.microsoft.com/office/drawing/2014/main" id="{979432B2-C46B-89C7-D6ED-8BE362080000}"/>
              </a:ext>
            </a:extLst>
          </p:cNvPr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9CBCFAA-239C-27F4-3A85-86A88F9F49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760" r="67169" b="23937"/>
          <a:stretch>
            <a:fillRect/>
          </a:stretch>
        </p:blipFill>
        <p:spPr>
          <a:xfrm>
            <a:off x="235996" y="989163"/>
            <a:ext cx="4922784" cy="3107123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1BD3A44B-36F4-8D31-5C74-D617A764D86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93" t="1238" r="55386"/>
          <a:stretch>
            <a:fillRect/>
          </a:stretch>
        </p:blipFill>
        <p:spPr>
          <a:xfrm>
            <a:off x="5153674" y="989164"/>
            <a:ext cx="3707048" cy="3132320"/>
          </a:xfrm>
          <a:prstGeom prst="rect">
            <a:avLst/>
          </a:prstGeom>
        </p:spPr>
      </p:pic>
      <p:sp>
        <p:nvSpPr>
          <p:cNvPr id="7" name="Ellipse 6">
            <a:extLst>
              <a:ext uri="{FF2B5EF4-FFF2-40B4-BE49-F238E27FC236}">
                <a16:creationId xmlns:a16="http://schemas.microsoft.com/office/drawing/2014/main" id="{851D709F-B2A4-E8BA-AC47-606B62BC6321}"/>
              </a:ext>
            </a:extLst>
          </p:cNvPr>
          <p:cNvSpPr/>
          <p:nvPr/>
        </p:nvSpPr>
        <p:spPr>
          <a:xfrm>
            <a:off x="7388720" y="3230269"/>
            <a:ext cx="588157" cy="36300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7478550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38802AA4-F5B9-1EB8-96DC-0C896AEC732D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583886" name="Google Shape;1946;p43">
            <a:extLst>
              <a:ext uri="{FF2B5EF4-FFF2-40B4-BE49-F238E27FC236}">
                <a16:creationId xmlns:a16="http://schemas.microsoft.com/office/drawing/2014/main" id="{6905709E-1D10-1961-13F0-6411CCCE0B2A}"/>
              </a:ext>
            </a:extLst>
          </p:cNvPr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93200460" name="Google Shape;1947;p43">
            <a:extLst>
              <a:ext uri="{FF2B5EF4-FFF2-40B4-BE49-F238E27FC236}">
                <a16:creationId xmlns:a16="http://schemas.microsoft.com/office/drawing/2014/main" id="{2FA7270E-36AB-5653-8336-A3970D335DB5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713275" y="146671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 dirty="0"/>
              <a:t>Planification - Prototype</a:t>
            </a:r>
            <a:endParaRPr i="1" dirty="0"/>
          </a:p>
        </p:txBody>
      </p:sp>
      <p:sp>
        <p:nvSpPr>
          <p:cNvPr id="1735591311" name="Google Shape;1949;p43">
            <a:extLst>
              <a:ext uri="{FF2B5EF4-FFF2-40B4-BE49-F238E27FC236}">
                <a16:creationId xmlns:a16="http://schemas.microsoft.com/office/drawing/2014/main" id="{81B2AF8C-3E67-B588-92D4-D8A1EDD7ED86}"/>
              </a:ext>
            </a:extLst>
          </p:cNvPr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5732608" name="Google Shape;1950;p43">
            <a:extLst>
              <a:ext uri="{FF2B5EF4-FFF2-40B4-BE49-F238E27FC236}">
                <a16:creationId xmlns:a16="http://schemas.microsoft.com/office/drawing/2014/main" id="{AFD76402-96DC-8B40-D4BE-BFCCBCC25207}"/>
              </a:ext>
            </a:extLst>
          </p:cNvPr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053B6567-17E1-EF7C-F151-CCD1994B296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760" r="67169" b="23937"/>
          <a:stretch>
            <a:fillRect/>
          </a:stretch>
        </p:blipFill>
        <p:spPr>
          <a:xfrm>
            <a:off x="235996" y="989163"/>
            <a:ext cx="4922784" cy="3107123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2E08EFBF-29B3-416C-979E-ECEA90AB158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4791" t="1017" r="10788" b="223"/>
          <a:stretch>
            <a:fillRect/>
          </a:stretch>
        </p:blipFill>
        <p:spPr>
          <a:xfrm>
            <a:off x="5153674" y="989164"/>
            <a:ext cx="3707048" cy="3132320"/>
          </a:xfrm>
          <a:prstGeom prst="rect">
            <a:avLst/>
          </a:prstGeom>
        </p:spPr>
      </p:pic>
      <p:sp>
        <p:nvSpPr>
          <p:cNvPr id="7" name="Ellipse 6">
            <a:extLst>
              <a:ext uri="{FF2B5EF4-FFF2-40B4-BE49-F238E27FC236}">
                <a16:creationId xmlns:a16="http://schemas.microsoft.com/office/drawing/2014/main" id="{F08DAF8A-EB0C-44AE-4573-B4A99F6FD7FD}"/>
              </a:ext>
            </a:extLst>
          </p:cNvPr>
          <p:cNvSpPr/>
          <p:nvPr/>
        </p:nvSpPr>
        <p:spPr>
          <a:xfrm>
            <a:off x="5550730" y="3211890"/>
            <a:ext cx="588157" cy="36300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687666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8299051" name="Google Shape;1199;p31"/>
          <p:cNvGrpSpPr/>
          <p:nvPr/>
        </p:nvGrpSpPr>
        <p:grpSpPr bwMode="auto">
          <a:xfrm>
            <a:off x="543463" y="3301326"/>
            <a:ext cx="8057029" cy="1458716"/>
            <a:chOff x="3775764" y="2993756"/>
            <a:chExt cx="3262087" cy="590621"/>
          </a:xfrm>
        </p:grpSpPr>
        <p:sp>
          <p:nvSpPr>
            <p:cNvPr id="1200" name="Google Shape;1200;p31"/>
            <p:cNvSpPr/>
            <p:nvPr/>
          </p:nvSpPr>
          <p:spPr bwMode="auto">
            <a:xfrm>
              <a:off x="3775764" y="3227752"/>
              <a:ext cx="3262087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01" name="Google Shape;1201;p31"/>
            <p:cNvSpPr/>
            <p:nvPr/>
          </p:nvSpPr>
          <p:spPr bwMode="auto">
            <a:xfrm>
              <a:off x="6301551" y="3296687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02" name="Google Shape;1202;p31"/>
            <p:cNvSpPr/>
            <p:nvPr/>
          </p:nvSpPr>
          <p:spPr bwMode="auto">
            <a:xfrm>
              <a:off x="5995216" y="2993756"/>
              <a:ext cx="868577" cy="220668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aphicFrame>
        <p:nvGraphicFramePr>
          <p:cNvPr id="1996668473" name="Google Shape;1203;p31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58404045"/>
              </p:ext>
            </p:extLst>
          </p:nvPr>
        </p:nvGraphicFramePr>
        <p:xfrm>
          <a:off x="727855" y="1684737"/>
          <a:ext cx="6449033" cy="5525850"/>
        </p:xfrm>
        <a:graphic>
          <a:graphicData uri="http://schemas.openxmlformats.org/drawingml/2006/table">
            <a:tbl>
              <a:tblPr>
                <a:tableStyleId>{C546DBDB-1F74-4361-BF75-D81A5296C669}</a:tableStyleId>
              </a:tblPr>
              <a:tblGrid>
                <a:gridCol w="64490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40000">
                <a:tc>
                  <a:txBody>
                    <a:bodyPr/>
                    <a:lstStyle/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Fix </a:t>
                      </a:r>
                      <a:r>
                        <a:rPr lang="fr-FR" sz="1800" b="1" dirty="0" err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some</a:t>
                      </a: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 issues</a:t>
                      </a:r>
                      <a:endParaRPr dirty="0"/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r>
                        <a:rPr lang="fr-CH" sz="1800" b="1" dirty="0" err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Detection</a:t>
                      </a:r>
                      <a:r>
                        <a:rPr lang="fr-CH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 of the volume</a:t>
                      </a:r>
                      <a:endParaRPr dirty="0"/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Add more animations</a:t>
                      </a:r>
                      <a:endParaRPr dirty="0"/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28575" algn="ctr">
                      <a:solidFill>
                        <a:srgbClr val="B33C3C">
                          <a:alpha val="0"/>
                        </a:srgb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C78D8"/>
                        </a:buClr>
                        <a:buSzPts val="1100"/>
                        <a:buFont typeface="Arial"/>
                        <a:buNone/>
                        <a:defRPr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67071106" name="Google Shape;1206;p31"/>
          <p:cNvSpPr txBox="1">
            <a:spLocks noGrp="1"/>
          </p:cNvSpPr>
          <p:nvPr>
            <p:ph type="title"/>
          </p:nvPr>
        </p:nvSpPr>
        <p:spPr bwMode="auto"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Contrast with plan</a:t>
            </a:r>
            <a:endParaRPr/>
          </a:p>
        </p:txBody>
      </p:sp>
      <p:sp>
        <p:nvSpPr>
          <p:cNvPr id="511094198" name="Google Shape;1207;p31"/>
          <p:cNvSpPr/>
          <p:nvPr/>
        </p:nvSpPr>
        <p:spPr bwMode="auto">
          <a:xfrm>
            <a:off x="7778250" y="3840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3710689" name="Google Shape;1208;p31"/>
          <p:cNvSpPr/>
          <p:nvPr/>
        </p:nvSpPr>
        <p:spPr bwMode="auto">
          <a:xfrm>
            <a:off x="5614225" y="956600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20168605" name="Google Shape;1250;p33"/>
          <p:cNvSpPr txBox="1"/>
          <p:nvPr/>
        </p:nvSpPr>
        <p:spPr bwMode="auto">
          <a:xfrm>
            <a:off x="1419403" y="999505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/>
              <a:t>What’s next?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7321527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64461594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268075990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323029026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213839065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55692066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771053" y="2530245"/>
            <a:ext cx="4825418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Showcase</a:t>
            </a:r>
            <a:endParaRPr i="1"/>
          </a:p>
        </p:txBody>
      </p:sp>
      <p:sp>
        <p:nvSpPr>
          <p:cNvPr id="181523983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04</a:t>
            </a:r>
            <a:endParaRPr dirty="0"/>
          </a:p>
        </p:txBody>
      </p:sp>
      <p:grpSp>
        <p:nvGrpSpPr>
          <p:cNvPr id="1179871369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168701534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05483141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61365889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8516852" name="Google Shape;2299;p49"/>
          <p:cNvSpPr/>
          <p:nvPr/>
        </p:nvSpPr>
        <p:spPr bwMode="auto">
          <a:xfrm flipH="1">
            <a:off x="-225500" y="1929348"/>
            <a:ext cx="5283725" cy="2712950"/>
          </a:xfrm>
          <a:custGeom>
            <a:avLst/>
            <a:gdLst/>
            <a:ahLst/>
            <a:cxnLst/>
            <a:rect l="l" t="t" r="r" b="b"/>
            <a:pathLst>
              <a:path w="211349" h="62381" extrusionOk="0">
                <a:moveTo>
                  <a:pt x="203796" y="1"/>
                </a:moveTo>
                <a:lnTo>
                  <a:pt x="203796" y="10608"/>
                </a:lnTo>
                <a:lnTo>
                  <a:pt x="187321" y="10608"/>
                </a:lnTo>
                <a:lnTo>
                  <a:pt x="187321" y="58995"/>
                </a:lnTo>
                <a:lnTo>
                  <a:pt x="179392" y="58995"/>
                </a:lnTo>
                <a:lnTo>
                  <a:pt x="179392" y="25158"/>
                </a:lnTo>
                <a:lnTo>
                  <a:pt x="155664" y="25158"/>
                </a:lnTo>
                <a:lnTo>
                  <a:pt x="155664" y="37630"/>
                </a:lnTo>
                <a:lnTo>
                  <a:pt x="141145" y="37630"/>
                </a:lnTo>
                <a:lnTo>
                  <a:pt x="141145" y="54572"/>
                </a:lnTo>
                <a:lnTo>
                  <a:pt x="116425" y="54572"/>
                </a:lnTo>
                <a:lnTo>
                  <a:pt x="116425" y="37630"/>
                </a:lnTo>
                <a:lnTo>
                  <a:pt x="97768" y="37630"/>
                </a:lnTo>
                <a:lnTo>
                  <a:pt x="97768" y="48644"/>
                </a:lnTo>
                <a:lnTo>
                  <a:pt x="87552" y="48644"/>
                </a:lnTo>
                <a:lnTo>
                  <a:pt x="87552" y="32831"/>
                </a:lnTo>
                <a:lnTo>
                  <a:pt x="58544" y="32831"/>
                </a:lnTo>
                <a:lnTo>
                  <a:pt x="58544" y="48298"/>
                </a:lnTo>
                <a:lnTo>
                  <a:pt x="46838" y="48298"/>
                </a:lnTo>
                <a:lnTo>
                  <a:pt x="46838" y="60019"/>
                </a:lnTo>
                <a:lnTo>
                  <a:pt x="41061" y="60019"/>
                </a:lnTo>
                <a:lnTo>
                  <a:pt x="41061" y="21231"/>
                </a:lnTo>
                <a:lnTo>
                  <a:pt x="20117" y="21231"/>
                </a:lnTo>
                <a:lnTo>
                  <a:pt x="20117" y="51006"/>
                </a:lnTo>
                <a:lnTo>
                  <a:pt x="14309" y="51006"/>
                </a:lnTo>
                <a:lnTo>
                  <a:pt x="14309" y="42054"/>
                </a:lnTo>
                <a:lnTo>
                  <a:pt x="1" y="42054"/>
                </a:lnTo>
                <a:lnTo>
                  <a:pt x="1" y="61959"/>
                </a:lnTo>
                <a:lnTo>
                  <a:pt x="211349" y="62381"/>
                </a:lnTo>
                <a:lnTo>
                  <a:pt x="211349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994102507" name="Google Shape;2300;p49"/>
          <p:cNvGrpSpPr/>
          <p:nvPr/>
        </p:nvGrpSpPr>
        <p:grpSpPr bwMode="auto">
          <a:xfrm>
            <a:off x="-93825" y="2988238"/>
            <a:ext cx="4603675" cy="1665225"/>
            <a:chOff x="-1985125" y="2575175"/>
            <a:chExt cx="4603675" cy="1665225"/>
          </a:xfrm>
        </p:grpSpPr>
        <p:grpSp>
          <p:nvGrpSpPr>
            <p:cNvPr id="2301" name="Google Shape;2301;p49"/>
            <p:cNvGrpSpPr/>
            <p:nvPr/>
          </p:nvGrpSpPr>
          <p:grpSpPr bwMode="auto">
            <a:xfrm>
              <a:off x="-1985125" y="2976900"/>
              <a:ext cx="1045700" cy="1248450"/>
              <a:chOff x="1367675" y="2976900"/>
              <a:chExt cx="1045700" cy="1248450"/>
            </a:xfrm>
          </p:grpSpPr>
          <p:sp>
            <p:nvSpPr>
              <p:cNvPr id="2302" name="Google Shape;2302;p49"/>
              <p:cNvSpPr/>
              <p:nvPr/>
            </p:nvSpPr>
            <p:spPr bwMode="auto">
              <a:xfrm>
                <a:off x="1367675" y="2976900"/>
                <a:ext cx="1045700" cy="527000"/>
              </a:xfrm>
              <a:custGeom>
                <a:avLst/>
                <a:gdLst/>
                <a:ahLst/>
                <a:cxnLst/>
                <a:rect l="l" t="t" r="r" b="b"/>
                <a:pathLst>
                  <a:path w="41828" h="21080" extrusionOk="0">
                    <a:moveTo>
                      <a:pt x="16145" y="1"/>
                    </a:moveTo>
                    <a:lnTo>
                      <a:pt x="12112" y="1896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06" y="226"/>
                      <a:pt x="4484" y="2017"/>
                      <a:pt x="4484" y="2017"/>
                    </a:cubicBezTo>
                    <a:lnTo>
                      <a:pt x="12112" y="4258"/>
                    </a:lnTo>
                    <a:lnTo>
                      <a:pt x="14354" y="3702"/>
                    </a:lnTo>
                    <a:lnTo>
                      <a:pt x="13677" y="4710"/>
                    </a:lnTo>
                    <a:lnTo>
                      <a:pt x="16822" y="5823"/>
                    </a:lnTo>
                    <a:lnTo>
                      <a:pt x="18943" y="4710"/>
                    </a:lnTo>
                    <a:lnTo>
                      <a:pt x="17830" y="6169"/>
                    </a:lnTo>
                    <a:lnTo>
                      <a:pt x="24224" y="8065"/>
                    </a:lnTo>
                    <a:cubicBezTo>
                      <a:pt x="24224" y="8065"/>
                      <a:pt x="17377" y="7147"/>
                      <a:pt x="12663" y="7147"/>
                    </a:cubicBezTo>
                    <a:cubicBezTo>
                      <a:pt x="11683" y="7147"/>
                      <a:pt x="10796" y="7187"/>
                      <a:pt x="10081" y="7283"/>
                    </a:cubicBezTo>
                    <a:cubicBezTo>
                      <a:pt x="5944" y="7839"/>
                      <a:pt x="1" y="15031"/>
                      <a:pt x="1" y="15031"/>
                    </a:cubicBezTo>
                    <a:lnTo>
                      <a:pt x="4033" y="13451"/>
                    </a:lnTo>
                    <a:lnTo>
                      <a:pt x="6500" y="11210"/>
                    </a:lnTo>
                    <a:lnTo>
                      <a:pt x="5944" y="13120"/>
                    </a:lnTo>
                    <a:lnTo>
                      <a:pt x="8848" y="12774"/>
                    </a:lnTo>
                    <a:lnTo>
                      <a:pt x="10758" y="10533"/>
                    </a:lnTo>
                    <a:lnTo>
                      <a:pt x="9750" y="12564"/>
                    </a:lnTo>
                    <a:lnTo>
                      <a:pt x="11766" y="12112"/>
                    </a:lnTo>
                    <a:lnTo>
                      <a:pt x="12443" y="10653"/>
                    </a:lnTo>
                    <a:lnTo>
                      <a:pt x="12443" y="11992"/>
                    </a:lnTo>
                    <a:lnTo>
                      <a:pt x="18492" y="10533"/>
                    </a:lnTo>
                    <a:lnTo>
                      <a:pt x="19169" y="8863"/>
                    </a:lnTo>
                    <a:lnTo>
                      <a:pt x="19395" y="10096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34" y="11887"/>
                      <a:pt x="10758" y="19395"/>
                      <a:pt x="10758" y="19395"/>
                    </a:cubicBezTo>
                    <a:lnTo>
                      <a:pt x="16822" y="16265"/>
                    </a:lnTo>
                    <a:cubicBezTo>
                      <a:pt x="16927" y="14806"/>
                      <a:pt x="18056" y="13000"/>
                      <a:pt x="18056" y="13000"/>
                    </a:cubicBezTo>
                    <a:lnTo>
                      <a:pt x="18056" y="15362"/>
                    </a:lnTo>
                    <a:lnTo>
                      <a:pt x="19500" y="14354"/>
                    </a:lnTo>
                    <a:lnTo>
                      <a:pt x="20523" y="11992"/>
                    </a:lnTo>
                    <a:lnTo>
                      <a:pt x="20523" y="13346"/>
                    </a:lnTo>
                    <a:lnTo>
                      <a:pt x="24224" y="10653"/>
                    </a:lnTo>
                    <a:lnTo>
                      <a:pt x="26571" y="13346"/>
                    </a:lnTo>
                    <a:lnTo>
                      <a:pt x="27128" y="12338"/>
                    </a:lnTo>
                    <a:lnTo>
                      <a:pt x="27249" y="14460"/>
                    </a:lnTo>
                    <a:lnTo>
                      <a:pt x="29039" y="17047"/>
                    </a:lnTo>
                    <a:lnTo>
                      <a:pt x="29821" y="16370"/>
                    </a:lnTo>
                    <a:lnTo>
                      <a:pt x="29716" y="17935"/>
                    </a:lnTo>
                    <a:lnTo>
                      <a:pt x="31958" y="21080"/>
                    </a:lnTo>
                    <a:lnTo>
                      <a:pt x="32063" y="15588"/>
                    </a:lnTo>
                    <a:cubicBezTo>
                      <a:pt x="32063" y="14911"/>
                      <a:pt x="30167" y="14354"/>
                      <a:pt x="30167" y="14354"/>
                    </a:cubicBezTo>
                    <a:lnTo>
                      <a:pt x="31401" y="14129"/>
                    </a:lnTo>
                    <a:cubicBezTo>
                      <a:pt x="29490" y="10984"/>
                      <a:pt x="26797" y="10427"/>
                      <a:pt x="26797" y="10427"/>
                    </a:cubicBezTo>
                    <a:cubicBezTo>
                      <a:pt x="27070" y="10395"/>
                      <a:pt x="27320" y="10381"/>
                      <a:pt x="27548" y="10381"/>
                    </a:cubicBezTo>
                    <a:cubicBezTo>
                      <a:pt x="28916" y="10381"/>
                      <a:pt x="29490" y="10879"/>
                      <a:pt x="29490" y="10879"/>
                    </a:cubicBezTo>
                    <a:lnTo>
                      <a:pt x="29821" y="10202"/>
                    </a:lnTo>
                    <a:lnTo>
                      <a:pt x="30604" y="10879"/>
                    </a:lnTo>
                    <a:lnTo>
                      <a:pt x="32409" y="11541"/>
                    </a:lnTo>
                    <a:lnTo>
                      <a:pt x="32409" y="11541"/>
                    </a:lnTo>
                    <a:lnTo>
                      <a:pt x="32184" y="9690"/>
                    </a:lnTo>
                    <a:lnTo>
                      <a:pt x="33192" y="11661"/>
                    </a:lnTo>
                    <a:lnTo>
                      <a:pt x="35208" y="11992"/>
                    </a:lnTo>
                    <a:lnTo>
                      <a:pt x="34756" y="9690"/>
                    </a:lnTo>
                    <a:lnTo>
                      <a:pt x="36216" y="12338"/>
                    </a:lnTo>
                    <a:lnTo>
                      <a:pt x="40022" y="13903"/>
                    </a:lnTo>
                    <a:cubicBezTo>
                      <a:pt x="39691" y="11766"/>
                      <a:pt x="36998" y="8742"/>
                      <a:pt x="36998" y="8742"/>
                    </a:cubicBezTo>
                    <a:lnTo>
                      <a:pt x="34982" y="8637"/>
                    </a:lnTo>
                    <a:lnTo>
                      <a:pt x="35885" y="7403"/>
                    </a:lnTo>
                    <a:cubicBezTo>
                      <a:pt x="35054" y="7247"/>
                      <a:pt x="34183" y="7184"/>
                      <a:pt x="33322" y="7184"/>
                    </a:cubicBezTo>
                    <a:cubicBezTo>
                      <a:pt x="29874" y="7184"/>
                      <a:pt x="26571" y="8185"/>
                      <a:pt x="26571" y="8185"/>
                    </a:cubicBezTo>
                    <a:lnTo>
                      <a:pt x="33523" y="5944"/>
                    </a:lnTo>
                    <a:lnTo>
                      <a:pt x="33192" y="4815"/>
                    </a:lnTo>
                    <a:lnTo>
                      <a:pt x="33192" y="4815"/>
                    </a:lnTo>
                    <a:lnTo>
                      <a:pt x="35208" y="5718"/>
                    </a:lnTo>
                    <a:lnTo>
                      <a:pt x="41828" y="6952"/>
                    </a:lnTo>
                    <a:lnTo>
                      <a:pt x="37344" y="3356"/>
                    </a:lnTo>
                    <a:lnTo>
                      <a:pt x="34982" y="3927"/>
                    </a:lnTo>
                    <a:lnTo>
                      <a:pt x="35990" y="2799"/>
                    </a:lnTo>
                    <a:cubicBezTo>
                      <a:pt x="35990" y="2799"/>
                      <a:pt x="35208" y="2348"/>
                      <a:pt x="32966" y="2242"/>
                    </a:cubicBezTo>
                    <a:cubicBezTo>
                      <a:pt x="32941" y="2241"/>
                      <a:pt x="32916" y="2240"/>
                      <a:pt x="32891" y="2240"/>
                    </a:cubicBezTo>
                    <a:cubicBezTo>
                      <a:pt x="30621" y="2240"/>
                      <a:pt x="26015" y="7508"/>
                      <a:pt x="26015" y="7508"/>
                    </a:cubicBezTo>
                    <a:cubicBezTo>
                      <a:pt x="26015" y="7508"/>
                      <a:pt x="26015" y="5718"/>
                      <a:pt x="25563" y="4153"/>
                    </a:cubicBezTo>
                    <a:cubicBezTo>
                      <a:pt x="25112" y="2573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4" y="6952"/>
                    </a:lnTo>
                    <a:cubicBezTo>
                      <a:pt x="23322" y="4936"/>
                      <a:pt x="21636" y="3250"/>
                      <a:pt x="21636" y="3250"/>
                    </a:cubicBezTo>
                    <a:lnTo>
                      <a:pt x="19064" y="2919"/>
                    </a:lnTo>
                    <a:lnTo>
                      <a:pt x="20177" y="2468"/>
                    </a:lnTo>
                    <a:cubicBezTo>
                      <a:pt x="18943" y="1114"/>
                      <a:pt x="16145" y="1"/>
                      <a:pt x="1614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3" name="Google Shape;2303;p49"/>
              <p:cNvSpPr/>
              <p:nvPr/>
            </p:nvSpPr>
            <p:spPr bwMode="auto">
              <a:xfrm>
                <a:off x="1687025" y="3243200"/>
                <a:ext cx="286275" cy="982150"/>
              </a:xfrm>
              <a:custGeom>
                <a:avLst/>
                <a:gdLst/>
                <a:ahLst/>
                <a:cxnLst/>
                <a:rect l="l" t="t" r="r" b="b"/>
                <a:pathLst>
                  <a:path w="11451" h="39286" extrusionOk="0">
                    <a:moveTo>
                      <a:pt x="11450" y="1"/>
                    </a:moveTo>
                    <a:cubicBezTo>
                      <a:pt x="11450" y="2"/>
                      <a:pt x="1926" y="12369"/>
                      <a:pt x="0" y="39285"/>
                    </a:cubicBezTo>
                    <a:lnTo>
                      <a:pt x="3912" y="39285"/>
                    </a:lnTo>
                    <a:cubicBezTo>
                      <a:pt x="3912" y="39285"/>
                      <a:pt x="1881" y="19275"/>
                      <a:pt x="1145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04" name="Google Shape;2304;p49"/>
            <p:cNvGrpSpPr/>
            <p:nvPr/>
          </p:nvGrpSpPr>
          <p:grpSpPr bwMode="auto">
            <a:xfrm>
              <a:off x="-217625" y="3328600"/>
              <a:ext cx="748175" cy="893000"/>
              <a:chOff x="-217625" y="3328600"/>
              <a:chExt cx="748175" cy="893000"/>
            </a:xfrm>
          </p:grpSpPr>
          <p:sp>
            <p:nvSpPr>
              <p:cNvPr id="2305" name="Google Shape;2305;p49"/>
              <p:cNvSpPr/>
              <p:nvPr/>
            </p:nvSpPr>
            <p:spPr bwMode="auto">
              <a:xfrm>
                <a:off x="-217625" y="3328600"/>
                <a:ext cx="748175" cy="376925"/>
              </a:xfrm>
              <a:custGeom>
                <a:avLst/>
                <a:gdLst/>
                <a:ahLst/>
                <a:cxnLst/>
                <a:rect l="l" t="t" r="r" b="b"/>
                <a:pathLst>
                  <a:path w="29927" h="15077" extrusionOk="0">
                    <a:moveTo>
                      <a:pt x="11556" y="0"/>
                    </a:moveTo>
                    <a:lnTo>
                      <a:pt x="8667" y="1370"/>
                    </a:lnTo>
                    <a:lnTo>
                      <a:pt x="9389" y="0"/>
                    </a:lnTo>
                    <a:lnTo>
                      <a:pt x="9389" y="0"/>
                    </a:lnTo>
                    <a:cubicBezTo>
                      <a:pt x="4740" y="166"/>
                      <a:pt x="3221" y="1445"/>
                      <a:pt x="3221" y="1445"/>
                    </a:cubicBezTo>
                    <a:lnTo>
                      <a:pt x="8667" y="3055"/>
                    </a:lnTo>
                    <a:lnTo>
                      <a:pt x="10277" y="2648"/>
                    </a:lnTo>
                    <a:lnTo>
                      <a:pt x="10277" y="2648"/>
                    </a:lnTo>
                    <a:lnTo>
                      <a:pt x="9796" y="3371"/>
                    </a:lnTo>
                    <a:lnTo>
                      <a:pt x="12037" y="4183"/>
                    </a:lnTo>
                    <a:lnTo>
                      <a:pt x="13557" y="3371"/>
                    </a:lnTo>
                    <a:lnTo>
                      <a:pt x="12760" y="4424"/>
                    </a:lnTo>
                    <a:lnTo>
                      <a:pt x="17334" y="5778"/>
                    </a:lnTo>
                    <a:cubicBezTo>
                      <a:pt x="17334" y="5778"/>
                      <a:pt x="12460" y="5121"/>
                      <a:pt x="9093" y="5121"/>
                    </a:cubicBezTo>
                    <a:cubicBezTo>
                      <a:pt x="8382" y="5121"/>
                      <a:pt x="7739" y="5150"/>
                      <a:pt x="7223" y="5221"/>
                    </a:cubicBezTo>
                    <a:cubicBezTo>
                      <a:pt x="4259" y="5627"/>
                      <a:pt x="1" y="10758"/>
                      <a:pt x="1" y="10758"/>
                    </a:cubicBezTo>
                    <a:lnTo>
                      <a:pt x="2890" y="9630"/>
                    </a:lnTo>
                    <a:lnTo>
                      <a:pt x="4665" y="8020"/>
                    </a:lnTo>
                    <a:lnTo>
                      <a:pt x="4259" y="9389"/>
                    </a:lnTo>
                    <a:lnTo>
                      <a:pt x="6350" y="9148"/>
                    </a:lnTo>
                    <a:lnTo>
                      <a:pt x="7704" y="7538"/>
                    </a:lnTo>
                    <a:lnTo>
                      <a:pt x="6982" y="8983"/>
                    </a:lnTo>
                    <a:lnTo>
                      <a:pt x="8426" y="8667"/>
                    </a:lnTo>
                    <a:lnTo>
                      <a:pt x="8908" y="7629"/>
                    </a:lnTo>
                    <a:lnTo>
                      <a:pt x="8908" y="8591"/>
                    </a:lnTo>
                    <a:lnTo>
                      <a:pt x="13241" y="7538"/>
                    </a:lnTo>
                    <a:lnTo>
                      <a:pt x="13723" y="6350"/>
                    </a:lnTo>
                    <a:lnTo>
                      <a:pt x="13888" y="7222"/>
                    </a:lnTo>
                    <a:lnTo>
                      <a:pt x="16446" y="6906"/>
                    </a:lnTo>
                    <a:lnTo>
                      <a:pt x="16446" y="6906"/>
                    </a:lnTo>
                    <a:cubicBezTo>
                      <a:pt x="10187" y="8501"/>
                      <a:pt x="7704" y="13888"/>
                      <a:pt x="7704" y="13888"/>
                    </a:cubicBezTo>
                    <a:lnTo>
                      <a:pt x="12037" y="11631"/>
                    </a:lnTo>
                    <a:cubicBezTo>
                      <a:pt x="12113" y="10593"/>
                      <a:pt x="12925" y="9314"/>
                      <a:pt x="12925" y="9314"/>
                    </a:cubicBezTo>
                    <a:lnTo>
                      <a:pt x="12925" y="10999"/>
                    </a:lnTo>
                    <a:lnTo>
                      <a:pt x="13963" y="10277"/>
                    </a:lnTo>
                    <a:lnTo>
                      <a:pt x="14686" y="8591"/>
                    </a:lnTo>
                    <a:lnTo>
                      <a:pt x="14686" y="9554"/>
                    </a:lnTo>
                    <a:lnTo>
                      <a:pt x="17334" y="7629"/>
                    </a:lnTo>
                    <a:lnTo>
                      <a:pt x="19019" y="9554"/>
                    </a:lnTo>
                    <a:lnTo>
                      <a:pt x="19410" y="8832"/>
                    </a:lnTo>
                    <a:lnTo>
                      <a:pt x="19500" y="10352"/>
                    </a:lnTo>
                    <a:lnTo>
                      <a:pt x="20779" y="12202"/>
                    </a:lnTo>
                    <a:lnTo>
                      <a:pt x="21336" y="11721"/>
                    </a:lnTo>
                    <a:lnTo>
                      <a:pt x="21261" y="12834"/>
                    </a:lnTo>
                    <a:lnTo>
                      <a:pt x="22855" y="15076"/>
                    </a:lnTo>
                    <a:lnTo>
                      <a:pt x="22946" y="11149"/>
                    </a:lnTo>
                    <a:cubicBezTo>
                      <a:pt x="22946" y="10668"/>
                      <a:pt x="21577" y="10277"/>
                      <a:pt x="21577" y="10277"/>
                    </a:cubicBezTo>
                    <a:lnTo>
                      <a:pt x="22464" y="10111"/>
                    </a:lnTo>
                    <a:cubicBezTo>
                      <a:pt x="21095" y="7869"/>
                      <a:pt x="19169" y="7463"/>
                      <a:pt x="19169" y="7463"/>
                    </a:cubicBezTo>
                    <a:cubicBezTo>
                      <a:pt x="19370" y="7439"/>
                      <a:pt x="19553" y="7428"/>
                      <a:pt x="19720" y="7428"/>
                    </a:cubicBezTo>
                    <a:cubicBezTo>
                      <a:pt x="20690" y="7428"/>
                      <a:pt x="21095" y="7779"/>
                      <a:pt x="21095" y="7779"/>
                    </a:cubicBezTo>
                    <a:lnTo>
                      <a:pt x="21336" y="7298"/>
                    </a:lnTo>
                    <a:lnTo>
                      <a:pt x="21908" y="7779"/>
                    </a:lnTo>
                    <a:lnTo>
                      <a:pt x="23186" y="8260"/>
                    </a:lnTo>
                    <a:lnTo>
                      <a:pt x="23021" y="6936"/>
                    </a:lnTo>
                    <a:lnTo>
                      <a:pt x="23743" y="8351"/>
                    </a:lnTo>
                    <a:lnTo>
                      <a:pt x="25188" y="8591"/>
                    </a:lnTo>
                    <a:lnTo>
                      <a:pt x="24872" y="6936"/>
                    </a:lnTo>
                    <a:lnTo>
                      <a:pt x="24872" y="6936"/>
                    </a:lnTo>
                    <a:lnTo>
                      <a:pt x="25910" y="8832"/>
                    </a:lnTo>
                    <a:lnTo>
                      <a:pt x="28633" y="9946"/>
                    </a:lnTo>
                    <a:cubicBezTo>
                      <a:pt x="28392" y="8426"/>
                      <a:pt x="26466" y="6259"/>
                      <a:pt x="26466" y="6259"/>
                    </a:cubicBezTo>
                    <a:lnTo>
                      <a:pt x="25022" y="6184"/>
                    </a:lnTo>
                    <a:lnTo>
                      <a:pt x="25669" y="5296"/>
                    </a:lnTo>
                    <a:cubicBezTo>
                      <a:pt x="25083" y="5186"/>
                      <a:pt x="24468" y="5142"/>
                      <a:pt x="23859" y="5142"/>
                    </a:cubicBezTo>
                    <a:cubicBezTo>
                      <a:pt x="21391" y="5142"/>
                      <a:pt x="19019" y="5868"/>
                      <a:pt x="19019" y="5868"/>
                    </a:cubicBezTo>
                    <a:lnTo>
                      <a:pt x="23984" y="4258"/>
                    </a:lnTo>
                    <a:lnTo>
                      <a:pt x="23743" y="3461"/>
                    </a:lnTo>
                    <a:lnTo>
                      <a:pt x="25188" y="4093"/>
                    </a:lnTo>
                    <a:lnTo>
                      <a:pt x="29927" y="4980"/>
                    </a:lnTo>
                    <a:lnTo>
                      <a:pt x="26707" y="2408"/>
                    </a:lnTo>
                    <a:lnTo>
                      <a:pt x="25022" y="2814"/>
                    </a:lnTo>
                    <a:lnTo>
                      <a:pt x="25744" y="2016"/>
                    </a:lnTo>
                    <a:cubicBezTo>
                      <a:pt x="25744" y="2016"/>
                      <a:pt x="25188" y="1685"/>
                      <a:pt x="23578" y="1610"/>
                    </a:cubicBezTo>
                    <a:cubicBezTo>
                      <a:pt x="23562" y="1610"/>
                      <a:pt x="23547" y="1609"/>
                      <a:pt x="23531" y="1609"/>
                    </a:cubicBezTo>
                    <a:cubicBezTo>
                      <a:pt x="21918" y="1609"/>
                      <a:pt x="18612" y="5387"/>
                      <a:pt x="18612" y="5387"/>
                    </a:cubicBezTo>
                    <a:cubicBezTo>
                      <a:pt x="18612" y="5387"/>
                      <a:pt x="18612" y="4093"/>
                      <a:pt x="18297" y="2979"/>
                    </a:cubicBezTo>
                    <a:cubicBezTo>
                      <a:pt x="17966" y="1851"/>
                      <a:pt x="16446" y="1204"/>
                      <a:pt x="16446" y="1204"/>
                    </a:cubicBezTo>
                    <a:lnTo>
                      <a:pt x="16446" y="1204"/>
                    </a:lnTo>
                    <a:lnTo>
                      <a:pt x="17334" y="4980"/>
                    </a:lnTo>
                    <a:cubicBezTo>
                      <a:pt x="16687" y="3536"/>
                      <a:pt x="15483" y="2332"/>
                      <a:pt x="15483" y="2332"/>
                    </a:cubicBezTo>
                    <a:lnTo>
                      <a:pt x="13647" y="2092"/>
                    </a:lnTo>
                    <a:lnTo>
                      <a:pt x="14445" y="1776"/>
                    </a:lnTo>
                    <a:cubicBezTo>
                      <a:pt x="13557" y="813"/>
                      <a:pt x="11556" y="0"/>
                      <a:pt x="1155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6" name="Google Shape;2306;p49"/>
              <p:cNvSpPr/>
              <p:nvPr/>
            </p:nvSpPr>
            <p:spPr bwMode="auto">
              <a:xfrm>
                <a:off x="11075" y="3519300"/>
                <a:ext cx="204649" cy="702300"/>
              </a:xfrm>
              <a:custGeom>
                <a:avLst/>
                <a:gdLst/>
                <a:ahLst/>
                <a:cxnLst/>
                <a:rect l="l" t="t" r="r" b="b"/>
                <a:pathLst>
                  <a:path w="8186" h="28092" extrusionOk="0">
                    <a:moveTo>
                      <a:pt x="8186" y="1"/>
                    </a:moveTo>
                    <a:cubicBezTo>
                      <a:pt x="8185" y="1"/>
                      <a:pt x="1385" y="8848"/>
                      <a:pt x="1" y="28091"/>
                    </a:cubicBezTo>
                    <a:lnTo>
                      <a:pt x="2799" y="28091"/>
                    </a:lnTo>
                    <a:cubicBezTo>
                      <a:pt x="2799" y="28091"/>
                      <a:pt x="1340" y="13782"/>
                      <a:pt x="818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07" name="Google Shape;2307;p49"/>
            <p:cNvGrpSpPr/>
            <p:nvPr/>
          </p:nvGrpSpPr>
          <p:grpSpPr bwMode="auto">
            <a:xfrm>
              <a:off x="1572825" y="3497475"/>
              <a:ext cx="1045725" cy="738775"/>
              <a:chOff x="1572825" y="3497475"/>
              <a:chExt cx="1045725" cy="738775"/>
            </a:xfrm>
          </p:grpSpPr>
          <p:sp>
            <p:nvSpPr>
              <p:cNvPr id="2308" name="Google Shape;2308;p49"/>
              <p:cNvSpPr/>
              <p:nvPr/>
            </p:nvSpPr>
            <p:spPr bwMode="auto">
              <a:xfrm>
                <a:off x="1572825" y="3497475"/>
                <a:ext cx="1045725" cy="527025"/>
              </a:xfrm>
              <a:custGeom>
                <a:avLst/>
                <a:gdLst/>
                <a:ahLst/>
                <a:cxnLst/>
                <a:rect l="l" t="t" r="r" b="b"/>
                <a:pathLst>
                  <a:path w="41829" h="21081" extrusionOk="0">
                    <a:moveTo>
                      <a:pt x="16160" y="1"/>
                    </a:moveTo>
                    <a:lnTo>
                      <a:pt x="12113" y="1912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21" y="227"/>
                      <a:pt x="4485" y="2017"/>
                      <a:pt x="4485" y="2017"/>
                    </a:cubicBezTo>
                    <a:lnTo>
                      <a:pt x="12113" y="4259"/>
                    </a:lnTo>
                    <a:lnTo>
                      <a:pt x="14355" y="3702"/>
                    </a:lnTo>
                    <a:lnTo>
                      <a:pt x="14355" y="3702"/>
                    </a:lnTo>
                    <a:lnTo>
                      <a:pt x="13693" y="4710"/>
                    </a:lnTo>
                    <a:lnTo>
                      <a:pt x="16822" y="5839"/>
                    </a:lnTo>
                    <a:lnTo>
                      <a:pt x="18959" y="4710"/>
                    </a:lnTo>
                    <a:lnTo>
                      <a:pt x="18959" y="4710"/>
                    </a:lnTo>
                    <a:lnTo>
                      <a:pt x="17830" y="6170"/>
                    </a:lnTo>
                    <a:lnTo>
                      <a:pt x="24225" y="8080"/>
                    </a:lnTo>
                    <a:cubicBezTo>
                      <a:pt x="24225" y="8080"/>
                      <a:pt x="17424" y="7157"/>
                      <a:pt x="12715" y="7157"/>
                    </a:cubicBezTo>
                    <a:cubicBezTo>
                      <a:pt x="11721" y="7157"/>
                      <a:pt x="10820" y="7198"/>
                      <a:pt x="10097" y="7298"/>
                    </a:cubicBezTo>
                    <a:cubicBezTo>
                      <a:pt x="5944" y="7855"/>
                      <a:pt x="1" y="15032"/>
                      <a:pt x="1" y="15032"/>
                    </a:cubicBezTo>
                    <a:lnTo>
                      <a:pt x="4048" y="13467"/>
                    </a:lnTo>
                    <a:lnTo>
                      <a:pt x="6516" y="11225"/>
                    </a:lnTo>
                    <a:lnTo>
                      <a:pt x="5944" y="13121"/>
                    </a:lnTo>
                    <a:lnTo>
                      <a:pt x="8863" y="12790"/>
                    </a:lnTo>
                    <a:lnTo>
                      <a:pt x="10774" y="10548"/>
                    </a:lnTo>
                    <a:lnTo>
                      <a:pt x="9766" y="12564"/>
                    </a:lnTo>
                    <a:lnTo>
                      <a:pt x="9766" y="12564"/>
                    </a:lnTo>
                    <a:lnTo>
                      <a:pt x="11782" y="12113"/>
                    </a:lnTo>
                    <a:lnTo>
                      <a:pt x="12459" y="10653"/>
                    </a:lnTo>
                    <a:lnTo>
                      <a:pt x="12459" y="12007"/>
                    </a:lnTo>
                    <a:lnTo>
                      <a:pt x="18507" y="10548"/>
                    </a:lnTo>
                    <a:lnTo>
                      <a:pt x="19184" y="8863"/>
                    </a:lnTo>
                    <a:lnTo>
                      <a:pt x="19410" y="10097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49" y="11887"/>
                      <a:pt x="10774" y="19410"/>
                      <a:pt x="10774" y="19410"/>
                    </a:cubicBezTo>
                    <a:lnTo>
                      <a:pt x="16822" y="16265"/>
                    </a:lnTo>
                    <a:cubicBezTo>
                      <a:pt x="16942" y="14806"/>
                      <a:pt x="18056" y="13016"/>
                      <a:pt x="18056" y="13016"/>
                    </a:cubicBezTo>
                    <a:lnTo>
                      <a:pt x="18056" y="15363"/>
                    </a:lnTo>
                    <a:lnTo>
                      <a:pt x="19515" y="14355"/>
                    </a:lnTo>
                    <a:lnTo>
                      <a:pt x="20523" y="12007"/>
                    </a:lnTo>
                    <a:lnTo>
                      <a:pt x="20523" y="13347"/>
                    </a:lnTo>
                    <a:lnTo>
                      <a:pt x="24225" y="10653"/>
                    </a:lnTo>
                    <a:lnTo>
                      <a:pt x="26587" y="13347"/>
                    </a:lnTo>
                    <a:lnTo>
                      <a:pt x="27144" y="12338"/>
                    </a:lnTo>
                    <a:lnTo>
                      <a:pt x="27264" y="14475"/>
                    </a:lnTo>
                    <a:lnTo>
                      <a:pt x="29054" y="17048"/>
                    </a:lnTo>
                    <a:lnTo>
                      <a:pt x="29837" y="16371"/>
                    </a:lnTo>
                    <a:lnTo>
                      <a:pt x="29716" y="17951"/>
                    </a:lnTo>
                    <a:lnTo>
                      <a:pt x="31973" y="21080"/>
                    </a:lnTo>
                    <a:lnTo>
                      <a:pt x="32079" y="15588"/>
                    </a:lnTo>
                    <a:cubicBezTo>
                      <a:pt x="32079" y="14926"/>
                      <a:pt x="30168" y="14355"/>
                      <a:pt x="30168" y="14355"/>
                    </a:cubicBezTo>
                    <a:lnTo>
                      <a:pt x="31401" y="14129"/>
                    </a:lnTo>
                    <a:cubicBezTo>
                      <a:pt x="29506" y="10999"/>
                      <a:pt x="26813" y="10428"/>
                      <a:pt x="26813" y="10428"/>
                    </a:cubicBezTo>
                    <a:cubicBezTo>
                      <a:pt x="27083" y="10395"/>
                      <a:pt x="27332" y="10382"/>
                      <a:pt x="27559" y="10382"/>
                    </a:cubicBezTo>
                    <a:cubicBezTo>
                      <a:pt x="28920" y="10382"/>
                      <a:pt x="29506" y="10879"/>
                      <a:pt x="29506" y="10879"/>
                    </a:cubicBezTo>
                    <a:lnTo>
                      <a:pt x="29837" y="10202"/>
                    </a:lnTo>
                    <a:lnTo>
                      <a:pt x="30619" y="10879"/>
                    </a:lnTo>
                    <a:lnTo>
                      <a:pt x="32410" y="11556"/>
                    </a:lnTo>
                    <a:lnTo>
                      <a:pt x="32410" y="11556"/>
                    </a:lnTo>
                    <a:lnTo>
                      <a:pt x="32184" y="9705"/>
                    </a:lnTo>
                    <a:lnTo>
                      <a:pt x="33207" y="11661"/>
                    </a:lnTo>
                    <a:lnTo>
                      <a:pt x="35223" y="12007"/>
                    </a:lnTo>
                    <a:lnTo>
                      <a:pt x="34772" y="9705"/>
                    </a:lnTo>
                    <a:lnTo>
                      <a:pt x="36231" y="12338"/>
                    </a:lnTo>
                    <a:lnTo>
                      <a:pt x="40038" y="13903"/>
                    </a:lnTo>
                    <a:cubicBezTo>
                      <a:pt x="39707" y="11782"/>
                      <a:pt x="37014" y="8758"/>
                      <a:pt x="37014" y="8758"/>
                    </a:cubicBezTo>
                    <a:lnTo>
                      <a:pt x="34997" y="8637"/>
                    </a:lnTo>
                    <a:lnTo>
                      <a:pt x="35885" y="7403"/>
                    </a:lnTo>
                    <a:cubicBezTo>
                      <a:pt x="35058" y="7247"/>
                      <a:pt x="34189" y="7184"/>
                      <a:pt x="33329" y="7184"/>
                    </a:cubicBezTo>
                    <a:cubicBezTo>
                      <a:pt x="29890" y="7184"/>
                      <a:pt x="26587" y="8186"/>
                      <a:pt x="26587" y="8186"/>
                    </a:cubicBezTo>
                    <a:lnTo>
                      <a:pt x="33538" y="5944"/>
                    </a:lnTo>
                    <a:lnTo>
                      <a:pt x="33207" y="4831"/>
                    </a:lnTo>
                    <a:lnTo>
                      <a:pt x="35223" y="5718"/>
                    </a:lnTo>
                    <a:lnTo>
                      <a:pt x="41828" y="6952"/>
                    </a:lnTo>
                    <a:lnTo>
                      <a:pt x="37345" y="3371"/>
                    </a:lnTo>
                    <a:lnTo>
                      <a:pt x="34997" y="3928"/>
                    </a:lnTo>
                    <a:lnTo>
                      <a:pt x="34997" y="3928"/>
                    </a:lnTo>
                    <a:lnTo>
                      <a:pt x="36005" y="2814"/>
                    </a:lnTo>
                    <a:cubicBezTo>
                      <a:pt x="36005" y="2814"/>
                      <a:pt x="35223" y="2363"/>
                      <a:pt x="32981" y="2243"/>
                    </a:cubicBezTo>
                    <a:cubicBezTo>
                      <a:pt x="32960" y="2242"/>
                      <a:pt x="32938" y="2241"/>
                      <a:pt x="32915" y="2241"/>
                    </a:cubicBezTo>
                    <a:cubicBezTo>
                      <a:pt x="30649" y="2241"/>
                      <a:pt x="26030" y="7524"/>
                      <a:pt x="26030" y="7524"/>
                    </a:cubicBezTo>
                    <a:cubicBezTo>
                      <a:pt x="26030" y="7524"/>
                      <a:pt x="26030" y="5718"/>
                      <a:pt x="25579" y="4154"/>
                    </a:cubicBezTo>
                    <a:cubicBezTo>
                      <a:pt x="25127" y="2589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5" y="6952"/>
                    </a:lnTo>
                    <a:cubicBezTo>
                      <a:pt x="23337" y="4936"/>
                      <a:pt x="21652" y="3251"/>
                      <a:pt x="21652" y="3251"/>
                    </a:cubicBezTo>
                    <a:lnTo>
                      <a:pt x="19064" y="2920"/>
                    </a:lnTo>
                    <a:lnTo>
                      <a:pt x="20192" y="2468"/>
                    </a:lnTo>
                    <a:cubicBezTo>
                      <a:pt x="18959" y="1129"/>
                      <a:pt x="16160" y="1"/>
                      <a:pt x="1616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9" name="Google Shape;2309;p49"/>
              <p:cNvSpPr/>
              <p:nvPr/>
            </p:nvSpPr>
            <p:spPr bwMode="auto">
              <a:xfrm>
                <a:off x="1976050" y="3763800"/>
                <a:ext cx="202399" cy="472450"/>
              </a:xfrm>
              <a:custGeom>
                <a:avLst/>
                <a:gdLst/>
                <a:ahLst/>
                <a:cxnLst/>
                <a:rect l="l" t="t" r="r" b="b"/>
                <a:pathLst>
                  <a:path w="8096" h="18898" extrusionOk="0">
                    <a:moveTo>
                      <a:pt x="8096" y="0"/>
                    </a:moveTo>
                    <a:cubicBezTo>
                      <a:pt x="8095" y="1"/>
                      <a:pt x="3446" y="6050"/>
                      <a:pt x="1" y="18898"/>
                    </a:cubicBezTo>
                    <a:lnTo>
                      <a:pt x="1867" y="18898"/>
                    </a:lnTo>
                    <a:cubicBezTo>
                      <a:pt x="2980" y="13045"/>
                      <a:pt x="4891" y="6485"/>
                      <a:pt x="809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0" name="Google Shape;2310;p49"/>
            <p:cNvGrpSpPr/>
            <p:nvPr/>
          </p:nvGrpSpPr>
          <p:grpSpPr bwMode="auto">
            <a:xfrm>
              <a:off x="-1030475" y="2575175"/>
              <a:ext cx="1113800" cy="1659575"/>
              <a:chOff x="2322325" y="2575175"/>
              <a:chExt cx="1113800" cy="1659575"/>
            </a:xfrm>
          </p:grpSpPr>
          <p:sp>
            <p:nvSpPr>
              <p:cNvPr id="2311" name="Google Shape;2311;p49"/>
              <p:cNvSpPr/>
              <p:nvPr/>
            </p:nvSpPr>
            <p:spPr bwMode="auto">
              <a:xfrm>
                <a:off x="2322325" y="2575175"/>
                <a:ext cx="1113800" cy="561600"/>
              </a:xfrm>
              <a:custGeom>
                <a:avLst/>
                <a:gdLst/>
                <a:ahLst/>
                <a:cxnLst/>
                <a:rect l="l" t="t" r="r" b="b"/>
                <a:pathLst>
                  <a:path w="44552" h="22464" extrusionOk="0">
                    <a:moveTo>
                      <a:pt x="27354" y="1"/>
                    </a:moveTo>
                    <a:cubicBezTo>
                      <a:pt x="27354" y="1"/>
                      <a:pt x="24360" y="1204"/>
                      <a:pt x="23051" y="2634"/>
                    </a:cubicBezTo>
                    <a:lnTo>
                      <a:pt x="24240" y="3115"/>
                    </a:lnTo>
                    <a:lnTo>
                      <a:pt x="21501" y="3476"/>
                    </a:lnTo>
                    <a:cubicBezTo>
                      <a:pt x="21501" y="3476"/>
                      <a:pt x="19711" y="5267"/>
                      <a:pt x="18748" y="7418"/>
                    </a:cubicBezTo>
                    <a:lnTo>
                      <a:pt x="20057" y="1806"/>
                    </a:lnTo>
                    <a:lnTo>
                      <a:pt x="20057" y="1806"/>
                    </a:lnTo>
                    <a:cubicBezTo>
                      <a:pt x="20057" y="1806"/>
                      <a:pt x="17800" y="2754"/>
                      <a:pt x="17319" y="4424"/>
                    </a:cubicBezTo>
                    <a:cubicBezTo>
                      <a:pt x="16837" y="6094"/>
                      <a:pt x="16837" y="8005"/>
                      <a:pt x="16837" y="8005"/>
                    </a:cubicBezTo>
                    <a:cubicBezTo>
                      <a:pt x="16837" y="8005"/>
                      <a:pt x="11930" y="2391"/>
                      <a:pt x="9510" y="2391"/>
                    </a:cubicBezTo>
                    <a:cubicBezTo>
                      <a:pt x="9485" y="2391"/>
                      <a:pt x="9459" y="2392"/>
                      <a:pt x="9435" y="2393"/>
                    </a:cubicBezTo>
                    <a:cubicBezTo>
                      <a:pt x="7042" y="2513"/>
                      <a:pt x="6200" y="2995"/>
                      <a:pt x="6200" y="2995"/>
                    </a:cubicBezTo>
                    <a:lnTo>
                      <a:pt x="7283" y="4183"/>
                    </a:lnTo>
                    <a:lnTo>
                      <a:pt x="7283" y="4183"/>
                    </a:lnTo>
                    <a:lnTo>
                      <a:pt x="4770" y="3597"/>
                    </a:lnTo>
                    <a:lnTo>
                      <a:pt x="1" y="7418"/>
                    </a:lnTo>
                    <a:lnTo>
                      <a:pt x="7042" y="6094"/>
                    </a:lnTo>
                    <a:lnTo>
                      <a:pt x="9194" y="5146"/>
                    </a:lnTo>
                    <a:lnTo>
                      <a:pt x="8833" y="6335"/>
                    </a:lnTo>
                    <a:lnTo>
                      <a:pt x="16235" y="8727"/>
                    </a:lnTo>
                    <a:cubicBezTo>
                      <a:pt x="16235" y="8727"/>
                      <a:pt x="12708" y="7654"/>
                      <a:pt x="9030" y="7654"/>
                    </a:cubicBezTo>
                    <a:cubicBezTo>
                      <a:pt x="8119" y="7654"/>
                      <a:pt x="7198" y="7720"/>
                      <a:pt x="6320" y="7885"/>
                    </a:cubicBezTo>
                    <a:lnTo>
                      <a:pt x="7283" y="9209"/>
                    </a:lnTo>
                    <a:lnTo>
                      <a:pt x="5131" y="9329"/>
                    </a:lnTo>
                    <a:cubicBezTo>
                      <a:pt x="5131" y="9329"/>
                      <a:pt x="2273" y="12549"/>
                      <a:pt x="1912" y="14821"/>
                    </a:cubicBezTo>
                    <a:lnTo>
                      <a:pt x="5974" y="13151"/>
                    </a:lnTo>
                    <a:lnTo>
                      <a:pt x="7524" y="10337"/>
                    </a:lnTo>
                    <a:lnTo>
                      <a:pt x="7042" y="12790"/>
                    </a:lnTo>
                    <a:lnTo>
                      <a:pt x="7042" y="12790"/>
                    </a:lnTo>
                    <a:lnTo>
                      <a:pt x="9194" y="12428"/>
                    </a:lnTo>
                    <a:lnTo>
                      <a:pt x="10262" y="10337"/>
                    </a:lnTo>
                    <a:lnTo>
                      <a:pt x="10262" y="10337"/>
                    </a:lnTo>
                    <a:lnTo>
                      <a:pt x="10036" y="12308"/>
                    </a:lnTo>
                    <a:lnTo>
                      <a:pt x="11947" y="11601"/>
                    </a:lnTo>
                    <a:lnTo>
                      <a:pt x="12775" y="10879"/>
                    </a:lnTo>
                    <a:lnTo>
                      <a:pt x="13136" y="11601"/>
                    </a:lnTo>
                    <a:cubicBezTo>
                      <a:pt x="13136" y="11601"/>
                      <a:pt x="13755" y="11070"/>
                      <a:pt x="15201" y="11070"/>
                    </a:cubicBezTo>
                    <a:cubicBezTo>
                      <a:pt x="15442" y="11070"/>
                      <a:pt x="15707" y="11085"/>
                      <a:pt x="15995" y="11119"/>
                    </a:cubicBezTo>
                    <a:cubicBezTo>
                      <a:pt x="15995" y="11119"/>
                      <a:pt x="13136" y="11706"/>
                      <a:pt x="11105" y="15061"/>
                    </a:cubicBezTo>
                    <a:lnTo>
                      <a:pt x="12414" y="15302"/>
                    </a:lnTo>
                    <a:cubicBezTo>
                      <a:pt x="12414" y="15302"/>
                      <a:pt x="10382" y="15889"/>
                      <a:pt x="10382" y="16611"/>
                    </a:cubicBezTo>
                    <a:lnTo>
                      <a:pt x="10503" y="22464"/>
                    </a:lnTo>
                    <a:lnTo>
                      <a:pt x="12895" y="19124"/>
                    </a:lnTo>
                    <a:lnTo>
                      <a:pt x="12775" y="17439"/>
                    </a:lnTo>
                    <a:lnTo>
                      <a:pt x="13617" y="18161"/>
                    </a:lnTo>
                    <a:lnTo>
                      <a:pt x="15528" y="15423"/>
                    </a:lnTo>
                    <a:lnTo>
                      <a:pt x="15648" y="13151"/>
                    </a:lnTo>
                    <a:lnTo>
                      <a:pt x="16235" y="14219"/>
                    </a:lnTo>
                    <a:lnTo>
                      <a:pt x="18748" y="11360"/>
                    </a:lnTo>
                    <a:lnTo>
                      <a:pt x="22690" y="14219"/>
                    </a:lnTo>
                    <a:lnTo>
                      <a:pt x="22690" y="12790"/>
                    </a:lnTo>
                    <a:lnTo>
                      <a:pt x="23758" y="15302"/>
                    </a:lnTo>
                    <a:lnTo>
                      <a:pt x="25323" y="16370"/>
                    </a:lnTo>
                    <a:lnTo>
                      <a:pt x="25323" y="13858"/>
                    </a:lnTo>
                    <a:cubicBezTo>
                      <a:pt x="25323" y="13858"/>
                      <a:pt x="26512" y="15769"/>
                      <a:pt x="26632" y="17333"/>
                    </a:cubicBezTo>
                    <a:lnTo>
                      <a:pt x="33087" y="20674"/>
                    </a:lnTo>
                    <a:cubicBezTo>
                      <a:pt x="33087" y="20674"/>
                      <a:pt x="29385" y="12669"/>
                      <a:pt x="20057" y="10277"/>
                    </a:cubicBezTo>
                    <a:lnTo>
                      <a:pt x="20057" y="10277"/>
                    </a:lnTo>
                    <a:lnTo>
                      <a:pt x="23879" y="10758"/>
                    </a:lnTo>
                    <a:lnTo>
                      <a:pt x="24119" y="9449"/>
                    </a:lnTo>
                    <a:lnTo>
                      <a:pt x="24841" y="11240"/>
                    </a:lnTo>
                    <a:lnTo>
                      <a:pt x="31296" y="12790"/>
                    </a:lnTo>
                    <a:lnTo>
                      <a:pt x="31296" y="11360"/>
                    </a:lnTo>
                    <a:lnTo>
                      <a:pt x="32003" y="12910"/>
                    </a:lnTo>
                    <a:lnTo>
                      <a:pt x="34155" y="13391"/>
                    </a:lnTo>
                    <a:lnTo>
                      <a:pt x="33087" y="11240"/>
                    </a:lnTo>
                    <a:lnTo>
                      <a:pt x="33087" y="11240"/>
                    </a:lnTo>
                    <a:lnTo>
                      <a:pt x="35118" y="13617"/>
                    </a:lnTo>
                    <a:lnTo>
                      <a:pt x="38217" y="13978"/>
                    </a:lnTo>
                    <a:lnTo>
                      <a:pt x="37615" y="11947"/>
                    </a:lnTo>
                    <a:lnTo>
                      <a:pt x="40248" y="14339"/>
                    </a:lnTo>
                    <a:lnTo>
                      <a:pt x="44551" y="16009"/>
                    </a:lnTo>
                    <a:cubicBezTo>
                      <a:pt x="44551" y="16009"/>
                      <a:pt x="38217" y="8366"/>
                      <a:pt x="33794" y="7764"/>
                    </a:cubicBezTo>
                    <a:cubicBezTo>
                      <a:pt x="33043" y="7664"/>
                      <a:pt x="32111" y="7623"/>
                      <a:pt x="31083" y="7623"/>
                    </a:cubicBezTo>
                    <a:cubicBezTo>
                      <a:pt x="26071" y="7623"/>
                      <a:pt x="18748" y="8607"/>
                      <a:pt x="18748" y="8607"/>
                    </a:cubicBezTo>
                    <a:lnTo>
                      <a:pt x="25564" y="6576"/>
                    </a:lnTo>
                    <a:lnTo>
                      <a:pt x="24360" y="5026"/>
                    </a:lnTo>
                    <a:lnTo>
                      <a:pt x="26632" y="6215"/>
                    </a:lnTo>
                    <a:lnTo>
                      <a:pt x="29972" y="5026"/>
                    </a:lnTo>
                    <a:lnTo>
                      <a:pt x="29265" y="3943"/>
                    </a:lnTo>
                    <a:lnTo>
                      <a:pt x="31642" y="4544"/>
                    </a:lnTo>
                    <a:lnTo>
                      <a:pt x="39767" y="2152"/>
                    </a:lnTo>
                    <a:cubicBezTo>
                      <a:pt x="39767" y="2152"/>
                      <a:pt x="37495" y="241"/>
                      <a:pt x="30574" y="1"/>
                    </a:cubicBezTo>
                    <a:lnTo>
                      <a:pt x="30574" y="1"/>
                    </a:lnTo>
                    <a:lnTo>
                      <a:pt x="31642" y="2032"/>
                    </a:lnTo>
                    <a:lnTo>
                      <a:pt x="31642" y="2032"/>
                    </a:lnTo>
                    <a:lnTo>
                      <a:pt x="2735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2" name="Google Shape;2312;p49"/>
              <p:cNvSpPr/>
              <p:nvPr/>
            </p:nvSpPr>
            <p:spPr bwMode="auto">
              <a:xfrm>
                <a:off x="2775975" y="2844125"/>
                <a:ext cx="283250" cy="1390625"/>
              </a:xfrm>
              <a:custGeom>
                <a:avLst/>
                <a:gdLst/>
                <a:ahLst/>
                <a:cxnLst/>
                <a:rect l="l" t="t" r="r" b="b"/>
                <a:pathLst>
                  <a:path w="11330" h="55625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9464" y="27293"/>
                      <a:pt x="7448" y="55625"/>
                      <a:pt x="7448" y="55625"/>
                    </a:cubicBezTo>
                    <a:lnTo>
                      <a:pt x="11330" y="55625"/>
                    </a:lnTo>
                    <a:cubicBezTo>
                      <a:pt x="9419" y="17530"/>
                      <a:pt x="1" y="2"/>
                      <a:pt x="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3" name="Google Shape;2313;p49"/>
            <p:cNvGrpSpPr/>
            <p:nvPr/>
          </p:nvGrpSpPr>
          <p:grpSpPr bwMode="auto">
            <a:xfrm>
              <a:off x="-522300" y="3118325"/>
              <a:ext cx="694400" cy="1122075"/>
              <a:chOff x="2830500" y="3118325"/>
              <a:chExt cx="694400" cy="1122075"/>
            </a:xfrm>
          </p:grpSpPr>
          <p:sp>
            <p:nvSpPr>
              <p:cNvPr id="2314" name="Google Shape;2314;p49"/>
              <p:cNvSpPr/>
              <p:nvPr/>
            </p:nvSpPr>
            <p:spPr bwMode="auto">
              <a:xfrm>
                <a:off x="2830500" y="3118325"/>
                <a:ext cx="694400" cy="379925"/>
              </a:xfrm>
              <a:custGeom>
                <a:avLst/>
                <a:gdLst/>
                <a:ahLst/>
                <a:cxnLst/>
                <a:rect l="l" t="t" r="r" b="b"/>
                <a:pathLst>
                  <a:path w="27776" h="15197" extrusionOk="0">
                    <a:moveTo>
                      <a:pt x="10713" y="1"/>
                    </a:moveTo>
                    <a:lnTo>
                      <a:pt x="8035" y="1385"/>
                    </a:lnTo>
                    <a:lnTo>
                      <a:pt x="8712" y="1"/>
                    </a:lnTo>
                    <a:lnTo>
                      <a:pt x="8712" y="1"/>
                    </a:lnTo>
                    <a:cubicBezTo>
                      <a:pt x="4394" y="166"/>
                      <a:pt x="2965" y="1460"/>
                      <a:pt x="2965" y="1460"/>
                    </a:cubicBezTo>
                    <a:lnTo>
                      <a:pt x="8035" y="3070"/>
                    </a:lnTo>
                    <a:lnTo>
                      <a:pt x="9525" y="2679"/>
                    </a:lnTo>
                    <a:lnTo>
                      <a:pt x="9525" y="2679"/>
                    </a:lnTo>
                    <a:lnTo>
                      <a:pt x="9073" y="3401"/>
                    </a:lnTo>
                    <a:lnTo>
                      <a:pt x="11165" y="4214"/>
                    </a:lnTo>
                    <a:lnTo>
                      <a:pt x="12579" y="3401"/>
                    </a:lnTo>
                    <a:lnTo>
                      <a:pt x="11842" y="4454"/>
                    </a:lnTo>
                    <a:lnTo>
                      <a:pt x="16085" y="5823"/>
                    </a:lnTo>
                    <a:cubicBezTo>
                      <a:pt x="16085" y="5823"/>
                      <a:pt x="11501" y="5158"/>
                      <a:pt x="8372" y="5158"/>
                    </a:cubicBezTo>
                    <a:cubicBezTo>
                      <a:pt x="7736" y="5158"/>
                      <a:pt x="7161" y="5186"/>
                      <a:pt x="6696" y="5252"/>
                    </a:cubicBezTo>
                    <a:cubicBezTo>
                      <a:pt x="3943" y="5658"/>
                      <a:pt x="1" y="10834"/>
                      <a:pt x="1" y="10834"/>
                    </a:cubicBezTo>
                    <a:lnTo>
                      <a:pt x="2679" y="9705"/>
                    </a:lnTo>
                    <a:lnTo>
                      <a:pt x="4319" y="8080"/>
                    </a:lnTo>
                    <a:lnTo>
                      <a:pt x="3943" y="9450"/>
                    </a:lnTo>
                    <a:lnTo>
                      <a:pt x="5884" y="9209"/>
                    </a:lnTo>
                    <a:lnTo>
                      <a:pt x="7147" y="7599"/>
                    </a:lnTo>
                    <a:lnTo>
                      <a:pt x="6470" y="9058"/>
                    </a:lnTo>
                    <a:lnTo>
                      <a:pt x="7809" y="8727"/>
                    </a:lnTo>
                    <a:lnTo>
                      <a:pt x="8261" y="7674"/>
                    </a:lnTo>
                    <a:lnTo>
                      <a:pt x="8261" y="8652"/>
                    </a:lnTo>
                    <a:lnTo>
                      <a:pt x="12278" y="7599"/>
                    </a:lnTo>
                    <a:lnTo>
                      <a:pt x="12729" y="6395"/>
                    </a:lnTo>
                    <a:lnTo>
                      <a:pt x="12880" y="7283"/>
                    </a:lnTo>
                    <a:lnTo>
                      <a:pt x="15257" y="6952"/>
                    </a:lnTo>
                    <a:lnTo>
                      <a:pt x="15257" y="6952"/>
                    </a:lnTo>
                    <a:cubicBezTo>
                      <a:pt x="9449" y="8562"/>
                      <a:pt x="7147" y="13978"/>
                      <a:pt x="7147" y="13978"/>
                    </a:cubicBezTo>
                    <a:lnTo>
                      <a:pt x="11165" y="11721"/>
                    </a:lnTo>
                    <a:cubicBezTo>
                      <a:pt x="11240" y="10668"/>
                      <a:pt x="11977" y="9374"/>
                      <a:pt x="11977" y="9374"/>
                    </a:cubicBezTo>
                    <a:lnTo>
                      <a:pt x="11977" y="11074"/>
                    </a:lnTo>
                    <a:lnTo>
                      <a:pt x="12955" y="10352"/>
                    </a:lnTo>
                    <a:lnTo>
                      <a:pt x="13617" y="8652"/>
                    </a:lnTo>
                    <a:lnTo>
                      <a:pt x="13617" y="9615"/>
                    </a:lnTo>
                    <a:lnTo>
                      <a:pt x="16085" y="7674"/>
                    </a:lnTo>
                    <a:lnTo>
                      <a:pt x="17649" y="9615"/>
                    </a:lnTo>
                    <a:lnTo>
                      <a:pt x="18011" y="8893"/>
                    </a:lnTo>
                    <a:lnTo>
                      <a:pt x="18086" y="10427"/>
                    </a:lnTo>
                    <a:lnTo>
                      <a:pt x="19289" y="12278"/>
                    </a:lnTo>
                    <a:lnTo>
                      <a:pt x="19801" y="11797"/>
                    </a:lnTo>
                    <a:lnTo>
                      <a:pt x="19726" y="12925"/>
                    </a:lnTo>
                    <a:lnTo>
                      <a:pt x="21215" y="15197"/>
                    </a:lnTo>
                    <a:lnTo>
                      <a:pt x="21291" y="11240"/>
                    </a:lnTo>
                    <a:cubicBezTo>
                      <a:pt x="21291" y="10743"/>
                      <a:pt x="20027" y="10352"/>
                      <a:pt x="20027" y="10352"/>
                    </a:cubicBezTo>
                    <a:lnTo>
                      <a:pt x="20839" y="10187"/>
                    </a:lnTo>
                    <a:cubicBezTo>
                      <a:pt x="19575" y="7915"/>
                      <a:pt x="17800" y="7524"/>
                      <a:pt x="17800" y="7524"/>
                    </a:cubicBezTo>
                    <a:cubicBezTo>
                      <a:pt x="17985" y="7499"/>
                      <a:pt x="18154" y="7489"/>
                      <a:pt x="18308" y="7489"/>
                    </a:cubicBezTo>
                    <a:cubicBezTo>
                      <a:pt x="19203" y="7489"/>
                      <a:pt x="19575" y="7840"/>
                      <a:pt x="19575" y="7840"/>
                    </a:cubicBezTo>
                    <a:lnTo>
                      <a:pt x="19801" y="7358"/>
                    </a:lnTo>
                    <a:lnTo>
                      <a:pt x="20328" y="7840"/>
                    </a:lnTo>
                    <a:lnTo>
                      <a:pt x="21516" y="8321"/>
                    </a:lnTo>
                    <a:lnTo>
                      <a:pt x="21366" y="6997"/>
                    </a:lnTo>
                    <a:lnTo>
                      <a:pt x="22043" y="8411"/>
                    </a:lnTo>
                    <a:lnTo>
                      <a:pt x="23382" y="8652"/>
                    </a:lnTo>
                    <a:lnTo>
                      <a:pt x="23081" y="6997"/>
                    </a:lnTo>
                    <a:lnTo>
                      <a:pt x="24044" y="8893"/>
                    </a:lnTo>
                    <a:lnTo>
                      <a:pt x="26587" y="10021"/>
                    </a:lnTo>
                    <a:cubicBezTo>
                      <a:pt x="26361" y="8487"/>
                      <a:pt x="24571" y="6305"/>
                      <a:pt x="24571" y="6305"/>
                    </a:cubicBezTo>
                    <a:lnTo>
                      <a:pt x="23231" y="6230"/>
                    </a:lnTo>
                    <a:lnTo>
                      <a:pt x="23818" y="5342"/>
                    </a:lnTo>
                    <a:cubicBezTo>
                      <a:pt x="23262" y="5226"/>
                      <a:pt x="22678" y="5180"/>
                      <a:pt x="22101" y="5180"/>
                    </a:cubicBezTo>
                    <a:cubicBezTo>
                      <a:pt x="19824" y="5180"/>
                      <a:pt x="17649" y="5899"/>
                      <a:pt x="17649" y="5899"/>
                    </a:cubicBezTo>
                    <a:lnTo>
                      <a:pt x="22253" y="4289"/>
                    </a:lnTo>
                    <a:lnTo>
                      <a:pt x="22043" y="3476"/>
                    </a:lnTo>
                    <a:lnTo>
                      <a:pt x="23382" y="4123"/>
                    </a:lnTo>
                    <a:lnTo>
                      <a:pt x="27775" y="5011"/>
                    </a:lnTo>
                    <a:lnTo>
                      <a:pt x="24796" y="2438"/>
                    </a:lnTo>
                    <a:lnTo>
                      <a:pt x="23231" y="2829"/>
                    </a:lnTo>
                    <a:lnTo>
                      <a:pt x="23893" y="2032"/>
                    </a:lnTo>
                    <a:cubicBezTo>
                      <a:pt x="23893" y="2032"/>
                      <a:pt x="23382" y="1701"/>
                      <a:pt x="21892" y="1626"/>
                    </a:cubicBezTo>
                    <a:cubicBezTo>
                      <a:pt x="21875" y="1625"/>
                      <a:pt x="21858" y="1624"/>
                      <a:pt x="21840" y="1624"/>
                    </a:cubicBezTo>
                    <a:cubicBezTo>
                      <a:pt x="20331" y="1624"/>
                      <a:pt x="17273" y="5417"/>
                      <a:pt x="17273" y="5417"/>
                    </a:cubicBezTo>
                    <a:cubicBezTo>
                      <a:pt x="17273" y="5417"/>
                      <a:pt x="17273" y="4123"/>
                      <a:pt x="16972" y="2995"/>
                    </a:cubicBezTo>
                    <a:cubicBezTo>
                      <a:pt x="16671" y="1866"/>
                      <a:pt x="15257" y="1220"/>
                      <a:pt x="15257" y="1219"/>
                    </a:cubicBezTo>
                    <a:lnTo>
                      <a:pt x="15257" y="1219"/>
                    </a:lnTo>
                    <a:lnTo>
                      <a:pt x="16085" y="5011"/>
                    </a:lnTo>
                    <a:cubicBezTo>
                      <a:pt x="15483" y="3567"/>
                      <a:pt x="14369" y="2348"/>
                      <a:pt x="14369" y="2348"/>
                    </a:cubicBezTo>
                    <a:lnTo>
                      <a:pt x="12654" y="2107"/>
                    </a:lnTo>
                    <a:lnTo>
                      <a:pt x="13391" y="1791"/>
                    </a:lnTo>
                    <a:cubicBezTo>
                      <a:pt x="12579" y="813"/>
                      <a:pt x="10713" y="1"/>
                      <a:pt x="107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5" name="Google Shape;2315;p49"/>
              <p:cNvSpPr/>
              <p:nvPr/>
            </p:nvSpPr>
            <p:spPr bwMode="auto">
              <a:xfrm>
                <a:off x="3065225" y="3300375"/>
                <a:ext cx="176800" cy="940025"/>
              </a:xfrm>
              <a:custGeom>
                <a:avLst/>
                <a:gdLst/>
                <a:ahLst/>
                <a:cxnLst/>
                <a:rect l="l" t="t" r="r" b="b"/>
                <a:pathLst>
                  <a:path w="7072" h="37601" extrusionOk="0">
                    <a:moveTo>
                      <a:pt x="7072" y="1"/>
                    </a:moveTo>
                    <a:cubicBezTo>
                      <a:pt x="7071" y="2"/>
                      <a:pt x="1189" y="11843"/>
                      <a:pt x="0" y="37600"/>
                    </a:cubicBezTo>
                    <a:lnTo>
                      <a:pt x="2423" y="37600"/>
                    </a:lnTo>
                    <a:cubicBezTo>
                      <a:pt x="2423" y="37600"/>
                      <a:pt x="1159" y="18447"/>
                      <a:pt x="70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6" name="Google Shape;2316;p49"/>
            <p:cNvGrpSpPr/>
            <p:nvPr/>
          </p:nvGrpSpPr>
          <p:grpSpPr bwMode="auto">
            <a:xfrm>
              <a:off x="156650" y="3061150"/>
              <a:ext cx="779400" cy="1161200"/>
              <a:chOff x="156650" y="3061150"/>
              <a:chExt cx="779400" cy="1161200"/>
            </a:xfrm>
          </p:grpSpPr>
          <p:sp>
            <p:nvSpPr>
              <p:cNvPr id="2317" name="Google Shape;2317;p49"/>
              <p:cNvSpPr/>
              <p:nvPr/>
            </p:nvSpPr>
            <p:spPr bwMode="auto">
              <a:xfrm>
                <a:off x="156650" y="3061150"/>
                <a:ext cx="779400" cy="392725"/>
              </a:xfrm>
              <a:custGeom>
                <a:avLst/>
                <a:gdLst/>
                <a:ahLst/>
                <a:cxnLst/>
                <a:rect l="l" t="t" r="r" b="b"/>
                <a:pathLst>
                  <a:path w="31176" h="15709" extrusionOk="0">
                    <a:moveTo>
                      <a:pt x="12022" y="1"/>
                    </a:moveTo>
                    <a:lnTo>
                      <a:pt x="9013" y="1415"/>
                    </a:lnTo>
                    <a:lnTo>
                      <a:pt x="9013" y="1415"/>
                    </a:lnTo>
                    <a:lnTo>
                      <a:pt x="9765" y="1"/>
                    </a:lnTo>
                    <a:lnTo>
                      <a:pt x="9765" y="1"/>
                    </a:lnTo>
                    <a:cubicBezTo>
                      <a:pt x="4920" y="166"/>
                      <a:pt x="3341" y="1505"/>
                      <a:pt x="3341" y="1505"/>
                    </a:cubicBezTo>
                    <a:lnTo>
                      <a:pt x="9013" y="3175"/>
                    </a:lnTo>
                    <a:lnTo>
                      <a:pt x="10698" y="2754"/>
                    </a:lnTo>
                    <a:lnTo>
                      <a:pt x="10186" y="3506"/>
                    </a:lnTo>
                    <a:lnTo>
                      <a:pt x="12534" y="4334"/>
                    </a:lnTo>
                    <a:lnTo>
                      <a:pt x="14113" y="3506"/>
                    </a:lnTo>
                    <a:lnTo>
                      <a:pt x="13286" y="4590"/>
                    </a:lnTo>
                    <a:lnTo>
                      <a:pt x="18040" y="6019"/>
                    </a:lnTo>
                    <a:cubicBezTo>
                      <a:pt x="18040" y="6019"/>
                      <a:pt x="12955" y="5329"/>
                      <a:pt x="9451" y="5329"/>
                    </a:cubicBezTo>
                    <a:cubicBezTo>
                      <a:pt x="8719" y="5329"/>
                      <a:pt x="8056" y="5360"/>
                      <a:pt x="7523" y="5432"/>
                    </a:cubicBezTo>
                    <a:cubicBezTo>
                      <a:pt x="4424" y="5839"/>
                      <a:pt x="0" y="11195"/>
                      <a:pt x="0" y="11195"/>
                    </a:cubicBezTo>
                    <a:lnTo>
                      <a:pt x="3010" y="10021"/>
                    </a:lnTo>
                    <a:lnTo>
                      <a:pt x="4845" y="8351"/>
                    </a:lnTo>
                    <a:lnTo>
                      <a:pt x="4845" y="8351"/>
                    </a:lnTo>
                    <a:lnTo>
                      <a:pt x="4424" y="9781"/>
                    </a:lnTo>
                    <a:lnTo>
                      <a:pt x="6590" y="9525"/>
                    </a:lnTo>
                    <a:lnTo>
                      <a:pt x="8020" y="7855"/>
                    </a:lnTo>
                    <a:lnTo>
                      <a:pt x="7268" y="9359"/>
                    </a:lnTo>
                    <a:lnTo>
                      <a:pt x="8772" y="9028"/>
                    </a:lnTo>
                    <a:lnTo>
                      <a:pt x="9269" y="7930"/>
                    </a:lnTo>
                    <a:lnTo>
                      <a:pt x="9269" y="8938"/>
                    </a:lnTo>
                    <a:lnTo>
                      <a:pt x="13782" y="7855"/>
                    </a:lnTo>
                    <a:lnTo>
                      <a:pt x="14279" y="6591"/>
                    </a:lnTo>
                    <a:lnTo>
                      <a:pt x="14459" y="7524"/>
                    </a:lnTo>
                    <a:lnTo>
                      <a:pt x="17123" y="7178"/>
                    </a:lnTo>
                    <a:lnTo>
                      <a:pt x="17123" y="7178"/>
                    </a:lnTo>
                    <a:cubicBezTo>
                      <a:pt x="10608" y="8848"/>
                      <a:pt x="8020" y="14460"/>
                      <a:pt x="8020" y="14460"/>
                    </a:cubicBezTo>
                    <a:lnTo>
                      <a:pt x="12534" y="12113"/>
                    </a:lnTo>
                    <a:cubicBezTo>
                      <a:pt x="12609" y="11029"/>
                      <a:pt x="13451" y="9690"/>
                      <a:pt x="13451" y="9690"/>
                    </a:cubicBezTo>
                    <a:lnTo>
                      <a:pt x="13451" y="11451"/>
                    </a:lnTo>
                    <a:lnTo>
                      <a:pt x="14535" y="10698"/>
                    </a:lnTo>
                    <a:lnTo>
                      <a:pt x="15287" y="8938"/>
                    </a:lnTo>
                    <a:lnTo>
                      <a:pt x="15287" y="9946"/>
                    </a:lnTo>
                    <a:lnTo>
                      <a:pt x="18040" y="7930"/>
                    </a:lnTo>
                    <a:lnTo>
                      <a:pt x="19801" y="9946"/>
                    </a:lnTo>
                    <a:lnTo>
                      <a:pt x="20222" y="9194"/>
                    </a:lnTo>
                    <a:lnTo>
                      <a:pt x="20297" y="10774"/>
                    </a:lnTo>
                    <a:lnTo>
                      <a:pt x="21636" y="12699"/>
                    </a:lnTo>
                    <a:lnTo>
                      <a:pt x="22223" y="12203"/>
                    </a:lnTo>
                    <a:lnTo>
                      <a:pt x="22148" y="13361"/>
                    </a:lnTo>
                    <a:lnTo>
                      <a:pt x="23818" y="15709"/>
                    </a:lnTo>
                    <a:lnTo>
                      <a:pt x="23893" y="11616"/>
                    </a:lnTo>
                    <a:cubicBezTo>
                      <a:pt x="23893" y="11105"/>
                      <a:pt x="22479" y="10698"/>
                      <a:pt x="22479" y="10698"/>
                    </a:cubicBezTo>
                    <a:lnTo>
                      <a:pt x="23397" y="10533"/>
                    </a:lnTo>
                    <a:cubicBezTo>
                      <a:pt x="21982" y="8186"/>
                      <a:pt x="19966" y="7764"/>
                      <a:pt x="19966" y="7764"/>
                    </a:cubicBezTo>
                    <a:cubicBezTo>
                      <a:pt x="20170" y="7741"/>
                      <a:pt x="20357" y="7731"/>
                      <a:pt x="20528" y="7731"/>
                    </a:cubicBezTo>
                    <a:cubicBezTo>
                      <a:pt x="21551" y="7731"/>
                      <a:pt x="21982" y="8095"/>
                      <a:pt x="21982" y="8095"/>
                    </a:cubicBezTo>
                    <a:lnTo>
                      <a:pt x="22223" y="7599"/>
                    </a:lnTo>
                    <a:lnTo>
                      <a:pt x="22810" y="8095"/>
                    </a:lnTo>
                    <a:lnTo>
                      <a:pt x="24149" y="8607"/>
                    </a:lnTo>
                    <a:lnTo>
                      <a:pt x="23983" y="7223"/>
                    </a:lnTo>
                    <a:lnTo>
                      <a:pt x="23983" y="7223"/>
                    </a:lnTo>
                    <a:lnTo>
                      <a:pt x="24736" y="8682"/>
                    </a:lnTo>
                    <a:lnTo>
                      <a:pt x="26240" y="8938"/>
                    </a:lnTo>
                    <a:lnTo>
                      <a:pt x="25909" y="7223"/>
                    </a:lnTo>
                    <a:lnTo>
                      <a:pt x="26993" y="9194"/>
                    </a:lnTo>
                    <a:lnTo>
                      <a:pt x="29836" y="10352"/>
                    </a:lnTo>
                    <a:cubicBezTo>
                      <a:pt x="29580" y="8772"/>
                      <a:pt x="27579" y="6516"/>
                      <a:pt x="27579" y="6516"/>
                    </a:cubicBezTo>
                    <a:lnTo>
                      <a:pt x="26075" y="6425"/>
                    </a:lnTo>
                    <a:lnTo>
                      <a:pt x="26737" y="5508"/>
                    </a:lnTo>
                    <a:cubicBezTo>
                      <a:pt x="26120" y="5390"/>
                      <a:pt x="25472" y="5343"/>
                      <a:pt x="24831" y="5343"/>
                    </a:cubicBezTo>
                    <a:cubicBezTo>
                      <a:pt x="22266" y="5343"/>
                      <a:pt x="19801" y="6094"/>
                      <a:pt x="19801" y="6094"/>
                    </a:cubicBezTo>
                    <a:lnTo>
                      <a:pt x="24991" y="4424"/>
                    </a:lnTo>
                    <a:lnTo>
                      <a:pt x="24736" y="3582"/>
                    </a:lnTo>
                    <a:lnTo>
                      <a:pt x="26240" y="4259"/>
                    </a:lnTo>
                    <a:lnTo>
                      <a:pt x="31175" y="5177"/>
                    </a:lnTo>
                    <a:lnTo>
                      <a:pt x="27820" y="2498"/>
                    </a:lnTo>
                    <a:lnTo>
                      <a:pt x="26075" y="2920"/>
                    </a:lnTo>
                    <a:lnTo>
                      <a:pt x="26827" y="2077"/>
                    </a:lnTo>
                    <a:cubicBezTo>
                      <a:pt x="26827" y="2077"/>
                      <a:pt x="26240" y="1746"/>
                      <a:pt x="24570" y="1671"/>
                    </a:cubicBezTo>
                    <a:cubicBezTo>
                      <a:pt x="24552" y="1670"/>
                      <a:pt x="24533" y="1669"/>
                      <a:pt x="24514" y="1669"/>
                    </a:cubicBezTo>
                    <a:cubicBezTo>
                      <a:pt x="22822" y="1669"/>
                      <a:pt x="19379" y="5598"/>
                      <a:pt x="19379" y="5598"/>
                    </a:cubicBezTo>
                    <a:cubicBezTo>
                      <a:pt x="19379" y="5598"/>
                      <a:pt x="19379" y="4259"/>
                      <a:pt x="19048" y="3085"/>
                    </a:cubicBezTo>
                    <a:cubicBezTo>
                      <a:pt x="18717" y="1912"/>
                      <a:pt x="17123" y="1250"/>
                      <a:pt x="17123" y="1250"/>
                    </a:cubicBezTo>
                    <a:lnTo>
                      <a:pt x="17123" y="1250"/>
                    </a:lnTo>
                    <a:lnTo>
                      <a:pt x="18040" y="5177"/>
                    </a:lnTo>
                    <a:cubicBezTo>
                      <a:pt x="17378" y="3672"/>
                      <a:pt x="16130" y="2423"/>
                      <a:pt x="16130" y="2423"/>
                    </a:cubicBezTo>
                    <a:lnTo>
                      <a:pt x="14204" y="2167"/>
                    </a:lnTo>
                    <a:lnTo>
                      <a:pt x="15031" y="1836"/>
                    </a:lnTo>
                    <a:cubicBezTo>
                      <a:pt x="14113" y="828"/>
                      <a:pt x="12022" y="1"/>
                      <a:pt x="1202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8" name="Google Shape;2318;p49"/>
              <p:cNvSpPr/>
              <p:nvPr/>
            </p:nvSpPr>
            <p:spPr bwMode="auto">
              <a:xfrm>
                <a:off x="420325" y="3249225"/>
                <a:ext cx="198250" cy="973125"/>
              </a:xfrm>
              <a:custGeom>
                <a:avLst/>
                <a:gdLst/>
                <a:ahLst/>
                <a:cxnLst/>
                <a:rect l="l" t="t" r="r" b="b"/>
                <a:pathLst>
                  <a:path w="7930" h="38925" extrusionOk="0">
                    <a:moveTo>
                      <a:pt x="7930" y="1"/>
                    </a:moveTo>
                    <a:cubicBezTo>
                      <a:pt x="7929" y="2"/>
                      <a:pt x="1324" y="12264"/>
                      <a:pt x="1" y="38924"/>
                    </a:cubicBezTo>
                    <a:lnTo>
                      <a:pt x="2709" y="38924"/>
                    </a:lnTo>
                    <a:cubicBezTo>
                      <a:pt x="2709" y="38924"/>
                      <a:pt x="1294" y="19094"/>
                      <a:pt x="793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sp>
          <p:nvSpPr>
            <p:cNvPr id="2319" name="Google Shape;2319;p49"/>
            <p:cNvSpPr/>
            <p:nvPr/>
          </p:nvSpPr>
          <p:spPr bwMode="auto">
            <a:xfrm>
              <a:off x="292425" y="3568199"/>
              <a:ext cx="123400" cy="657900"/>
            </a:xfrm>
            <a:custGeom>
              <a:avLst/>
              <a:gdLst/>
              <a:ahLst/>
              <a:cxnLst/>
              <a:rect l="l" t="t" r="r" b="b"/>
              <a:pathLst>
                <a:path w="4936" h="26316" extrusionOk="0">
                  <a:moveTo>
                    <a:pt x="1" y="1"/>
                  </a:moveTo>
                  <a:lnTo>
                    <a:pt x="1" y="1"/>
                  </a:lnTo>
                  <a:cubicBezTo>
                    <a:pt x="4123" y="12925"/>
                    <a:pt x="3251" y="26316"/>
                    <a:pt x="3251" y="26316"/>
                  </a:cubicBezTo>
                  <a:lnTo>
                    <a:pt x="4936" y="26316"/>
                  </a:lnTo>
                  <a:cubicBezTo>
                    <a:pt x="4108" y="8292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844542900" name="Google Shape;2320;p49"/>
          <p:cNvSpPr txBox="1">
            <a:spLocks noGrp="1"/>
          </p:cNvSpPr>
          <p:nvPr>
            <p:ph type="title"/>
          </p:nvPr>
        </p:nvSpPr>
        <p:spPr bwMode="auto"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Thanks!</a:t>
            </a:r>
            <a:endParaRPr/>
          </a:p>
        </p:txBody>
      </p:sp>
      <p:sp>
        <p:nvSpPr>
          <p:cNvPr id="2101354220" name="Google Shape;2322;p49"/>
          <p:cNvSpPr txBox="1"/>
          <p:nvPr/>
        </p:nvSpPr>
        <p:spPr bwMode="auto">
          <a:xfrm>
            <a:off x="5161075" y="4255153"/>
            <a:ext cx="3269700" cy="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Please keep this slide for attribution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</a:endParaRPr>
          </a:p>
        </p:txBody>
      </p:sp>
      <p:sp>
        <p:nvSpPr>
          <p:cNvPr id="1526069674" name="Google Shape;2344;p49"/>
          <p:cNvSpPr/>
          <p:nvPr/>
        </p:nvSpPr>
        <p:spPr bwMode="auto">
          <a:xfrm>
            <a:off x="-64875" y="4814800"/>
            <a:ext cx="9237740" cy="38775"/>
          </a:xfrm>
          <a:custGeom>
            <a:avLst/>
            <a:gdLst/>
            <a:ahLst/>
            <a:cxnLst/>
            <a:rect l="l" t="t" r="r" b="b"/>
            <a:pathLst>
              <a:path w="249130" h="1551" extrusionOk="0">
                <a:moveTo>
                  <a:pt x="1" y="0"/>
                </a:moveTo>
                <a:lnTo>
                  <a:pt x="1" y="1550"/>
                </a:lnTo>
                <a:lnTo>
                  <a:pt x="249129" y="1550"/>
                </a:lnTo>
                <a:lnTo>
                  <a:pt x="24912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64176052" name="Google Shape;2345;p49"/>
          <p:cNvSpPr/>
          <p:nvPr/>
        </p:nvSpPr>
        <p:spPr bwMode="auto">
          <a:xfrm>
            <a:off x="-42300" y="4768525"/>
            <a:ext cx="9215100" cy="374675"/>
          </a:xfrm>
          <a:custGeom>
            <a:avLst/>
            <a:gdLst/>
            <a:ahLst/>
            <a:cxnLst/>
            <a:rect l="l" t="t" r="r" b="b"/>
            <a:pathLst>
              <a:path w="247851" h="14987" extrusionOk="0">
                <a:moveTo>
                  <a:pt x="256" y="1"/>
                </a:moveTo>
                <a:lnTo>
                  <a:pt x="1" y="14986"/>
                </a:lnTo>
                <a:lnTo>
                  <a:pt x="247850" y="14986"/>
                </a:lnTo>
                <a:lnTo>
                  <a:pt x="24785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399751154" name="Google Shape;2346;p49"/>
          <p:cNvGrpSpPr/>
          <p:nvPr/>
        </p:nvGrpSpPr>
        <p:grpSpPr bwMode="auto">
          <a:xfrm>
            <a:off x="-93825" y="4612800"/>
            <a:ext cx="9404150" cy="530400"/>
            <a:chOff x="-93825" y="4612800"/>
            <a:chExt cx="9404150" cy="530400"/>
          </a:xfrm>
        </p:grpSpPr>
        <p:grpSp>
          <p:nvGrpSpPr>
            <p:cNvPr id="2347" name="Google Shape;2347;p49"/>
            <p:cNvGrpSpPr/>
            <p:nvPr/>
          </p:nvGrpSpPr>
          <p:grpSpPr bwMode="auto">
            <a:xfrm>
              <a:off x="-93825" y="4612800"/>
              <a:ext cx="9266690" cy="530400"/>
              <a:chOff x="-70375" y="4454000"/>
              <a:chExt cx="9266690" cy="530400"/>
            </a:xfrm>
          </p:grpSpPr>
          <p:sp>
            <p:nvSpPr>
              <p:cNvPr id="2348" name="Google Shape;2348;p49"/>
              <p:cNvSpPr/>
              <p:nvPr/>
            </p:nvSpPr>
            <p:spPr bwMode="auto">
              <a:xfrm>
                <a:off x="-70375" y="4454000"/>
                <a:ext cx="9237925" cy="178325"/>
              </a:xfrm>
              <a:custGeom>
                <a:avLst/>
                <a:gdLst/>
                <a:ahLst/>
                <a:cxnLst/>
                <a:rect l="l" t="t" r="r" b="b"/>
                <a:pathLst>
                  <a:path w="250724" h="7133" extrusionOk="0">
                    <a:moveTo>
                      <a:pt x="0" y="1"/>
                    </a:moveTo>
                    <a:lnTo>
                      <a:pt x="0" y="7132"/>
                    </a:lnTo>
                    <a:lnTo>
                      <a:pt x="250724" y="7132"/>
                    </a:lnTo>
                    <a:lnTo>
                      <a:pt x="2507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49" name="Google Shape;2349;p49"/>
              <p:cNvSpPr/>
              <p:nvPr/>
            </p:nvSpPr>
            <p:spPr bwMode="auto">
              <a:xfrm>
                <a:off x="-44425" y="4632300"/>
                <a:ext cx="6224475" cy="90300"/>
              </a:xfrm>
              <a:custGeom>
                <a:avLst/>
                <a:gdLst/>
                <a:ahLst/>
                <a:cxnLst/>
                <a:rect l="l" t="t" r="r" b="b"/>
                <a:pathLst>
                  <a:path w="248979" h="3612" extrusionOk="0">
                    <a:moveTo>
                      <a:pt x="1" y="0"/>
                    </a:moveTo>
                    <a:lnTo>
                      <a:pt x="1" y="3611"/>
                    </a:lnTo>
                    <a:lnTo>
                      <a:pt x="248979" y="3611"/>
                    </a:lnTo>
                    <a:lnTo>
                      <a:pt x="248979" y="0"/>
                    </a:lnTo>
                    <a:close/>
                  </a:path>
                </a:pathLst>
              </a:custGeom>
              <a:solidFill>
                <a:srgbClr val="99BBC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0" name="Google Shape;2350;p49"/>
              <p:cNvSpPr/>
              <p:nvPr/>
            </p:nvSpPr>
            <p:spPr bwMode="auto">
              <a:xfrm>
                <a:off x="-18850" y="4609725"/>
                <a:ext cx="9215100" cy="374675"/>
              </a:xfrm>
              <a:custGeom>
                <a:avLst/>
                <a:gdLst/>
                <a:ahLst/>
                <a:cxnLst/>
                <a:rect l="l" t="t" r="r" b="b"/>
                <a:pathLst>
                  <a:path w="247851" h="14987" extrusionOk="0">
                    <a:moveTo>
                      <a:pt x="256" y="1"/>
                    </a:moveTo>
                    <a:lnTo>
                      <a:pt x="1" y="14986"/>
                    </a:lnTo>
                    <a:lnTo>
                      <a:pt x="247850" y="14986"/>
                    </a:lnTo>
                    <a:lnTo>
                      <a:pt x="247850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1" name="Google Shape;2351;p49"/>
              <p:cNvSpPr/>
              <p:nvPr/>
            </p:nvSpPr>
            <p:spPr bwMode="auto">
              <a:xfrm>
                <a:off x="-41425" y="4656000"/>
                <a:ext cx="9237740" cy="38775"/>
              </a:xfrm>
              <a:custGeom>
                <a:avLst/>
                <a:gdLst/>
                <a:ahLst/>
                <a:cxnLst/>
                <a:rect l="l" t="t" r="r" b="b"/>
                <a:pathLst>
                  <a:path w="249130" h="1551" extrusionOk="0">
                    <a:moveTo>
                      <a:pt x="1" y="0"/>
                    </a:moveTo>
                    <a:lnTo>
                      <a:pt x="1" y="1550"/>
                    </a:lnTo>
                    <a:lnTo>
                      <a:pt x="249129" y="1550"/>
                    </a:lnTo>
                    <a:lnTo>
                      <a:pt x="249129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2" name="Google Shape;2352;p49"/>
              <p:cNvSpPr/>
              <p:nvPr/>
            </p:nvSpPr>
            <p:spPr bwMode="auto"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3" name="Google Shape;2353;p49"/>
              <p:cNvSpPr/>
              <p:nvPr/>
            </p:nvSpPr>
            <p:spPr bwMode="auto"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4" name="Google Shape;2354;p49"/>
              <p:cNvSpPr/>
              <p:nvPr/>
            </p:nvSpPr>
            <p:spPr bwMode="auto"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5" name="Google Shape;2355;p49"/>
              <p:cNvSpPr/>
              <p:nvPr/>
            </p:nvSpPr>
            <p:spPr bwMode="auto"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6" name="Google Shape;2356;p49"/>
              <p:cNvSpPr/>
              <p:nvPr/>
            </p:nvSpPr>
            <p:spPr bwMode="auto"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7" name="Google Shape;2357;p49"/>
              <p:cNvSpPr/>
              <p:nvPr/>
            </p:nvSpPr>
            <p:spPr bwMode="auto"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8" name="Google Shape;2358;p49"/>
              <p:cNvSpPr/>
              <p:nvPr/>
            </p:nvSpPr>
            <p:spPr bwMode="auto"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9" name="Google Shape;2359;p49"/>
              <p:cNvSpPr/>
              <p:nvPr/>
            </p:nvSpPr>
            <p:spPr bwMode="auto"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0" name="Google Shape;2360;p49"/>
              <p:cNvSpPr/>
              <p:nvPr/>
            </p:nvSpPr>
            <p:spPr bwMode="auto"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1" name="Google Shape;2361;p49"/>
              <p:cNvSpPr/>
              <p:nvPr/>
            </p:nvSpPr>
            <p:spPr bwMode="auto"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2" name="Google Shape;2362;p49"/>
              <p:cNvSpPr/>
              <p:nvPr/>
            </p:nvSpPr>
            <p:spPr bwMode="auto"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3" name="Google Shape;2363;p49"/>
              <p:cNvSpPr/>
              <p:nvPr/>
            </p:nvSpPr>
            <p:spPr bwMode="auto"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4" name="Google Shape;2364;p49"/>
              <p:cNvSpPr/>
              <p:nvPr/>
            </p:nvSpPr>
            <p:spPr bwMode="auto"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5" name="Google Shape;2365;p49"/>
              <p:cNvSpPr/>
              <p:nvPr/>
            </p:nvSpPr>
            <p:spPr bwMode="auto"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6" name="Google Shape;2366;p49"/>
              <p:cNvSpPr/>
              <p:nvPr/>
            </p:nvSpPr>
            <p:spPr bwMode="auto"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7" name="Google Shape;2367;p49"/>
              <p:cNvSpPr/>
              <p:nvPr/>
            </p:nvSpPr>
            <p:spPr bwMode="auto"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8" name="Google Shape;2368;p49"/>
              <p:cNvSpPr/>
              <p:nvPr/>
            </p:nvSpPr>
            <p:spPr bwMode="auto"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9" name="Google Shape;2369;p49"/>
              <p:cNvSpPr/>
              <p:nvPr/>
            </p:nvSpPr>
            <p:spPr bwMode="auto"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0" name="Google Shape;2370;p49"/>
              <p:cNvSpPr/>
              <p:nvPr/>
            </p:nvSpPr>
            <p:spPr bwMode="auto"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1" name="Google Shape;2371;p49"/>
              <p:cNvSpPr/>
              <p:nvPr/>
            </p:nvSpPr>
            <p:spPr bwMode="auto"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2" name="Google Shape;2372;p49"/>
              <p:cNvSpPr/>
              <p:nvPr/>
            </p:nvSpPr>
            <p:spPr bwMode="auto"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3" name="Google Shape;2373;p49"/>
              <p:cNvSpPr/>
              <p:nvPr/>
            </p:nvSpPr>
            <p:spPr bwMode="auto"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4" name="Google Shape;2374;p49"/>
              <p:cNvSpPr/>
              <p:nvPr/>
            </p:nvSpPr>
            <p:spPr bwMode="auto"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5" name="Google Shape;2375;p49"/>
              <p:cNvSpPr/>
              <p:nvPr/>
            </p:nvSpPr>
            <p:spPr bwMode="auto"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6" name="Google Shape;2376;p49"/>
              <p:cNvSpPr/>
              <p:nvPr/>
            </p:nvSpPr>
            <p:spPr bwMode="auto"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7" name="Google Shape;2377;p49"/>
              <p:cNvSpPr/>
              <p:nvPr/>
            </p:nvSpPr>
            <p:spPr bwMode="auto"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78" name="Google Shape;2378;p49"/>
            <p:cNvGrpSpPr/>
            <p:nvPr/>
          </p:nvGrpSpPr>
          <p:grpSpPr bwMode="auto">
            <a:xfrm>
              <a:off x="4741250" y="4799875"/>
              <a:ext cx="4569075" cy="29350"/>
              <a:chOff x="95625" y="4645850"/>
              <a:chExt cx="4569075" cy="29350"/>
            </a:xfrm>
          </p:grpSpPr>
          <p:sp>
            <p:nvSpPr>
              <p:cNvPr id="2379" name="Google Shape;2379;p49"/>
              <p:cNvSpPr/>
              <p:nvPr/>
            </p:nvSpPr>
            <p:spPr bwMode="auto"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0" name="Google Shape;2380;p49"/>
              <p:cNvSpPr/>
              <p:nvPr/>
            </p:nvSpPr>
            <p:spPr bwMode="auto"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1" name="Google Shape;2381;p49"/>
              <p:cNvSpPr/>
              <p:nvPr/>
            </p:nvSpPr>
            <p:spPr bwMode="auto"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2" name="Google Shape;2382;p49"/>
              <p:cNvSpPr/>
              <p:nvPr/>
            </p:nvSpPr>
            <p:spPr bwMode="auto"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3" name="Google Shape;2383;p49"/>
              <p:cNvSpPr/>
              <p:nvPr/>
            </p:nvSpPr>
            <p:spPr bwMode="auto"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4" name="Google Shape;2384;p49"/>
              <p:cNvSpPr/>
              <p:nvPr/>
            </p:nvSpPr>
            <p:spPr bwMode="auto"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5" name="Google Shape;2385;p49"/>
              <p:cNvSpPr/>
              <p:nvPr/>
            </p:nvSpPr>
            <p:spPr bwMode="auto"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6" name="Google Shape;2386;p49"/>
              <p:cNvSpPr/>
              <p:nvPr/>
            </p:nvSpPr>
            <p:spPr bwMode="auto"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7" name="Google Shape;2387;p49"/>
              <p:cNvSpPr/>
              <p:nvPr/>
            </p:nvSpPr>
            <p:spPr bwMode="auto"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8" name="Google Shape;2388;p49"/>
              <p:cNvSpPr/>
              <p:nvPr/>
            </p:nvSpPr>
            <p:spPr bwMode="auto"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9" name="Google Shape;2389;p49"/>
              <p:cNvSpPr/>
              <p:nvPr/>
            </p:nvSpPr>
            <p:spPr bwMode="auto"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0" name="Google Shape;2390;p49"/>
              <p:cNvSpPr/>
              <p:nvPr/>
            </p:nvSpPr>
            <p:spPr bwMode="auto"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1" name="Google Shape;2391;p49"/>
              <p:cNvSpPr/>
              <p:nvPr/>
            </p:nvSpPr>
            <p:spPr bwMode="auto"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2" name="Google Shape;2392;p49"/>
              <p:cNvSpPr/>
              <p:nvPr/>
            </p:nvSpPr>
            <p:spPr bwMode="auto"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3" name="Google Shape;2393;p49"/>
              <p:cNvSpPr/>
              <p:nvPr/>
            </p:nvSpPr>
            <p:spPr bwMode="auto"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4" name="Google Shape;2394;p49"/>
              <p:cNvSpPr/>
              <p:nvPr/>
            </p:nvSpPr>
            <p:spPr bwMode="auto"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5" name="Google Shape;2395;p49"/>
              <p:cNvSpPr/>
              <p:nvPr/>
            </p:nvSpPr>
            <p:spPr bwMode="auto"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6" name="Google Shape;2396;p49"/>
              <p:cNvSpPr/>
              <p:nvPr/>
            </p:nvSpPr>
            <p:spPr bwMode="auto"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7" name="Google Shape;2397;p49"/>
              <p:cNvSpPr/>
              <p:nvPr/>
            </p:nvSpPr>
            <p:spPr bwMode="auto"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8" name="Google Shape;2398;p49"/>
              <p:cNvSpPr/>
              <p:nvPr/>
            </p:nvSpPr>
            <p:spPr bwMode="auto"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9" name="Google Shape;2399;p49"/>
              <p:cNvSpPr/>
              <p:nvPr/>
            </p:nvSpPr>
            <p:spPr bwMode="auto"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0" name="Google Shape;2400;p49"/>
              <p:cNvSpPr/>
              <p:nvPr/>
            </p:nvSpPr>
            <p:spPr bwMode="auto"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1" name="Google Shape;2401;p49"/>
              <p:cNvSpPr/>
              <p:nvPr/>
            </p:nvSpPr>
            <p:spPr bwMode="auto"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2" name="Google Shape;2402;p49"/>
              <p:cNvSpPr/>
              <p:nvPr/>
            </p:nvSpPr>
            <p:spPr bwMode="auto"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3" name="Google Shape;2403;p49"/>
              <p:cNvSpPr/>
              <p:nvPr/>
            </p:nvSpPr>
            <p:spPr bwMode="auto"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4" name="Google Shape;2404;p49"/>
              <p:cNvSpPr/>
              <p:nvPr/>
            </p:nvSpPr>
            <p:spPr bwMode="auto"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770743235" name="Google Shape;2405;p49"/>
          <p:cNvSpPr/>
          <p:nvPr/>
        </p:nvSpPr>
        <p:spPr bwMode="auto">
          <a:xfrm>
            <a:off x="2811893" y="357100"/>
            <a:ext cx="1357395" cy="135736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18614426" name="Google Shape;2406;p49"/>
          <p:cNvSpPr/>
          <p:nvPr/>
        </p:nvSpPr>
        <p:spPr bwMode="auto">
          <a:xfrm rot="10800000">
            <a:off x="0" y="4832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50378335" name="Google Shape;2407;p49"/>
          <p:cNvSpPr/>
          <p:nvPr/>
        </p:nvSpPr>
        <p:spPr bwMode="auto">
          <a:xfrm flipH="1">
            <a:off x="2193625" y="1840200"/>
            <a:ext cx="3038100" cy="371398"/>
          </a:xfrm>
          <a:custGeom>
            <a:avLst/>
            <a:gdLst/>
            <a:ahLst/>
            <a:cxnLst/>
            <a:rect l="l" t="t" r="r" b="b"/>
            <a:pathLst>
              <a:path w="121524" h="3422" extrusionOk="0">
                <a:moveTo>
                  <a:pt x="3293" y="2318"/>
                </a:moveTo>
                <a:cubicBezTo>
                  <a:pt x="8457" y="2218"/>
                  <a:pt x="15016" y="977"/>
                  <a:pt x="19888" y="1351"/>
                </a:cubicBezTo>
                <a:cubicBezTo>
                  <a:pt x="28034" y="1981"/>
                  <a:pt x="29758" y="147"/>
                  <a:pt x="36801" y="630"/>
                </a:cubicBezTo>
                <a:cubicBezTo>
                  <a:pt x="44966" y="1233"/>
                  <a:pt x="55457" y="1324"/>
                  <a:pt x="61551" y="1160"/>
                </a:cubicBezTo>
                <a:cubicBezTo>
                  <a:pt x="69068" y="968"/>
                  <a:pt x="74231" y="1"/>
                  <a:pt x="81438" y="776"/>
                </a:cubicBezTo>
                <a:cubicBezTo>
                  <a:pt x="84878" y="1160"/>
                  <a:pt x="81119" y="1835"/>
                  <a:pt x="90680" y="1114"/>
                </a:cubicBezTo>
                <a:cubicBezTo>
                  <a:pt x="94292" y="840"/>
                  <a:pt x="95688" y="822"/>
                  <a:pt x="99912" y="968"/>
                </a:cubicBezTo>
                <a:cubicBezTo>
                  <a:pt x="107119" y="1260"/>
                  <a:pt x="115575" y="1114"/>
                  <a:pt x="121523" y="1260"/>
                </a:cubicBezTo>
                <a:cubicBezTo>
                  <a:pt x="116670" y="1451"/>
                  <a:pt x="103515" y="1160"/>
                  <a:pt x="95378" y="1689"/>
                </a:cubicBezTo>
                <a:cubicBezTo>
                  <a:pt x="85352" y="2263"/>
                  <a:pt x="79559" y="2555"/>
                  <a:pt x="69378" y="2072"/>
                </a:cubicBezTo>
                <a:cubicBezTo>
                  <a:pt x="61387" y="1643"/>
                  <a:pt x="51680" y="1497"/>
                  <a:pt x="43534" y="1789"/>
                </a:cubicBezTo>
                <a:cubicBezTo>
                  <a:pt x="34767" y="2026"/>
                  <a:pt x="30068" y="3422"/>
                  <a:pt x="20672" y="2647"/>
                </a:cubicBezTo>
                <a:cubicBezTo>
                  <a:pt x="16448" y="2263"/>
                  <a:pt x="14879" y="2263"/>
                  <a:pt x="10646" y="2364"/>
                </a:cubicBezTo>
                <a:cubicBezTo>
                  <a:pt x="7827" y="2409"/>
                  <a:pt x="4388" y="2510"/>
                  <a:pt x="0" y="2455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97007612" name="Google Shape;2408;p49"/>
          <p:cNvSpPr/>
          <p:nvPr/>
        </p:nvSpPr>
        <p:spPr bwMode="auto">
          <a:xfrm rot="-2231248" flipH="1">
            <a:off x="462693" y="61071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8335490" name="Google Shape;2409;p49"/>
          <p:cNvSpPr/>
          <p:nvPr/>
        </p:nvSpPr>
        <p:spPr bwMode="auto">
          <a:xfrm rot="-2231248" flipH="1">
            <a:off x="1387068" y="837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50438091" name="Google Shape;2410;p49"/>
          <p:cNvSpPr/>
          <p:nvPr/>
        </p:nvSpPr>
        <p:spPr bwMode="auto">
          <a:xfrm rot="-2231248" flipH="1">
            <a:off x="1259493" y="1695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706314552" name="Google Shape;2411;p49"/>
          <p:cNvGrpSpPr/>
          <p:nvPr/>
        </p:nvGrpSpPr>
        <p:grpSpPr bwMode="auto">
          <a:xfrm>
            <a:off x="649349" y="4019912"/>
            <a:ext cx="3269776" cy="772427"/>
            <a:chOff x="3962175" y="2857795"/>
            <a:chExt cx="3075700" cy="726579"/>
          </a:xfrm>
        </p:grpSpPr>
        <p:sp>
          <p:nvSpPr>
            <p:cNvPr id="2412" name="Google Shape;2412;p49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3" name="Google Shape;2413;p49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4" name="Google Shape;2414;p49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5" name="Google Shape;2415;p49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6" name="Google Shape;2416;p49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7" name="Google Shape;2417;p49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8" name="Google Shape;2418;p49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9" name="Google Shape;2419;p49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0" name="Google Shape;2420;p49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1" name="Google Shape;2421;p49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2" name="Google Shape;2422;p49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3" name="Google Shape;2423;p49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4" name="Google Shape;2424;p49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5" name="Google Shape;2425;p49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6" name="Google Shape;2426;p49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7" name="Google Shape;2427;p49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8" name="Google Shape;2428;p49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9" name="Google Shape;2429;p49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30" name="Google Shape;2430;p49"/>
            <p:cNvSpPr/>
            <p:nvPr/>
          </p:nvSpPr>
          <p:spPr bwMode="auto"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2127648457" name="ZoneTexte 1"/>
          <p:cNvSpPr txBox="1"/>
          <p:nvPr/>
        </p:nvSpPr>
        <p:spPr bwMode="auto">
          <a:xfrm>
            <a:off x="5735701" y="1744682"/>
            <a:ext cx="2695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/>
            </a:pPr>
            <a:r>
              <a:rPr lang="fr-CH" sz="1800" b="1">
                <a:solidFill>
                  <a:schemeClr val="dk1"/>
                </a:solidFill>
                <a:latin typeface="Abel"/>
              </a:rPr>
              <a:t>Do you have questions?</a:t>
            </a:r>
            <a:endParaRPr/>
          </a:p>
        </p:txBody>
      </p:sp>
      <p:pic>
        <p:nvPicPr>
          <p:cNvPr id="1074785379" name="Image 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5400000">
            <a:off x="7086943" y="2202813"/>
            <a:ext cx="355520" cy="445996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Railroad Minitheme by Slidesgo">
  <a:themeElements>
    <a:clrScheme name="Simple Light">
      <a:dk1>
        <a:srgbClr val="274E13"/>
      </a:dk1>
      <a:lt1>
        <a:srgbClr val="FFFFFF"/>
      </a:lt1>
      <a:dk2>
        <a:srgbClr val="D9ECD3"/>
      </a:dk2>
      <a:lt2>
        <a:srgbClr val="89B177"/>
      </a:lt2>
      <a:accent1>
        <a:srgbClr val="7A9E6A"/>
      </a:accent1>
      <a:accent2>
        <a:srgbClr val="38761D"/>
      </a:accent2>
      <a:accent3>
        <a:srgbClr val="6A8060"/>
      </a:accent3>
      <a:accent4>
        <a:srgbClr val="638C50"/>
      </a:accent4>
      <a:accent5>
        <a:srgbClr val="65A649"/>
      </a:accent5>
      <a:accent6>
        <a:srgbClr val="9DAB96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661</Words>
  <Application>Microsoft Office PowerPoint</Application>
  <PresentationFormat>Affichage à l'écran (16:9)</PresentationFormat>
  <Paragraphs>132</Paragraphs>
  <Slides>21</Slides>
  <Notes>21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21</vt:i4>
      </vt:variant>
    </vt:vector>
  </HeadingPairs>
  <TitlesOfParts>
    <vt:vector size="28" baseType="lpstr">
      <vt:lpstr>Abel</vt:lpstr>
      <vt:lpstr>Bakbak One</vt:lpstr>
      <vt:lpstr>Arial</vt:lpstr>
      <vt:lpstr>Wingdings</vt:lpstr>
      <vt:lpstr>Abhaya Libre</vt:lpstr>
      <vt:lpstr>Cambria Math</vt:lpstr>
      <vt:lpstr>Railroad Minitheme by Slidesgo</vt:lpstr>
      <vt:lpstr>RailBeat  Summer School</vt:lpstr>
      <vt:lpstr>Summary</vt:lpstr>
      <vt:lpstr>Sounds  analysis</vt:lpstr>
      <vt:lpstr>Sounds analysis</vt:lpstr>
      <vt:lpstr>Sounds analysis</vt:lpstr>
      <vt:lpstr>Sounds analysis</vt:lpstr>
      <vt:lpstr>Sounds analysis</vt:lpstr>
      <vt:lpstr>Sounds analysis</vt:lpstr>
      <vt:lpstr>Animation</vt:lpstr>
      <vt:lpstr>Animation</vt:lpstr>
      <vt:lpstr>Animation</vt:lpstr>
      <vt:lpstr>Animation</vt:lpstr>
      <vt:lpstr>Animation</vt:lpstr>
      <vt:lpstr>Animation</vt:lpstr>
      <vt:lpstr>Contrast with the plan</vt:lpstr>
      <vt:lpstr>Planification - Prototype</vt:lpstr>
      <vt:lpstr>Planification - Prototype</vt:lpstr>
      <vt:lpstr>Planification - Prototype</vt:lpstr>
      <vt:lpstr>Contrast with plan</vt:lpstr>
      <vt:lpstr>Showcase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Zuber Dina</cp:lastModifiedBy>
  <cp:revision>56</cp:revision>
  <dcterms:modified xsi:type="dcterms:W3CDTF">2026-08-27T10:04:12Z</dcterms:modified>
</cp:coreProperties>
</file>