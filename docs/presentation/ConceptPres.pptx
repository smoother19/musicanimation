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5"/>
  </p:notesMasterIdLst>
  <p:sldIdLst>
    <p:sldId id="256" r:id="rId2"/>
    <p:sldId id="258" r:id="rId3"/>
    <p:sldId id="260" r:id="rId4"/>
    <p:sldId id="259" r:id="rId5"/>
    <p:sldId id="296" r:id="rId6"/>
    <p:sldId id="269" r:id="rId7"/>
    <p:sldId id="297" r:id="rId8"/>
    <p:sldId id="298" r:id="rId9"/>
    <p:sldId id="299" r:id="rId10"/>
    <p:sldId id="257" r:id="rId11"/>
    <p:sldId id="300" r:id="rId12"/>
    <p:sldId id="263" r:id="rId13"/>
    <p:sldId id="275" r:id="rId14"/>
  </p:sldIdLst>
  <p:sldSz cx="9144000" cy="5143500" type="screen16x9"/>
  <p:notesSz cx="6858000" cy="9144000"/>
  <p:embeddedFontLst>
    <p:embeddedFont>
      <p:font typeface="Abel" panose="02000506030000020004" pitchFamily="2" charset="0"/>
      <p:regular r:id="rId16"/>
    </p:embeddedFont>
    <p:embeddedFont>
      <p:font typeface="Abhaya Libre" panose="020B0604020202020204" charset="0"/>
      <p:regular r:id="rId17"/>
      <p:bold r:id="rId18"/>
    </p:embeddedFont>
    <p:embeddedFont>
      <p:font typeface="Bakbak One" panose="020B0604020202020204" charset="0"/>
      <p:regular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157" autoAdjust="0"/>
  </p:normalViewPr>
  <p:slideViewPr>
    <p:cSldViewPr snapToGrid="0">
      <p:cViewPr varScale="1">
        <p:scale>
          <a:sx n="136" d="100"/>
          <a:sy n="136" d="100"/>
        </p:scale>
        <p:origin x="918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18a80d34a4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18a80d34a4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15207a178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15207a178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F7915784-839E-2A79-7947-B0DA6D3E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B6D6C2D3-7524-D4E2-DFE7-81B9F1F1F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BCF5843E-3EEE-6CBA-D40A-0E3FAC038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06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9DB4B02B-C28F-934B-410F-E20055C7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2621A6F4-0B3A-1B9B-263D-4DC9B0C43B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CAC4F0C1-3F26-A441-5B4F-C118C240A6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34069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F2F1B0FB-0807-93B4-9407-AFD64408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56E96EDC-6A13-5680-BC09-5F6FAEED2F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BC07F856-EEB0-87EE-EBB9-B6063F04C3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5211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65EF2775-C3F5-319F-6D86-55D239F8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72F29870-3553-18BE-FBED-8DA35EF962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6A5835C2-293C-02CA-156E-DE7F087C9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873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15207a1783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15207a1783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56CA0BF9-A382-7DD1-DBC3-B659B0C7A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6E46B151-3EF9-6AFC-F2F0-0BD423EFD5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F99CE18A-FB98-07A5-FDF9-F23C78D286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623941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g152a7caf94b_1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9" name="Google Shape;1609;g152a7caf94b_1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7" name="Google Shape;2297;g152a7caf94b_1_2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  <a:sym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59" name="Google Shape;59;p6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559000" y="3196325"/>
            <a:ext cx="6828925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1582075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9"/>
          <p:cNvGrpSpPr/>
          <p:nvPr/>
        </p:nvGrpSpPr>
        <p:grpSpPr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>
                  <a:xfrm rot="5400000">
                    <a:off x="-497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>
            <a:xfrm>
              <a:off x="6356775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5" name="Google Shape;295;p9"/>
          <p:cNvGrpSpPr/>
          <p:nvPr/>
        </p:nvGrpSpPr>
        <p:grpSpPr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512325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2384450" y="4072200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2911650" y="4871450"/>
              <a:ext cx="20800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9"/>
          <p:cNvSpPr/>
          <p:nvPr/>
        </p:nvSpPr>
        <p:spPr>
          <a:xfrm>
            <a:off x="1582075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9"/>
          <p:cNvSpPr/>
          <p:nvPr/>
        </p:nvSpPr>
        <p:spPr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 hasCustomPrompt="1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13"/>
          <p:cNvSpPr txBox="1">
            <a:spLocks noGrp="1"/>
          </p:cNvSpPr>
          <p:nvPr>
            <p:ph type="subTitle" idx="1"/>
          </p:nvPr>
        </p:nvSpPr>
        <p:spPr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5" name="Google Shape;385;p13"/>
          <p:cNvSpPr txBox="1">
            <a:spLocks noGrp="1"/>
          </p:cNvSpPr>
          <p:nvPr>
            <p:ph type="subTitle" idx="2"/>
          </p:nvPr>
        </p:nvSpPr>
        <p:spPr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4"/>
          </p:nvPr>
        </p:nvSpPr>
        <p:spPr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5"/>
          </p:nvPr>
        </p:nvSpPr>
        <p:spPr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6" hasCustomPrompt="1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subTitle" idx="7"/>
          </p:nvPr>
        </p:nvSpPr>
        <p:spPr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1" name="Google Shape;391;p13"/>
          <p:cNvSpPr txBox="1">
            <a:spLocks noGrp="1"/>
          </p:cNvSpPr>
          <p:nvPr>
            <p:ph type="subTitle" idx="8"/>
          </p:nvPr>
        </p:nvSpPr>
        <p:spPr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13"/>
          <p:cNvSpPr txBox="1">
            <a:spLocks noGrp="1"/>
          </p:cNvSpPr>
          <p:nvPr>
            <p:ph type="title" idx="9" hasCustomPrompt="1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13"/>
          </p:nvPr>
        </p:nvSpPr>
        <p:spPr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14"/>
          </p:nvPr>
        </p:nvSpPr>
        <p:spPr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5" name="Google Shape;395;p13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13"/>
          <p:cNvGrpSpPr/>
          <p:nvPr/>
        </p:nvGrpSpPr>
        <p:grpSpPr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1393673" y="4141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8580773" y="3907950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" name="Google Shape;444;p13"/>
          <p:cNvSpPr/>
          <p:nvPr/>
        </p:nvSpPr>
        <p:spPr>
          <a:xfrm>
            <a:off x="5304438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5" name="Google Shape;445;p13"/>
          <p:cNvGrpSpPr/>
          <p:nvPr/>
        </p:nvGrpSpPr>
        <p:grpSpPr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6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6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6"/>
          <p:cNvGrpSpPr/>
          <p:nvPr/>
        </p:nvGrpSpPr>
        <p:grpSpPr>
          <a:xfrm>
            <a:off x="-2311315" y="4713377"/>
            <a:ext cx="11543197" cy="859072"/>
            <a:chOff x="238675" y="2497700"/>
            <a:chExt cx="7138650" cy="531275"/>
          </a:xfrm>
        </p:grpSpPr>
        <p:sp>
          <p:nvSpPr>
            <p:cNvPr id="501" name="Google Shape;501;p16"/>
            <p:cNvSpPr/>
            <p:nvPr/>
          </p:nvSpPr>
          <p:spPr>
            <a:xfrm>
              <a:off x="238675" y="2497700"/>
              <a:ext cx="7138650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>
            <a:xfrm>
              <a:off x="238675" y="2565600"/>
              <a:ext cx="7138650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16"/>
          <p:cNvSpPr/>
          <p:nvPr/>
        </p:nvSpPr>
        <p:spPr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4" name="Google Shape;504;p16"/>
          <p:cNvGrpSpPr/>
          <p:nvPr/>
        </p:nvGrpSpPr>
        <p:grpSpPr>
          <a:xfrm>
            <a:off x="1058800" y="4136600"/>
            <a:ext cx="2419653" cy="571601"/>
            <a:chOff x="3962175" y="2857795"/>
            <a:chExt cx="3075700" cy="726580"/>
          </a:xfrm>
        </p:grpSpPr>
        <p:sp>
          <p:nvSpPr>
            <p:cNvPr id="505" name="Google Shape;505;p1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_1_4_2"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22"/>
          <p:cNvSpPr/>
          <p:nvPr/>
        </p:nvSpPr>
        <p:spPr>
          <a:xfrm flipH="1">
            <a:off x="3654925" y="409200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2"/>
          <p:cNvSpPr/>
          <p:nvPr/>
        </p:nvSpPr>
        <p:spPr>
          <a:xfrm flipH="1">
            <a:off x="5165025" y="4408613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2"/>
          <p:cNvSpPr txBox="1">
            <a:spLocks noGrp="1"/>
          </p:cNvSpPr>
          <p:nvPr>
            <p:ph type="subTitle" idx="1"/>
          </p:nvPr>
        </p:nvSpPr>
        <p:spPr>
          <a:xfrm>
            <a:off x="2899325" y="1427428"/>
            <a:ext cx="25602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39" name="Google Shape;839;p22"/>
          <p:cNvSpPr txBox="1">
            <a:spLocks noGrp="1"/>
          </p:cNvSpPr>
          <p:nvPr>
            <p:ph type="subTitle" idx="2"/>
          </p:nvPr>
        </p:nvSpPr>
        <p:spPr>
          <a:xfrm>
            <a:off x="2899586" y="1774200"/>
            <a:ext cx="25602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0" name="Google Shape;840;p22"/>
          <p:cNvSpPr txBox="1">
            <a:spLocks noGrp="1"/>
          </p:cNvSpPr>
          <p:nvPr>
            <p:ph type="subTitle" idx="3"/>
          </p:nvPr>
        </p:nvSpPr>
        <p:spPr>
          <a:xfrm>
            <a:off x="2899325" y="2684051"/>
            <a:ext cx="25602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1" name="Google Shape;841;p22"/>
          <p:cNvSpPr txBox="1">
            <a:spLocks noGrp="1"/>
          </p:cNvSpPr>
          <p:nvPr>
            <p:ph type="subTitle" idx="4"/>
          </p:nvPr>
        </p:nvSpPr>
        <p:spPr>
          <a:xfrm>
            <a:off x="2899586" y="3030650"/>
            <a:ext cx="25602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2" name="Google Shape;842;p22"/>
          <p:cNvSpPr txBox="1">
            <a:spLocks noGrp="1"/>
          </p:cNvSpPr>
          <p:nvPr>
            <p:ph type="subTitle" idx="5"/>
          </p:nvPr>
        </p:nvSpPr>
        <p:spPr>
          <a:xfrm>
            <a:off x="5894324" y="1427453"/>
            <a:ext cx="25599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3" name="Google Shape;843;p22"/>
          <p:cNvSpPr txBox="1">
            <a:spLocks noGrp="1"/>
          </p:cNvSpPr>
          <p:nvPr>
            <p:ph type="subTitle" idx="6"/>
          </p:nvPr>
        </p:nvSpPr>
        <p:spPr>
          <a:xfrm>
            <a:off x="5894311" y="1774200"/>
            <a:ext cx="25599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4" name="Google Shape;844;p22"/>
          <p:cNvSpPr txBox="1">
            <a:spLocks noGrp="1"/>
          </p:cNvSpPr>
          <p:nvPr>
            <p:ph type="subTitle" idx="7"/>
          </p:nvPr>
        </p:nvSpPr>
        <p:spPr>
          <a:xfrm>
            <a:off x="5894050" y="2684992"/>
            <a:ext cx="25599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5" name="Google Shape;845;p22"/>
          <p:cNvSpPr txBox="1">
            <a:spLocks noGrp="1"/>
          </p:cNvSpPr>
          <p:nvPr>
            <p:ph type="subTitle" idx="8"/>
          </p:nvPr>
        </p:nvSpPr>
        <p:spPr>
          <a:xfrm>
            <a:off x="5894311" y="3030650"/>
            <a:ext cx="25599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6" name="Google Shape;846;p22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847" name="Google Shape;847;p22"/>
          <p:cNvSpPr/>
          <p:nvPr/>
        </p:nvSpPr>
        <p:spPr>
          <a:xfrm flipH="1">
            <a:off x="1971125" y="38933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2"/>
          <p:cNvSpPr/>
          <p:nvPr/>
        </p:nvSpPr>
        <p:spPr>
          <a:xfrm flipH="1">
            <a:off x="809725" y="4526663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9" name="Google Shape;849;p22"/>
          <p:cNvGrpSpPr/>
          <p:nvPr/>
        </p:nvGrpSpPr>
        <p:grpSpPr>
          <a:xfrm flipH="1">
            <a:off x="-117555" y="1774194"/>
            <a:ext cx="3687611" cy="3499848"/>
            <a:chOff x="4527625" y="682250"/>
            <a:chExt cx="4656075" cy="4419000"/>
          </a:xfrm>
        </p:grpSpPr>
        <p:sp>
          <p:nvSpPr>
            <p:cNvPr id="850" name="Google Shape;850;p22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2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22"/>
          <p:cNvGrpSpPr/>
          <p:nvPr/>
        </p:nvGrpSpPr>
        <p:grpSpPr>
          <a:xfrm flipH="1">
            <a:off x="-555175" y="4108275"/>
            <a:ext cx="9800100" cy="1657575"/>
            <a:chOff x="-613275" y="3559275"/>
            <a:chExt cx="9800100" cy="1657575"/>
          </a:xfrm>
        </p:grpSpPr>
        <p:sp>
          <p:nvSpPr>
            <p:cNvPr id="853" name="Google Shape;853;p22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2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2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2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7" name="Google Shape;857;p22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858" name="Google Shape;858;p22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59" name="Google Shape;859;p22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860" name="Google Shape;860;p22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" name="Google Shape;861;p22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" name="Google Shape;862;p22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" name="Google Shape;863;p22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" name="Google Shape;864;p22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" name="Google Shape;865;p22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66" name="Google Shape;866;p22"/>
          <p:cNvGrpSpPr/>
          <p:nvPr/>
        </p:nvGrpSpPr>
        <p:grpSpPr>
          <a:xfrm flipH="1">
            <a:off x="380457" y="3419314"/>
            <a:ext cx="2255718" cy="698655"/>
            <a:chOff x="3962175" y="2631750"/>
            <a:chExt cx="3075700" cy="952625"/>
          </a:xfrm>
        </p:grpSpPr>
        <p:sp>
          <p:nvSpPr>
            <p:cNvPr id="867" name="Google Shape;867;p22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2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2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2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2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2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2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2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2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2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2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2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2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22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2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2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2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2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2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6" name="Google Shape;886;p22"/>
          <p:cNvGrpSpPr/>
          <p:nvPr/>
        </p:nvGrpSpPr>
        <p:grpSpPr>
          <a:xfrm>
            <a:off x="7443500" y="4408613"/>
            <a:ext cx="853900" cy="770400"/>
            <a:chOff x="4219225" y="4330850"/>
            <a:chExt cx="853900" cy="770400"/>
          </a:xfrm>
        </p:grpSpPr>
        <p:grpSp>
          <p:nvGrpSpPr>
            <p:cNvPr id="887" name="Google Shape;887;p22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888" name="Google Shape;888;p22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89" name="Google Shape;889;p22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890" name="Google Shape;890;p22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" name="Google Shape;891;p22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92" name="Google Shape;892;p22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893" name="Google Shape;893;p22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4" name="Google Shape;894;p22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5" name="Google Shape;895;p22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96" name="Google Shape;896;p22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897" name="Google Shape;897;p22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22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9" name="Google Shape;899;p22"/>
          <p:cNvGrpSpPr/>
          <p:nvPr/>
        </p:nvGrpSpPr>
        <p:grpSpPr>
          <a:xfrm>
            <a:off x="8454225" y="4669038"/>
            <a:ext cx="389150" cy="536075"/>
            <a:chOff x="5354825" y="4565175"/>
            <a:chExt cx="389150" cy="536075"/>
          </a:xfrm>
        </p:grpSpPr>
        <p:sp>
          <p:nvSpPr>
            <p:cNvPr id="900" name="Google Shape;900;p22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1" name="Google Shape;901;p22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902" name="Google Shape;902;p22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22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22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2_3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4"/>
          <p:cNvSpPr txBox="1">
            <a:spLocks noGrp="1"/>
          </p:cNvSpPr>
          <p:nvPr>
            <p:ph type="subTitle" idx="1"/>
          </p:nvPr>
        </p:nvSpPr>
        <p:spPr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945" name="Google Shape;945;p24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24"/>
          <p:cNvSpPr/>
          <p:nvPr/>
        </p:nvSpPr>
        <p:spPr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24"/>
          <p:cNvSpPr txBox="1"/>
          <p:nvPr/>
        </p:nvSpPr>
        <p:spPr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25"/>
          <p:cNvSpPr/>
          <p:nvPr/>
        </p:nvSpPr>
        <p:spPr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5"/>
          <p:cNvSpPr/>
          <p:nvPr/>
        </p:nvSpPr>
        <p:spPr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5"/>
          <p:cNvSpPr/>
          <p:nvPr/>
        </p:nvSpPr>
        <p:spPr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5"/>
          <p:cNvSpPr/>
          <p:nvPr/>
        </p:nvSpPr>
        <p:spPr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25"/>
          <p:cNvGrpSpPr/>
          <p:nvPr/>
        </p:nvGrpSpPr>
        <p:grpSpPr>
          <a:xfrm>
            <a:off x="-139347" y="3868275"/>
            <a:ext cx="9276783" cy="1398672"/>
            <a:chOff x="-139347" y="3868275"/>
            <a:chExt cx="9276783" cy="1398672"/>
          </a:xfrm>
        </p:grpSpPr>
        <p:sp>
          <p:nvSpPr>
            <p:cNvPr id="954" name="Google Shape;954;p25"/>
            <p:cNvSpPr/>
            <p:nvPr/>
          </p:nvSpPr>
          <p:spPr>
            <a:xfrm flipH="1">
              <a:off x="-139347" y="4015425"/>
              <a:ext cx="9276772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6638025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1393673" y="4141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8580773" y="3907950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2" name="Google Shape;1022;p25"/>
          <p:cNvGrpSpPr/>
          <p:nvPr/>
        </p:nvGrpSpPr>
        <p:grpSpPr>
          <a:xfrm rot="127889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" name="Google Shape;1042;p25"/>
          <p:cNvSpPr/>
          <p:nvPr/>
        </p:nvSpPr>
        <p:spPr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25"/>
          <p:cNvSpPr/>
          <p:nvPr/>
        </p:nvSpPr>
        <p:spPr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25"/>
          <p:cNvSpPr/>
          <p:nvPr/>
        </p:nvSpPr>
        <p:spPr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6"/>
          <p:cNvSpPr/>
          <p:nvPr/>
        </p:nvSpPr>
        <p:spPr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6"/>
          <p:cNvSpPr/>
          <p:nvPr/>
        </p:nvSpPr>
        <p:spPr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6"/>
          <p:cNvSpPr/>
          <p:nvPr/>
        </p:nvSpPr>
        <p:spPr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6"/>
          <p:cNvSpPr/>
          <p:nvPr/>
        </p:nvSpPr>
        <p:spPr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6"/>
          <p:cNvGrpSpPr/>
          <p:nvPr/>
        </p:nvGrpSpPr>
        <p:grpSpPr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26"/>
          <p:cNvGrpSpPr/>
          <p:nvPr/>
        </p:nvGrpSpPr>
        <p:grpSpPr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084" name="Google Shape;1084;p26"/>
          <p:cNvSpPr/>
          <p:nvPr/>
        </p:nvSpPr>
        <p:spPr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2" r:id="rId7"/>
    <p:sldLayoutId id="2147483668" r:id="rId8"/>
    <p:sldLayoutId id="2147483670" r:id="rId9"/>
    <p:sldLayoutId id="2147483671" r:id="rId10"/>
    <p:sldLayoutId id="214748367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30"/>
          <p:cNvSpPr/>
          <p:nvPr/>
        </p:nvSpPr>
        <p:spPr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30"/>
          <p:cNvSpPr/>
          <p:nvPr/>
        </p:nvSpPr>
        <p:spPr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30"/>
          <p:cNvSpPr/>
          <p:nvPr/>
        </p:nvSpPr>
        <p:spPr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8" name="Google Shape;1098;p30"/>
          <p:cNvGrpSpPr/>
          <p:nvPr/>
        </p:nvGrpSpPr>
        <p:grpSpPr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11" name="Google Shape;1111;p30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112" name="Google Shape;1112;p30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Alan, Dina, Ravaka, Gabriel</a:t>
            </a:r>
            <a:endParaRPr dirty="0"/>
          </a:p>
        </p:txBody>
      </p:sp>
      <p:grpSp>
        <p:nvGrpSpPr>
          <p:cNvPr id="1113" name="Google Shape;1113;p30"/>
          <p:cNvGrpSpPr/>
          <p:nvPr/>
        </p:nvGrpSpPr>
        <p:grpSpPr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6" name="Google Shape;1116;p30"/>
          <p:cNvSpPr/>
          <p:nvPr/>
        </p:nvSpPr>
        <p:spPr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" name="Google Shape;1117;p30"/>
          <p:cNvGrpSpPr/>
          <p:nvPr/>
        </p:nvGrpSpPr>
        <p:grpSpPr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30"/>
          <p:cNvSpPr/>
          <p:nvPr/>
        </p:nvSpPr>
        <p:spPr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30"/>
          <p:cNvGrpSpPr/>
          <p:nvPr/>
        </p:nvGrpSpPr>
        <p:grpSpPr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30"/>
          <p:cNvGrpSpPr/>
          <p:nvPr/>
        </p:nvGrpSpPr>
        <p:grpSpPr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9" name="Google Shape;1149;p30"/>
          <p:cNvGrpSpPr/>
          <p:nvPr/>
        </p:nvGrpSpPr>
        <p:grpSpPr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2" name="Google Shape;1162;p30"/>
          <p:cNvGrpSpPr/>
          <p:nvPr/>
        </p:nvGrpSpPr>
        <p:grpSpPr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30"/>
          <p:cNvGrpSpPr/>
          <p:nvPr/>
        </p:nvGrpSpPr>
        <p:grpSpPr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74" name="Google Shape;1174;p30"/>
          <p:cNvSpPr/>
          <p:nvPr/>
        </p:nvSpPr>
        <p:spPr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5" name="Google Shape;1175;p30"/>
          <p:cNvSpPr/>
          <p:nvPr/>
        </p:nvSpPr>
        <p:spPr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30"/>
          <p:cNvSpPr/>
          <p:nvPr/>
        </p:nvSpPr>
        <p:spPr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30"/>
          <p:cNvSpPr/>
          <p:nvPr/>
        </p:nvSpPr>
        <p:spPr>
          <a:xfrm>
            <a:off x="6525300" y="4846125"/>
            <a:ext cx="825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30"/>
          <p:cNvSpPr/>
          <p:nvPr/>
        </p:nvSpPr>
        <p:spPr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30"/>
          <p:cNvSpPr/>
          <p:nvPr/>
        </p:nvSpPr>
        <p:spPr>
          <a:xfrm>
            <a:off x="6530800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30"/>
          <p:cNvSpPr/>
          <p:nvPr/>
        </p:nvSpPr>
        <p:spPr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" name="Google Shape;1181;p30"/>
          <p:cNvGrpSpPr/>
          <p:nvPr/>
        </p:nvGrpSpPr>
        <p:grpSpPr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32"/>
          <p:cNvSpPr/>
          <p:nvPr/>
        </p:nvSpPr>
        <p:spPr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32"/>
          <p:cNvSpPr/>
          <p:nvPr/>
        </p:nvSpPr>
        <p:spPr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32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1217" name="Google Shape;1217;p32"/>
          <p:cNvSpPr txBox="1">
            <a:spLocks noGrp="1"/>
          </p:cNvSpPr>
          <p:nvPr>
            <p:ph type="title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8" name="Google Shape;1218;p32"/>
          <p:cNvSpPr txBox="1">
            <a:spLocks noGrp="1"/>
          </p:cNvSpPr>
          <p:nvPr>
            <p:ph type="subTitle" idx="1"/>
          </p:nvPr>
        </p:nvSpPr>
        <p:spPr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dirty="0"/>
          </a:p>
        </p:txBody>
      </p:sp>
      <p:sp>
        <p:nvSpPr>
          <p:cNvPr id="1220" name="Google Shape;1220;p32"/>
          <p:cNvSpPr txBox="1">
            <a:spLocks noGrp="1"/>
          </p:cNvSpPr>
          <p:nvPr>
            <p:ph type="title" idx="3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21" name="Google Shape;1221;p32"/>
          <p:cNvSpPr txBox="1">
            <a:spLocks noGrp="1"/>
          </p:cNvSpPr>
          <p:nvPr>
            <p:ph type="subTitle" idx="4"/>
          </p:nvPr>
        </p:nvSpPr>
        <p:spPr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</a:t>
            </a:r>
            <a:endParaRPr dirty="0"/>
          </a:p>
        </p:txBody>
      </p:sp>
      <p:sp>
        <p:nvSpPr>
          <p:cNvPr id="1223" name="Google Shape;1223;p32"/>
          <p:cNvSpPr txBox="1">
            <a:spLocks noGrp="1"/>
          </p:cNvSpPr>
          <p:nvPr>
            <p:ph type="title" idx="6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4" name="Google Shape;1224;p32"/>
          <p:cNvSpPr txBox="1">
            <a:spLocks noGrp="1"/>
          </p:cNvSpPr>
          <p:nvPr>
            <p:ph type="subTitle" idx="7"/>
          </p:nvPr>
        </p:nvSpPr>
        <p:spPr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 </a:t>
            </a:r>
            <a:endParaRPr dirty="0"/>
          </a:p>
        </p:txBody>
      </p:sp>
      <p:sp>
        <p:nvSpPr>
          <p:cNvPr id="1226" name="Google Shape;1226;p32"/>
          <p:cNvSpPr txBox="1">
            <a:spLocks noGrp="1"/>
          </p:cNvSpPr>
          <p:nvPr>
            <p:ph type="title" idx="9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7" name="Google Shape;1227;p32"/>
          <p:cNvSpPr txBox="1">
            <a:spLocks noGrp="1"/>
          </p:cNvSpPr>
          <p:nvPr>
            <p:ph type="subTitle" idx="13"/>
          </p:nvPr>
        </p:nvSpPr>
        <p:spPr>
          <a:xfrm>
            <a:off x="4493875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noProof="0" dirty="0"/>
              <a:t>Aperçu</a:t>
            </a:r>
            <a:endParaRPr dirty="0"/>
          </a:p>
        </p:txBody>
      </p:sp>
      <p:sp>
        <p:nvSpPr>
          <p:cNvPr id="1229" name="Google Shape;1229;p32"/>
          <p:cNvSpPr/>
          <p:nvPr/>
        </p:nvSpPr>
        <p:spPr>
          <a:xfrm>
            <a:off x="6638025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2"/>
          <p:cNvSpPr/>
          <p:nvPr/>
        </p:nvSpPr>
        <p:spPr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32"/>
          <p:cNvSpPr/>
          <p:nvPr/>
        </p:nvSpPr>
        <p:spPr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32"/>
          <p:cNvSpPr/>
          <p:nvPr/>
        </p:nvSpPr>
        <p:spPr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32"/>
          <p:cNvSpPr/>
          <p:nvPr/>
        </p:nvSpPr>
        <p:spPr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4" name="Google Shape;1234;p32"/>
          <p:cNvGrpSpPr/>
          <p:nvPr/>
        </p:nvGrpSpPr>
        <p:grpSpPr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41" name="Google Shape;1241;p32"/>
          <p:cNvSpPr/>
          <p:nvPr/>
        </p:nvSpPr>
        <p:spPr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32"/>
          <p:cNvSpPr/>
          <p:nvPr/>
        </p:nvSpPr>
        <p:spPr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/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/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/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/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/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/>
          <p:cNvSpPr txBox="1">
            <a:spLocks noGrp="1"/>
          </p:cNvSpPr>
          <p:nvPr>
            <p:ph type="title"/>
          </p:nvPr>
        </p:nvSpPr>
        <p:spPr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i="1" dirty="0"/>
          </a:p>
        </p:txBody>
      </p:sp>
      <p:sp>
        <p:nvSpPr>
          <p:cNvPr id="1274" name="Google Shape;1274;p34"/>
          <p:cNvSpPr txBox="1">
            <a:spLocks noGrp="1"/>
          </p:cNvSpPr>
          <p:nvPr>
            <p:ph type="title" idx="2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1276" name="Google Shape;1276;p34"/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/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/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/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/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/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/>
          <p:cNvSpPr txBox="1">
            <a:spLocks noGrp="1"/>
          </p:cNvSpPr>
          <p:nvPr>
            <p:ph type="title"/>
          </p:nvPr>
        </p:nvSpPr>
        <p:spPr>
          <a:xfrm>
            <a:off x="3922880" y="5078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dirty="0"/>
          </a:p>
        </p:txBody>
      </p:sp>
      <p:sp>
        <p:nvSpPr>
          <p:cNvPr id="1250" name="Google Shape;1250;p33"/>
          <p:cNvSpPr txBox="1">
            <a:spLocks noGrp="1"/>
          </p:cNvSpPr>
          <p:nvPr>
            <p:ph type="subTitle" idx="1"/>
          </p:nvPr>
        </p:nvSpPr>
        <p:spPr>
          <a:xfrm>
            <a:off x="3974015" y="1293951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Transition 1ère </a:t>
            </a:r>
            <a:r>
              <a:rPr lang="en" dirty="0">
                <a:sym typeface="Wingdings" panose="05000000000000000000" pitchFamily="2" charset="2"/>
              </a:rPr>
              <a:t> 2ème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Développer une solution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Gestion de projet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Recherche autonome</a:t>
            </a:r>
          </a:p>
        </p:txBody>
      </p:sp>
      <p:sp>
        <p:nvSpPr>
          <p:cNvPr id="1251" name="Google Shape;1251;p33"/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38AAA7B8-9A17-8E26-0E27-D69D7A359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B233AF41-E9A8-C800-C6FE-A5B70FBEDD3A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21C4317C-AC2F-0EAF-4238-511605BF805E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721A17A3-1046-F004-836A-5AC2E9B24F04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AC0A0199-05AC-F132-5B91-12B1EAB7EB8D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673E4646-4E34-2193-9AC7-F7D576593DBE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91E795BA-61E0-CB04-7D60-01D32CC07FBC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FA61CA3-61F6-16DD-25F9-E16DC1A3F07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98A92EE-3850-F118-9B54-0A63E4159CE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5B910-04DA-13DB-2924-1A1670A0F6F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93F2CF9-F4C7-6C2F-C716-9731219A955E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4956ACCE-0D51-245B-323B-CB2F9971199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0D7608FF-9111-806C-682C-E0861F332AF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21AB729B-6DBD-8863-288A-841BF8D82D09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BDD12AB0-4838-348B-F7D0-C050911AA9A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F8CFE4B1-23C8-901A-B3B0-E57954AB7811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1E18031D-A946-49D4-6B6F-1AD9AA49F6C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9C8D0883-5AB8-6403-B2DF-C106AD20F85A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2B448C83-4852-39E5-2633-1722EE774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873555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40C891B-3D20-B99F-B16D-48D32FFE88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5B59E97E-6FB2-061E-34EF-FB53CC3745C9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BE96C04-190E-B4D9-7510-724A29470C27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031FF49-99FE-A30D-8E2D-B939DB1597C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961F854-3C3D-30C9-77C3-D052402B0346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029631C-E793-EF84-86FC-9A8CE77C1743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C250844-8E6A-5EA9-A76D-EBF70E7A7638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5C529B5C-C782-846B-6169-8A23BCA41AB0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5CD6F0BD-877D-DADC-4661-420395FB206C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3931E540-E085-52CE-2A2D-CBAB67F718A7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FF06B63A-8A7F-13A0-3239-2FA7782895CE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B3B3AE45-203B-44CE-AE90-C6190E67F798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8CEB628-7F94-865E-E2DB-0AA137CCB63F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78A1F46B-483A-B823-0A66-28232E89CBCF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F7AA255-699B-980A-0C06-EE30E771ABD6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753A7454-BC44-13ED-9101-8D6BEE1FAE4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E6EA4F-A778-4984-B931-F9223ECE205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B0737BBF-437E-3153-E2A1-975C5D084688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5FE26288-966F-DBCB-868C-5B69CFF440BE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587CDE1C-E2C3-2973-CEFA-F16D3107187A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179C3C79-A188-80AB-269E-453AA146394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E13CE628-EB95-F26A-A2B0-BA14A016535D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16562E96-A667-F57C-0019-035D14A7FFCF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852B06B2-4C3B-38D5-1FEF-265C48EAF94B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82C7504-421E-D68A-34F0-85F8AC519945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B1EB7212-5702-63CD-17BF-92E79E6ED7D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A110F59E-EC79-218F-1ECA-451EB2589F29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D4C851-B010-72FB-864D-C9CE4CDF8B25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C39BC928-EB5D-9249-0B31-9BC73B09235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74B6E3C-C319-8ED2-0C55-083E113EBF8A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6DE5BA38-2A84-7E24-CB4E-80AB88581FCB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FFC48D83-2EFB-EAE0-7DC6-8551E539F472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B2CDF52E-DAE8-361E-8F33-9BDD5FDFADCD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50CBCF33-881B-A7E6-3904-440D7001A4C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B3A2BA08-7D9B-FD2C-FB62-1D9A26F14734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8D46BF32-28F5-36A2-EF4E-F84BE5DE89D8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5A3E2AE-49FF-E4D0-479F-A6E7D5F8BFF7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D544955E-EE11-2F8A-E3C2-B484F99F5C7D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A3ACFD2F-1462-0039-8659-9E668AC3362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A4E1C8D9-8A0E-F774-74DA-FD5DC04F96F6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499669AE-65D7-B724-3DF5-856BBFE470E4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EFFFBA4B-6967-420A-6509-9640BD1AF501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7FE81A8E-B8E3-4D0B-E048-D422338F08CA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A5925029-9725-A789-1689-A927740B761B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9CD58EA1-9B20-95DD-08B0-6BBDD077FFEB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F82DF2A-13F4-AA6A-0E1D-72F1E18D29E0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0CE772DA-1513-45AD-20A4-4E41DACE97C5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269026F9-CD86-62CA-37ED-7DA401DB96A8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927D06-4442-6C16-C159-F16D0036394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6C95707-9342-5B95-C2C7-E4F17391E81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E47A425E-F6D9-1E73-AC18-D5110916310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041014D6-75A5-72E2-D19A-0454A86156D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4DA7E56C-2686-5ED2-7154-4919751772D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73AD8862-17CB-289F-75DD-6473B78D255B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6DBA8696-06B5-A9B6-7633-EA0A21610BD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346E26C7-D646-CDF8-EF61-632F622AF98B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C4A7120A-0FBD-877F-2F01-9AA9F1503028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3A65A30-5D4C-1D3E-DF4C-41AB2795F3B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866795E-FFA9-6BC0-3A65-AF2C4E70115E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EBDD361-9732-EF6C-8ABA-CA2A2E772C12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588E626-6B22-157D-183E-F84EA6CAEE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A1521747-604B-B144-6332-1F211A0F257A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1D57DF5-BE9D-400A-EDF1-4CB0A6A4669B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2572A4D-9FB8-54A5-D9EC-F5B474DD1BC9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13D533C-AD09-F6BD-89FB-9B21E2BB7DC8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4B5C89A-5FAC-B254-71E3-75BEB87F7079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BFEE318F-F0E6-B386-71FE-1A0BA9AD0E8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C68E4AB-F9B5-5E64-0737-22FAD1A1C295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8BB9AC9C-6E43-D1EB-CB9A-6433DB3D4DC3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DAAAAC01-1B59-0F4E-702F-36BAEB3C70C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825AF33E-4650-4978-7C4B-0E69A80F7DE9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D7F0FA18-DBC6-A26C-5AA7-1712BD08E90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976E9917-30EE-9654-9EEB-A1260E3B87C1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E985648-1EE1-97F3-B956-A9892B7BD11F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F0313D7-07C0-DD4A-0B9C-0CAD3DA6BEE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6AA7191B-8D7E-5893-6CF4-B647808F1B42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21C6941F-A1F8-E376-B3EE-C506D66C36C3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262191B7-0759-5DBE-8A40-9405B87911AE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46A9132F-A334-384C-B61F-5A8B07146B8C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A27B12EE-8400-84BC-5775-25AE86A9DFFF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8CF69CD6-6683-5DB3-0FA8-1F13FA8FCCDF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E6EC4270-E330-192C-AA81-EF399E377845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6946AA7D-288A-FCF0-A63D-0C8940FB0EBC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1316E5B4-C9AE-5824-E323-183B9C3384E9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AC98CA30-AC59-B085-4F28-0C468376B94E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390B8611-62E5-7C37-492A-D46328C473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A13D50FA-1E1B-5C94-BE06-B6A4622FA5D8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16735CDD-1A73-5EA2-88A6-80E78E93C667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2B2EB8C-D068-9E29-9441-288A53CDBCF1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35B38A63-FF3C-3734-5E88-0A19EB8BC1EF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54556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/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/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Prototype</a:t>
            </a:r>
            <a:endParaRPr i="1" dirty="0"/>
          </a:p>
        </p:txBody>
      </p:sp>
      <p:sp>
        <p:nvSpPr>
          <p:cNvPr id="1949" name="Google Shape;1949;p43"/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/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2AB356-87A7-D8C3-5196-6B307347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51634"/>
              </p:ext>
            </p:extLst>
          </p:nvPr>
        </p:nvGraphicFramePr>
        <p:xfrm>
          <a:off x="262436" y="752736"/>
          <a:ext cx="8619128" cy="356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676219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Recherche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Faire des recherches sur les outils et sur la modélisation</a:t>
                      </a:r>
                      <a:endParaRPr lang="fr-CH" sz="1400" b="0" i="0" u="none" strike="noStrike" cap="none" spc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503875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4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Modifier les fichiers audios en fichiers midi</a:t>
                      </a:r>
                    </a:p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Gérer les plages de fréquences (Hz) via MIDI </a:t>
                      </a:r>
                    </a:p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Détecter les notes de musique</a:t>
                      </a:r>
                      <a:endParaRPr lang="fr-CH" sz="1400" b="0" i="0" u="none" strike="noStrike" cap="none" spc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4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Créer le train</a:t>
                      </a:r>
                    </a:p>
                    <a:p>
                      <a:pPr algn="l"/>
                      <a:r>
                        <a:rPr lang="fr-CH" sz="1400" dirty="0"/>
                        <a:t>Créer l’animation des nuages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l’animation des feu d’artifices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la synchronisation de la musique et des animations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38F5C7ED-345A-77FE-F29C-508666E89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1592BD7B-C624-E771-6BB3-A99131A1A7E8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A65FEF81-C723-4ACC-6ADD-B68BBAE40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Alpha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11B80D22-7F8C-6FDA-53B2-4D9A6039B82B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4B750DF0-98EA-EFFF-ACC2-6B32D860B43D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D851C8F-772C-C98A-717A-EAFF1A65F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880526"/>
              </p:ext>
            </p:extLst>
          </p:nvPr>
        </p:nvGraphicFramePr>
        <p:xfrm>
          <a:off x="262436" y="752736"/>
          <a:ext cx="8619128" cy="2830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695883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10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Analyser la musique</a:t>
                      </a:r>
                    </a:p>
                    <a:p>
                      <a:pPr algn="l"/>
                      <a:r>
                        <a:rPr lang="fr-FR" sz="1400" dirty="0"/>
                        <a:t>Détecter les différents instruments de musique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10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CH" sz="1400" dirty="0"/>
                        <a:t>Créer l’animation de la fumée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des oiseaux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 la pluie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différents 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5602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2F537678-F0DC-38BD-BBDD-892BF76E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8AE79C19-BBC3-1F18-769C-839A95DC9E3E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546E857B-80FA-E876-DFE1-DCA1060443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Final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4F4CBF6E-FDFF-6CCE-B76F-1763B7CFE8D4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A52AEC67-1714-AB37-EFEA-954354B0C127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38C4321-451B-E806-7952-2A88527AAA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486283"/>
              </p:ext>
            </p:extLst>
          </p:nvPr>
        </p:nvGraphicFramePr>
        <p:xfrm>
          <a:off x="262436" y="752736"/>
          <a:ext cx="8619128" cy="28088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646722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Détecter le volume de la musique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CH" sz="1400" dirty="0"/>
                        <a:t>Créer l’animation des fleurs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 jour/nuit</a:t>
                      </a:r>
                    </a:p>
                    <a:p>
                      <a:pPr algn="l"/>
                      <a:r>
                        <a:rPr lang="fr-CH" sz="1400" dirty="0"/>
                        <a:t>Gérer taille en fonction de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54992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E3DBACA-A879-0082-A1CF-9451B69A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4F6F7E04-DD08-9791-9DE3-D1B9DBB1AE66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C7D768DB-A0BB-1A7E-F6B3-BE6C645D3BB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583B7726-612E-48CA-ED0F-49CE859C25F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9B104533-08F9-DA0C-B75B-E83EA02E9B22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B1859F73-2204-6EFB-B8C7-86AF4B561E0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A70D45EB-E052-84AA-9692-9BF202FE94D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1169136-1975-4337-27E8-26FC58CD913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BE1DCAA3-09EB-15BC-13F5-CE45A20234B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9DEF1-DBB3-4B40-AD20-BC9132AE3C81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9EF7C86-822A-A650-11BE-36B6D94BBBAF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F4A3D57F-8E5C-8750-B8AF-F75E74BC9D14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57B3C485-A1F2-81F4-BD40-FB5C3B3E4A4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BC8F52D3-3D04-25AD-CA94-19C8E24CB98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F83F63A6-1F99-5919-DD51-721EF1DC3A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B5840831-6407-A9D6-C721-5217699A4219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8722ECD8-CCB4-C34C-91ED-7C6DF6E98E3F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3CD4873D-95A3-C384-53FC-B02FEE716F58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ADC5E585-DD31-64FB-1AF0-2B66CE46F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4657970-C71F-0C77-0D16-FABF12FDEA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E5F5206A-1D81-B4DB-3A8B-D772F3749735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71BAA285-8C0C-C27D-C445-A25DAF639E48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19362EB-E722-CD6D-96B0-2A4AFD3E2E83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A8914F5C-3477-1E35-0BC0-7EF2F4AB3FC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14AF110B-8114-5B9C-D691-64ACD2310F4A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C2103AD4-37ED-CC59-E27F-EE5F57E9E6E7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63A4F72F-B0EC-6713-9DAA-3E667A8CBC81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C6A1353C-DDCC-F583-5D49-673C7620EF45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9BEC3F41-DECD-1D90-6134-CBBF17880CC6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5A7C0FBC-9C62-0AAC-BAF8-F268B656E4B9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C9F546BA-BF7D-B766-9D87-56B08D0D3B7F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D09D83B5-8C0F-3DE8-0EB2-5EDE3C172A4D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96ADBDF-5320-26A8-6E14-8A0CEA27F33D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9E08905D-41E2-0216-EB0D-1D65E4F6001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665ED7EA-CEB8-7047-CC60-3FBCCF531A84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D0846F-6DB3-D7D0-5173-EB889D8B6619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53BC4614-8D79-CE64-A8F2-909736960F4C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746DF53C-6717-B62E-95B0-2F78100A00A1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B3ECAB23-7CDE-2D92-3FC5-25A0CBE483F7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E031AA20-AE18-7B40-150C-064611B8CE46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AE0F5C31-FA6A-5138-B169-7E5FFA7D778F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B0E99D91-593E-4A18-B16D-609385A0A40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7B2D134B-23C4-B745-512D-C712C6371F83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E554FA33-7A3F-52D9-F287-E96C47777A4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FDFABF81-CE08-D2B2-1E6D-882CCEA17E71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8E0335F4-C9A4-7D67-7D63-35687BE443A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0B6E3FA5-715A-338B-8A3E-3875F0BF108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0BB6C915-5385-1FE1-42FF-C4CAAAE07A73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EDF36729-ECFE-99C7-D0C6-43880599B65B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2EB4FAA4-F095-82DC-AE19-31C4AAC3CA52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00AC4C0E-351D-A8C4-9641-CD5942307C3C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3A2001AB-078E-8A71-016A-9EF35E08D92A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D0A3D80F-17B6-8BCC-E07C-360C5C20E917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A843DEAC-F1F9-DD30-715D-2C5F5A81C2E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14E8EB7B-3A64-A962-C2BF-F24CBD33984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709187A-7126-2DB4-5EE9-0AE6384FA6F9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21FE0BC-D1FF-CA59-CAD1-865945A22DB7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C950E39B-6931-BA10-45C1-6E09C9B77B2C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D64A0505-56D7-AD03-F43D-70AD41EE86E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781C51C1-B7F0-2A3E-FAAE-29AFE6666592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18973D73-D087-BDE0-5338-E10975FAB2E0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211E0EC-A585-C500-972F-F8B2492A15A6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6CAFD24-EC56-CD14-C3C1-F84305D00914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D227FC5E-F135-7132-0A59-37A1AB2D73E5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BE330AE-6C04-7587-DE25-C471DB06DE3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2E161488-1FB5-3B9F-5A1F-96D46AC424E6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774DDB1-B560-619C-F420-F39BBE5E7DCE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59D6C8-30DB-D34B-65B4-F7A1B5B9011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1A5F5352-914C-A89B-37A2-9D63A44971A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BB24F59-4DA4-401E-8C2F-4F52F14763F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274980AC-5148-63A7-4142-C7A149C0E9FC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6857AEB9-A785-8C87-FAD4-2235F2D5E53D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FA9B1FC4-6151-087F-F19A-DFE2876AF95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82F99B9B-1393-5E46-B799-7970E262F3A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AC216873-6AFA-413D-3A1A-75BD724BD8EC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6CFD4FC0-7A4F-7FB9-3F0B-790768485BE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57F956B-2970-79D5-E68D-4DBED2C49A80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7F10F49-EB6A-53DA-9708-E82A93B82D98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E7BA9E98-0AA7-639E-B912-3CE4904B5B76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BBE83E-2420-105F-ACB4-06E508068C3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D52EB39-0641-7A05-4DA4-0BEAA8C2E7B9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54D1D86-1A70-68CA-0BBF-7E8B4513A44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B099CFC-C430-64EC-1CC5-79819F70704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A1EB6298-FC6B-32F2-8385-E224EFA53B6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02D0F8C-12D4-EDF8-36F5-E10483099B1F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163FC92B-5F50-5474-78C8-EA85DC5955F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3485FDDD-023C-259F-7355-9122CE228468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3EF4D53F-1DAE-478A-E112-4381CDBC91F5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E4A88D4-9A0F-154B-ABD2-2B16ED64494F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7573566A-DA0D-1C27-F0DA-6393D43E9CB4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3F2E68B4-E37D-1FFB-DAC0-3B5BA5AA0D4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706220E-BA00-985E-F12B-DE35D6853873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29D94686-63F3-76CA-B8A6-20B6C6522292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7AAB09F-28C6-E356-55B2-4FC93636B01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1E492BC-A644-9C34-CEF3-F56FA34BC099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BE06763D-1A47-3DB7-581A-2D8AFA448F8E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111626FE-8D5A-AA3A-39CF-B4259ACD4D2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B73C287C-A3EB-CEB9-CE5A-505DD2861C63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05C34C32-3B6B-B766-8BCE-FD616B247E0E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44AB82DC-368D-2912-9343-C72D6F8B6F9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BB7BA8F2-D767-EBC3-6EF3-CF5D6187B72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AD7D24DF-6971-C3C9-5295-71FF07ED3FAB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DE07DA82-1F4E-3E04-3992-947D3A9C1608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8CA9E0C6-B26A-FE15-C70B-639FED2DC488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F18260BB-FF46-5C94-71BE-3A54622B8E40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371E993A-88F3-F866-FCC0-C1AA0E5453F9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923ECB04-4101-C99C-6620-14EAF10F6562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1EBE92D5-C468-1376-BE05-21A0BCE245F6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6553446E-6222-F76B-BD42-2961E3DD1B57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9511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oogle Shape;1199;p31"/>
          <p:cNvGrpSpPr/>
          <p:nvPr/>
        </p:nvGrpSpPr>
        <p:grpSpPr>
          <a:xfrm>
            <a:off x="543463" y="3301326"/>
            <a:ext cx="8057030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203" name="Google Shape;1203;p31"/>
          <p:cNvGraphicFramePr/>
          <p:nvPr>
            <p:extLst>
              <p:ext uri="{D42A27DB-BD31-4B8C-83A1-F6EECF244321}">
                <p14:modId xmlns:p14="http://schemas.microsoft.com/office/powerpoint/2010/main" val="4033128920"/>
              </p:ext>
            </p:extLst>
          </p:nvPr>
        </p:nvGraphicFramePr>
        <p:xfrm>
          <a:off x="713212" y="1170243"/>
          <a:ext cx="6449033" cy="5486220"/>
        </p:xfrm>
        <a:graphic>
          <a:graphicData uri="http://schemas.openxmlformats.org/drawingml/2006/table">
            <a:tbl>
              <a:tblPr>
                <a:noFill/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6229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Visual Studio code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de dessin python :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pygame</a:t>
                      </a: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python : math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python :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random</a:t>
                      </a: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python :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numpy</a:t>
                      </a: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06" name="Google Shape;1206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</a:t>
            </a:r>
            <a:endParaRPr dirty="0"/>
          </a:p>
        </p:txBody>
      </p:sp>
      <p:sp>
        <p:nvSpPr>
          <p:cNvPr id="1207" name="Google Shape;1207;p31"/>
          <p:cNvSpPr/>
          <p:nvPr/>
        </p:nvSpPr>
        <p:spPr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8" name="Google Shape;1208;p31"/>
          <p:cNvSpPr/>
          <p:nvPr/>
        </p:nvSpPr>
        <p:spPr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806111C-6490-363C-5CA9-BA6AE6509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1B6A2971-DF35-6137-638D-203A95E154BF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9E2309D3-3915-785D-A729-47697567280C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64FE2E94-D6D7-0706-0E72-86F7223AB589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C30A4D8F-F159-7C8C-B24F-74C5E02BC8A0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2E2152DB-6B76-926D-1D44-B4BD34B422C8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181E78B9-CE7E-E4ED-D4A8-B93563360BC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FB5445F9-27CD-C798-F930-5AB254D08A91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1EC04C4-D60D-8CEE-6429-B1A015AF0C9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CD781933-160B-0D27-38F0-1E8C103BC0FA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303E095-63FB-D116-C2FD-C202B2FE858A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B64AC86E-9002-8440-D968-FADEF145F2C1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C12AF103-B92D-B0E1-3E7D-79A7D870CEA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FE7ACF50-AC9C-CE5F-C5AC-84D53391A5E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E32231C0-E017-3D4F-0B9C-F64C41C150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62F3DCFB-B9CE-094B-8C17-B14DA929F0D2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D75BBE9E-D13D-A586-D5FD-C75E2FB8B359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8B30D12B-6AF9-50F1-17B1-AF01CA46F8F9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094DB2F7-5797-2BC5-F4A4-9294BDA203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Aperçu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B581133-39D0-0575-BEA7-C7E4F56B6D8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3BB5618A-ACBE-250D-8287-652E52357713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C1CCB787-E8B0-291D-537E-F97097AD26D9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2EA7A800-C028-DA13-63ED-E58731E92CEB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CEBE9EE-69D5-D3E9-4D60-1183683C8478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25769F11-8D57-0E0E-BA20-E3523BED203B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36A45016-65CE-D2EF-7D58-C40745F0716D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F57E0355-3289-F2E7-8510-03F54544148E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9328D352-1795-6FBB-0F85-5E8F7B9F51DA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C6D6E4B6-4DF9-85D5-3D15-EA5BA6C499E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4F4CE866-2EAF-D9EA-A902-687FC2C68DF7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6A8B9652-D2B1-4B91-25F1-9205AFFEB464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279EBE72-3C20-50FC-0754-634933E33970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E16D4639-79A1-5909-BCC3-A8A711912789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E69D136-2CB1-7CB5-D55B-51587F666000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C325D0CD-1300-F134-27AA-5D7F80DA284B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30524C2-A578-9608-5E01-BFED5631388B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8C54107D-D8A3-9491-5029-FBB0D6895DF7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2944177A-7F40-7CFE-6323-D34028213F5F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E951903A-8C75-D8B3-632B-17F97E89907D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81B37533-2D50-ED97-9F58-0F812C220D5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BBEA83B6-34F6-2A70-45C1-49781132C963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7640D76D-6C34-AE3A-D2DE-8ADF82112AE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D282B3B7-2AF1-7CA3-5B3B-D96A2C84641A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6F881301-F903-2BEA-CF36-E5C9DCF018D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8E82C886-3A94-5043-1636-0F52F189BB46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D79B72B4-A223-8426-2AF5-13872B42FBA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F1430C7A-B804-185C-8FDC-7EA3F472E7B8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889D5689-E761-FFAD-36ED-1F6FA228D048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31E0B321-0C10-802B-21C5-E1E01F37D5B1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5FFC80D4-B8F9-DE7D-92BA-417CEA9A6654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1DB1DD97-22D1-FC54-ED6E-183B5FD56AE5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28216B15-D9DB-4795-D255-0E6179E60A71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BAB6E90D-636E-1080-397F-BFF13AD9BA7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8448844D-80AE-B725-DD2A-804A97E5E97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FC060866-8CC6-8130-ACB4-3A6479287BB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456B5E84-B997-8500-13C7-0F31E235282C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76918E3-580D-9BB1-27B7-2E6F266CF489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0DC42FB1-6094-47D4-A90F-AEDEC0180946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3E1048A5-E4A1-805F-AD11-9D4EDF5C094C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830D88A9-24BE-513F-61DF-96CE8C8723C3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08AEDF5E-362F-7166-C775-0B04A88DF668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0483BFE4-CD3C-58EC-46B5-9B9498751C95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647812BC-1138-D4B7-A67B-9A331FA22A31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88E87283-5115-4414-9946-FAD52ACCBEB0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CE4292BB-D11A-A68D-7C75-B999F55C291A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1BECE6E2-FAE0-8F30-93ED-D256ADD6D249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FD51538E-9D03-B618-6219-146C5670DD77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1B64EB59-B058-511F-0680-60FEA2B5AE7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5013F3FA-0FB8-CCA9-2A16-0149CA481B04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6B3CF450-1004-18AD-4422-018D125F467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DF7448A7-03BB-8B04-BAF2-4D1AC629A955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5AB14A84-83C2-C258-158A-5FE8DF6B8C16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5BAF546B-5489-FD67-C1FB-20E7A8CAA5E2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FA0D68D4-E9F3-8018-76AE-72626D70FACF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731ADBFA-35A6-15B1-00FE-54122259742E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15E657B9-B0D7-464B-6C8D-972BC81481F3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0873FB1C-6558-BEB5-CF18-4EC0078C1236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76977A62-EDDF-C051-A195-719435DC26D2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7DF6C7F-FD5B-1F7F-12D2-6D3D2030E9FD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9EDBC916-C605-5D4D-48AC-527011B0D2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BDA7F227-2885-1343-D0BD-2A58E0A10E77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324F5DA-3FCB-89C5-95EF-A07935AAFE9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532225F5-8482-76B2-2298-DA4314206FA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6D86AF5-9FCA-3E1E-6F25-35BC73B781F0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7BEE68CB-53E5-CA17-02D0-6374C5245390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64165548-E099-877C-9C5A-7631FE04DFC1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07F1D5B5-CDA5-B92B-EB8E-1FF04D850923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B70BD1AD-ECC7-486E-78E0-66480CDF81BC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6C19C918-2CEB-C7A6-0C6F-0B4DA3FDC0BC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D5D84502-2489-AE93-A980-07B93463F552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C1308564-130F-9333-6BA0-95DEF15F23B4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20301202-9E6D-93BB-7FB6-16D58E0EEDDC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17C758B-FE35-AA24-CFDD-4402DF5E2D31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5CC804A-CB33-5EE3-962D-B0A1CD299889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2A968E5-31E2-7EAC-565B-2D141B7D56F3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69F378EB-C5A1-A1D1-DBE1-B91D3164B1D5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41537F2F-D81D-F717-B987-6076F52BB44D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9B526E40-5161-02E5-87CF-B8B37A8A8427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4BA50648-DE23-FE2D-7A05-D551490584B6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7907A8E1-7BDF-41E7-05F0-7E3669A3DB7B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8F42405E-1EB0-09E4-C95E-B3FD08757B3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FB21445A-04AC-A966-34B2-F7EFBCB4E475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9CE4F4F2-E20B-4EFB-00F7-73C75445DA13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1D3A62D8-8D86-537D-1BC2-381CD7E4FBD4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B436A404-2136-B683-9C9A-A5468EE8AD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630C27E7-80E9-E44F-3CC0-F0E6BB776C42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43D5DD2C-8051-AF05-1A44-F1E2CC500C0D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4EE3FDA-4D14-AC5F-3D71-A5C4103EE738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2EEDDD3B-8B03-52ED-8207-37D9367A0048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24259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Google Shape;1611;p37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Aperçu</a:t>
            </a:r>
            <a:endParaRPr dirty="0"/>
          </a:p>
        </p:txBody>
      </p:sp>
      <p:sp>
        <p:nvSpPr>
          <p:cNvPr id="1612" name="Google Shape;1612;p37"/>
          <p:cNvSpPr txBox="1">
            <a:spLocks noGrp="1"/>
          </p:cNvSpPr>
          <p:nvPr>
            <p:ph type="subTitle" idx="5"/>
          </p:nvPr>
        </p:nvSpPr>
        <p:spPr>
          <a:xfrm>
            <a:off x="5894324" y="1427452"/>
            <a:ext cx="2559900" cy="9333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2. Animation en fonction de la musique</a:t>
            </a:r>
            <a:endParaRPr dirty="0"/>
          </a:p>
        </p:txBody>
      </p:sp>
      <p:sp>
        <p:nvSpPr>
          <p:cNvPr id="1614" name="Google Shape;1614;p37"/>
          <p:cNvSpPr txBox="1">
            <a:spLocks noGrp="1"/>
          </p:cNvSpPr>
          <p:nvPr>
            <p:ph type="subTitle" idx="7"/>
          </p:nvPr>
        </p:nvSpPr>
        <p:spPr>
          <a:xfrm>
            <a:off x="5894050" y="2684992"/>
            <a:ext cx="25599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4. Animation jour/nuit</a:t>
            </a:r>
            <a:endParaRPr dirty="0"/>
          </a:p>
        </p:txBody>
      </p:sp>
      <p:sp>
        <p:nvSpPr>
          <p:cNvPr id="1616" name="Google Shape;1616;p37"/>
          <p:cNvSpPr txBox="1">
            <a:spLocks noGrp="1"/>
          </p:cNvSpPr>
          <p:nvPr>
            <p:ph type="subTitle" idx="1"/>
          </p:nvPr>
        </p:nvSpPr>
        <p:spPr>
          <a:xfrm>
            <a:off x="2899325" y="1427428"/>
            <a:ext cx="25602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1. Train sur un rail</a:t>
            </a:r>
            <a:endParaRPr dirty="0"/>
          </a:p>
        </p:txBody>
      </p:sp>
      <p:sp>
        <p:nvSpPr>
          <p:cNvPr id="1618" name="Google Shape;1618;p37"/>
          <p:cNvSpPr txBox="1">
            <a:spLocks noGrp="1"/>
          </p:cNvSpPr>
          <p:nvPr>
            <p:ph type="subTitle" idx="3"/>
          </p:nvPr>
        </p:nvSpPr>
        <p:spPr>
          <a:xfrm>
            <a:off x="2899325" y="2684051"/>
            <a:ext cx="25602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3. Animation de pluie</a:t>
            </a:r>
            <a:endParaRPr dirty="0"/>
          </a:p>
        </p:txBody>
      </p:sp>
      <p:sp>
        <p:nvSpPr>
          <p:cNvPr id="1620" name="Google Shape;1620;p37"/>
          <p:cNvSpPr/>
          <p:nvPr/>
        </p:nvSpPr>
        <p:spPr>
          <a:xfrm>
            <a:off x="7201275" y="222400"/>
            <a:ext cx="822761" cy="822743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1" name="Google Shape;1621;p37"/>
          <p:cNvSpPr/>
          <p:nvPr/>
        </p:nvSpPr>
        <p:spPr>
          <a:xfrm>
            <a:off x="5837875" y="451150"/>
            <a:ext cx="3038325" cy="293979"/>
          </a:xfrm>
          <a:custGeom>
            <a:avLst/>
            <a:gdLst/>
            <a:ahLst/>
            <a:cxnLst/>
            <a:rect l="l" t="t" r="r" b="b"/>
            <a:pathLst>
              <a:path w="121533" h="3413" extrusionOk="0">
                <a:moveTo>
                  <a:pt x="3294" y="2308"/>
                </a:moveTo>
                <a:cubicBezTo>
                  <a:pt x="8457" y="2208"/>
                  <a:pt x="15016" y="967"/>
                  <a:pt x="19888" y="1341"/>
                </a:cubicBezTo>
                <a:cubicBezTo>
                  <a:pt x="28034" y="1971"/>
                  <a:pt x="29758" y="137"/>
                  <a:pt x="36801" y="621"/>
                </a:cubicBezTo>
                <a:cubicBezTo>
                  <a:pt x="44966" y="1223"/>
                  <a:pt x="55457" y="1314"/>
                  <a:pt x="61551" y="1150"/>
                </a:cubicBezTo>
                <a:cubicBezTo>
                  <a:pt x="69068" y="958"/>
                  <a:pt x="74232" y="0"/>
                  <a:pt x="81439" y="767"/>
                </a:cubicBezTo>
                <a:cubicBezTo>
                  <a:pt x="84887" y="1150"/>
                  <a:pt x="81119" y="1825"/>
                  <a:pt x="90680" y="1104"/>
                </a:cubicBezTo>
                <a:cubicBezTo>
                  <a:pt x="94292" y="830"/>
                  <a:pt x="95688" y="812"/>
                  <a:pt x="99921" y="958"/>
                </a:cubicBezTo>
                <a:cubicBezTo>
                  <a:pt x="107119" y="1250"/>
                  <a:pt x="115576" y="1104"/>
                  <a:pt x="121533" y="1250"/>
                </a:cubicBezTo>
                <a:cubicBezTo>
                  <a:pt x="116679" y="1442"/>
                  <a:pt x="103515" y="1150"/>
                  <a:pt x="95378" y="1679"/>
                </a:cubicBezTo>
                <a:cubicBezTo>
                  <a:pt x="85352" y="2254"/>
                  <a:pt x="79559" y="2545"/>
                  <a:pt x="69378" y="2062"/>
                </a:cubicBezTo>
                <a:cubicBezTo>
                  <a:pt x="61396" y="1633"/>
                  <a:pt x="51680" y="1487"/>
                  <a:pt x="43534" y="1779"/>
                </a:cubicBezTo>
                <a:cubicBezTo>
                  <a:pt x="34767" y="2016"/>
                  <a:pt x="30069" y="3412"/>
                  <a:pt x="20672" y="2646"/>
                </a:cubicBezTo>
                <a:cubicBezTo>
                  <a:pt x="16448" y="2254"/>
                  <a:pt x="14879" y="2254"/>
                  <a:pt x="10656" y="2354"/>
                </a:cubicBezTo>
                <a:cubicBezTo>
                  <a:pt x="7837" y="2400"/>
                  <a:pt x="4388" y="2500"/>
                  <a:pt x="0" y="244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37"/>
          <p:cNvSpPr/>
          <p:nvPr/>
        </p:nvSpPr>
        <p:spPr>
          <a:xfrm>
            <a:off x="277175" y="3538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3" name="Google Shape;1623;p37"/>
          <p:cNvSpPr/>
          <p:nvPr/>
        </p:nvSpPr>
        <p:spPr>
          <a:xfrm rot="-2231248" flipH="1">
            <a:off x="2094693" y="9872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4" name="Google Shape;1624;p37"/>
          <p:cNvSpPr/>
          <p:nvPr/>
        </p:nvSpPr>
        <p:spPr>
          <a:xfrm rot="-2231248" flipH="1">
            <a:off x="1834043" y="1835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5" name="Google Shape;1625;p37"/>
          <p:cNvSpPr/>
          <p:nvPr/>
        </p:nvSpPr>
        <p:spPr>
          <a:xfrm rot="-2231248" flipH="1">
            <a:off x="849943" y="9872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9AB7AC91-A669-1F67-AF8F-5C8F4244B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1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49"/>
          <p:cNvSpPr/>
          <p:nvPr/>
        </p:nvSpPr>
        <p:spPr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0" name="Google Shape;2300;p49"/>
          <p:cNvGrpSpPr/>
          <p:nvPr/>
        </p:nvGrpSpPr>
        <p:grpSpPr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>
              <a:xfrm>
                <a:off x="11075" y="3519300"/>
                <a:ext cx="204650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>
              <a:xfrm>
                <a:off x="1976050" y="3763800"/>
                <a:ext cx="202400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>
            <a:xfrm>
              <a:off x="292425" y="3568200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0" name="Google Shape;2320;p49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Merci!</a:t>
            </a:r>
            <a:endParaRPr dirty="0"/>
          </a:p>
        </p:txBody>
      </p:sp>
      <p:sp>
        <p:nvSpPr>
          <p:cNvPr id="2322" name="Google Shape;2322;p49"/>
          <p:cNvSpPr txBox="1"/>
          <p:nvPr/>
        </p:nvSpPr>
        <p:spPr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  <p:sp>
        <p:nvSpPr>
          <p:cNvPr id="2344" name="Google Shape;2344;p49"/>
          <p:cNvSpPr/>
          <p:nvPr/>
        </p:nvSpPr>
        <p:spPr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5" name="Google Shape;2345;p49"/>
          <p:cNvSpPr/>
          <p:nvPr/>
        </p:nvSpPr>
        <p:spPr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6" name="Google Shape;2346;p49"/>
          <p:cNvGrpSpPr/>
          <p:nvPr/>
        </p:nvGrpSpPr>
        <p:grpSpPr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>
              <a:xfrm>
                <a:off x="-70375" y="4454000"/>
                <a:ext cx="9237926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405" name="Google Shape;2405;p49"/>
          <p:cNvSpPr/>
          <p:nvPr/>
        </p:nvSpPr>
        <p:spPr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6" name="Google Shape;2406;p49"/>
          <p:cNvSpPr/>
          <p:nvPr/>
        </p:nvSpPr>
        <p:spPr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7" name="Google Shape;2407;p49"/>
          <p:cNvSpPr/>
          <p:nvPr/>
        </p:nvSpPr>
        <p:spPr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8" name="Google Shape;2408;p49"/>
          <p:cNvSpPr/>
          <p:nvPr/>
        </p:nvSpPr>
        <p:spPr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9" name="Google Shape;2409;p49"/>
          <p:cNvSpPr/>
          <p:nvPr/>
        </p:nvSpPr>
        <p:spPr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0" name="Google Shape;2410;p49"/>
          <p:cNvSpPr/>
          <p:nvPr/>
        </p:nvSpPr>
        <p:spPr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1" name="Google Shape;2411;p49"/>
          <p:cNvGrpSpPr/>
          <p:nvPr/>
        </p:nvGrpSpPr>
        <p:grpSpPr>
          <a:xfrm>
            <a:off x="649349" y="4019912"/>
            <a:ext cx="3269777" cy="772427"/>
            <a:chOff x="3962175" y="2857795"/>
            <a:chExt cx="3075700" cy="726580"/>
          </a:xfrm>
        </p:grpSpPr>
        <p:sp>
          <p:nvSpPr>
            <p:cNvPr id="2412" name="Google Shape;2412;p4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643797E7-1CA4-1BE5-085F-B7ADAA9CBE42}"/>
              </a:ext>
            </a:extLst>
          </p:cNvPr>
          <p:cNvSpPr txBox="1"/>
          <p:nvPr/>
        </p:nvSpPr>
        <p:spPr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800" b="1" dirty="0">
                <a:solidFill>
                  <a:schemeClr val="dk1"/>
                </a:solidFill>
                <a:latin typeface="Abel"/>
              </a:rPr>
              <a:t>Avez-vous des questions?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18D0630-8C08-444E-7220-BDEB0A96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341</Words>
  <Application>Microsoft Office PowerPoint</Application>
  <PresentationFormat>Affichage à l'écran (16:9)</PresentationFormat>
  <Paragraphs>138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Bakbak One</vt:lpstr>
      <vt:lpstr>Abhaya Libre</vt:lpstr>
      <vt:lpstr>Abel</vt:lpstr>
      <vt:lpstr>Wingdings</vt:lpstr>
      <vt:lpstr>Arial</vt:lpstr>
      <vt:lpstr>Railroad Minitheme by Slidesgo</vt:lpstr>
      <vt:lpstr>RailBeat  Summer School</vt:lpstr>
      <vt:lpstr>Sommaire</vt:lpstr>
      <vt:lpstr>Objectif</vt:lpstr>
      <vt:lpstr>Objectif</vt:lpstr>
      <vt:lpstr>Planification</vt:lpstr>
      <vt:lpstr>Planification - Prototype</vt:lpstr>
      <vt:lpstr>Planification - Alpha</vt:lpstr>
      <vt:lpstr>Planification - Final</vt:lpstr>
      <vt:lpstr>Outils</vt:lpstr>
      <vt:lpstr>Outils</vt:lpstr>
      <vt:lpstr>Aperçu</vt:lpstr>
      <vt:lpstr>Aperçu</vt:lpstr>
      <vt:lpstr>Merci!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8</cp:revision>
  <dcterms:modified xsi:type="dcterms:W3CDTF">2026-08-17T20:44:36Z</dcterms:modified>
</cp:coreProperties>
</file>