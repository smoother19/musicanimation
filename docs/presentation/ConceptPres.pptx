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5" r:id="rId4"/>
    <p:sldMasterId id="214748367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Bakbak One"/>
      <p:regular r:id="rId47"/>
    </p:embeddedFont>
    <p:embeddedFont>
      <p:font typeface="Proxima Nova"/>
      <p:regular r:id="rId48"/>
      <p:bold r:id="rId49"/>
      <p:italic r:id="rId50"/>
      <p:boldItalic r:id="rId51"/>
    </p:embeddedFont>
    <p:embeddedFont>
      <p:font typeface="Roboto Medium"/>
      <p:regular r:id="rId52"/>
      <p:bold r:id="rId53"/>
      <p:italic r:id="rId54"/>
      <p:boldItalic r:id="rId55"/>
    </p:embeddedFont>
    <p:embeddedFont>
      <p:font typeface="Amatic SC"/>
      <p:regular r:id="rId56"/>
      <p:bold r:id="rId57"/>
    </p:embeddedFont>
    <p:embeddedFont>
      <p:font typeface="Palanquin Dark"/>
      <p:regular r:id="rId58"/>
      <p:bold r:id="rId59"/>
    </p:embeddedFont>
    <p:embeddedFont>
      <p:font typeface="Abel"/>
      <p:regular r:id="rId60"/>
    </p:embeddedFont>
    <p:embeddedFont>
      <p:font typeface="Abhaya Libre"/>
      <p:regular r:id="rId61"/>
      <p:bold r:id="rId6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546DBDB-1F74-4361-BF75-D81A5296C669}">
  <a:tblStyle styleId="{C546DBDB-1F74-4361-BF75-D81A5296C66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regular.fntdata"/><Relationship Id="rId47" Type="http://schemas.openxmlformats.org/officeDocument/2006/relationships/font" Target="fonts/BakbakOne-regular.fntdata"/><Relationship Id="rId49" Type="http://schemas.openxmlformats.org/officeDocument/2006/relationships/font" Target="fonts/ProximaNova-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bhayaLibre-bold.fntdata"/><Relationship Id="rId61" Type="http://schemas.openxmlformats.org/officeDocument/2006/relationships/font" Target="fonts/AbhayaLibre-regular.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Abel-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RobotoMedium-bold.fntdata"/><Relationship Id="rId52" Type="http://schemas.openxmlformats.org/officeDocument/2006/relationships/font" Target="fonts/RobotoMedium-regular.fntdata"/><Relationship Id="rId11" Type="http://schemas.openxmlformats.org/officeDocument/2006/relationships/slide" Target="slides/slide5.xml"/><Relationship Id="rId55" Type="http://schemas.openxmlformats.org/officeDocument/2006/relationships/font" Target="fonts/RobotoMedium-boldItalic.fntdata"/><Relationship Id="rId10" Type="http://schemas.openxmlformats.org/officeDocument/2006/relationships/slide" Target="slides/slide4.xml"/><Relationship Id="rId54" Type="http://schemas.openxmlformats.org/officeDocument/2006/relationships/font" Target="fonts/RobotoMedium-italic.fntdata"/><Relationship Id="rId13" Type="http://schemas.openxmlformats.org/officeDocument/2006/relationships/slide" Target="slides/slide7.xml"/><Relationship Id="rId57" Type="http://schemas.openxmlformats.org/officeDocument/2006/relationships/font" Target="fonts/AmaticSC-bold.fntdata"/><Relationship Id="rId12" Type="http://schemas.openxmlformats.org/officeDocument/2006/relationships/slide" Target="slides/slide6.xml"/><Relationship Id="rId56" Type="http://schemas.openxmlformats.org/officeDocument/2006/relationships/font" Target="fonts/AmaticSC-regular.fntdata"/><Relationship Id="rId15" Type="http://schemas.openxmlformats.org/officeDocument/2006/relationships/slide" Target="slides/slide9.xml"/><Relationship Id="rId59" Type="http://schemas.openxmlformats.org/officeDocument/2006/relationships/font" Target="fonts/PalanquinDark-bold.fntdata"/><Relationship Id="rId14" Type="http://schemas.openxmlformats.org/officeDocument/2006/relationships/slide" Target="slides/slide8.xml"/><Relationship Id="rId58" Type="http://schemas.openxmlformats.org/officeDocument/2006/relationships/font" Target="fonts/PalanquinDark-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 name="Shape 1091"/>
        <p:cNvGrpSpPr/>
        <p:nvPr/>
      </p:nvGrpSpPr>
      <p:grpSpPr>
        <a:xfrm>
          <a:off x="0" y="0"/>
          <a:ext cx="0" cy="0"/>
          <a:chOff x="0" y="0"/>
          <a:chExt cx="0" cy="0"/>
        </a:xfrm>
      </p:grpSpPr>
      <p:sp>
        <p:nvSpPr>
          <p:cNvPr id="1092" name="Google Shape;1092;g18a80d34a48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3" name="Google Shape;1093;g18a80d34a48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g15207a17831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7" name="Google Shape;1197;g15207a17831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 name="Shape 1210"/>
        <p:cNvGrpSpPr/>
        <p:nvPr/>
      </p:nvGrpSpPr>
      <p:grpSpPr>
        <a:xfrm>
          <a:off x="0" y="0"/>
          <a:ext cx="0" cy="0"/>
          <a:chOff x="0" y="0"/>
          <a:chExt cx="0" cy="0"/>
        </a:xfrm>
      </p:grpSpPr>
      <p:sp>
        <p:nvSpPr>
          <p:cNvPr id="1211" name="Google Shape;1211;g15207a17831_0_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2" name="Google Shape;1212;g15207a17831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3" name="Shape 1243"/>
        <p:cNvGrpSpPr/>
        <p:nvPr/>
      </p:nvGrpSpPr>
      <p:grpSpPr>
        <a:xfrm>
          <a:off x="0" y="0"/>
          <a:ext cx="0" cy="0"/>
          <a:chOff x="0" y="0"/>
          <a:chExt cx="0" cy="0"/>
        </a:xfrm>
      </p:grpSpPr>
      <p:sp>
        <p:nvSpPr>
          <p:cNvPr id="1244" name="Google Shape;1244;g152a7caf94b_1_4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5" name="Google Shape;1245;g152a7caf94b_1_4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2" name="Shape 1252"/>
        <p:cNvGrpSpPr/>
        <p:nvPr/>
      </p:nvGrpSpPr>
      <p:grpSpPr>
        <a:xfrm>
          <a:off x="0" y="0"/>
          <a:ext cx="0" cy="0"/>
          <a:chOff x="0" y="0"/>
          <a:chExt cx="0" cy="0"/>
        </a:xfrm>
      </p:grpSpPr>
      <p:sp>
        <p:nvSpPr>
          <p:cNvPr id="1253" name="Google Shape;1253;g19910ddec5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4" name="Google Shape;1254;g19910ddec5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5" name="Shape 1365"/>
        <p:cNvGrpSpPr/>
        <p:nvPr/>
      </p:nvGrpSpPr>
      <p:grpSpPr>
        <a:xfrm>
          <a:off x="0" y="0"/>
          <a:ext cx="0" cy="0"/>
          <a:chOff x="0" y="0"/>
          <a:chExt cx="0" cy="0"/>
        </a:xfrm>
      </p:grpSpPr>
      <p:sp>
        <p:nvSpPr>
          <p:cNvPr id="1366" name="Google Shape;1366;g152a7caf94b_1_10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7" name="Google Shape;1367;g152a7caf94b_1_10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2" name="Shape 1492"/>
        <p:cNvGrpSpPr/>
        <p:nvPr/>
      </p:nvGrpSpPr>
      <p:grpSpPr>
        <a:xfrm>
          <a:off x="0" y="0"/>
          <a:ext cx="0" cy="0"/>
          <a:chOff x="0" y="0"/>
          <a:chExt cx="0" cy="0"/>
        </a:xfrm>
      </p:grpSpPr>
      <p:sp>
        <p:nvSpPr>
          <p:cNvPr id="1493" name="Google Shape;1493;g152a7caf94b_1_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4" name="Google Shape;1494;g152a7caf94b_1_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7" name="Shape 1607"/>
        <p:cNvGrpSpPr/>
        <p:nvPr/>
      </p:nvGrpSpPr>
      <p:grpSpPr>
        <a:xfrm>
          <a:off x="0" y="0"/>
          <a:ext cx="0" cy="0"/>
          <a:chOff x="0" y="0"/>
          <a:chExt cx="0" cy="0"/>
        </a:xfrm>
      </p:grpSpPr>
      <p:sp>
        <p:nvSpPr>
          <p:cNvPr id="1608" name="Google Shape;1608;g152a7caf94b_1_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9" name="Google Shape;1609;g152a7caf94b_1_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6" name="Shape 1626"/>
        <p:cNvGrpSpPr/>
        <p:nvPr/>
      </p:nvGrpSpPr>
      <p:grpSpPr>
        <a:xfrm>
          <a:off x="0" y="0"/>
          <a:ext cx="0" cy="0"/>
          <a:chOff x="0" y="0"/>
          <a:chExt cx="0" cy="0"/>
        </a:xfrm>
      </p:grpSpPr>
      <p:sp>
        <p:nvSpPr>
          <p:cNvPr id="1627" name="Google Shape;1627;g152a7caf94b_1_1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8" name="Google Shape;1628;g152a7caf94b_1_1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7" name="Shape 1637"/>
        <p:cNvGrpSpPr/>
        <p:nvPr/>
      </p:nvGrpSpPr>
      <p:grpSpPr>
        <a:xfrm>
          <a:off x="0" y="0"/>
          <a:ext cx="0" cy="0"/>
          <a:chOff x="0" y="0"/>
          <a:chExt cx="0" cy="0"/>
        </a:xfrm>
      </p:grpSpPr>
      <p:sp>
        <p:nvSpPr>
          <p:cNvPr id="1638" name="Google Shape;1638;g152a7caf94b_1_16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9" name="Google Shape;1639;g152a7caf94b_1_16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9" name="Shape 1729"/>
        <p:cNvGrpSpPr/>
        <p:nvPr/>
      </p:nvGrpSpPr>
      <p:grpSpPr>
        <a:xfrm>
          <a:off x="0" y="0"/>
          <a:ext cx="0" cy="0"/>
          <a:chOff x="0" y="0"/>
          <a:chExt cx="0" cy="0"/>
        </a:xfrm>
      </p:grpSpPr>
      <p:sp>
        <p:nvSpPr>
          <p:cNvPr id="1730" name="Google Shape;1730;g152a7caf94b_1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1" name="Google Shape;1731;g152a7caf94b_1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0" name="Shape 1880"/>
        <p:cNvGrpSpPr/>
        <p:nvPr/>
      </p:nvGrpSpPr>
      <p:grpSpPr>
        <a:xfrm>
          <a:off x="0" y="0"/>
          <a:ext cx="0" cy="0"/>
          <a:chOff x="0" y="0"/>
          <a:chExt cx="0" cy="0"/>
        </a:xfrm>
      </p:grpSpPr>
      <p:sp>
        <p:nvSpPr>
          <p:cNvPr id="1881" name="Google Shape;1881;g152a7caf94b_1_1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2" name="Google Shape;1882;g152a7caf94b_1_1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1" name="Shape 1931"/>
        <p:cNvGrpSpPr/>
        <p:nvPr/>
      </p:nvGrpSpPr>
      <p:grpSpPr>
        <a:xfrm>
          <a:off x="0" y="0"/>
          <a:ext cx="0" cy="0"/>
          <a:chOff x="0" y="0"/>
          <a:chExt cx="0" cy="0"/>
        </a:xfrm>
      </p:grpSpPr>
      <p:sp>
        <p:nvSpPr>
          <p:cNvPr id="1932" name="Google Shape;1932;g152a7caf94b_1_18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3" name="Google Shape;1933;g152a7caf94b_1_18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2" name="Shape 1942"/>
        <p:cNvGrpSpPr/>
        <p:nvPr/>
      </p:nvGrpSpPr>
      <p:grpSpPr>
        <a:xfrm>
          <a:off x="0" y="0"/>
          <a:ext cx="0" cy="0"/>
          <a:chOff x="0" y="0"/>
          <a:chExt cx="0" cy="0"/>
        </a:xfrm>
      </p:grpSpPr>
      <p:sp>
        <p:nvSpPr>
          <p:cNvPr id="1943" name="Google Shape;1943;g152a7caf94b_1_24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4" name="Google Shape;1944;g152a7caf94b_1_24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1" name="Shape 1951"/>
        <p:cNvGrpSpPr/>
        <p:nvPr/>
      </p:nvGrpSpPr>
      <p:grpSpPr>
        <a:xfrm>
          <a:off x="0" y="0"/>
          <a:ext cx="0" cy="0"/>
          <a:chOff x="0" y="0"/>
          <a:chExt cx="0" cy="0"/>
        </a:xfrm>
      </p:grpSpPr>
      <p:sp>
        <p:nvSpPr>
          <p:cNvPr id="1952" name="Google Shape;1952;g152a7caf94b_1_26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3" name="Google Shape;1953;g152a7caf94b_1_26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4" name="Shape 1964"/>
        <p:cNvGrpSpPr/>
        <p:nvPr/>
      </p:nvGrpSpPr>
      <p:grpSpPr>
        <a:xfrm>
          <a:off x="0" y="0"/>
          <a:ext cx="0" cy="0"/>
          <a:chOff x="0" y="0"/>
          <a:chExt cx="0" cy="0"/>
        </a:xfrm>
      </p:grpSpPr>
      <p:sp>
        <p:nvSpPr>
          <p:cNvPr id="1965" name="Google Shape;1965;g152a7caf94b_1_19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6" name="Google Shape;1966;g152a7caf94b_1_19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1" name="Shape 1971"/>
        <p:cNvGrpSpPr/>
        <p:nvPr/>
      </p:nvGrpSpPr>
      <p:grpSpPr>
        <a:xfrm>
          <a:off x="0" y="0"/>
          <a:ext cx="0" cy="0"/>
          <a:chOff x="0" y="0"/>
          <a:chExt cx="0" cy="0"/>
        </a:xfrm>
      </p:grpSpPr>
      <p:sp>
        <p:nvSpPr>
          <p:cNvPr id="1972" name="Google Shape;1972;g157d03485c9_2_9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3" name="Google Shape;1973;g157d03485c9_2_9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3" name="Shape 2123"/>
        <p:cNvGrpSpPr/>
        <p:nvPr/>
      </p:nvGrpSpPr>
      <p:grpSpPr>
        <a:xfrm>
          <a:off x="0" y="0"/>
          <a:ext cx="0" cy="0"/>
          <a:chOff x="0" y="0"/>
          <a:chExt cx="0" cy="0"/>
        </a:xfrm>
      </p:grpSpPr>
      <p:sp>
        <p:nvSpPr>
          <p:cNvPr id="2124" name="Google Shape;2124;g152a7caf94b_1_19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5" name="Google Shape;2125;g152a7caf94b_1_19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9" name="Shape 2139"/>
        <p:cNvGrpSpPr/>
        <p:nvPr/>
      </p:nvGrpSpPr>
      <p:grpSpPr>
        <a:xfrm>
          <a:off x="0" y="0"/>
          <a:ext cx="0" cy="0"/>
          <a:chOff x="0" y="0"/>
          <a:chExt cx="0" cy="0"/>
        </a:xfrm>
      </p:grpSpPr>
      <p:sp>
        <p:nvSpPr>
          <p:cNvPr id="2140" name="Google Shape;2140;g157d03485c9_2_12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1" name="Google Shape;2141;g157d03485c9_2_12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5" name="Shape 2295"/>
        <p:cNvGrpSpPr/>
        <p:nvPr/>
      </p:nvGrpSpPr>
      <p:grpSpPr>
        <a:xfrm>
          <a:off x="0" y="0"/>
          <a:ext cx="0" cy="0"/>
          <a:chOff x="0" y="0"/>
          <a:chExt cx="0" cy="0"/>
        </a:xfrm>
      </p:grpSpPr>
      <p:sp>
        <p:nvSpPr>
          <p:cNvPr id="2296" name="Google Shape;2296;g152a7caf94b_1_27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7" name="Google Shape;2297;g152a7caf94b_1_27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1" name="Shape 2431"/>
        <p:cNvGrpSpPr/>
        <p:nvPr/>
      </p:nvGrpSpPr>
      <p:grpSpPr>
        <a:xfrm>
          <a:off x="0" y="0"/>
          <a:ext cx="0" cy="0"/>
          <a:chOff x="0" y="0"/>
          <a:chExt cx="0" cy="0"/>
        </a:xfrm>
      </p:grpSpPr>
      <p:sp>
        <p:nvSpPr>
          <p:cNvPr id="2432" name="Google Shape;2432;g18a80d34a48_1_285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3" name="Google Shape;2433;g18a80d34a48_1_285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7" name="Shape 2667"/>
        <p:cNvGrpSpPr/>
        <p:nvPr/>
      </p:nvGrpSpPr>
      <p:grpSpPr>
        <a:xfrm>
          <a:off x="0" y="0"/>
          <a:ext cx="0" cy="0"/>
          <a:chOff x="0" y="0"/>
          <a:chExt cx="0" cy="0"/>
        </a:xfrm>
      </p:grpSpPr>
      <p:sp>
        <p:nvSpPr>
          <p:cNvPr id="2668" name="Google Shape;2668;g152a7caf94b_1_2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9" name="Google Shape;2669;g152a7caf94b_1_2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6" name="Shape 2766"/>
        <p:cNvGrpSpPr/>
        <p:nvPr/>
      </p:nvGrpSpPr>
      <p:grpSpPr>
        <a:xfrm>
          <a:off x="0" y="0"/>
          <a:ext cx="0" cy="0"/>
          <a:chOff x="0" y="0"/>
          <a:chExt cx="0" cy="0"/>
        </a:xfrm>
      </p:grpSpPr>
      <p:sp>
        <p:nvSpPr>
          <p:cNvPr id="2767" name="Google Shape;2767;g158ca68ba61_1_39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8" name="Google Shape;2768;g158ca68ba61_1_39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2" name="Shape 2772"/>
        <p:cNvGrpSpPr/>
        <p:nvPr/>
      </p:nvGrpSpPr>
      <p:grpSpPr>
        <a:xfrm>
          <a:off x="0" y="0"/>
          <a:ext cx="0" cy="0"/>
          <a:chOff x="0" y="0"/>
          <a:chExt cx="0" cy="0"/>
        </a:xfrm>
      </p:grpSpPr>
      <p:sp>
        <p:nvSpPr>
          <p:cNvPr id="2773" name="Google Shape;2773;g158ca68ba61_1_3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4" name="Google Shape;2774;g158ca68ba61_1_3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8" name="Shape 2778"/>
        <p:cNvGrpSpPr/>
        <p:nvPr/>
      </p:nvGrpSpPr>
      <p:grpSpPr>
        <a:xfrm>
          <a:off x="0" y="0"/>
          <a:ext cx="0" cy="0"/>
          <a:chOff x="0" y="0"/>
          <a:chExt cx="0" cy="0"/>
        </a:xfrm>
      </p:grpSpPr>
      <p:sp>
        <p:nvSpPr>
          <p:cNvPr id="2779" name="Google Shape;2779;g158ca68ba61_1_39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0" name="Google Shape;2780;g158ca68ba61_1_39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4" name="Shape 2804"/>
        <p:cNvGrpSpPr/>
        <p:nvPr/>
      </p:nvGrpSpPr>
      <p:grpSpPr>
        <a:xfrm>
          <a:off x="0" y="0"/>
          <a:ext cx="0" cy="0"/>
          <a:chOff x="0" y="0"/>
          <a:chExt cx="0" cy="0"/>
        </a:xfrm>
      </p:grpSpPr>
      <p:sp>
        <p:nvSpPr>
          <p:cNvPr id="2805" name="Google Shape;2805;g198fb6d0e73_0_194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6" name="Google Shape;2806;g198fb6d0e73_0_194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0" name="Shape 2820"/>
        <p:cNvGrpSpPr/>
        <p:nvPr/>
      </p:nvGrpSpPr>
      <p:grpSpPr>
        <a:xfrm>
          <a:off x="0" y="0"/>
          <a:ext cx="0" cy="0"/>
          <a:chOff x="0" y="0"/>
          <a:chExt cx="0" cy="0"/>
        </a:xfrm>
      </p:grpSpPr>
      <p:sp>
        <p:nvSpPr>
          <p:cNvPr id="2821" name="Google Shape;2821;g198fb6d0e73_0_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2" name="Google Shape;2822;g198fb6d0e73_0_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g198fb6d0e73_0_10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1" name="Google Shape;3161;g198fb6d0e73_0_10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0" name="Shape 5360"/>
        <p:cNvGrpSpPr/>
        <p:nvPr/>
      </p:nvGrpSpPr>
      <p:grpSpPr>
        <a:xfrm>
          <a:off x="0" y="0"/>
          <a:ext cx="0" cy="0"/>
          <a:chOff x="0" y="0"/>
          <a:chExt cx="0" cy="0"/>
        </a:xfrm>
      </p:grpSpPr>
      <p:sp>
        <p:nvSpPr>
          <p:cNvPr id="5361" name="Google Shape;5361;g198fb6d0e73_0_3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2" name="Google Shape;5362;g198fb6d0e73_0_3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79" name="Shape 5779"/>
        <p:cNvGrpSpPr/>
        <p:nvPr/>
      </p:nvGrpSpPr>
      <p:grpSpPr>
        <a:xfrm>
          <a:off x="0" y="0"/>
          <a:ext cx="0" cy="0"/>
          <a:chOff x="0" y="0"/>
          <a:chExt cx="0" cy="0"/>
        </a:xfrm>
      </p:grpSpPr>
      <p:sp>
        <p:nvSpPr>
          <p:cNvPr id="5780" name="Google Shape;5780;g198fb6d0e73_0_3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81" name="Google Shape;5781;g198fb6d0e73_0_3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9" name="Shape 5949"/>
        <p:cNvGrpSpPr/>
        <p:nvPr/>
      </p:nvGrpSpPr>
      <p:grpSpPr>
        <a:xfrm>
          <a:off x="0" y="0"/>
          <a:ext cx="0" cy="0"/>
          <a:chOff x="0" y="0"/>
          <a:chExt cx="0" cy="0"/>
        </a:xfrm>
      </p:grpSpPr>
      <p:sp>
        <p:nvSpPr>
          <p:cNvPr id="5950" name="Google Shape;5950;g198fb6d0e73_0_3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1" name="Google Shape;5951;g198fb6d0e73_0_3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4" name="Shape 6354"/>
        <p:cNvGrpSpPr/>
        <p:nvPr/>
      </p:nvGrpSpPr>
      <p:grpSpPr>
        <a:xfrm>
          <a:off x="0" y="0"/>
          <a:ext cx="0" cy="0"/>
          <a:chOff x="0" y="0"/>
          <a:chExt cx="0" cy="0"/>
        </a:xfrm>
      </p:grpSpPr>
      <p:sp>
        <p:nvSpPr>
          <p:cNvPr id="6355" name="Google Shape;6355;g198fb6d0e73_0_4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56" name="Google Shape;6356;g198fb6d0e73_0_4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4" name="Shape 6734"/>
        <p:cNvGrpSpPr/>
        <p:nvPr/>
      </p:nvGrpSpPr>
      <p:grpSpPr>
        <a:xfrm>
          <a:off x="0" y="0"/>
          <a:ext cx="0" cy="0"/>
          <a:chOff x="0" y="0"/>
          <a:chExt cx="0" cy="0"/>
        </a:xfrm>
      </p:grpSpPr>
      <p:sp>
        <p:nvSpPr>
          <p:cNvPr id="6735" name="Google Shape;6735;g198fb6d0e73_0_46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6" name="Google Shape;6736;g198fb6d0e73_0_46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11" name="Shape 7511"/>
        <p:cNvGrpSpPr/>
        <p:nvPr/>
      </p:nvGrpSpPr>
      <p:grpSpPr>
        <a:xfrm>
          <a:off x="0" y="0"/>
          <a:ext cx="0" cy="0"/>
          <a:chOff x="0" y="0"/>
          <a:chExt cx="0" cy="0"/>
        </a:xfrm>
      </p:grpSpPr>
      <p:sp>
        <p:nvSpPr>
          <p:cNvPr id="7512" name="Google Shape;7512;g198fb6d0e73_0_54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13" name="Google Shape;7513;g198fb6d0e73_0_54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8" name="Shape 8918"/>
        <p:cNvGrpSpPr/>
        <p:nvPr/>
      </p:nvGrpSpPr>
      <p:grpSpPr>
        <a:xfrm>
          <a:off x="0" y="0"/>
          <a:ext cx="0" cy="0"/>
          <a:chOff x="0" y="0"/>
          <a:chExt cx="0" cy="0"/>
        </a:xfrm>
      </p:grpSpPr>
      <p:sp>
        <p:nvSpPr>
          <p:cNvPr id="8919" name="Google Shape;8919;g198fb6d0e73_0_68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20" name="Google Shape;8920;g198fb6d0e73_0_68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12" name="Shape 11312"/>
        <p:cNvGrpSpPr/>
        <p:nvPr/>
      </p:nvGrpSpPr>
      <p:grpSpPr>
        <a:xfrm>
          <a:off x="0" y="0"/>
          <a:ext cx="0" cy="0"/>
          <a:chOff x="0" y="0"/>
          <a:chExt cx="0" cy="0"/>
        </a:xfrm>
      </p:grpSpPr>
      <p:sp>
        <p:nvSpPr>
          <p:cNvPr id="11313" name="Google Shape;11313;g198fb6d0e73_0_9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14" name="Google Shape;11314;g198fb6d0e73_0_9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26" name="Shape 13326"/>
        <p:cNvGrpSpPr/>
        <p:nvPr/>
      </p:nvGrpSpPr>
      <p:grpSpPr>
        <a:xfrm>
          <a:off x="0" y="0"/>
          <a:ext cx="0" cy="0"/>
          <a:chOff x="0" y="0"/>
          <a:chExt cx="0" cy="0"/>
        </a:xfrm>
      </p:grpSpPr>
      <p:sp>
        <p:nvSpPr>
          <p:cNvPr id="13327" name="Google Shape;13327;g198fb6d0e73_0_112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28" name="Google Shape;13328;g198fb6d0e73_0_112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62" name="Shape 14962"/>
        <p:cNvGrpSpPr/>
        <p:nvPr/>
      </p:nvGrpSpPr>
      <p:grpSpPr>
        <a:xfrm>
          <a:off x="0" y="0"/>
          <a:ext cx="0" cy="0"/>
          <a:chOff x="0" y="0"/>
          <a:chExt cx="0" cy="0"/>
        </a:xfrm>
      </p:grpSpPr>
      <p:sp>
        <p:nvSpPr>
          <p:cNvPr id="14963" name="Google Shape;14963;g198fb6d0e73_0_128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64" name="Google Shape;14964;g198fb6d0e73_0_128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04" name="Shape 16004"/>
        <p:cNvGrpSpPr/>
        <p:nvPr/>
      </p:nvGrpSpPr>
      <p:grpSpPr>
        <a:xfrm>
          <a:off x="0" y="0"/>
          <a:ext cx="0" cy="0"/>
          <a:chOff x="0" y="0"/>
          <a:chExt cx="0" cy="0"/>
        </a:xfrm>
      </p:grpSpPr>
      <p:sp>
        <p:nvSpPr>
          <p:cNvPr id="16005" name="Google Shape;16005;g198fb6d0e73_0_139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06" name="Google Shape;16006;g198fb6d0e73_0_139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47" name="Shape 17547"/>
        <p:cNvGrpSpPr/>
        <p:nvPr/>
      </p:nvGrpSpPr>
      <p:grpSpPr>
        <a:xfrm>
          <a:off x="0" y="0"/>
          <a:ext cx="0" cy="0"/>
          <a:chOff x="0" y="0"/>
          <a:chExt cx="0" cy="0"/>
        </a:xfrm>
      </p:grpSpPr>
      <p:sp>
        <p:nvSpPr>
          <p:cNvPr id="17548" name="Google Shape;17548;g198fb6d0e73_0_194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49" name="Google Shape;17549;g198fb6d0e73_0_194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2041638" y="682250"/>
            <a:ext cx="4690200" cy="2019600"/>
          </a:xfrm>
          <a:prstGeom prst="rect">
            <a:avLst/>
          </a:prstGeom>
          <a:noFill/>
        </p:spPr>
        <p:txBody>
          <a:bodyPr anchorCtr="0" anchor="t" bIns="91425" lIns="91425" spcFirstLastPara="1" rIns="91425" wrap="square" tIns="91425">
            <a:noAutofit/>
          </a:bodyPr>
          <a:lstStyle>
            <a:lvl1pPr lvl="0">
              <a:lnSpc>
                <a:spcPct val="80000"/>
              </a:lnSpc>
              <a:spcBef>
                <a:spcPts val="0"/>
              </a:spcBef>
              <a:spcAft>
                <a:spcPts val="0"/>
              </a:spcAft>
              <a:buSzPts val="5200"/>
              <a:buNone/>
              <a:defRPr sz="7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2745738" y="2296938"/>
            <a:ext cx="3282000" cy="435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1600">
                <a:latin typeface="Abel"/>
                <a:ea typeface="Abel"/>
                <a:cs typeface="Abel"/>
                <a:sym typeface="Abe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 name="Google Shape;11;p2"/>
          <p:cNvSpPr/>
          <p:nvPr/>
        </p:nvSpPr>
        <p:spPr>
          <a:xfrm flipH="1" rot="-2231248">
            <a:off x="1719168" y="3295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rot="-2231248">
            <a:off x="6823743" y="4220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713225" y="2193100"/>
            <a:ext cx="3957000" cy="1118400"/>
          </a:xfrm>
          <a:prstGeom prst="rect">
            <a:avLst/>
          </a:prstGeom>
        </p:spPr>
        <p:txBody>
          <a:bodyPr anchorCtr="0" anchor="ctr" bIns="91425" lIns="91425" spcFirstLastPara="1" rIns="91425" wrap="square" tIns="91425">
            <a:noAutofit/>
          </a:bodyPr>
          <a:lstStyle>
            <a:lvl1pPr lvl="0" rtl="0" algn="l">
              <a:lnSpc>
                <a:spcPct val="80000"/>
              </a:lnSpc>
              <a:spcBef>
                <a:spcPts val="0"/>
              </a:spcBef>
              <a:spcAft>
                <a:spcPts val="0"/>
              </a:spcAft>
              <a:buSzPts val="7000"/>
              <a:buNone/>
              <a:defRPr sz="5500">
                <a:solidFill>
                  <a:schemeClr val="lt1"/>
                </a:solidFill>
              </a:defRPr>
            </a:lvl1pPr>
            <a:lvl2pPr lvl="1" rtl="0" algn="ctr">
              <a:lnSpc>
                <a:spcPct val="100000"/>
              </a:lnSpc>
              <a:spcBef>
                <a:spcPts val="0"/>
              </a:spcBef>
              <a:spcAft>
                <a:spcPts val="0"/>
              </a:spcAft>
              <a:buSzPts val="5000"/>
              <a:buNone/>
              <a:defRPr sz="5000"/>
            </a:lvl2pPr>
            <a:lvl3pPr lvl="2" rtl="0" algn="ctr">
              <a:lnSpc>
                <a:spcPct val="100000"/>
              </a:lnSpc>
              <a:spcBef>
                <a:spcPts val="0"/>
              </a:spcBef>
              <a:spcAft>
                <a:spcPts val="0"/>
              </a:spcAft>
              <a:buSzPts val="5000"/>
              <a:buNone/>
              <a:defRPr sz="5000"/>
            </a:lvl3pPr>
            <a:lvl4pPr lvl="3" rtl="0" algn="ctr">
              <a:lnSpc>
                <a:spcPct val="100000"/>
              </a:lnSpc>
              <a:spcBef>
                <a:spcPts val="0"/>
              </a:spcBef>
              <a:spcAft>
                <a:spcPts val="0"/>
              </a:spcAft>
              <a:buSzPts val="5000"/>
              <a:buNone/>
              <a:defRPr sz="5000"/>
            </a:lvl4pPr>
            <a:lvl5pPr lvl="4" rtl="0" algn="ctr">
              <a:lnSpc>
                <a:spcPct val="100000"/>
              </a:lnSpc>
              <a:spcBef>
                <a:spcPts val="0"/>
              </a:spcBef>
              <a:spcAft>
                <a:spcPts val="0"/>
              </a:spcAft>
              <a:buSzPts val="5000"/>
              <a:buNone/>
              <a:defRPr sz="5000"/>
            </a:lvl5pPr>
            <a:lvl6pPr lvl="5" rtl="0" algn="ctr">
              <a:lnSpc>
                <a:spcPct val="100000"/>
              </a:lnSpc>
              <a:spcBef>
                <a:spcPts val="0"/>
              </a:spcBef>
              <a:spcAft>
                <a:spcPts val="0"/>
              </a:spcAft>
              <a:buSzPts val="5000"/>
              <a:buNone/>
              <a:defRPr sz="5000"/>
            </a:lvl6pPr>
            <a:lvl7pPr lvl="6" rtl="0" algn="ctr">
              <a:lnSpc>
                <a:spcPct val="100000"/>
              </a:lnSpc>
              <a:spcBef>
                <a:spcPts val="0"/>
              </a:spcBef>
              <a:spcAft>
                <a:spcPts val="0"/>
              </a:spcAft>
              <a:buSzPts val="5000"/>
              <a:buNone/>
              <a:defRPr sz="5000"/>
            </a:lvl7pPr>
            <a:lvl8pPr lvl="7" rtl="0" algn="ctr">
              <a:lnSpc>
                <a:spcPct val="100000"/>
              </a:lnSpc>
              <a:spcBef>
                <a:spcPts val="0"/>
              </a:spcBef>
              <a:spcAft>
                <a:spcPts val="0"/>
              </a:spcAft>
              <a:buSzPts val="5000"/>
              <a:buNone/>
              <a:defRPr sz="5000"/>
            </a:lvl8pPr>
            <a:lvl9pPr lvl="8" rtl="0" algn="ctr">
              <a:lnSpc>
                <a:spcPct val="100000"/>
              </a:lnSpc>
              <a:spcBef>
                <a:spcPts val="0"/>
              </a:spcBef>
              <a:spcAft>
                <a:spcPts val="0"/>
              </a:spcAft>
              <a:buSzPts val="5000"/>
              <a:buNone/>
              <a:defRPr sz="5000"/>
            </a:lvl9pPr>
          </a:lstStyle>
          <a:p/>
        </p:txBody>
      </p:sp>
      <p:sp>
        <p:nvSpPr>
          <p:cNvPr id="15" name="Google Shape;15;p3"/>
          <p:cNvSpPr txBox="1"/>
          <p:nvPr>
            <p:ph hasCustomPrompt="1" idx="2" type="title"/>
          </p:nvPr>
        </p:nvSpPr>
        <p:spPr>
          <a:xfrm>
            <a:off x="713225" y="686500"/>
            <a:ext cx="1303200" cy="1334100"/>
          </a:xfrm>
          <a:prstGeom prst="rect">
            <a:avLst/>
          </a:prstGeom>
        </p:spPr>
        <p:txBody>
          <a:bodyPr anchorCtr="0" anchor="ctr" bIns="91425" lIns="91425" spcFirstLastPara="1" rIns="91425" wrap="square" tIns="91425">
            <a:noAutofit/>
          </a:bodyPr>
          <a:lstStyle>
            <a:lvl1pPr lvl="0" rtl="0" algn="l">
              <a:lnSpc>
                <a:spcPct val="100000"/>
              </a:lnSpc>
              <a:spcBef>
                <a:spcPts val="0"/>
              </a:spcBef>
              <a:spcAft>
                <a:spcPts val="0"/>
              </a:spcAft>
              <a:buSzPts val="5000"/>
              <a:buNone/>
              <a:defRPr i="1" sz="9000"/>
            </a:lvl1pPr>
            <a:lvl2pPr lvl="1" rtl="0" algn="ctr">
              <a:lnSpc>
                <a:spcPct val="100000"/>
              </a:lnSpc>
              <a:spcBef>
                <a:spcPts val="0"/>
              </a:spcBef>
              <a:spcAft>
                <a:spcPts val="0"/>
              </a:spcAft>
              <a:buSzPts val="5000"/>
              <a:buNone/>
              <a:defRPr sz="5000"/>
            </a:lvl2pPr>
            <a:lvl3pPr lvl="2" rtl="0" algn="ctr">
              <a:lnSpc>
                <a:spcPct val="100000"/>
              </a:lnSpc>
              <a:spcBef>
                <a:spcPts val="0"/>
              </a:spcBef>
              <a:spcAft>
                <a:spcPts val="0"/>
              </a:spcAft>
              <a:buSzPts val="5000"/>
              <a:buNone/>
              <a:defRPr sz="5000"/>
            </a:lvl3pPr>
            <a:lvl4pPr lvl="3" rtl="0" algn="ctr">
              <a:lnSpc>
                <a:spcPct val="100000"/>
              </a:lnSpc>
              <a:spcBef>
                <a:spcPts val="0"/>
              </a:spcBef>
              <a:spcAft>
                <a:spcPts val="0"/>
              </a:spcAft>
              <a:buSzPts val="5000"/>
              <a:buNone/>
              <a:defRPr sz="5000"/>
            </a:lvl4pPr>
            <a:lvl5pPr lvl="4" rtl="0" algn="ctr">
              <a:lnSpc>
                <a:spcPct val="100000"/>
              </a:lnSpc>
              <a:spcBef>
                <a:spcPts val="0"/>
              </a:spcBef>
              <a:spcAft>
                <a:spcPts val="0"/>
              </a:spcAft>
              <a:buSzPts val="5000"/>
              <a:buNone/>
              <a:defRPr sz="5000"/>
            </a:lvl5pPr>
            <a:lvl6pPr lvl="5" rtl="0" algn="ctr">
              <a:lnSpc>
                <a:spcPct val="100000"/>
              </a:lnSpc>
              <a:spcBef>
                <a:spcPts val="0"/>
              </a:spcBef>
              <a:spcAft>
                <a:spcPts val="0"/>
              </a:spcAft>
              <a:buSzPts val="5000"/>
              <a:buNone/>
              <a:defRPr sz="5000"/>
            </a:lvl6pPr>
            <a:lvl7pPr lvl="6" rtl="0" algn="ctr">
              <a:lnSpc>
                <a:spcPct val="100000"/>
              </a:lnSpc>
              <a:spcBef>
                <a:spcPts val="0"/>
              </a:spcBef>
              <a:spcAft>
                <a:spcPts val="0"/>
              </a:spcAft>
              <a:buSzPts val="5000"/>
              <a:buNone/>
              <a:defRPr sz="5000"/>
            </a:lvl7pPr>
            <a:lvl8pPr lvl="7" rtl="0" algn="ctr">
              <a:lnSpc>
                <a:spcPct val="100000"/>
              </a:lnSpc>
              <a:spcBef>
                <a:spcPts val="0"/>
              </a:spcBef>
              <a:spcAft>
                <a:spcPts val="0"/>
              </a:spcAft>
              <a:buSzPts val="5000"/>
              <a:buNone/>
              <a:defRPr sz="5000"/>
            </a:lvl8pPr>
            <a:lvl9pPr lvl="8" rtl="0" algn="ctr">
              <a:lnSpc>
                <a:spcPct val="100000"/>
              </a:lnSpc>
              <a:spcBef>
                <a:spcPts val="0"/>
              </a:spcBef>
              <a:spcAft>
                <a:spcPts val="0"/>
              </a:spcAft>
              <a:buSzPts val="5000"/>
              <a:buNone/>
              <a:defRPr sz="5000"/>
            </a:lvl9pPr>
          </a:lstStyle>
          <a:p>
            <a:r>
              <a:t>xx%</a:t>
            </a:r>
          </a:p>
        </p:txBody>
      </p:sp>
      <p:sp>
        <p:nvSpPr>
          <p:cNvPr id="16" name="Google Shape;16;p3"/>
          <p:cNvSpPr txBox="1"/>
          <p:nvPr>
            <p:ph idx="1" type="subTitle"/>
          </p:nvPr>
        </p:nvSpPr>
        <p:spPr>
          <a:xfrm>
            <a:off x="713225" y="3285275"/>
            <a:ext cx="3740400" cy="380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1600">
                <a:solidFill>
                  <a:schemeClr val="lt1"/>
                </a:solidFill>
              </a:defRPr>
            </a:lvl1pPr>
            <a:lvl2pPr lvl="1" rtl="0">
              <a:lnSpc>
                <a:spcPct val="100000"/>
              </a:lnSpc>
              <a:spcBef>
                <a:spcPts val="0"/>
              </a:spcBef>
              <a:spcAft>
                <a:spcPts val="0"/>
              </a:spcAft>
              <a:buNone/>
              <a:defRPr sz="1600">
                <a:solidFill>
                  <a:schemeClr val="lt1"/>
                </a:solidFill>
              </a:defRPr>
            </a:lvl2pPr>
            <a:lvl3pPr lvl="2" rtl="0">
              <a:lnSpc>
                <a:spcPct val="100000"/>
              </a:lnSpc>
              <a:spcBef>
                <a:spcPts val="0"/>
              </a:spcBef>
              <a:spcAft>
                <a:spcPts val="0"/>
              </a:spcAft>
              <a:buNone/>
              <a:defRPr sz="1600">
                <a:solidFill>
                  <a:schemeClr val="lt1"/>
                </a:solidFill>
              </a:defRPr>
            </a:lvl3pPr>
            <a:lvl4pPr lvl="3" rtl="0">
              <a:lnSpc>
                <a:spcPct val="100000"/>
              </a:lnSpc>
              <a:spcBef>
                <a:spcPts val="0"/>
              </a:spcBef>
              <a:spcAft>
                <a:spcPts val="0"/>
              </a:spcAft>
              <a:buNone/>
              <a:defRPr sz="1600">
                <a:solidFill>
                  <a:schemeClr val="lt1"/>
                </a:solidFill>
              </a:defRPr>
            </a:lvl4pPr>
            <a:lvl5pPr lvl="4" rtl="0">
              <a:lnSpc>
                <a:spcPct val="100000"/>
              </a:lnSpc>
              <a:spcBef>
                <a:spcPts val="0"/>
              </a:spcBef>
              <a:spcAft>
                <a:spcPts val="0"/>
              </a:spcAft>
              <a:buNone/>
              <a:defRPr sz="1600">
                <a:solidFill>
                  <a:schemeClr val="lt1"/>
                </a:solidFill>
              </a:defRPr>
            </a:lvl5pPr>
            <a:lvl6pPr lvl="5" rtl="0">
              <a:lnSpc>
                <a:spcPct val="100000"/>
              </a:lnSpc>
              <a:spcBef>
                <a:spcPts val="0"/>
              </a:spcBef>
              <a:spcAft>
                <a:spcPts val="0"/>
              </a:spcAft>
              <a:buNone/>
              <a:defRPr sz="1600">
                <a:solidFill>
                  <a:schemeClr val="lt1"/>
                </a:solidFill>
              </a:defRPr>
            </a:lvl6pPr>
            <a:lvl7pPr lvl="6" rtl="0">
              <a:lnSpc>
                <a:spcPct val="100000"/>
              </a:lnSpc>
              <a:spcBef>
                <a:spcPts val="0"/>
              </a:spcBef>
              <a:spcAft>
                <a:spcPts val="0"/>
              </a:spcAft>
              <a:buNone/>
              <a:defRPr sz="1600">
                <a:solidFill>
                  <a:schemeClr val="lt1"/>
                </a:solidFill>
              </a:defRPr>
            </a:lvl7pPr>
            <a:lvl8pPr lvl="7" rtl="0">
              <a:lnSpc>
                <a:spcPct val="100000"/>
              </a:lnSpc>
              <a:spcBef>
                <a:spcPts val="0"/>
              </a:spcBef>
              <a:spcAft>
                <a:spcPts val="0"/>
              </a:spcAft>
              <a:buNone/>
              <a:defRPr sz="1600">
                <a:solidFill>
                  <a:schemeClr val="lt1"/>
                </a:solidFill>
              </a:defRPr>
            </a:lvl8pPr>
            <a:lvl9pPr lvl="8" rtl="0">
              <a:lnSpc>
                <a:spcPct val="100000"/>
              </a:lnSpc>
              <a:spcBef>
                <a:spcPts val="0"/>
              </a:spcBef>
              <a:spcAft>
                <a:spcPts val="0"/>
              </a:spcAft>
              <a:buNone/>
              <a:defRPr sz="1600">
                <a:solidFill>
                  <a:schemeClr val="lt1"/>
                </a:solidFill>
              </a:defRPr>
            </a:lvl9pPr>
          </a:lstStyle>
          <a:p/>
        </p:txBody>
      </p:sp>
      <p:sp>
        <p:nvSpPr>
          <p:cNvPr id="17" name="Google Shape;17;p3"/>
          <p:cNvSpPr/>
          <p:nvPr/>
        </p:nvSpPr>
        <p:spPr>
          <a:xfrm flipH="1" rot="-2231248">
            <a:off x="371793" y="3640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8" name="Shape 18"/>
        <p:cNvGrpSpPr/>
        <p:nvPr/>
      </p:nvGrpSpPr>
      <p:grpSpPr>
        <a:xfrm>
          <a:off x="0" y="0"/>
          <a:ext cx="0" cy="0"/>
          <a:chOff x="0" y="0"/>
          <a:chExt cx="0" cy="0"/>
        </a:xfrm>
      </p:grpSpPr>
      <p:sp>
        <p:nvSpPr>
          <p:cNvPr id="19" name="Google Shape;19;p4"/>
          <p:cNvSpPr txBox="1"/>
          <p:nvPr>
            <p:ph type="title"/>
          </p:nvPr>
        </p:nvSpPr>
        <p:spPr>
          <a:xfrm>
            <a:off x="973825" y="872975"/>
            <a:ext cx="3951900" cy="572700"/>
          </a:xfrm>
          <a:prstGeom prst="rect">
            <a:avLst/>
          </a:prstGeom>
        </p:spPr>
        <p:txBody>
          <a:bodyPr anchorCtr="0" anchor="t" bIns="91425" lIns="91425" spcFirstLastPara="1" rIns="91425" wrap="square" tIns="91425">
            <a:noAutofit/>
          </a:bodyPr>
          <a:lstStyle>
            <a:lvl1pPr lvl="0" algn="l">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0" name="Google Shape;20;p4"/>
          <p:cNvSpPr txBox="1"/>
          <p:nvPr>
            <p:ph idx="1" type="body"/>
          </p:nvPr>
        </p:nvSpPr>
        <p:spPr>
          <a:xfrm>
            <a:off x="973825" y="1648025"/>
            <a:ext cx="3951900" cy="2025300"/>
          </a:xfrm>
          <a:prstGeom prst="rect">
            <a:avLst/>
          </a:prstGeom>
        </p:spPr>
        <p:txBody>
          <a:bodyPr anchorCtr="0" anchor="t" bIns="91425" lIns="91425" spcFirstLastPara="1" rIns="91425" wrap="square" tIns="91425">
            <a:noAutofit/>
          </a:bodyPr>
          <a:lstStyle>
            <a:lvl1pPr indent="-323850" lvl="0" marL="457200">
              <a:spcBef>
                <a:spcPts val="0"/>
              </a:spcBef>
              <a:spcAft>
                <a:spcPts val="0"/>
              </a:spcAft>
              <a:buSzPts val="1500"/>
              <a:buFont typeface="Chivo"/>
              <a:buChar char="●"/>
              <a:defRPr sz="1400"/>
            </a:lvl1pPr>
            <a:lvl2pPr indent="-323850" lvl="1" marL="914400">
              <a:spcBef>
                <a:spcPts val="0"/>
              </a:spcBef>
              <a:spcAft>
                <a:spcPts val="0"/>
              </a:spcAft>
              <a:buClr>
                <a:srgbClr val="434343"/>
              </a:buClr>
              <a:buSzPts val="1500"/>
              <a:buFont typeface="Roboto Condensed Light"/>
              <a:buChar char="○"/>
              <a:defRPr/>
            </a:lvl2pPr>
            <a:lvl3pPr indent="-323850" lvl="2" marL="1371600">
              <a:spcBef>
                <a:spcPts val="0"/>
              </a:spcBef>
              <a:spcAft>
                <a:spcPts val="0"/>
              </a:spcAft>
              <a:buClr>
                <a:srgbClr val="434343"/>
              </a:buClr>
              <a:buSzPts val="1500"/>
              <a:buFont typeface="Roboto Condensed Light"/>
              <a:buChar char="■"/>
              <a:defRPr/>
            </a:lvl3pPr>
            <a:lvl4pPr indent="-323850" lvl="3" marL="1828800">
              <a:spcBef>
                <a:spcPts val="0"/>
              </a:spcBef>
              <a:spcAft>
                <a:spcPts val="0"/>
              </a:spcAft>
              <a:buClr>
                <a:srgbClr val="434343"/>
              </a:buClr>
              <a:buSzPts val="1500"/>
              <a:buFont typeface="Roboto Condensed Light"/>
              <a:buChar char="●"/>
              <a:defRPr/>
            </a:lvl4pPr>
            <a:lvl5pPr indent="-323850" lvl="4" marL="2286000">
              <a:spcBef>
                <a:spcPts val="0"/>
              </a:spcBef>
              <a:spcAft>
                <a:spcPts val="0"/>
              </a:spcAft>
              <a:buClr>
                <a:srgbClr val="434343"/>
              </a:buClr>
              <a:buSzPts val="1500"/>
              <a:buFont typeface="Roboto Condensed Light"/>
              <a:buChar char="○"/>
              <a:defRPr/>
            </a:lvl5pPr>
            <a:lvl6pPr indent="-323850" lvl="5" marL="2743200">
              <a:spcBef>
                <a:spcPts val="0"/>
              </a:spcBef>
              <a:spcAft>
                <a:spcPts val="0"/>
              </a:spcAft>
              <a:buClr>
                <a:srgbClr val="434343"/>
              </a:buClr>
              <a:buSzPts val="1500"/>
              <a:buFont typeface="Roboto Condensed Light"/>
              <a:buChar char="■"/>
              <a:defRPr/>
            </a:lvl6pPr>
            <a:lvl7pPr indent="-323850" lvl="6" marL="3200400">
              <a:spcBef>
                <a:spcPts val="0"/>
              </a:spcBef>
              <a:spcAft>
                <a:spcPts val="0"/>
              </a:spcAft>
              <a:buClr>
                <a:srgbClr val="434343"/>
              </a:buClr>
              <a:buSzPts val="1500"/>
              <a:buFont typeface="Roboto Condensed Light"/>
              <a:buChar char="●"/>
              <a:defRPr/>
            </a:lvl7pPr>
            <a:lvl8pPr indent="-323850" lvl="7" marL="3657600">
              <a:spcBef>
                <a:spcPts val="0"/>
              </a:spcBef>
              <a:spcAft>
                <a:spcPts val="0"/>
              </a:spcAft>
              <a:buClr>
                <a:srgbClr val="434343"/>
              </a:buClr>
              <a:buSzPts val="1500"/>
              <a:buFont typeface="Roboto Condensed Light"/>
              <a:buChar char="○"/>
              <a:defRPr/>
            </a:lvl8pPr>
            <a:lvl9pPr indent="-323850" lvl="8" marL="4114800">
              <a:spcBef>
                <a:spcPts val="0"/>
              </a:spcBef>
              <a:spcAft>
                <a:spcPts val="0"/>
              </a:spcAft>
              <a:buClr>
                <a:srgbClr val="434343"/>
              </a:buClr>
              <a:buSzPts val="1500"/>
              <a:buFont typeface="Roboto Condensed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sp>
        <p:nvSpPr>
          <p:cNvPr id="22" name="Google Shape;22;p5"/>
          <p:cNvSpPr txBox="1"/>
          <p:nvPr>
            <p:ph idx="1" type="subTitle"/>
          </p:nvPr>
        </p:nvSpPr>
        <p:spPr>
          <a:xfrm>
            <a:off x="1065975" y="1928650"/>
            <a:ext cx="3124800" cy="1421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lvl1pPr>
            <a:lvl2pPr lvl="1" rtl="0" algn="ctr">
              <a:spcBef>
                <a:spcPts val="0"/>
              </a:spcBef>
              <a:spcAft>
                <a:spcPts val="0"/>
              </a:spcAft>
              <a:buNone/>
              <a:defRPr sz="1400"/>
            </a:lvl2pPr>
            <a:lvl3pPr lvl="2" rtl="0" algn="ctr">
              <a:spcBef>
                <a:spcPts val="0"/>
              </a:spcBef>
              <a:spcAft>
                <a:spcPts val="0"/>
              </a:spcAft>
              <a:buNone/>
              <a:defRPr sz="1400"/>
            </a:lvl3pPr>
            <a:lvl4pPr lvl="3" rtl="0" algn="ctr">
              <a:spcBef>
                <a:spcPts val="0"/>
              </a:spcBef>
              <a:spcAft>
                <a:spcPts val="0"/>
              </a:spcAft>
              <a:buNone/>
              <a:defRPr sz="1400"/>
            </a:lvl4pPr>
            <a:lvl5pPr lvl="4" rtl="0" algn="ctr">
              <a:spcBef>
                <a:spcPts val="0"/>
              </a:spcBef>
              <a:spcAft>
                <a:spcPts val="0"/>
              </a:spcAft>
              <a:buNone/>
              <a:defRPr sz="1400"/>
            </a:lvl5pPr>
            <a:lvl6pPr lvl="5" rtl="0" algn="ctr">
              <a:spcBef>
                <a:spcPts val="0"/>
              </a:spcBef>
              <a:spcAft>
                <a:spcPts val="0"/>
              </a:spcAft>
              <a:buNone/>
              <a:defRPr sz="1400"/>
            </a:lvl6pPr>
            <a:lvl7pPr lvl="6" rtl="0" algn="ctr">
              <a:spcBef>
                <a:spcPts val="0"/>
              </a:spcBef>
              <a:spcAft>
                <a:spcPts val="0"/>
              </a:spcAft>
              <a:buNone/>
              <a:defRPr sz="1400"/>
            </a:lvl7pPr>
            <a:lvl8pPr lvl="7" rtl="0" algn="ctr">
              <a:spcBef>
                <a:spcPts val="0"/>
              </a:spcBef>
              <a:spcAft>
                <a:spcPts val="0"/>
              </a:spcAft>
              <a:buNone/>
              <a:defRPr sz="1400"/>
            </a:lvl8pPr>
            <a:lvl9pPr lvl="8" rtl="0" algn="ctr">
              <a:spcBef>
                <a:spcPts val="0"/>
              </a:spcBef>
              <a:spcAft>
                <a:spcPts val="0"/>
              </a:spcAft>
              <a:buNone/>
              <a:defRPr sz="1400"/>
            </a:lvl9pPr>
          </a:lstStyle>
          <a:p/>
        </p:txBody>
      </p:sp>
      <p:sp>
        <p:nvSpPr>
          <p:cNvPr id="23" name="Google Shape;23;p5"/>
          <p:cNvSpPr txBox="1"/>
          <p:nvPr>
            <p:ph idx="2" type="subTitle"/>
          </p:nvPr>
        </p:nvSpPr>
        <p:spPr>
          <a:xfrm>
            <a:off x="4953225" y="1928657"/>
            <a:ext cx="3124800" cy="1421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lvl1pPr>
            <a:lvl2pPr lvl="1" rtl="0" algn="ctr">
              <a:spcBef>
                <a:spcPts val="0"/>
              </a:spcBef>
              <a:spcAft>
                <a:spcPts val="0"/>
              </a:spcAft>
              <a:buNone/>
              <a:defRPr sz="1400"/>
            </a:lvl2pPr>
            <a:lvl3pPr lvl="2" rtl="0" algn="ctr">
              <a:spcBef>
                <a:spcPts val="0"/>
              </a:spcBef>
              <a:spcAft>
                <a:spcPts val="0"/>
              </a:spcAft>
              <a:buNone/>
              <a:defRPr sz="1400"/>
            </a:lvl3pPr>
            <a:lvl4pPr lvl="3" rtl="0" algn="ctr">
              <a:spcBef>
                <a:spcPts val="0"/>
              </a:spcBef>
              <a:spcAft>
                <a:spcPts val="0"/>
              </a:spcAft>
              <a:buNone/>
              <a:defRPr sz="1400"/>
            </a:lvl4pPr>
            <a:lvl5pPr lvl="4" rtl="0" algn="ctr">
              <a:spcBef>
                <a:spcPts val="0"/>
              </a:spcBef>
              <a:spcAft>
                <a:spcPts val="0"/>
              </a:spcAft>
              <a:buNone/>
              <a:defRPr sz="1400"/>
            </a:lvl5pPr>
            <a:lvl6pPr lvl="5" rtl="0" algn="ctr">
              <a:spcBef>
                <a:spcPts val="0"/>
              </a:spcBef>
              <a:spcAft>
                <a:spcPts val="0"/>
              </a:spcAft>
              <a:buNone/>
              <a:defRPr sz="1400"/>
            </a:lvl6pPr>
            <a:lvl7pPr lvl="6" rtl="0" algn="ctr">
              <a:spcBef>
                <a:spcPts val="0"/>
              </a:spcBef>
              <a:spcAft>
                <a:spcPts val="0"/>
              </a:spcAft>
              <a:buNone/>
              <a:defRPr sz="1400"/>
            </a:lvl7pPr>
            <a:lvl8pPr lvl="7" rtl="0" algn="ctr">
              <a:spcBef>
                <a:spcPts val="0"/>
              </a:spcBef>
              <a:spcAft>
                <a:spcPts val="0"/>
              </a:spcAft>
              <a:buNone/>
              <a:defRPr sz="1400"/>
            </a:lvl8pPr>
            <a:lvl9pPr lvl="8" rtl="0" algn="ctr">
              <a:spcBef>
                <a:spcPts val="0"/>
              </a:spcBef>
              <a:spcAft>
                <a:spcPts val="0"/>
              </a:spcAft>
              <a:buNone/>
              <a:defRPr sz="1400"/>
            </a:lvl9pPr>
          </a:lstStyle>
          <a:p/>
        </p:txBody>
      </p:sp>
      <p:sp>
        <p:nvSpPr>
          <p:cNvPr id="24" name="Google Shape;24;p5"/>
          <p:cNvSpPr txBox="1"/>
          <p:nvPr>
            <p:ph type="title"/>
          </p:nvPr>
        </p:nvSpPr>
        <p:spPr>
          <a:xfrm>
            <a:off x="1067750" y="1508250"/>
            <a:ext cx="3124800" cy="4542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dk2"/>
              </a:buClr>
              <a:buSzPts val="3200"/>
              <a:buFont typeface="Fredoka One"/>
              <a:buNone/>
              <a:defRPr sz="1800">
                <a:solidFill>
                  <a:schemeClr val="accent2"/>
                </a:solidFill>
              </a:defRPr>
            </a:lvl1pPr>
            <a:lvl2pPr lvl="1"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sp>
        <p:nvSpPr>
          <p:cNvPr id="25" name="Google Shape;25;p5"/>
          <p:cNvSpPr txBox="1"/>
          <p:nvPr>
            <p:ph idx="3" type="title"/>
          </p:nvPr>
        </p:nvSpPr>
        <p:spPr>
          <a:xfrm>
            <a:off x="4955001" y="1508250"/>
            <a:ext cx="3124800" cy="4542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dk2"/>
              </a:buClr>
              <a:buSzPts val="3200"/>
              <a:buFont typeface="Fredoka One"/>
              <a:buNone/>
              <a:defRPr sz="1800">
                <a:solidFill>
                  <a:schemeClr val="accent2"/>
                </a:solidFill>
              </a:defRPr>
            </a:lvl1pPr>
            <a:lvl2pPr lvl="1"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sp>
        <p:nvSpPr>
          <p:cNvPr id="26" name="Google Shape;26;p5"/>
          <p:cNvSpPr txBox="1"/>
          <p:nvPr>
            <p:ph idx="4" type="title"/>
          </p:nvPr>
        </p:nvSpPr>
        <p:spPr>
          <a:xfrm>
            <a:off x="713275" y="539500"/>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7" name="Google Shape;27;p5"/>
          <p:cNvSpPr/>
          <p:nvPr/>
        </p:nvSpPr>
        <p:spPr>
          <a:xfrm>
            <a:off x="-8925" y="2583375"/>
            <a:ext cx="3232757" cy="2560198"/>
          </a:xfrm>
          <a:custGeom>
            <a:rect b="b" l="l" r="r" t="t"/>
            <a:pathLst>
              <a:path extrusionOk="0" h="125239" w="158139">
                <a:moveTo>
                  <a:pt x="0" y="125239"/>
                </a:moveTo>
                <a:lnTo>
                  <a:pt x="158138" y="12523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5"/>
          <p:cNvSpPr/>
          <p:nvPr/>
        </p:nvSpPr>
        <p:spPr>
          <a:xfrm>
            <a:off x="-8925" y="2583375"/>
            <a:ext cx="1526503" cy="1923517"/>
          </a:xfrm>
          <a:custGeom>
            <a:rect b="b" l="l" r="r" t="t"/>
            <a:pathLst>
              <a:path extrusionOk="0" h="94094" w="74673">
                <a:moveTo>
                  <a:pt x="0" y="1"/>
                </a:moveTo>
                <a:cubicBezTo>
                  <a:pt x="0" y="1"/>
                  <a:pt x="784" y="10565"/>
                  <a:pt x="8104" y="15785"/>
                </a:cubicBezTo>
                <a:cubicBezTo>
                  <a:pt x="15408" y="21004"/>
                  <a:pt x="1301" y="24672"/>
                  <a:pt x="8104" y="33027"/>
                </a:cubicBezTo>
                <a:cubicBezTo>
                  <a:pt x="14891" y="41381"/>
                  <a:pt x="32650" y="37494"/>
                  <a:pt x="36317" y="43623"/>
                </a:cubicBezTo>
                <a:cubicBezTo>
                  <a:pt x="39970" y="49751"/>
                  <a:pt x="27132" y="74046"/>
                  <a:pt x="33810" y="83843"/>
                </a:cubicBezTo>
                <a:cubicBezTo>
                  <a:pt x="40487" y="93639"/>
                  <a:pt x="46662" y="94094"/>
                  <a:pt x="46662" y="94094"/>
                </a:cubicBezTo>
                <a:lnTo>
                  <a:pt x="74672" y="59156"/>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 name="Google Shape;29;p5"/>
          <p:cNvGrpSpPr/>
          <p:nvPr/>
        </p:nvGrpSpPr>
        <p:grpSpPr>
          <a:xfrm>
            <a:off x="1632625" y="4098938"/>
            <a:ext cx="724950" cy="1019250"/>
            <a:chOff x="6522575" y="4082000"/>
            <a:chExt cx="724950" cy="1019250"/>
          </a:xfrm>
        </p:grpSpPr>
        <p:sp>
          <p:nvSpPr>
            <p:cNvPr id="30" name="Google Shape;30;p5"/>
            <p:cNvSpPr/>
            <p:nvPr/>
          </p:nvSpPr>
          <p:spPr>
            <a:xfrm>
              <a:off x="6714575" y="4259900"/>
              <a:ext cx="340550" cy="244950"/>
            </a:xfrm>
            <a:custGeom>
              <a:rect b="b" l="l" r="r" t="t"/>
              <a:pathLst>
                <a:path extrusionOk="0" h="9798" w="13622">
                  <a:moveTo>
                    <a:pt x="6819" y="1"/>
                  </a:moveTo>
                  <a:cubicBezTo>
                    <a:pt x="6819" y="1"/>
                    <a:pt x="4624" y="7666"/>
                    <a:pt x="0" y="7666"/>
                  </a:cubicBezTo>
                  <a:cubicBezTo>
                    <a:pt x="0" y="7666"/>
                    <a:pt x="2728" y="9797"/>
                    <a:pt x="6819" y="9797"/>
                  </a:cubicBezTo>
                  <a:cubicBezTo>
                    <a:pt x="10910" y="9797"/>
                    <a:pt x="13621" y="7666"/>
                    <a:pt x="13621" y="7666"/>
                  </a:cubicBezTo>
                  <a:cubicBezTo>
                    <a:pt x="8998" y="7666"/>
                    <a:pt x="6819" y="1"/>
                    <a:pt x="68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 name="Google Shape;31;p5"/>
            <p:cNvGrpSpPr/>
            <p:nvPr/>
          </p:nvGrpSpPr>
          <p:grpSpPr>
            <a:xfrm>
              <a:off x="6522575" y="4082000"/>
              <a:ext cx="724950" cy="1019250"/>
              <a:chOff x="6522575" y="4082000"/>
              <a:chExt cx="724950" cy="1019250"/>
            </a:xfrm>
          </p:grpSpPr>
          <p:sp>
            <p:nvSpPr>
              <p:cNvPr id="32" name="Google Shape;32;p5"/>
              <p:cNvSpPr/>
              <p:nvPr/>
            </p:nvSpPr>
            <p:spPr>
              <a:xfrm>
                <a:off x="6765900" y="4082000"/>
                <a:ext cx="238275" cy="272775"/>
              </a:xfrm>
              <a:custGeom>
                <a:rect b="b" l="l" r="r" t="t"/>
                <a:pathLst>
                  <a:path extrusionOk="0" h="10911" w="9531">
                    <a:moveTo>
                      <a:pt x="4766" y="1"/>
                    </a:moveTo>
                    <a:cubicBezTo>
                      <a:pt x="4766" y="1"/>
                      <a:pt x="3527" y="9829"/>
                      <a:pt x="1" y="9829"/>
                    </a:cubicBezTo>
                    <a:cubicBezTo>
                      <a:pt x="1" y="9829"/>
                      <a:pt x="1835" y="10910"/>
                      <a:pt x="4766" y="10910"/>
                    </a:cubicBezTo>
                    <a:cubicBezTo>
                      <a:pt x="7681" y="10910"/>
                      <a:pt x="9531" y="9829"/>
                      <a:pt x="9531" y="9829"/>
                    </a:cubicBezTo>
                    <a:cubicBezTo>
                      <a:pt x="5988" y="9829"/>
                      <a:pt x="4766" y="1"/>
                      <a:pt x="4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5"/>
              <p:cNvSpPr/>
              <p:nvPr/>
            </p:nvSpPr>
            <p:spPr>
              <a:xfrm>
                <a:off x="6680875" y="4339450"/>
                <a:ext cx="408350" cy="293525"/>
              </a:xfrm>
              <a:custGeom>
                <a:rect b="b" l="l" r="r" t="t"/>
                <a:pathLst>
                  <a:path extrusionOk="0" h="11741" w="16334">
                    <a:moveTo>
                      <a:pt x="8167" y="1"/>
                    </a:moveTo>
                    <a:cubicBezTo>
                      <a:pt x="8167" y="1"/>
                      <a:pt x="5549" y="9186"/>
                      <a:pt x="0" y="9186"/>
                    </a:cubicBezTo>
                    <a:cubicBezTo>
                      <a:pt x="0" y="9186"/>
                      <a:pt x="3261" y="11741"/>
                      <a:pt x="8167" y="11741"/>
                    </a:cubicBezTo>
                    <a:cubicBezTo>
                      <a:pt x="13073" y="11741"/>
                      <a:pt x="16333" y="9186"/>
                      <a:pt x="16333" y="9186"/>
                    </a:cubicBezTo>
                    <a:cubicBezTo>
                      <a:pt x="10784" y="9186"/>
                      <a:pt x="8167" y="1"/>
                      <a:pt x="81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5"/>
              <p:cNvSpPr/>
              <p:nvPr/>
            </p:nvSpPr>
            <p:spPr>
              <a:xfrm>
                <a:off x="6605250" y="4450350"/>
                <a:ext cx="559600" cy="402075"/>
              </a:xfrm>
              <a:custGeom>
                <a:rect b="b" l="l" r="r" t="t"/>
                <a:pathLst>
                  <a:path extrusionOk="0" h="16083" w="22384">
                    <a:moveTo>
                      <a:pt x="11192" y="1"/>
                    </a:moveTo>
                    <a:cubicBezTo>
                      <a:pt x="11192" y="1"/>
                      <a:pt x="7602" y="12587"/>
                      <a:pt x="0" y="12587"/>
                    </a:cubicBezTo>
                    <a:cubicBezTo>
                      <a:pt x="0" y="12587"/>
                      <a:pt x="4467" y="16083"/>
                      <a:pt x="11192" y="16083"/>
                    </a:cubicBezTo>
                    <a:cubicBezTo>
                      <a:pt x="17916" y="16083"/>
                      <a:pt x="22383" y="12587"/>
                      <a:pt x="22383" y="12587"/>
                    </a:cubicBezTo>
                    <a:cubicBezTo>
                      <a:pt x="14781" y="12587"/>
                      <a:pt x="11192" y="1"/>
                      <a:pt x="1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5"/>
              <p:cNvSpPr/>
              <p:nvPr/>
            </p:nvSpPr>
            <p:spPr>
              <a:xfrm>
                <a:off x="6522575" y="4580450"/>
                <a:ext cx="724950" cy="520800"/>
              </a:xfrm>
              <a:custGeom>
                <a:rect b="b" l="l" r="r" t="t"/>
                <a:pathLst>
                  <a:path extrusionOk="0" h="20832" w="28998">
                    <a:moveTo>
                      <a:pt x="14499" y="1"/>
                    </a:moveTo>
                    <a:cubicBezTo>
                      <a:pt x="14499" y="1"/>
                      <a:pt x="9843" y="16302"/>
                      <a:pt x="0" y="16302"/>
                    </a:cubicBezTo>
                    <a:cubicBezTo>
                      <a:pt x="0" y="16302"/>
                      <a:pt x="5784" y="20832"/>
                      <a:pt x="14499" y="20832"/>
                    </a:cubicBezTo>
                    <a:cubicBezTo>
                      <a:pt x="23198" y="20832"/>
                      <a:pt x="28998" y="16302"/>
                      <a:pt x="28998" y="16302"/>
                    </a:cubicBezTo>
                    <a:cubicBezTo>
                      <a:pt x="19138" y="16302"/>
                      <a:pt x="14499" y="1"/>
                      <a:pt x="144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 name="Google Shape;36;p5"/>
          <p:cNvGrpSpPr/>
          <p:nvPr/>
        </p:nvGrpSpPr>
        <p:grpSpPr>
          <a:xfrm>
            <a:off x="3681375" y="4641375"/>
            <a:ext cx="389150" cy="536075"/>
            <a:chOff x="5354825" y="4565175"/>
            <a:chExt cx="389150" cy="536075"/>
          </a:xfrm>
        </p:grpSpPr>
        <p:sp>
          <p:nvSpPr>
            <p:cNvPr id="37" name="Google Shape;37;p5"/>
            <p:cNvSpPr/>
            <p:nvPr/>
          </p:nvSpPr>
          <p:spPr>
            <a:xfrm>
              <a:off x="5466500" y="4565175"/>
              <a:ext cx="165775" cy="189675"/>
            </a:xfrm>
            <a:custGeom>
              <a:rect b="b" l="l" r="r" t="t"/>
              <a:pathLst>
                <a:path extrusionOk="0" h="7587" w="6631">
                  <a:moveTo>
                    <a:pt x="3324" y="0"/>
                  </a:moveTo>
                  <a:cubicBezTo>
                    <a:pt x="3324" y="0"/>
                    <a:pt x="2462" y="6850"/>
                    <a:pt x="1" y="6850"/>
                  </a:cubicBezTo>
                  <a:cubicBezTo>
                    <a:pt x="1" y="6850"/>
                    <a:pt x="1286" y="7587"/>
                    <a:pt x="3324" y="7587"/>
                  </a:cubicBezTo>
                  <a:cubicBezTo>
                    <a:pt x="5346" y="7587"/>
                    <a:pt x="6631" y="6850"/>
                    <a:pt x="6631" y="6850"/>
                  </a:cubicBezTo>
                  <a:cubicBezTo>
                    <a:pt x="4170" y="6850"/>
                    <a:pt x="3324" y="0"/>
                    <a:pt x="3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 name="Google Shape;38;p5"/>
            <p:cNvGrpSpPr/>
            <p:nvPr/>
          </p:nvGrpSpPr>
          <p:grpSpPr>
            <a:xfrm>
              <a:off x="5354825" y="4689000"/>
              <a:ext cx="389150" cy="412250"/>
              <a:chOff x="5354825" y="4689000"/>
              <a:chExt cx="389150" cy="412250"/>
            </a:xfrm>
          </p:grpSpPr>
          <p:sp>
            <p:nvSpPr>
              <p:cNvPr id="39" name="Google Shape;39;p5"/>
              <p:cNvSpPr/>
              <p:nvPr/>
            </p:nvSpPr>
            <p:spPr>
              <a:xfrm>
                <a:off x="5430850" y="4689000"/>
                <a:ext cx="237100" cy="170475"/>
              </a:xfrm>
              <a:custGeom>
                <a:rect b="b" l="l" r="r" t="t"/>
                <a:pathLst>
                  <a:path extrusionOk="0" h="6819" w="9484">
                    <a:moveTo>
                      <a:pt x="4750" y="0"/>
                    </a:moveTo>
                    <a:cubicBezTo>
                      <a:pt x="4750" y="0"/>
                      <a:pt x="3229" y="5330"/>
                      <a:pt x="0" y="5330"/>
                    </a:cubicBezTo>
                    <a:cubicBezTo>
                      <a:pt x="0" y="5330"/>
                      <a:pt x="1897" y="6819"/>
                      <a:pt x="4750" y="6819"/>
                    </a:cubicBezTo>
                    <a:cubicBezTo>
                      <a:pt x="7587" y="6819"/>
                      <a:pt x="9483" y="5330"/>
                      <a:pt x="9483" y="5330"/>
                    </a:cubicBezTo>
                    <a:cubicBezTo>
                      <a:pt x="6270" y="5330"/>
                      <a:pt x="4750" y="0"/>
                      <a:pt x="4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a:off x="5407325" y="4744250"/>
                <a:ext cx="284125" cy="204175"/>
              </a:xfrm>
              <a:custGeom>
                <a:rect b="b" l="l" r="r" t="t"/>
                <a:pathLst>
                  <a:path extrusionOk="0" h="8167" w="11365">
                    <a:moveTo>
                      <a:pt x="5691" y="0"/>
                    </a:moveTo>
                    <a:cubicBezTo>
                      <a:pt x="5691" y="0"/>
                      <a:pt x="3857" y="6396"/>
                      <a:pt x="1" y="6396"/>
                    </a:cubicBezTo>
                    <a:cubicBezTo>
                      <a:pt x="1" y="6396"/>
                      <a:pt x="2274" y="8167"/>
                      <a:pt x="5691" y="8167"/>
                    </a:cubicBezTo>
                    <a:cubicBezTo>
                      <a:pt x="9092" y="8167"/>
                      <a:pt x="11365" y="6396"/>
                      <a:pt x="11365" y="6396"/>
                    </a:cubicBezTo>
                    <a:cubicBezTo>
                      <a:pt x="7509" y="6396"/>
                      <a:pt x="5691" y="0"/>
                      <a:pt x="56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a:off x="5354825" y="4821450"/>
                <a:ext cx="389150" cy="279800"/>
              </a:xfrm>
              <a:custGeom>
                <a:rect b="b" l="l" r="r" t="t"/>
                <a:pathLst>
                  <a:path extrusionOk="0" h="11192" w="15566">
                    <a:moveTo>
                      <a:pt x="7791" y="0"/>
                    </a:moveTo>
                    <a:cubicBezTo>
                      <a:pt x="7791" y="0"/>
                      <a:pt x="5283" y="8762"/>
                      <a:pt x="1" y="8762"/>
                    </a:cubicBezTo>
                    <a:cubicBezTo>
                      <a:pt x="1" y="8762"/>
                      <a:pt x="3104" y="11192"/>
                      <a:pt x="7791" y="11192"/>
                    </a:cubicBezTo>
                    <a:cubicBezTo>
                      <a:pt x="12462" y="11192"/>
                      <a:pt x="15565" y="8762"/>
                      <a:pt x="15565" y="8762"/>
                    </a:cubicBezTo>
                    <a:cubicBezTo>
                      <a:pt x="10283" y="8762"/>
                      <a:pt x="7791" y="0"/>
                      <a:pt x="7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 name="Google Shape;42;p5"/>
          <p:cNvSpPr/>
          <p:nvPr/>
        </p:nvSpPr>
        <p:spPr>
          <a:xfrm>
            <a:off x="-8925" y="123275"/>
            <a:ext cx="3504800" cy="490625"/>
          </a:xfrm>
          <a:custGeom>
            <a:rect b="b" l="l" r="r" t="t"/>
            <a:pathLst>
              <a:path extrusionOk="0" h="19625" w="140192">
                <a:moveTo>
                  <a:pt x="45832" y="2399"/>
                </a:moveTo>
                <a:cubicBezTo>
                  <a:pt x="38057" y="7775"/>
                  <a:pt x="0" y="2399"/>
                  <a:pt x="0" y="2399"/>
                </a:cubicBezTo>
                <a:lnTo>
                  <a:pt x="0" y="2399"/>
                </a:lnTo>
                <a:lnTo>
                  <a:pt x="0" y="19625"/>
                </a:lnTo>
                <a:cubicBezTo>
                  <a:pt x="0" y="19625"/>
                  <a:pt x="58293" y="7242"/>
                  <a:pt x="63418" y="4781"/>
                </a:cubicBezTo>
                <a:lnTo>
                  <a:pt x="63418" y="4781"/>
                </a:lnTo>
                <a:cubicBezTo>
                  <a:pt x="68528" y="2336"/>
                  <a:pt x="140191" y="2399"/>
                  <a:pt x="140191" y="2399"/>
                </a:cubicBezTo>
                <a:lnTo>
                  <a:pt x="140191" y="2399"/>
                </a:lnTo>
                <a:cubicBezTo>
                  <a:pt x="140191" y="2399"/>
                  <a:pt x="101711" y="0"/>
                  <a:pt x="73763" y="0"/>
                </a:cubicBezTo>
                <a:lnTo>
                  <a:pt x="73763" y="0"/>
                </a:lnTo>
                <a:cubicBezTo>
                  <a:pt x="59782" y="0"/>
                  <a:pt x="48434" y="596"/>
                  <a:pt x="45832" y="2399"/>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3" name="Shape 43"/>
        <p:cNvGrpSpPr/>
        <p:nvPr/>
      </p:nvGrpSpPr>
      <p:grpSpPr>
        <a:xfrm>
          <a:off x="0" y="0"/>
          <a:ext cx="0" cy="0"/>
          <a:chOff x="0" y="0"/>
          <a:chExt cx="0" cy="0"/>
        </a:xfrm>
      </p:grpSpPr>
      <p:sp>
        <p:nvSpPr>
          <p:cNvPr id="44" name="Google Shape;44;p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45" name="Google Shape;45;p6"/>
          <p:cNvGrpSpPr/>
          <p:nvPr/>
        </p:nvGrpSpPr>
        <p:grpSpPr>
          <a:xfrm>
            <a:off x="-613275" y="4743925"/>
            <a:ext cx="9800100" cy="1657575"/>
            <a:chOff x="-613275" y="3559275"/>
            <a:chExt cx="9800100" cy="1657575"/>
          </a:xfrm>
        </p:grpSpPr>
        <p:sp>
          <p:nvSpPr>
            <p:cNvPr id="46" name="Google Shape;46;p6"/>
            <p:cNvSpPr/>
            <p:nvPr/>
          </p:nvSpPr>
          <p:spPr>
            <a:xfrm>
              <a:off x="8699600" y="3962263"/>
              <a:ext cx="444400" cy="1230850"/>
            </a:xfrm>
            <a:custGeom>
              <a:rect b="b" l="l" r="r" t="t"/>
              <a:pathLst>
                <a:path extrusionOk="0" h="49234" w="17776">
                  <a:moveTo>
                    <a:pt x="1" y="15017"/>
                  </a:moveTo>
                  <a:lnTo>
                    <a:pt x="1" y="49234"/>
                  </a:lnTo>
                  <a:lnTo>
                    <a:pt x="5487" y="49234"/>
                  </a:lnTo>
                  <a:lnTo>
                    <a:pt x="5487" y="15017"/>
                  </a:lnTo>
                  <a:cubicBezTo>
                    <a:pt x="5487" y="7665"/>
                    <a:pt x="10785" y="1537"/>
                    <a:pt x="17776" y="251"/>
                  </a:cubicBezTo>
                  <a:lnTo>
                    <a:pt x="17776" y="251"/>
                  </a:lnTo>
                  <a:cubicBezTo>
                    <a:pt x="16882" y="79"/>
                    <a:pt x="15957" y="1"/>
                    <a:pt x="15033" y="1"/>
                  </a:cubicBezTo>
                  <a:lnTo>
                    <a:pt x="15033"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6"/>
            <p:cNvSpPr/>
            <p:nvPr/>
          </p:nvSpPr>
          <p:spPr>
            <a:xfrm>
              <a:off x="7566750" y="3962263"/>
              <a:ext cx="444000" cy="1230850"/>
            </a:xfrm>
            <a:custGeom>
              <a:rect b="b" l="l" r="r" t="t"/>
              <a:pathLst>
                <a:path extrusionOk="0" h="49234" w="17760">
                  <a:moveTo>
                    <a:pt x="0" y="15017"/>
                  </a:moveTo>
                  <a:lnTo>
                    <a:pt x="0" y="49234"/>
                  </a:lnTo>
                  <a:lnTo>
                    <a:pt x="5486" y="49234"/>
                  </a:lnTo>
                  <a:lnTo>
                    <a:pt x="5486" y="15017"/>
                  </a:lnTo>
                  <a:cubicBezTo>
                    <a:pt x="5486" y="7665"/>
                    <a:pt x="10769" y="1537"/>
                    <a:pt x="17759" y="251"/>
                  </a:cubicBezTo>
                  <a:lnTo>
                    <a:pt x="17759" y="251"/>
                  </a:lnTo>
                  <a:cubicBezTo>
                    <a:pt x="16866"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6"/>
            <p:cNvSpPr/>
            <p:nvPr/>
          </p:nvSpPr>
          <p:spPr>
            <a:xfrm>
              <a:off x="6433500" y="3962263"/>
              <a:ext cx="444000" cy="1230850"/>
            </a:xfrm>
            <a:custGeom>
              <a:rect b="b" l="l" r="r" t="t"/>
              <a:pathLst>
                <a:path extrusionOk="0" h="49234" w="17760">
                  <a:moveTo>
                    <a:pt x="0" y="15017"/>
                  </a:moveTo>
                  <a:lnTo>
                    <a:pt x="0" y="49234"/>
                  </a:lnTo>
                  <a:lnTo>
                    <a:pt x="5486" y="49234"/>
                  </a:lnTo>
                  <a:lnTo>
                    <a:pt x="5486" y="15017"/>
                  </a:lnTo>
                  <a:cubicBezTo>
                    <a:pt x="5486" y="7665"/>
                    <a:pt x="10784" y="1537"/>
                    <a:pt x="17759" y="251"/>
                  </a:cubicBezTo>
                  <a:lnTo>
                    <a:pt x="17759" y="251"/>
                  </a:lnTo>
                  <a:cubicBezTo>
                    <a:pt x="16881"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6"/>
            <p:cNvSpPr/>
            <p:nvPr/>
          </p:nvSpPr>
          <p:spPr>
            <a:xfrm>
              <a:off x="5300250" y="3962263"/>
              <a:ext cx="444375" cy="1230850"/>
            </a:xfrm>
            <a:custGeom>
              <a:rect b="b" l="l" r="r" t="t"/>
              <a:pathLst>
                <a:path extrusionOk="0" h="49234" w="17775">
                  <a:moveTo>
                    <a:pt x="0" y="15017"/>
                  </a:moveTo>
                  <a:lnTo>
                    <a:pt x="0" y="49234"/>
                  </a:lnTo>
                  <a:lnTo>
                    <a:pt x="5486" y="49234"/>
                  </a:lnTo>
                  <a:lnTo>
                    <a:pt x="5486" y="15017"/>
                  </a:lnTo>
                  <a:cubicBezTo>
                    <a:pt x="5486" y="7665"/>
                    <a:pt x="10784" y="1537"/>
                    <a:pt x="17775" y="251"/>
                  </a:cubicBezTo>
                  <a:lnTo>
                    <a:pt x="17775" y="251"/>
                  </a:lnTo>
                  <a:cubicBezTo>
                    <a:pt x="16881" y="79"/>
                    <a:pt x="15957" y="1"/>
                    <a:pt x="15032" y="1"/>
                  </a:cubicBezTo>
                  <a:lnTo>
                    <a:pt x="15032" y="1"/>
                  </a:lnTo>
                  <a:cubicBezTo>
                    <a:pt x="6724"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 name="Google Shape;50;p6"/>
            <p:cNvGrpSpPr/>
            <p:nvPr/>
          </p:nvGrpSpPr>
          <p:grpSpPr>
            <a:xfrm>
              <a:off x="-613275" y="3559275"/>
              <a:ext cx="9800100" cy="1657575"/>
              <a:chOff x="-613275" y="3443675"/>
              <a:chExt cx="9800100" cy="1657575"/>
            </a:xfrm>
          </p:grpSpPr>
          <p:sp>
            <p:nvSpPr>
              <p:cNvPr id="51" name="Google Shape;51;p6"/>
              <p:cNvSpPr/>
              <p:nvPr/>
            </p:nvSpPr>
            <p:spPr>
              <a:xfrm>
                <a:off x="3962175" y="3443675"/>
                <a:ext cx="5224650" cy="1657575"/>
              </a:xfrm>
              <a:custGeom>
                <a:rect b="b" l="l" r="r" t="t"/>
                <a:pathLst>
                  <a:path extrusionOk="0" h="66303" w="208986">
                    <a:moveTo>
                      <a:pt x="0" y="0"/>
                    </a:moveTo>
                    <a:lnTo>
                      <a:pt x="0" y="1207"/>
                    </a:lnTo>
                    <a:lnTo>
                      <a:pt x="5486" y="1207"/>
                    </a:lnTo>
                    <a:lnTo>
                      <a:pt x="5486" y="5439"/>
                    </a:lnTo>
                    <a:lnTo>
                      <a:pt x="0" y="5439"/>
                    </a:lnTo>
                    <a:lnTo>
                      <a:pt x="0" y="66303"/>
                    </a:lnTo>
                    <a:lnTo>
                      <a:pt x="8104" y="66303"/>
                    </a:lnTo>
                    <a:lnTo>
                      <a:pt x="8104" y="32086"/>
                    </a:lnTo>
                    <a:cubicBezTo>
                      <a:pt x="8104" y="23794"/>
                      <a:pt x="14828" y="17070"/>
                      <a:pt x="23120" y="17070"/>
                    </a:cubicBezTo>
                    <a:lnTo>
                      <a:pt x="23120" y="17070"/>
                    </a:lnTo>
                    <a:cubicBezTo>
                      <a:pt x="31411" y="17070"/>
                      <a:pt x="38136" y="23794"/>
                      <a:pt x="38136" y="32086"/>
                    </a:cubicBezTo>
                    <a:lnTo>
                      <a:pt x="38136" y="32086"/>
                    </a:lnTo>
                    <a:lnTo>
                      <a:pt x="38136" y="66303"/>
                    </a:lnTo>
                    <a:lnTo>
                      <a:pt x="53434" y="66303"/>
                    </a:lnTo>
                    <a:lnTo>
                      <a:pt x="53434" y="32086"/>
                    </a:lnTo>
                    <a:cubicBezTo>
                      <a:pt x="53434" y="23794"/>
                      <a:pt x="60158" y="17070"/>
                      <a:pt x="68450" y="17070"/>
                    </a:cubicBezTo>
                    <a:lnTo>
                      <a:pt x="68450" y="17070"/>
                    </a:lnTo>
                    <a:cubicBezTo>
                      <a:pt x="76741" y="17070"/>
                      <a:pt x="83466" y="23794"/>
                      <a:pt x="83466" y="32086"/>
                    </a:cubicBezTo>
                    <a:lnTo>
                      <a:pt x="83466" y="32086"/>
                    </a:lnTo>
                    <a:lnTo>
                      <a:pt x="83466" y="66303"/>
                    </a:lnTo>
                    <a:lnTo>
                      <a:pt x="98764" y="66303"/>
                    </a:lnTo>
                    <a:lnTo>
                      <a:pt x="98764" y="32086"/>
                    </a:lnTo>
                    <a:cubicBezTo>
                      <a:pt x="98764" y="23794"/>
                      <a:pt x="105488" y="17070"/>
                      <a:pt x="113780" y="17070"/>
                    </a:cubicBezTo>
                    <a:lnTo>
                      <a:pt x="113780" y="17070"/>
                    </a:lnTo>
                    <a:cubicBezTo>
                      <a:pt x="122072" y="17070"/>
                      <a:pt x="128796" y="23794"/>
                      <a:pt x="128796" y="32086"/>
                    </a:cubicBezTo>
                    <a:lnTo>
                      <a:pt x="128796" y="32086"/>
                    </a:lnTo>
                    <a:lnTo>
                      <a:pt x="128796" y="66303"/>
                    </a:lnTo>
                    <a:lnTo>
                      <a:pt x="144094" y="66303"/>
                    </a:lnTo>
                    <a:lnTo>
                      <a:pt x="144094" y="32086"/>
                    </a:lnTo>
                    <a:cubicBezTo>
                      <a:pt x="144094" y="23794"/>
                      <a:pt x="150818" y="17070"/>
                      <a:pt x="159110" y="17070"/>
                    </a:cubicBezTo>
                    <a:lnTo>
                      <a:pt x="159110" y="17070"/>
                    </a:lnTo>
                    <a:cubicBezTo>
                      <a:pt x="167402" y="17070"/>
                      <a:pt x="174126" y="23794"/>
                      <a:pt x="174126" y="32086"/>
                    </a:cubicBezTo>
                    <a:lnTo>
                      <a:pt x="174126" y="32086"/>
                    </a:lnTo>
                    <a:lnTo>
                      <a:pt x="174126" y="66303"/>
                    </a:lnTo>
                    <a:lnTo>
                      <a:pt x="189424" y="66303"/>
                    </a:lnTo>
                    <a:lnTo>
                      <a:pt x="189424" y="32086"/>
                    </a:lnTo>
                    <a:cubicBezTo>
                      <a:pt x="189424" y="23794"/>
                      <a:pt x="196148" y="17070"/>
                      <a:pt x="204440" y="17070"/>
                    </a:cubicBezTo>
                    <a:lnTo>
                      <a:pt x="204440" y="17070"/>
                    </a:lnTo>
                    <a:cubicBezTo>
                      <a:pt x="205976" y="17070"/>
                      <a:pt x="207591" y="17305"/>
                      <a:pt x="208986" y="17728"/>
                    </a:cubicBezTo>
                    <a:lnTo>
                      <a:pt x="208986" y="17728"/>
                    </a:lnTo>
                    <a:lnTo>
                      <a:pt x="208986" y="5439"/>
                    </a:lnTo>
                    <a:lnTo>
                      <a:pt x="205083" y="5439"/>
                    </a:lnTo>
                    <a:lnTo>
                      <a:pt x="205083" y="1207"/>
                    </a:lnTo>
                    <a:lnTo>
                      <a:pt x="208986" y="1207"/>
                    </a:lnTo>
                    <a:lnTo>
                      <a:pt x="208986" y="0"/>
                    </a:lnTo>
                    <a:close/>
                    <a:moveTo>
                      <a:pt x="189832" y="1207"/>
                    </a:moveTo>
                    <a:lnTo>
                      <a:pt x="203766" y="1207"/>
                    </a:lnTo>
                    <a:lnTo>
                      <a:pt x="203766" y="5439"/>
                    </a:lnTo>
                    <a:lnTo>
                      <a:pt x="189832" y="5439"/>
                    </a:lnTo>
                    <a:close/>
                    <a:moveTo>
                      <a:pt x="174581" y="1207"/>
                    </a:moveTo>
                    <a:lnTo>
                      <a:pt x="188515" y="1207"/>
                    </a:lnTo>
                    <a:lnTo>
                      <a:pt x="188515" y="5439"/>
                    </a:lnTo>
                    <a:lnTo>
                      <a:pt x="174581" y="5439"/>
                    </a:lnTo>
                    <a:close/>
                    <a:moveTo>
                      <a:pt x="159314" y="1207"/>
                    </a:moveTo>
                    <a:lnTo>
                      <a:pt x="173264" y="1207"/>
                    </a:lnTo>
                    <a:lnTo>
                      <a:pt x="173264" y="5439"/>
                    </a:lnTo>
                    <a:lnTo>
                      <a:pt x="159314" y="5439"/>
                    </a:lnTo>
                    <a:close/>
                    <a:moveTo>
                      <a:pt x="144063" y="1207"/>
                    </a:moveTo>
                    <a:lnTo>
                      <a:pt x="158013" y="1207"/>
                    </a:lnTo>
                    <a:lnTo>
                      <a:pt x="158013" y="5439"/>
                    </a:lnTo>
                    <a:lnTo>
                      <a:pt x="144063" y="5439"/>
                    </a:lnTo>
                    <a:close/>
                    <a:moveTo>
                      <a:pt x="128812" y="1207"/>
                    </a:moveTo>
                    <a:lnTo>
                      <a:pt x="142762" y="1207"/>
                    </a:lnTo>
                    <a:lnTo>
                      <a:pt x="142762" y="5439"/>
                    </a:lnTo>
                    <a:lnTo>
                      <a:pt x="128812" y="5439"/>
                    </a:lnTo>
                    <a:close/>
                    <a:moveTo>
                      <a:pt x="113560" y="1207"/>
                    </a:moveTo>
                    <a:lnTo>
                      <a:pt x="127511" y="1207"/>
                    </a:lnTo>
                    <a:lnTo>
                      <a:pt x="127511" y="5439"/>
                    </a:lnTo>
                    <a:lnTo>
                      <a:pt x="113560" y="5439"/>
                    </a:lnTo>
                    <a:close/>
                    <a:moveTo>
                      <a:pt x="98309" y="1207"/>
                    </a:moveTo>
                    <a:lnTo>
                      <a:pt x="112259" y="1207"/>
                    </a:lnTo>
                    <a:lnTo>
                      <a:pt x="112259" y="5439"/>
                    </a:lnTo>
                    <a:lnTo>
                      <a:pt x="98309" y="5439"/>
                    </a:lnTo>
                    <a:close/>
                    <a:moveTo>
                      <a:pt x="83058" y="1207"/>
                    </a:moveTo>
                    <a:lnTo>
                      <a:pt x="97008" y="1207"/>
                    </a:lnTo>
                    <a:lnTo>
                      <a:pt x="97008" y="5439"/>
                    </a:lnTo>
                    <a:lnTo>
                      <a:pt x="83058" y="5439"/>
                    </a:lnTo>
                    <a:close/>
                    <a:moveTo>
                      <a:pt x="67807" y="1207"/>
                    </a:moveTo>
                    <a:lnTo>
                      <a:pt x="81757" y="1207"/>
                    </a:lnTo>
                    <a:lnTo>
                      <a:pt x="81757" y="5439"/>
                    </a:lnTo>
                    <a:lnTo>
                      <a:pt x="67807" y="5439"/>
                    </a:lnTo>
                    <a:close/>
                    <a:moveTo>
                      <a:pt x="52556" y="1207"/>
                    </a:moveTo>
                    <a:lnTo>
                      <a:pt x="66490" y="1207"/>
                    </a:lnTo>
                    <a:lnTo>
                      <a:pt x="66490" y="5439"/>
                    </a:lnTo>
                    <a:lnTo>
                      <a:pt x="52556" y="5439"/>
                    </a:lnTo>
                    <a:close/>
                    <a:moveTo>
                      <a:pt x="37305" y="1207"/>
                    </a:moveTo>
                    <a:lnTo>
                      <a:pt x="51239" y="1207"/>
                    </a:lnTo>
                    <a:lnTo>
                      <a:pt x="51239" y="5439"/>
                    </a:lnTo>
                    <a:lnTo>
                      <a:pt x="37305" y="5439"/>
                    </a:lnTo>
                    <a:close/>
                    <a:moveTo>
                      <a:pt x="22038" y="1207"/>
                    </a:moveTo>
                    <a:lnTo>
                      <a:pt x="35988" y="1207"/>
                    </a:lnTo>
                    <a:lnTo>
                      <a:pt x="35988" y="5439"/>
                    </a:lnTo>
                    <a:lnTo>
                      <a:pt x="22038" y="5439"/>
                    </a:lnTo>
                    <a:close/>
                    <a:moveTo>
                      <a:pt x="6787" y="1207"/>
                    </a:moveTo>
                    <a:lnTo>
                      <a:pt x="20737" y="1207"/>
                    </a:lnTo>
                    <a:lnTo>
                      <a:pt x="20737" y="5439"/>
                    </a:lnTo>
                    <a:lnTo>
                      <a:pt x="6787" y="54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 name="Google Shape;52;p6"/>
              <p:cNvGrpSpPr/>
              <p:nvPr/>
            </p:nvGrpSpPr>
            <p:grpSpPr>
              <a:xfrm>
                <a:off x="-613275" y="3443675"/>
                <a:ext cx="5224650" cy="1657575"/>
                <a:chOff x="1161525" y="3805200"/>
                <a:chExt cx="5224650" cy="1657575"/>
              </a:xfrm>
            </p:grpSpPr>
            <p:sp>
              <p:nvSpPr>
                <p:cNvPr id="53" name="Google Shape;53;p6"/>
                <p:cNvSpPr/>
                <p:nvPr/>
              </p:nvSpPr>
              <p:spPr>
                <a:xfrm>
                  <a:off x="5896325" y="4231925"/>
                  <a:ext cx="444400" cy="1230850"/>
                </a:xfrm>
                <a:custGeom>
                  <a:rect b="b" l="l" r="r" t="t"/>
                  <a:pathLst>
                    <a:path extrusionOk="0" h="49234" w="17776">
                      <a:moveTo>
                        <a:pt x="1" y="15017"/>
                      </a:moveTo>
                      <a:lnTo>
                        <a:pt x="1" y="49234"/>
                      </a:lnTo>
                      <a:lnTo>
                        <a:pt x="5487" y="49234"/>
                      </a:lnTo>
                      <a:lnTo>
                        <a:pt x="5487" y="15017"/>
                      </a:lnTo>
                      <a:cubicBezTo>
                        <a:pt x="5487" y="7665"/>
                        <a:pt x="10785" y="1537"/>
                        <a:pt x="17776" y="251"/>
                      </a:cubicBezTo>
                      <a:lnTo>
                        <a:pt x="17776" y="251"/>
                      </a:lnTo>
                      <a:cubicBezTo>
                        <a:pt x="16882" y="79"/>
                        <a:pt x="15957" y="1"/>
                        <a:pt x="15033" y="1"/>
                      </a:cubicBezTo>
                      <a:lnTo>
                        <a:pt x="15033"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p:nvPr/>
              </p:nvSpPr>
              <p:spPr>
                <a:xfrm>
                  <a:off x="4763475" y="4231925"/>
                  <a:ext cx="444000" cy="1230850"/>
                </a:xfrm>
                <a:custGeom>
                  <a:rect b="b" l="l" r="r" t="t"/>
                  <a:pathLst>
                    <a:path extrusionOk="0" h="49234" w="17760">
                      <a:moveTo>
                        <a:pt x="0" y="15017"/>
                      </a:moveTo>
                      <a:lnTo>
                        <a:pt x="0" y="49234"/>
                      </a:lnTo>
                      <a:lnTo>
                        <a:pt x="5486" y="49234"/>
                      </a:lnTo>
                      <a:lnTo>
                        <a:pt x="5486" y="15017"/>
                      </a:lnTo>
                      <a:cubicBezTo>
                        <a:pt x="5486" y="7665"/>
                        <a:pt x="10769" y="1537"/>
                        <a:pt x="17759" y="251"/>
                      </a:cubicBezTo>
                      <a:lnTo>
                        <a:pt x="17759" y="251"/>
                      </a:lnTo>
                      <a:cubicBezTo>
                        <a:pt x="16866"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6"/>
                <p:cNvSpPr/>
                <p:nvPr/>
              </p:nvSpPr>
              <p:spPr>
                <a:xfrm>
                  <a:off x="3630225" y="4231925"/>
                  <a:ext cx="444000" cy="1230850"/>
                </a:xfrm>
                <a:custGeom>
                  <a:rect b="b" l="l" r="r" t="t"/>
                  <a:pathLst>
                    <a:path extrusionOk="0" h="49234" w="17760">
                      <a:moveTo>
                        <a:pt x="0" y="15017"/>
                      </a:moveTo>
                      <a:lnTo>
                        <a:pt x="0" y="49234"/>
                      </a:lnTo>
                      <a:lnTo>
                        <a:pt x="5486" y="49234"/>
                      </a:lnTo>
                      <a:lnTo>
                        <a:pt x="5486" y="15017"/>
                      </a:lnTo>
                      <a:cubicBezTo>
                        <a:pt x="5486" y="7665"/>
                        <a:pt x="10784" y="1537"/>
                        <a:pt x="17759" y="251"/>
                      </a:cubicBezTo>
                      <a:lnTo>
                        <a:pt x="17759" y="251"/>
                      </a:lnTo>
                      <a:cubicBezTo>
                        <a:pt x="16881"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6"/>
                <p:cNvSpPr/>
                <p:nvPr/>
              </p:nvSpPr>
              <p:spPr>
                <a:xfrm>
                  <a:off x="2496975" y="4231925"/>
                  <a:ext cx="444375" cy="1230850"/>
                </a:xfrm>
                <a:custGeom>
                  <a:rect b="b" l="l" r="r" t="t"/>
                  <a:pathLst>
                    <a:path extrusionOk="0" h="49234" w="17775">
                      <a:moveTo>
                        <a:pt x="0" y="15017"/>
                      </a:moveTo>
                      <a:lnTo>
                        <a:pt x="0" y="49234"/>
                      </a:lnTo>
                      <a:lnTo>
                        <a:pt x="5486" y="49234"/>
                      </a:lnTo>
                      <a:lnTo>
                        <a:pt x="5486" y="15017"/>
                      </a:lnTo>
                      <a:cubicBezTo>
                        <a:pt x="5486" y="7665"/>
                        <a:pt x="10784" y="1537"/>
                        <a:pt x="17775" y="251"/>
                      </a:cubicBezTo>
                      <a:lnTo>
                        <a:pt x="17775" y="251"/>
                      </a:lnTo>
                      <a:cubicBezTo>
                        <a:pt x="16881" y="79"/>
                        <a:pt x="15957" y="1"/>
                        <a:pt x="15032" y="1"/>
                      </a:cubicBezTo>
                      <a:lnTo>
                        <a:pt x="15032" y="1"/>
                      </a:lnTo>
                      <a:cubicBezTo>
                        <a:pt x="6724"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6"/>
                <p:cNvSpPr/>
                <p:nvPr/>
              </p:nvSpPr>
              <p:spPr>
                <a:xfrm>
                  <a:off x="1364100" y="4231925"/>
                  <a:ext cx="444000" cy="1230850"/>
                </a:xfrm>
                <a:custGeom>
                  <a:rect b="b" l="l" r="r" t="t"/>
                  <a:pathLst>
                    <a:path extrusionOk="0" h="49234" w="17760">
                      <a:moveTo>
                        <a:pt x="1" y="15017"/>
                      </a:moveTo>
                      <a:lnTo>
                        <a:pt x="1" y="49234"/>
                      </a:lnTo>
                      <a:lnTo>
                        <a:pt x="5487" y="49234"/>
                      </a:lnTo>
                      <a:lnTo>
                        <a:pt x="5487" y="15017"/>
                      </a:lnTo>
                      <a:cubicBezTo>
                        <a:pt x="5487" y="7665"/>
                        <a:pt x="10769" y="1537"/>
                        <a:pt x="17760" y="251"/>
                      </a:cubicBezTo>
                      <a:lnTo>
                        <a:pt x="17760" y="251"/>
                      </a:lnTo>
                      <a:cubicBezTo>
                        <a:pt x="16866" y="79"/>
                        <a:pt x="15957" y="1"/>
                        <a:pt x="15017" y="1"/>
                      </a:cubicBezTo>
                      <a:lnTo>
                        <a:pt x="15017"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6"/>
                <p:cNvSpPr/>
                <p:nvPr/>
              </p:nvSpPr>
              <p:spPr>
                <a:xfrm>
                  <a:off x="1161525" y="3805200"/>
                  <a:ext cx="5224650" cy="1657575"/>
                </a:xfrm>
                <a:custGeom>
                  <a:rect b="b" l="l" r="r" t="t"/>
                  <a:pathLst>
                    <a:path extrusionOk="0" h="66303" w="208986">
                      <a:moveTo>
                        <a:pt x="0" y="0"/>
                      </a:moveTo>
                      <a:lnTo>
                        <a:pt x="0" y="1207"/>
                      </a:lnTo>
                      <a:lnTo>
                        <a:pt x="5486" y="1207"/>
                      </a:lnTo>
                      <a:lnTo>
                        <a:pt x="5486" y="5439"/>
                      </a:lnTo>
                      <a:lnTo>
                        <a:pt x="0" y="5439"/>
                      </a:lnTo>
                      <a:lnTo>
                        <a:pt x="0" y="66303"/>
                      </a:lnTo>
                      <a:lnTo>
                        <a:pt x="8104" y="66303"/>
                      </a:lnTo>
                      <a:lnTo>
                        <a:pt x="8104" y="32086"/>
                      </a:lnTo>
                      <a:cubicBezTo>
                        <a:pt x="8104" y="23794"/>
                        <a:pt x="14828" y="17070"/>
                        <a:pt x="23120" y="17070"/>
                      </a:cubicBezTo>
                      <a:lnTo>
                        <a:pt x="23120" y="17070"/>
                      </a:lnTo>
                      <a:cubicBezTo>
                        <a:pt x="31411" y="17070"/>
                        <a:pt x="38136" y="23794"/>
                        <a:pt x="38136" y="32086"/>
                      </a:cubicBezTo>
                      <a:lnTo>
                        <a:pt x="38136" y="32086"/>
                      </a:lnTo>
                      <a:lnTo>
                        <a:pt x="38136" y="66303"/>
                      </a:lnTo>
                      <a:lnTo>
                        <a:pt x="53434" y="66303"/>
                      </a:lnTo>
                      <a:lnTo>
                        <a:pt x="53434" y="32086"/>
                      </a:lnTo>
                      <a:cubicBezTo>
                        <a:pt x="53434" y="23794"/>
                        <a:pt x="60158" y="17070"/>
                        <a:pt x="68450" y="17070"/>
                      </a:cubicBezTo>
                      <a:lnTo>
                        <a:pt x="68450" y="17070"/>
                      </a:lnTo>
                      <a:cubicBezTo>
                        <a:pt x="76741" y="17070"/>
                        <a:pt x="83466" y="23794"/>
                        <a:pt x="83466" y="32086"/>
                      </a:cubicBezTo>
                      <a:lnTo>
                        <a:pt x="83466" y="32086"/>
                      </a:lnTo>
                      <a:lnTo>
                        <a:pt x="83466" y="66303"/>
                      </a:lnTo>
                      <a:lnTo>
                        <a:pt x="98764" y="66303"/>
                      </a:lnTo>
                      <a:lnTo>
                        <a:pt x="98764" y="32086"/>
                      </a:lnTo>
                      <a:cubicBezTo>
                        <a:pt x="98764" y="23794"/>
                        <a:pt x="105488" y="17070"/>
                        <a:pt x="113780" y="17070"/>
                      </a:cubicBezTo>
                      <a:lnTo>
                        <a:pt x="113780" y="17070"/>
                      </a:lnTo>
                      <a:cubicBezTo>
                        <a:pt x="122072" y="17070"/>
                        <a:pt x="128796" y="23794"/>
                        <a:pt x="128796" y="32086"/>
                      </a:cubicBezTo>
                      <a:lnTo>
                        <a:pt x="128796" y="32086"/>
                      </a:lnTo>
                      <a:lnTo>
                        <a:pt x="128796" y="66303"/>
                      </a:lnTo>
                      <a:lnTo>
                        <a:pt x="144094" y="66303"/>
                      </a:lnTo>
                      <a:lnTo>
                        <a:pt x="144094" y="32086"/>
                      </a:lnTo>
                      <a:cubicBezTo>
                        <a:pt x="144094" y="23794"/>
                        <a:pt x="150818" y="17070"/>
                        <a:pt x="159110" y="17070"/>
                      </a:cubicBezTo>
                      <a:lnTo>
                        <a:pt x="159110" y="17070"/>
                      </a:lnTo>
                      <a:cubicBezTo>
                        <a:pt x="167402" y="17070"/>
                        <a:pt x="174126" y="23794"/>
                        <a:pt x="174126" y="32086"/>
                      </a:cubicBezTo>
                      <a:lnTo>
                        <a:pt x="174126" y="32086"/>
                      </a:lnTo>
                      <a:lnTo>
                        <a:pt x="174126" y="66303"/>
                      </a:lnTo>
                      <a:lnTo>
                        <a:pt x="189424" y="66303"/>
                      </a:lnTo>
                      <a:lnTo>
                        <a:pt x="189424" y="32086"/>
                      </a:lnTo>
                      <a:cubicBezTo>
                        <a:pt x="189424" y="23794"/>
                        <a:pt x="196148" y="17070"/>
                        <a:pt x="204440" y="17070"/>
                      </a:cubicBezTo>
                      <a:lnTo>
                        <a:pt x="204440" y="17070"/>
                      </a:lnTo>
                      <a:cubicBezTo>
                        <a:pt x="205976" y="17070"/>
                        <a:pt x="207591" y="17305"/>
                        <a:pt x="208986" y="17728"/>
                      </a:cubicBezTo>
                      <a:lnTo>
                        <a:pt x="208986" y="17728"/>
                      </a:lnTo>
                      <a:lnTo>
                        <a:pt x="208986" y="5439"/>
                      </a:lnTo>
                      <a:lnTo>
                        <a:pt x="205083" y="5439"/>
                      </a:lnTo>
                      <a:lnTo>
                        <a:pt x="205083" y="1207"/>
                      </a:lnTo>
                      <a:lnTo>
                        <a:pt x="208986" y="1207"/>
                      </a:lnTo>
                      <a:lnTo>
                        <a:pt x="208986" y="0"/>
                      </a:lnTo>
                      <a:close/>
                      <a:moveTo>
                        <a:pt x="189832" y="1207"/>
                      </a:moveTo>
                      <a:lnTo>
                        <a:pt x="203766" y="1207"/>
                      </a:lnTo>
                      <a:lnTo>
                        <a:pt x="203766" y="5439"/>
                      </a:lnTo>
                      <a:lnTo>
                        <a:pt x="189832" y="5439"/>
                      </a:lnTo>
                      <a:close/>
                      <a:moveTo>
                        <a:pt x="174581" y="1207"/>
                      </a:moveTo>
                      <a:lnTo>
                        <a:pt x="188515" y="1207"/>
                      </a:lnTo>
                      <a:lnTo>
                        <a:pt x="188515" y="5439"/>
                      </a:lnTo>
                      <a:lnTo>
                        <a:pt x="174581" y="5439"/>
                      </a:lnTo>
                      <a:close/>
                      <a:moveTo>
                        <a:pt x="159314" y="1207"/>
                      </a:moveTo>
                      <a:lnTo>
                        <a:pt x="173264" y="1207"/>
                      </a:lnTo>
                      <a:lnTo>
                        <a:pt x="173264" y="5439"/>
                      </a:lnTo>
                      <a:lnTo>
                        <a:pt x="159314" y="5439"/>
                      </a:lnTo>
                      <a:close/>
                      <a:moveTo>
                        <a:pt x="144063" y="1207"/>
                      </a:moveTo>
                      <a:lnTo>
                        <a:pt x="158013" y="1207"/>
                      </a:lnTo>
                      <a:lnTo>
                        <a:pt x="158013" y="5439"/>
                      </a:lnTo>
                      <a:lnTo>
                        <a:pt x="144063" y="5439"/>
                      </a:lnTo>
                      <a:close/>
                      <a:moveTo>
                        <a:pt x="128812" y="1207"/>
                      </a:moveTo>
                      <a:lnTo>
                        <a:pt x="142762" y="1207"/>
                      </a:lnTo>
                      <a:lnTo>
                        <a:pt x="142762" y="5439"/>
                      </a:lnTo>
                      <a:lnTo>
                        <a:pt x="128812" y="5439"/>
                      </a:lnTo>
                      <a:close/>
                      <a:moveTo>
                        <a:pt x="113560" y="1207"/>
                      </a:moveTo>
                      <a:lnTo>
                        <a:pt x="127511" y="1207"/>
                      </a:lnTo>
                      <a:lnTo>
                        <a:pt x="127511" y="5439"/>
                      </a:lnTo>
                      <a:lnTo>
                        <a:pt x="113560" y="5439"/>
                      </a:lnTo>
                      <a:close/>
                      <a:moveTo>
                        <a:pt x="98309" y="1207"/>
                      </a:moveTo>
                      <a:lnTo>
                        <a:pt x="112259" y="1207"/>
                      </a:lnTo>
                      <a:lnTo>
                        <a:pt x="112259" y="5439"/>
                      </a:lnTo>
                      <a:lnTo>
                        <a:pt x="98309" y="5439"/>
                      </a:lnTo>
                      <a:close/>
                      <a:moveTo>
                        <a:pt x="83058" y="1207"/>
                      </a:moveTo>
                      <a:lnTo>
                        <a:pt x="97008" y="1207"/>
                      </a:lnTo>
                      <a:lnTo>
                        <a:pt x="97008" y="5439"/>
                      </a:lnTo>
                      <a:lnTo>
                        <a:pt x="83058" y="5439"/>
                      </a:lnTo>
                      <a:close/>
                      <a:moveTo>
                        <a:pt x="67807" y="1207"/>
                      </a:moveTo>
                      <a:lnTo>
                        <a:pt x="81757" y="1207"/>
                      </a:lnTo>
                      <a:lnTo>
                        <a:pt x="81757" y="5439"/>
                      </a:lnTo>
                      <a:lnTo>
                        <a:pt x="67807" y="5439"/>
                      </a:lnTo>
                      <a:close/>
                      <a:moveTo>
                        <a:pt x="52556" y="1207"/>
                      </a:moveTo>
                      <a:lnTo>
                        <a:pt x="66490" y="1207"/>
                      </a:lnTo>
                      <a:lnTo>
                        <a:pt x="66490" y="5439"/>
                      </a:lnTo>
                      <a:lnTo>
                        <a:pt x="52556" y="5439"/>
                      </a:lnTo>
                      <a:close/>
                      <a:moveTo>
                        <a:pt x="37305" y="1207"/>
                      </a:moveTo>
                      <a:lnTo>
                        <a:pt x="51239" y="1207"/>
                      </a:lnTo>
                      <a:lnTo>
                        <a:pt x="51239" y="5439"/>
                      </a:lnTo>
                      <a:lnTo>
                        <a:pt x="37305" y="5439"/>
                      </a:lnTo>
                      <a:close/>
                      <a:moveTo>
                        <a:pt x="22038" y="1207"/>
                      </a:moveTo>
                      <a:lnTo>
                        <a:pt x="35988" y="1207"/>
                      </a:lnTo>
                      <a:lnTo>
                        <a:pt x="35988" y="5439"/>
                      </a:lnTo>
                      <a:lnTo>
                        <a:pt x="22038" y="5439"/>
                      </a:lnTo>
                      <a:close/>
                      <a:moveTo>
                        <a:pt x="6787" y="1207"/>
                      </a:moveTo>
                      <a:lnTo>
                        <a:pt x="20737" y="1207"/>
                      </a:lnTo>
                      <a:lnTo>
                        <a:pt x="20737" y="5439"/>
                      </a:lnTo>
                      <a:lnTo>
                        <a:pt x="6787" y="54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9" name="Google Shape;59;p6"/>
          <p:cNvSpPr/>
          <p:nvPr/>
        </p:nvSpPr>
        <p:spPr>
          <a:xfrm flipH="1" rot="-2231248">
            <a:off x="371793" y="3640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6"/>
          <p:cNvSpPr/>
          <p:nvPr/>
        </p:nvSpPr>
        <p:spPr>
          <a:xfrm flipH="1" rot="-2231248">
            <a:off x="7192518" y="44511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1" name="Shape 61"/>
        <p:cNvGrpSpPr/>
        <p:nvPr/>
      </p:nvGrpSpPr>
      <p:grpSpPr>
        <a:xfrm>
          <a:off x="0" y="0"/>
          <a:ext cx="0" cy="0"/>
          <a:chOff x="0" y="0"/>
          <a:chExt cx="0" cy="0"/>
        </a:xfrm>
      </p:grpSpPr>
      <p:sp>
        <p:nvSpPr>
          <p:cNvPr id="62" name="Google Shape;62;p7"/>
          <p:cNvSpPr/>
          <p:nvPr>
            <p:ph idx="2" type="pic"/>
          </p:nvPr>
        </p:nvSpPr>
        <p:spPr>
          <a:xfrm>
            <a:off x="5351775" y="1550550"/>
            <a:ext cx="2367900" cy="1348200"/>
          </a:xfrm>
          <a:prstGeom prst="rect">
            <a:avLst/>
          </a:prstGeom>
          <a:noFill/>
          <a:ln cap="flat" cmpd="sng" w="9525">
            <a:solidFill>
              <a:schemeClr val="accent4"/>
            </a:solidFill>
            <a:prstDash val="solid"/>
            <a:round/>
            <a:headEnd len="sm" w="sm" type="none"/>
            <a:tailEnd len="sm" w="sm" type="none"/>
          </a:ln>
        </p:spPr>
      </p:sp>
      <p:sp>
        <p:nvSpPr>
          <p:cNvPr id="63" name="Google Shape;63;p7"/>
          <p:cNvSpPr txBox="1"/>
          <p:nvPr>
            <p:ph idx="1" type="subTitle"/>
          </p:nvPr>
        </p:nvSpPr>
        <p:spPr>
          <a:xfrm>
            <a:off x="1804075" y="2267574"/>
            <a:ext cx="2922000" cy="822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lvl1pPr>
            <a:lvl2pPr lvl="1" rtl="0" algn="r">
              <a:spcBef>
                <a:spcPts val="0"/>
              </a:spcBef>
              <a:spcAft>
                <a:spcPts val="0"/>
              </a:spcAft>
              <a:buNone/>
              <a:defRPr sz="1400"/>
            </a:lvl2pPr>
            <a:lvl3pPr lvl="2" rtl="0" algn="r">
              <a:spcBef>
                <a:spcPts val="0"/>
              </a:spcBef>
              <a:spcAft>
                <a:spcPts val="0"/>
              </a:spcAft>
              <a:buNone/>
              <a:defRPr sz="1400"/>
            </a:lvl3pPr>
            <a:lvl4pPr lvl="3" rtl="0" algn="r">
              <a:spcBef>
                <a:spcPts val="0"/>
              </a:spcBef>
              <a:spcAft>
                <a:spcPts val="0"/>
              </a:spcAft>
              <a:buNone/>
              <a:defRPr sz="1400"/>
            </a:lvl4pPr>
            <a:lvl5pPr lvl="4" rtl="0" algn="r">
              <a:spcBef>
                <a:spcPts val="0"/>
              </a:spcBef>
              <a:spcAft>
                <a:spcPts val="0"/>
              </a:spcAft>
              <a:buNone/>
              <a:defRPr sz="1400"/>
            </a:lvl5pPr>
            <a:lvl6pPr lvl="5" rtl="0" algn="r">
              <a:spcBef>
                <a:spcPts val="0"/>
              </a:spcBef>
              <a:spcAft>
                <a:spcPts val="0"/>
              </a:spcAft>
              <a:buNone/>
              <a:defRPr sz="1400"/>
            </a:lvl6pPr>
            <a:lvl7pPr lvl="6" rtl="0" algn="r">
              <a:spcBef>
                <a:spcPts val="0"/>
              </a:spcBef>
              <a:spcAft>
                <a:spcPts val="0"/>
              </a:spcAft>
              <a:buNone/>
              <a:defRPr sz="1400"/>
            </a:lvl7pPr>
            <a:lvl8pPr lvl="7" rtl="0" algn="r">
              <a:spcBef>
                <a:spcPts val="0"/>
              </a:spcBef>
              <a:spcAft>
                <a:spcPts val="0"/>
              </a:spcAft>
              <a:buNone/>
              <a:defRPr sz="1400"/>
            </a:lvl8pPr>
            <a:lvl9pPr lvl="8" rtl="0" algn="r">
              <a:spcBef>
                <a:spcPts val="0"/>
              </a:spcBef>
              <a:spcAft>
                <a:spcPts val="0"/>
              </a:spcAft>
              <a:buNone/>
              <a:defRPr sz="1400"/>
            </a:lvl9pPr>
          </a:lstStyle>
          <a:p/>
        </p:txBody>
      </p:sp>
      <p:sp>
        <p:nvSpPr>
          <p:cNvPr id="64" name="Google Shape;64;p7"/>
          <p:cNvSpPr txBox="1"/>
          <p:nvPr>
            <p:ph type="title"/>
          </p:nvPr>
        </p:nvSpPr>
        <p:spPr>
          <a:xfrm>
            <a:off x="1804050" y="1559750"/>
            <a:ext cx="2922000" cy="5952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2800"/>
              <a:buNone/>
              <a:defRPr/>
            </a:lvl1pPr>
            <a:lvl2pPr lvl="1" rtl="0">
              <a:spcBef>
                <a:spcPts val="0"/>
              </a:spcBef>
              <a:spcAft>
                <a:spcPts val="0"/>
              </a:spcAft>
              <a:buSzPts val="2800"/>
              <a:buFont typeface="Palanquin Dark"/>
              <a:buNone/>
              <a:defRPr>
                <a:latin typeface="Palanquin Dark"/>
                <a:ea typeface="Palanquin Dark"/>
                <a:cs typeface="Palanquin Dark"/>
                <a:sym typeface="Palanquin Dark"/>
              </a:defRPr>
            </a:lvl2pPr>
            <a:lvl3pPr lvl="2" rtl="0">
              <a:spcBef>
                <a:spcPts val="0"/>
              </a:spcBef>
              <a:spcAft>
                <a:spcPts val="0"/>
              </a:spcAft>
              <a:buSzPts val="2800"/>
              <a:buFont typeface="Palanquin Dark"/>
              <a:buNone/>
              <a:defRPr>
                <a:latin typeface="Palanquin Dark"/>
                <a:ea typeface="Palanquin Dark"/>
                <a:cs typeface="Palanquin Dark"/>
                <a:sym typeface="Palanquin Dark"/>
              </a:defRPr>
            </a:lvl3pPr>
            <a:lvl4pPr lvl="3" rtl="0">
              <a:spcBef>
                <a:spcPts val="0"/>
              </a:spcBef>
              <a:spcAft>
                <a:spcPts val="0"/>
              </a:spcAft>
              <a:buSzPts val="2800"/>
              <a:buFont typeface="Palanquin Dark"/>
              <a:buNone/>
              <a:defRPr>
                <a:latin typeface="Palanquin Dark"/>
                <a:ea typeface="Palanquin Dark"/>
                <a:cs typeface="Palanquin Dark"/>
                <a:sym typeface="Palanquin Dark"/>
              </a:defRPr>
            </a:lvl4pPr>
            <a:lvl5pPr lvl="4" rtl="0">
              <a:spcBef>
                <a:spcPts val="0"/>
              </a:spcBef>
              <a:spcAft>
                <a:spcPts val="0"/>
              </a:spcAft>
              <a:buSzPts val="2800"/>
              <a:buFont typeface="Palanquin Dark"/>
              <a:buNone/>
              <a:defRPr>
                <a:latin typeface="Palanquin Dark"/>
                <a:ea typeface="Palanquin Dark"/>
                <a:cs typeface="Palanquin Dark"/>
                <a:sym typeface="Palanquin Dark"/>
              </a:defRPr>
            </a:lvl5pPr>
            <a:lvl6pPr lvl="5" rtl="0">
              <a:spcBef>
                <a:spcPts val="0"/>
              </a:spcBef>
              <a:spcAft>
                <a:spcPts val="0"/>
              </a:spcAft>
              <a:buSzPts val="2800"/>
              <a:buFont typeface="Palanquin Dark"/>
              <a:buNone/>
              <a:defRPr>
                <a:latin typeface="Palanquin Dark"/>
                <a:ea typeface="Palanquin Dark"/>
                <a:cs typeface="Palanquin Dark"/>
                <a:sym typeface="Palanquin Dark"/>
              </a:defRPr>
            </a:lvl6pPr>
            <a:lvl7pPr lvl="6" rtl="0">
              <a:spcBef>
                <a:spcPts val="0"/>
              </a:spcBef>
              <a:spcAft>
                <a:spcPts val="0"/>
              </a:spcAft>
              <a:buSzPts val="2800"/>
              <a:buFont typeface="Palanquin Dark"/>
              <a:buNone/>
              <a:defRPr>
                <a:latin typeface="Palanquin Dark"/>
                <a:ea typeface="Palanquin Dark"/>
                <a:cs typeface="Palanquin Dark"/>
                <a:sym typeface="Palanquin Dark"/>
              </a:defRPr>
            </a:lvl7pPr>
            <a:lvl8pPr lvl="7" rtl="0">
              <a:spcBef>
                <a:spcPts val="0"/>
              </a:spcBef>
              <a:spcAft>
                <a:spcPts val="0"/>
              </a:spcAft>
              <a:buSzPts val="2800"/>
              <a:buFont typeface="Palanquin Dark"/>
              <a:buNone/>
              <a:defRPr>
                <a:latin typeface="Palanquin Dark"/>
                <a:ea typeface="Palanquin Dark"/>
                <a:cs typeface="Palanquin Dark"/>
                <a:sym typeface="Palanquin Dark"/>
              </a:defRPr>
            </a:lvl8pPr>
            <a:lvl9pPr lvl="8" rtl="0">
              <a:spcBef>
                <a:spcPts val="0"/>
              </a:spcBef>
              <a:spcAft>
                <a:spcPts val="0"/>
              </a:spcAft>
              <a:buSzPts val="2800"/>
              <a:buFont typeface="Palanquin Dark"/>
              <a:buNone/>
              <a:defRPr>
                <a:latin typeface="Palanquin Dark"/>
                <a:ea typeface="Palanquin Dark"/>
                <a:cs typeface="Palanquin Dark"/>
                <a:sym typeface="Palanquin Dark"/>
              </a:defRPr>
            </a:lvl9pPr>
          </a:lstStyle>
          <a:p/>
        </p:txBody>
      </p:sp>
      <p:sp>
        <p:nvSpPr>
          <p:cNvPr id="65" name="Google Shape;65;p7"/>
          <p:cNvSpPr/>
          <p:nvPr/>
        </p:nvSpPr>
        <p:spPr>
          <a:xfrm>
            <a:off x="4305025" y="3983225"/>
            <a:ext cx="4881800" cy="1188925"/>
          </a:xfrm>
          <a:custGeom>
            <a:rect b="b" l="l" r="r" t="t"/>
            <a:pathLst>
              <a:path extrusionOk="0" h="47557" w="195272">
                <a:moveTo>
                  <a:pt x="169456" y="6161"/>
                </a:moveTo>
                <a:cubicBezTo>
                  <a:pt x="153343" y="18559"/>
                  <a:pt x="158233" y="14907"/>
                  <a:pt x="149001" y="12290"/>
                </a:cubicBezTo>
                <a:lnTo>
                  <a:pt x="149001" y="12290"/>
                </a:lnTo>
                <a:cubicBezTo>
                  <a:pt x="139753" y="9688"/>
                  <a:pt x="141070" y="6020"/>
                  <a:pt x="130489" y="13340"/>
                </a:cubicBezTo>
                <a:lnTo>
                  <a:pt x="130489" y="13340"/>
                </a:lnTo>
                <a:cubicBezTo>
                  <a:pt x="125160" y="17023"/>
                  <a:pt x="118279" y="16318"/>
                  <a:pt x="111147" y="15628"/>
                </a:cubicBezTo>
                <a:lnTo>
                  <a:pt x="111147" y="15628"/>
                </a:lnTo>
                <a:cubicBezTo>
                  <a:pt x="104125" y="14938"/>
                  <a:pt x="96868" y="14233"/>
                  <a:pt x="90645" y="17760"/>
                </a:cubicBezTo>
                <a:lnTo>
                  <a:pt x="90645" y="17760"/>
                </a:lnTo>
                <a:cubicBezTo>
                  <a:pt x="78106" y="24829"/>
                  <a:pt x="65990" y="32980"/>
                  <a:pt x="62416" y="32494"/>
                </a:cubicBezTo>
                <a:lnTo>
                  <a:pt x="62416" y="32494"/>
                </a:lnTo>
                <a:cubicBezTo>
                  <a:pt x="29515" y="28058"/>
                  <a:pt x="1" y="47557"/>
                  <a:pt x="1" y="47557"/>
                </a:cubicBezTo>
                <a:lnTo>
                  <a:pt x="1" y="47557"/>
                </a:lnTo>
                <a:lnTo>
                  <a:pt x="195271" y="47557"/>
                </a:lnTo>
                <a:lnTo>
                  <a:pt x="195271" y="3935"/>
                </a:lnTo>
                <a:cubicBezTo>
                  <a:pt x="195271" y="3935"/>
                  <a:pt x="191525" y="1"/>
                  <a:pt x="184817" y="1"/>
                </a:cubicBezTo>
                <a:lnTo>
                  <a:pt x="184817" y="1"/>
                </a:lnTo>
                <a:cubicBezTo>
                  <a:pt x="180726" y="1"/>
                  <a:pt x="175553" y="1459"/>
                  <a:pt x="169456" y="616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 name="Google Shape;66;p7"/>
          <p:cNvGrpSpPr/>
          <p:nvPr/>
        </p:nvGrpSpPr>
        <p:grpSpPr>
          <a:xfrm>
            <a:off x="5606725" y="4608575"/>
            <a:ext cx="389150" cy="536075"/>
            <a:chOff x="5354825" y="4565175"/>
            <a:chExt cx="389150" cy="536075"/>
          </a:xfrm>
        </p:grpSpPr>
        <p:sp>
          <p:nvSpPr>
            <p:cNvPr id="67" name="Google Shape;67;p7"/>
            <p:cNvSpPr/>
            <p:nvPr/>
          </p:nvSpPr>
          <p:spPr>
            <a:xfrm>
              <a:off x="5466500" y="4565175"/>
              <a:ext cx="165775" cy="189675"/>
            </a:xfrm>
            <a:custGeom>
              <a:rect b="b" l="l" r="r" t="t"/>
              <a:pathLst>
                <a:path extrusionOk="0" h="7587" w="6631">
                  <a:moveTo>
                    <a:pt x="3324" y="0"/>
                  </a:moveTo>
                  <a:cubicBezTo>
                    <a:pt x="3324" y="0"/>
                    <a:pt x="2462" y="6850"/>
                    <a:pt x="1" y="6850"/>
                  </a:cubicBezTo>
                  <a:cubicBezTo>
                    <a:pt x="1" y="6850"/>
                    <a:pt x="1286" y="7587"/>
                    <a:pt x="3324" y="7587"/>
                  </a:cubicBezTo>
                  <a:cubicBezTo>
                    <a:pt x="5346" y="7587"/>
                    <a:pt x="6631" y="6850"/>
                    <a:pt x="6631" y="6850"/>
                  </a:cubicBezTo>
                  <a:cubicBezTo>
                    <a:pt x="4170" y="6850"/>
                    <a:pt x="3324" y="0"/>
                    <a:pt x="3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 name="Google Shape;68;p7"/>
            <p:cNvGrpSpPr/>
            <p:nvPr/>
          </p:nvGrpSpPr>
          <p:grpSpPr>
            <a:xfrm>
              <a:off x="5354825" y="4689000"/>
              <a:ext cx="389150" cy="412250"/>
              <a:chOff x="5354825" y="4689000"/>
              <a:chExt cx="389150" cy="412250"/>
            </a:xfrm>
          </p:grpSpPr>
          <p:sp>
            <p:nvSpPr>
              <p:cNvPr id="69" name="Google Shape;69;p7"/>
              <p:cNvSpPr/>
              <p:nvPr/>
            </p:nvSpPr>
            <p:spPr>
              <a:xfrm>
                <a:off x="5430850" y="4689000"/>
                <a:ext cx="237100" cy="170475"/>
              </a:xfrm>
              <a:custGeom>
                <a:rect b="b" l="l" r="r" t="t"/>
                <a:pathLst>
                  <a:path extrusionOk="0" h="6819" w="9484">
                    <a:moveTo>
                      <a:pt x="4750" y="0"/>
                    </a:moveTo>
                    <a:cubicBezTo>
                      <a:pt x="4750" y="0"/>
                      <a:pt x="3229" y="5330"/>
                      <a:pt x="0" y="5330"/>
                    </a:cubicBezTo>
                    <a:cubicBezTo>
                      <a:pt x="0" y="5330"/>
                      <a:pt x="1897" y="6819"/>
                      <a:pt x="4750" y="6819"/>
                    </a:cubicBezTo>
                    <a:cubicBezTo>
                      <a:pt x="7587" y="6819"/>
                      <a:pt x="9483" y="5330"/>
                      <a:pt x="9483" y="5330"/>
                    </a:cubicBezTo>
                    <a:cubicBezTo>
                      <a:pt x="6270" y="5330"/>
                      <a:pt x="4750" y="0"/>
                      <a:pt x="4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7"/>
              <p:cNvSpPr/>
              <p:nvPr/>
            </p:nvSpPr>
            <p:spPr>
              <a:xfrm>
                <a:off x="5407325" y="4744250"/>
                <a:ext cx="284125" cy="204175"/>
              </a:xfrm>
              <a:custGeom>
                <a:rect b="b" l="l" r="r" t="t"/>
                <a:pathLst>
                  <a:path extrusionOk="0" h="8167" w="11365">
                    <a:moveTo>
                      <a:pt x="5691" y="0"/>
                    </a:moveTo>
                    <a:cubicBezTo>
                      <a:pt x="5691" y="0"/>
                      <a:pt x="3857" y="6396"/>
                      <a:pt x="1" y="6396"/>
                    </a:cubicBezTo>
                    <a:cubicBezTo>
                      <a:pt x="1" y="6396"/>
                      <a:pt x="2274" y="8167"/>
                      <a:pt x="5691" y="8167"/>
                    </a:cubicBezTo>
                    <a:cubicBezTo>
                      <a:pt x="9092" y="8167"/>
                      <a:pt x="11365" y="6396"/>
                      <a:pt x="11365" y="6396"/>
                    </a:cubicBezTo>
                    <a:cubicBezTo>
                      <a:pt x="7509" y="6396"/>
                      <a:pt x="5691" y="0"/>
                      <a:pt x="56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7"/>
              <p:cNvSpPr/>
              <p:nvPr/>
            </p:nvSpPr>
            <p:spPr>
              <a:xfrm>
                <a:off x="5354825" y="4821450"/>
                <a:ext cx="389150" cy="279800"/>
              </a:xfrm>
              <a:custGeom>
                <a:rect b="b" l="l" r="r" t="t"/>
                <a:pathLst>
                  <a:path extrusionOk="0" h="11192" w="15566">
                    <a:moveTo>
                      <a:pt x="7791" y="0"/>
                    </a:moveTo>
                    <a:cubicBezTo>
                      <a:pt x="7791" y="0"/>
                      <a:pt x="5283" y="8762"/>
                      <a:pt x="1" y="8762"/>
                    </a:cubicBezTo>
                    <a:cubicBezTo>
                      <a:pt x="1" y="8762"/>
                      <a:pt x="3104" y="11192"/>
                      <a:pt x="7791" y="11192"/>
                    </a:cubicBezTo>
                    <a:cubicBezTo>
                      <a:pt x="12462" y="11192"/>
                      <a:pt x="15565" y="8762"/>
                      <a:pt x="15565" y="8762"/>
                    </a:cubicBezTo>
                    <a:cubicBezTo>
                      <a:pt x="10283" y="8762"/>
                      <a:pt x="7791" y="0"/>
                      <a:pt x="7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 name="Google Shape;72;p7"/>
          <p:cNvGrpSpPr/>
          <p:nvPr/>
        </p:nvGrpSpPr>
        <p:grpSpPr>
          <a:xfrm>
            <a:off x="6656300" y="4608575"/>
            <a:ext cx="389125" cy="536075"/>
            <a:chOff x="7974400" y="4565175"/>
            <a:chExt cx="389125" cy="536075"/>
          </a:xfrm>
        </p:grpSpPr>
        <p:sp>
          <p:nvSpPr>
            <p:cNvPr id="73" name="Google Shape;73;p7"/>
            <p:cNvSpPr/>
            <p:nvPr/>
          </p:nvSpPr>
          <p:spPr>
            <a:xfrm>
              <a:off x="8086075" y="4565175"/>
              <a:ext cx="165775" cy="189675"/>
            </a:xfrm>
            <a:custGeom>
              <a:rect b="b" l="l" r="r" t="t"/>
              <a:pathLst>
                <a:path extrusionOk="0" h="7587" w="6631">
                  <a:moveTo>
                    <a:pt x="3308" y="0"/>
                  </a:moveTo>
                  <a:cubicBezTo>
                    <a:pt x="3308" y="0"/>
                    <a:pt x="2461" y="6850"/>
                    <a:pt x="1" y="6850"/>
                  </a:cubicBezTo>
                  <a:cubicBezTo>
                    <a:pt x="1" y="6850"/>
                    <a:pt x="1286" y="7587"/>
                    <a:pt x="3308" y="7587"/>
                  </a:cubicBezTo>
                  <a:cubicBezTo>
                    <a:pt x="5346" y="7587"/>
                    <a:pt x="6631" y="6850"/>
                    <a:pt x="6631" y="6850"/>
                  </a:cubicBezTo>
                  <a:cubicBezTo>
                    <a:pt x="4170" y="6850"/>
                    <a:pt x="3308" y="0"/>
                    <a:pt x="33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7"/>
            <p:cNvSpPr/>
            <p:nvPr/>
          </p:nvSpPr>
          <p:spPr>
            <a:xfrm>
              <a:off x="8050425" y="4689000"/>
              <a:ext cx="237100" cy="170475"/>
            </a:xfrm>
            <a:custGeom>
              <a:rect b="b" l="l" r="r" t="t"/>
              <a:pathLst>
                <a:path extrusionOk="0" h="6819" w="9484">
                  <a:moveTo>
                    <a:pt x="4734" y="0"/>
                  </a:moveTo>
                  <a:cubicBezTo>
                    <a:pt x="4734" y="0"/>
                    <a:pt x="3213" y="5330"/>
                    <a:pt x="0" y="5330"/>
                  </a:cubicBezTo>
                  <a:cubicBezTo>
                    <a:pt x="0" y="5330"/>
                    <a:pt x="1897" y="6819"/>
                    <a:pt x="4734" y="6819"/>
                  </a:cubicBezTo>
                  <a:cubicBezTo>
                    <a:pt x="7587" y="6819"/>
                    <a:pt x="9483" y="5330"/>
                    <a:pt x="9483" y="5330"/>
                  </a:cubicBezTo>
                  <a:cubicBezTo>
                    <a:pt x="6254" y="5330"/>
                    <a:pt x="4734" y="0"/>
                    <a:pt x="4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7"/>
            <p:cNvSpPr/>
            <p:nvPr/>
          </p:nvSpPr>
          <p:spPr>
            <a:xfrm>
              <a:off x="8026900" y="4744250"/>
              <a:ext cx="284125" cy="204175"/>
            </a:xfrm>
            <a:custGeom>
              <a:rect b="b" l="l" r="r" t="t"/>
              <a:pathLst>
                <a:path extrusionOk="0" h="8167" w="11365">
                  <a:moveTo>
                    <a:pt x="5675" y="0"/>
                  </a:moveTo>
                  <a:cubicBezTo>
                    <a:pt x="5675" y="0"/>
                    <a:pt x="3857" y="6396"/>
                    <a:pt x="1" y="6396"/>
                  </a:cubicBezTo>
                  <a:cubicBezTo>
                    <a:pt x="1" y="6396"/>
                    <a:pt x="2274" y="8167"/>
                    <a:pt x="5675" y="8167"/>
                  </a:cubicBezTo>
                  <a:cubicBezTo>
                    <a:pt x="9092" y="8167"/>
                    <a:pt x="11365" y="6396"/>
                    <a:pt x="11365" y="6396"/>
                  </a:cubicBezTo>
                  <a:cubicBezTo>
                    <a:pt x="7509" y="6396"/>
                    <a:pt x="5675" y="0"/>
                    <a:pt x="56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7"/>
            <p:cNvSpPr/>
            <p:nvPr/>
          </p:nvSpPr>
          <p:spPr>
            <a:xfrm>
              <a:off x="7974400" y="4821450"/>
              <a:ext cx="389125" cy="279800"/>
            </a:xfrm>
            <a:custGeom>
              <a:rect b="b" l="l" r="r" t="t"/>
              <a:pathLst>
                <a:path extrusionOk="0" h="11192" w="15565">
                  <a:moveTo>
                    <a:pt x="7775" y="0"/>
                  </a:moveTo>
                  <a:cubicBezTo>
                    <a:pt x="7775" y="0"/>
                    <a:pt x="5283" y="8762"/>
                    <a:pt x="0" y="8762"/>
                  </a:cubicBezTo>
                  <a:cubicBezTo>
                    <a:pt x="0" y="8762"/>
                    <a:pt x="3104" y="11192"/>
                    <a:pt x="7775" y="11192"/>
                  </a:cubicBezTo>
                  <a:cubicBezTo>
                    <a:pt x="12461" y="11192"/>
                    <a:pt x="15565" y="8762"/>
                    <a:pt x="15565" y="8762"/>
                  </a:cubicBezTo>
                  <a:cubicBezTo>
                    <a:pt x="10283" y="8762"/>
                    <a:pt x="7775" y="0"/>
                    <a:pt x="77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 name="Google Shape;77;p7"/>
          <p:cNvGrpSpPr/>
          <p:nvPr/>
        </p:nvGrpSpPr>
        <p:grpSpPr>
          <a:xfrm>
            <a:off x="6885600" y="4401750"/>
            <a:ext cx="559600" cy="770400"/>
            <a:chOff x="7524150" y="4330850"/>
            <a:chExt cx="559600" cy="770400"/>
          </a:xfrm>
        </p:grpSpPr>
        <p:sp>
          <p:nvSpPr>
            <p:cNvPr id="78" name="Google Shape;78;p7"/>
            <p:cNvSpPr/>
            <p:nvPr/>
          </p:nvSpPr>
          <p:spPr>
            <a:xfrm>
              <a:off x="7684825" y="4330850"/>
              <a:ext cx="238275" cy="272750"/>
            </a:xfrm>
            <a:custGeom>
              <a:rect b="b" l="l" r="r" t="t"/>
              <a:pathLst>
                <a:path extrusionOk="0" h="10910" w="9531">
                  <a:moveTo>
                    <a:pt x="4765" y="0"/>
                  </a:moveTo>
                  <a:cubicBezTo>
                    <a:pt x="4765" y="0"/>
                    <a:pt x="3527" y="9843"/>
                    <a:pt x="0" y="9843"/>
                  </a:cubicBezTo>
                  <a:cubicBezTo>
                    <a:pt x="0" y="9843"/>
                    <a:pt x="1850" y="10909"/>
                    <a:pt x="4765" y="10909"/>
                  </a:cubicBezTo>
                  <a:cubicBezTo>
                    <a:pt x="7680" y="10909"/>
                    <a:pt x="9530" y="9843"/>
                    <a:pt x="9530" y="9843"/>
                  </a:cubicBezTo>
                  <a:cubicBezTo>
                    <a:pt x="5988" y="9843"/>
                    <a:pt x="4765" y="0"/>
                    <a:pt x="47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7"/>
            <p:cNvSpPr/>
            <p:nvPr/>
          </p:nvSpPr>
          <p:spPr>
            <a:xfrm>
              <a:off x="7633475" y="4508750"/>
              <a:ext cx="340950" cy="244925"/>
            </a:xfrm>
            <a:custGeom>
              <a:rect b="b" l="l" r="r" t="t"/>
              <a:pathLst>
                <a:path extrusionOk="0" h="9797" w="13638">
                  <a:moveTo>
                    <a:pt x="6819" y="0"/>
                  </a:moveTo>
                  <a:cubicBezTo>
                    <a:pt x="6819" y="0"/>
                    <a:pt x="4640" y="7665"/>
                    <a:pt x="1" y="7665"/>
                  </a:cubicBezTo>
                  <a:cubicBezTo>
                    <a:pt x="1" y="7665"/>
                    <a:pt x="2728" y="9797"/>
                    <a:pt x="6819" y="9797"/>
                  </a:cubicBezTo>
                  <a:cubicBezTo>
                    <a:pt x="10910" y="9797"/>
                    <a:pt x="13637" y="7665"/>
                    <a:pt x="13637" y="7665"/>
                  </a:cubicBezTo>
                  <a:cubicBezTo>
                    <a:pt x="8998" y="7665"/>
                    <a:pt x="6819" y="0"/>
                    <a:pt x="6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7"/>
            <p:cNvSpPr/>
            <p:nvPr/>
          </p:nvSpPr>
          <p:spPr>
            <a:xfrm>
              <a:off x="7599775" y="4588300"/>
              <a:ext cx="408350" cy="293525"/>
            </a:xfrm>
            <a:custGeom>
              <a:rect b="b" l="l" r="r" t="t"/>
              <a:pathLst>
                <a:path extrusionOk="0" h="11741" w="16334">
                  <a:moveTo>
                    <a:pt x="8167" y="0"/>
                  </a:moveTo>
                  <a:cubicBezTo>
                    <a:pt x="8167" y="0"/>
                    <a:pt x="5549" y="9185"/>
                    <a:pt x="1" y="9185"/>
                  </a:cubicBezTo>
                  <a:cubicBezTo>
                    <a:pt x="1" y="9185"/>
                    <a:pt x="3261" y="11740"/>
                    <a:pt x="8167" y="11740"/>
                  </a:cubicBezTo>
                  <a:cubicBezTo>
                    <a:pt x="13073" y="11740"/>
                    <a:pt x="16333" y="9185"/>
                    <a:pt x="16333" y="9185"/>
                  </a:cubicBezTo>
                  <a:cubicBezTo>
                    <a:pt x="10785" y="9185"/>
                    <a:pt x="8167" y="0"/>
                    <a:pt x="8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7"/>
            <p:cNvSpPr/>
            <p:nvPr/>
          </p:nvSpPr>
          <p:spPr>
            <a:xfrm>
              <a:off x="7524150" y="4699175"/>
              <a:ext cx="559600" cy="402075"/>
            </a:xfrm>
            <a:custGeom>
              <a:rect b="b" l="l" r="r" t="t"/>
              <a:pathLst>
                <a:path extrusionOk="0" h="16083" w="22384">
                  <a:moveTo>
                    <a:pt x="11192" y="1"/>
                  </a:moveTo>
                  <a:cubicBezTo>
                    <a:pt x="11192" y="1"/>
                    <a:pt x="7603" y="12587"/>
                    <a:pt x="1" y="12587"/>
                  </a:cubicBezTo>
                  <a:cubicBezTo>
                    <a:pt x="1" y="12587"/>
                    <a:pt x="4468" y="16083"/>
                    <a:pt x="11192" y="16083"/>
                  </a:cubicBezTo>
                  <a:cubicBezTo>
                    <a:pt x="17916" y="16083"/>
                    <a:pt x="22384" y="12587"/>
                    <a:pt x="22384" y="12587"/>
                  </a:cubicBezTo>
                  <a:cubicBezTo>
                    <a:pt x="14781" y="12587"/>
                    <a:pt x="11192" y="1"/>
                    <a:pt x="1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 name="Google Shape;82;p7"/>
          <p:cNvSpPr/>
          <p:nvPr/>
        </p:nvSpPr>
        <p:spPr>
          <a:xfrm flipH="1" rot="-2231248">
            <a:off x="4643318" y="4446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3" name="Shape 83"/>
        <p:cNvGrpSpPr/>
        <p:nvPr/>
      </p:nvGrpSpPr>
      <p:grpSpPr>
        <a:xfrm>
          <a:off x="0" y="0"/>
          <a:ext cx="0" cy="0"/>
          <a:chOff x="0" y="0"/>
          <a:chExt cx="0" cy="0"/>
        </a:xfrm>
      </p:grpSpPr>
      <p:sp>
        <p:nvSpPr>
          <p:cNvPr id="84" name="Google Shape;84;p8"/>
          <p:cNvSpPr txBox="1"/>
          <p:nvPr>
            <p:ph type="title"/>
          </p:nvPr>
        </p:nvSpPr>
        <p:spPr>
          <a:xfrm>
            <a:off x="1328550" y="744050"/>
            <a:ext cx="6486900" cy="23130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8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85" name="Google Shape;85;p8"/>
          <p:cNvSpPr/>
          <p:nvPr/>
        </p:nvSpPr>
        <p:spPr>
          <a:xfrm>
            <a:off x="-229425" y="3690700"/>
            <a:ext cx="9418794" cy="1506218"/>
          </a:xfrm>
          <a:custGeom>
            <a:rect b="b" l="l" r="r" t="t"/>
            <a:pathLst>
              <a:path extrusionOk="0" h="46413" w="331356">
                <a:moveTo>
                  <a:pt x="1" y="1"/>
                </a:moveTo>
                <a:lnTo>
                  <a:pt x="1" y="46412"/>
                </a:lnTo>
                <a:lnTo>
                  <a:pt x="331356" y="46412"/>
                </a:lnTo>
                <a:lnTo>
                  <a:pt x="3313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8"/>
          <p:cNvSpPr/>
          <p:nvPr/>
        </p:nvSpPr>
        <p:spPr>
          <a:xfrm rot="10800000">
            <a:off x="-202688" y="3315506"/>
            <a:ext cx="10068013" cy="554316"/>
          </a:xfrm>
          <a:custGeom>
            <a:rect b="b" l="l" r="r" t="t"/>
            <a:pathLst>
              <a:path extrusionOk="0" h="9206" w="272532">
                <a:moveTo>
                  <a:pt x="4097" y="301"/>
                </a:moveTo>
                <a:cubicBezTo>
                  <a:pt x="5109" y="165"/>
                  <a:pt x="6122" y="92"/>
                  <a:pt x="7481" y="55"/>
                </a:cubicBezTo>
                <a:cubicBezTo>
                  <a:pt x="9771" y="0"/>
                  <a:pt x="12791" y="55"/>
                  <a:pt x="15035" y="64"/>
                </a:cubicBezTo>
                <a:cubicBezTo>
                  <a:pt x="21156" y="82"/>
                  <a:pt x="27277" y="92"/>
                  <a:pt x="33399" y="128"/>
                </a:cubicBezTo>
                <a:cubicBezTo>
                  <a:pt x="51954" y="219"/>
                  <a:pt x="70519" y="265"/>
                  <a:pt x="89084" y="283"/>
                </a:cubicBezTo>
                <a:cubicBezTo>
                  <a:pt x="111033" y="311"/>
                  <a:pt x="132945" y="402"/>
                  <a:pt x="154886" y="484"/>
                </a:cubicBezTo>
                <a:cubicBezTo>
                  <a:pt x="172191" y="548"/>
                  <a:pt x="189515" y="511"/>
                  <a:pt x="206821" y="612"/>
                </a:cubicBezTo>
                <a:cubicBezTo>
                  <a:pt x="221399" y="694"/>
                  <a:pt x="235913" y="958"/>
                  <a:pt x="250473" y="1095"/>
                </a:cubicBezTo>
                <a:cubicBezTo>
                  <a:pt x="256768" y="1150"/>
                  <a:pt x="263190" y="1168"/>
                  <a:pt x="269421" y="1314"/>
                </a:cubicBezTo>
                <a:cubicBezTo>
                  <a:pt x="272532" y="1387"/>
                  <a:pt x="270069" y="3358"/>
                  <a:pt x="269831" y="3613"/>
                </a:cubicBezTo>
                <a:cubicBezTo>
                  <a:pt x="269257" y="4261"/>
                  <a:pt x="268509" y="4899"/>
                  <a:pt x="267669" y="5538"/>
                </a:cubicBezTo>
                <a:cubicBezTo>
                  <a:pt x="267268" y="5848"/>
                  <a:pt x="267514" y="5994"/>
                  <a:pt x="267879" y="6277"/>
                </a:cubicBezTo>
                <a:cubicBezTo>
                  <a:pt x="268290" y="6605"/>
                  <a:pt x="267423" y="6888"/>
                  <a:pt x="266337" y="7180"/>
                </a:cubicBezTo>
                <a:cubicBezTo>
                  <a:pt x="264440" y="7673"/>
                  <a:pt x="262050" y="8229"/>
                  <a:pt x="258136" y="8329"/>
                </a:cubicBezTo>
                <a:cubicBezTo>
                  <a:pt x="256987" y="8366"/>
                  <a:pt x="255801" y="8348"/>
                  <a:pt x="254651" y="8375"/>
                </a:cubicBezTo>
                <a:cubicBezTo>
                  <a:pt x="250500" y="8475"/>
                  <a:pt x="247526" y="9068"/>
                  <a:pt x="243366" y="9141"/>
                </a:cubicBezTo>
                <a:cubicBezTo>
                  <a:pt x="241460" y="9178"/>
                  <a:pt x="239544" y="9096"/>
                  <a:pt x="237628" y="9077"/>
                </a:cubicBezTo>
                <a:cubicBezTo>
                  <a:pt x="234673" y="9050"/>
                  <a:pt x="231744" y="9169"/>
                  <a:pt x="228779" y="9178"/>
                </a:cubicBezTo>
                <a:cubicBezTo>
                  <a:pt x="223260" y="9205"/>
                  <a:pt x="218024" y="8877"/>
                  <a:pt x="212769" y="8630"/>
                </a:cubicBezTo>
                <a:cubicBezTo>
                  <a:pt x="208883" y="8457"/>
                  <a:pt x="204632" y="8311"/>
                  <a:pt x="200526" y="8411"/>
                </a:cubicBezTo>
                <a:cubicBezTo>
                  <a:pt x="196604" y="8503"/>
                  <a:pt x="193812" y="8621"/>
                  <a:pt x="189962" y="8329"/>
                </a:cubicBezTo>
                <a:cubicBezTo>
                  <a:pt x="189086" y="8256"/>
                  <a:pt x="188256" y="8174"/>
                  <a:pt x="187308" y="8129"/>
                </a:cubicBezTo>
                <a:cubicBezTo>
                  <a:pt x="183868" y="7964"/>
                  <a:pt x="180447" y="8275"/>
                  <a:pt x="177209" y="7983"/>
                </a:cubicBezTo>
                <a:cubicBezTo>
                  <a:pt x="174317" y="7727"/>
                  <a:pt x="171115" y="7572"/>
                  <a:pt x="168086" y="7335"/>
                </a:cubicBezTo>
                <a:cubicBezTo>
                  <a:pt x="167092" y="7253"/>
                  <a:pt x="166097" y="7171"/>
                  <a:pt x="164975" y="7134"/>
                </a:cubicBezTo>
                <a:cubicBezTo>
                  <a:pt x="164099" y="7116"/>
                  <a:pt x="163205" y="7134"/>
                  <a:pt x="162321" y="7143"/>
                </a:cubicBezTo>
                <a:cubicBezTo>
                  <a:pt x="159447" y="7180"/>
                  <a:pt x="156537" y="7171"/>
                  <a:pt x="153700" y="7098"/>
                </a:cubicBezTo>
                <a:cubicBezTo>
                  <a:pt x="150114" y="7007"/>
                  <a:pt x="146611" y="6806"/>
                  <a:pt x="142944" y="6788"/>
                </a:cubicBezTo>
                <a:cubicBezTo>
                  <a:pt x="139824" y="6779"/>
                  <a:pt x="137352" y="7007"/>
                  <a:pt x="134350" y="7098"/>
                </a:cubicBezTo>
                <a:cubicBezTo>
                  <a:pt x="131969" y="7180"/>
                  <a:pt x="129889" y="7089"/>
                  <a:pt x="127581" y="7125"/>
                </a:cubicBezTo>
                <a:cubicBezTo>
                  <a:pt x="123339" y="7189"/>
                  <a:pt x="119891" y="7609"/>
                  <a:pt x="115722" y="7709"/>
                </a:cubicBezTo>
                <a:cubicBezTo>
                  <a:pt x="111872" y="7800"/>
                  <a:pt x="109071" y="7590"/>
                  <a:pt x="105623" y="8010"/>
                </a:cubicBezTo>
                <a:cubicBezTo>
                  <a:pt x="104811" y="8101"/>
                  <a:pt x="104072" y="8220"/>
                  <a:pt x="103069" y="8266"/>
                </a:cubicBezTo>
                <a:cubicBezTo>
                  <a:pt x="102184" y="8311"/>
                  <a:pt x="101244" y="8284"/>
                  <a:pt x="100323" y="8284"/>
                </a:cubicBezTo>
                <a:cubicBezTo>
                  <a:pt x="97248" y="8266"/>
                  <a:pt x="94356" y="8466"/>
                  <a:pt x="91465" y="8612"/>
                </a:cubicBezTo>
                <a:cubicBezTo>
                  <a:pt x="89001" y="8740"/>
                  <a:pt x="87898" y="8640"/>
                  <a:pt x="85644" y="8585"/>
                </a:cubicBezTo>
                <a:cubicBezTo>
                  <a:pt x="83500" y="8530"/>
                  <a:pt x="81484" y="8749"/>
                  <a:pt x="79341" y="8676"/>
                </a:cubicBezTo>
                <a:cubicBezTo>
                  <a:pt x="78592" y="8649"/>
                  <a:pt x="77927" y="8594"/>
                  <a:pt x="77279" y="8539"/>
                </a:cubicBezTo>
                <a:cubicBezTo>
                  <a:pt x="73913" y="8238"/>
                  <a:pt x="70939" y="8101"/>
                  <a:pt x="67061" y="8074"/>
                </a:cubicBezTo>
                <a:cubicBezTo>
                  <a:pt x="63075" y="8047"/>
                  <a:pt x="58632" y="8056"/>
                  <a:pt x="54782" y="7891"/>
                </a:cubicBezTo>
                <a:cubicBezTo>
                  <a:pt x="53259" y="7828"/>
                  <a:pt x="51808" y="7727"/>
                  <a:pt x="50267" y="7673"/>
                </a:cubicBezTo>
                <a:cubicBezTo>
                  <a:pt x="46170" y="7527"/>
                  <a:pt x="42540" y="7709"/>
                  <a:pt x="38580" y="7791"/>
                </a:cubicBezTo>
                <a:cubicBezTo>
                  <a:pt x="34284" y="7882"/>
                  <a:pt x="29731" y="7837"/>
                  <a:pt x="25380" y="7837"/>
                </a:cubicBezTo>
                <a:cubicBezTo>
                  <a:pt x="15527" y="7837"/>
                  <a:pt x="8813" y="8722"/>
                  <a:pt x="0" y="9178"/>
                </a:cubicBezTo>
                <a:cubicBezTo>
                  <a:pt x="0" y="9178"/>
                  <a:pt x="2318" y="557"/>
                  <a:pt x="4097" y="301"/>
                </a:cubicBez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8"/>
          <p:cNvSpPr/>
          <p:nvPr/>
        </p:nvSpPr>
        <p:spPr>
          <a:xfrm>
            <a:off x="1594975" y="3842975"/>
            <a:ext cx="5604629" cy="1353867"/>
          </a:xfrm>
          <a:custGeom>
            <a:rect b="b" l="l" r="r" t="t"/>
            <a:pathLst>
              <a:path extrusionOk="0" h="46413" w="177685">
                <a:moveTo>
                  <a:pt x="53027" y="1"/>
                </a:moveTo>
                <a:cubicBezTo>
                  <a:pt x="53027" y="1"/>
                  <a:pt x="79109" y="2070"/>
                  <a:pt x="70927" y="2540"/>
                </a:cubicBezTo>
                <a:cubicBezTo>
                  <a:pt x="62761" y="3026"/>
                  <a:pt x="21224" y="5706"/>
                  <a:pt x="20644" y="7838"/>
                </a:cubicBezTo>
                <a:cubicBezTo>
                  <a:pt x="20064" y="9969"/>
                  <a:pt x="61977" y="9076"/>
                  <a:pt x="62369" y="12462"/>
                </a:cubicBezTo>
                <a:cubicBezTo>
                  <a:pt x="62761" y="15847"/>
                  <a:pt x="1" y="12462"/>
                  <a:pt x="1458" y="16098"/>
                </a:cubicBezTo>
                <a:cubicBezTo>
                  <a:pt x="2932" y="19750"/>
                  <a:pt x="51851" y="19202"/>
                  <a:pt x="51459" y="21380"/>
                </a:cubicBezTo>
                <a:cubicBezTo>
                  <a:pt x="51295" y="22331"/>
                  <a:pt x="42835" y="22437"/>
                  <a:pt x="33312" y="22437"/>
                </a:cubicBezTo>
                <a:cubicBezTo>
                  <a:pt x="30561" y="22437"/>
                  <a:pt x="27722" y="22428"/>
                  <a:pt x="24968" y="22428"/>
                </a:cubicBezTo>
                <a:cubicBezTo>
                  <a:pt x="15398" y="22428"/>
                  <a:pt x="6865" y="22536"/>
                  <a:pt x="6694" y="23496"/>
                </a:cubicBezTo>
                <a:cubicBezTo>
                  <a:pt x="6302" y="25691"/>
                  <a:pt x="55362" y="31240"/>
                  <a:pt x="52635" y="32964"/>
                </a:cubicBezTo>
                <a:cubicBezTo>
                  <a:pt x="51598" y="33619"/>
                  <a:pt x="46686" y="33692"/>
                  <a:pt x="40946" y="33692"/>
                </a:cubicBezTo>
                <a:cubicBezTo>
                  <a:pt x="39300" y="33692"/>
                  <a:pt x="37585" y="33686"/>
                  <a:pt x="35874" y="33686"/>
                </a:cubicBezTo>
                <a:cubicBezTo>
                  <a:pt x="27866" y="33686"/>
                  <a:pt x="19940" y="33818"/>
                  <a:pt x="19468" y="35315"/>
                </a:cubicBezTo>
                <a:cubicBezTo>
                  <a:pt x="18559" y="38246"/>
                  <a:pt x="53811" y="46412"/>
                  <a:pt x="53811" y="46412"/>
                </a:cubicBezTo>
                <a:lnTo>
                  <a:pt x="123875" y="46412"/>
                </a:lnTo>
                <a:cubicBezTo>
                  <a:pt x="123875" y="46412"/>
                  <a:pt x="159126" y="38246"/>
                  <a:pt x="158202" y="35315"/>
                </a:cubicBezTo>
                <a:cubicBezTo>
                  <a:pt x="157729" y="33818"/>
                  <a:pt x="149803" y="33686"/>
                  <a:pt x="141795" y="33686"/>
                </a:cubicBezTo>
                <a:cubicBezTo>
                  <a:pt x="140085" y="33686"/>
                  <a:pt x="138370" y="33692"/>
                  <a:pt x="136724" y="33692"/>
                </a:cubicBezTo>
                <a:cubicBezTo>
                  <a:pt x="130984" y="33692"/>
                  <a:pt x="126072" y="33619"/>
                  <a:pt x="125035" y="32964"/>
                </a:cubicBezTo>
                <a:cubicBezTo>
                  <a:pt x="122307" y="31240"/>
                  <a:pt x="171368" y="25691"/>
                  <a:pt x="170976" y="23496"/>
                </a:cubicBezTo>
                <a:cubicBezTo>
                  <a:pt x="170811" y="22536"/>
                  <a:pt x="162283" y="22428"/>
                  <a:pt x="152713" y="22428"/>
                </a:cubicBezTo>
                <a:cubicBezTo>
                  <a:pt x="149960" y="22428"/>
                  <a:pt x="147120" y="22437"/>
                  <a:pt x="144369" y="22437"/>
                </a:cubicBezTo>
                <a:cubicBezTo>
                  <a:pt x="134846" y="22437"/>
                  <a:pt x="126381" y="22331"/>
                  <a:pt x="126210" y="21380"/>
                </a:cubicBezTo>
                <a:cubicBezTo>
                  <a:pt x="125818" y="19202"/>
                  <a:pt x="174738" y="19750"/>
                  <a:pt x="176211" y="16098"/>
                </a:cubicBezTo>
                <a:cubicBezTo>
                  <a:pt x="177685" y="12462"/>
                  <a:pt x="114909" y="15847"/>
                  <a:pt x="115301" y="12462"/>
                </a:cubicBezTo>
                <a:cubicBezTo>
                  <a:pt x="115693" y="9076"/>
                  <a:pt x="157622" y="9969"/>
                  <a:pt x="157026" y="7838"/>
                </a:cubicBezTo>
                <a:cubicBezTo>
                  <a:pt x="156446" y="5706"/>
                  <a:pt x="114909" y="3026"/>
                  <a:pt x="106743" y="2540"/>
                </a:cubicBezTo>
                <a:cubicBezTo>
                  <a:pt x="98561" y="2070"/>
                  <a:pt x="124643" y="1"/>
                  <a:pt x="124643"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 name="Google Shape;88;p8"/>
          <p:cNvGrpSpPr/>
          <p:nvPr/>
        </p:nvGrpSpPr>
        <p:grpSpPr>
          <a:xfrm>
            <a:off x="949150" y="2906783"/>
            <a:ext cx="2419653" cy="867343"/>
            <a:chOff x="3962175" y="2481867"/>
            <a:chExt cx="3075700" cy="1102508"/>
          </a:xfrm>
        </p:grpSpPr>
        <p:sp>
          <p:nvSpPr>
            <p:cNvPr id="89" name="Google Shape;89;p8"/>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8"/>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8"/>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8"/>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8"/>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8"/>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8"/>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8"/>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8"/>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8"/>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8"/>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8"/>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8"/>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8"/>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8"/>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8"/>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8"/>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8"/>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8"/>
            <p:cNvSpPr/>
            <p:nvPr/>
          </p:nvSpPr>
          <p:spPr>
            <a:xfrm>
              <a:off x="4046546" y="2481867"/>
              <a:ext cx="2817428" cy="732629"/>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 name="Google Shape;108;p8"/>
          <p:cNvGrpSpPr/>
          <p:nvPr/>
        </p:nvGrpSpPr>
        <p:grpSpPr>
          <a:xfrm flipH="1" rot="10800000">
            <a:off x="949150" y="3935082"/>
            <a:ext cx="2419653" cy="280557"/>
            <a:chOff x="3962175" y="3227750"/>
            <a:chExt cx="3075700" cy="356625"/>
          </a:xfrm>
        </p:grpSpPr>
        <p:sp>
          <p:nvSpPr>
            <p:cNvPr id="109" name="Google Shape;109;p8"/>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rgbClr val="274E13">
                <a:alpha val="25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8"/>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8"/>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8"/>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8"/>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8"/>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8"/>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8"/>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8"/>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8"/>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8"/>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8"/>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8"/>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8"/>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8"/>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8"/>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8"/>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8"/>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 name="Google Shape;127;p8"/>
          <p:cNvGrpSpPr/>
          <p:nvPr/>
        </p:nvGrpSpPr>
        <p:grpSpPr>
          <a:xfrm>
            <a:off x="-15825" y="3767425"/>
            <a:ext cx="9144000" cy="135700"/>
            <a:chOff x="96675" y="2823075"/>
            <a:chExt cx="9144000" cy="135700"/>
          </a:xfrm>
        </p:grpSpPr>
        <p:grpSp>
          <p:nvGrpSpPr>
            <p:cNvPr id="128" name="Google Shape;128;p8"/>
            <p:cNvGrpSpPr/>
            <p:nvPr/>
          </p:nvGrpSpPr>
          <p:grpSpPr>
            <a:xfrm>
              <a:off x="96675" y="2823075"/>
              <a:ext cx="9144000" cy="135700"/>
              <a:chOff x="96675" y="2823075"/>
              <a:chExt cx="9144000" cy="135700"/>
            </a:xfrm>
          </p:grpSpPr>
          <p:grpSp>
            <p:nvGrpSpPr>
              <p:cNvPr id="129" name="Google Shape;129;p8"/>
              <p:cNvGrpSpPr/>
              <p:nvPr/>
            </p:nvGrpSpPr>
            <p:grpSpPr>
              <a:xfrm>
                <a:off x="96675" y="2823075"/>
                <a:ext cx="9144000" cy="135700"/>
                <a:chOff x="-584175" y="4743925"/>
                <a:chExt cx="9144000" cy="135700"/>
              </a:xfrm>
            </p:grpSpPr>
            <p:sp>
              <p:nvSpPr>
                <p:cNvPr id="130" name="Google Shape;130;p8"/>
                <p:cNvSpPr/>
                <p:nvPr/>
              </p:nvSpPr>
              <p:spPr>
                <a:xfrm>
                  <a:off x="-584175" y="4743925"/>
                  <a:ext cx="91440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 name="Google Shape;131;p8"/>
                <p:cNvGrpSpPr/>
                <p:nvPr/>
              </p:nvGrpSpPr>
              <p:grpSpPr>
                <a:xfrm>
                  <a:off x="-450100" y="4750325"/>
                  <a:ext cx="3095500" cy="129300"/>
                  <a:chOff x="-450100" y="4750325"/>
                  <a:chExt cx="3095500" cy="129300"/>
                </a:xfrm>
              </p:grpSpPr>
              <p:sp>
                <p:nvSpPr>
                  <p:cNvPr id="132" name="Google Shape;132;p8"/>
                  <p:cNvSpPr/>
                  <p:nvPr/>
                </p:nvSpPr>
                <p:spPr>
                  <a:xfrm rot="5400000">
                    <a:off x="-497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8"/>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8"/>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8"/>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8"/>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8"/>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8"/>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8"/>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8"/>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 name="Google Shape;141;p8"/>
              <p:cNvGrpSpPr/>
              <p:nvPr/>
            </p:nvGrpSpPr>
            <p:grpSpPr>
              <a:xfrm>
                <a:off x="3677725" y="2826275"/>
                <a:ext cx="2711075" cy="129300"/>
                <a:chOff x="-65675" y="4750325"/>
                <a:chExt cx="2711075" cy="129300"/>
              </a:xfrm>
            </p:grpSpPr>
            <p:sp>
              <p:nvSpPr>
                <p:cNvPr id="142" name="Google Shape;142;p8"/>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8"/>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8"/>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8"/>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8"/>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8"/>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8"/>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 name="Google Shape;150;p8"/>
            <p:cNvGrpSpPr/>
            <p:nvPr/>
          </p:nvGrpSpPr>
          <p:grpSpPr>
            <a:xfrm>
              <a:off x="6356775" y="2826275"/>
              <a:ext cx="2711075" cy="129300"/>
              <a:chOff x="-65675" y="4750325"/>
              <a:chExt cx="2711075" cy="129300"/>
            </a:xfrm>
          </p:grpSpPr>
          <p:sp>
            <p:nvSpPr>
              <p:cNvPr id="151" name="Google Shape;151;p8"/>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8"/>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8"/>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8"/>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8"/>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8"/>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8"/>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 name="Google Shape;159;p8"/>
          <p:cNvGrpSpPr/>
          <p:nvPr/>
        </p:nvGrpSpPr>
        <p:grpSpPr>
          <a:xfrm flipH="1" rot="10800000">
            <a:off x="-15825" y="3806083"/>
            <a:ext cx="9144000" cy="135700"/>
            <a:chOff x="96675" y="2823075"/>
            <a:chExt cx="9144000" cy="135700"/>
          </a:xfrm>
        </p:grpSpPr>
        <p:grpSp>
          <p:nvGrpSpPr>
            <p:cNvPr id="160" name="Google Shape;160;p8"/>
            <p:cNvGrpSpPr/>
            <p:nvPr/>
          </p:nvGrpSpPr>
          <p:grpSpPr>
            <a:xfrm>
              <a:off x="96675" y="2823075"/>
              <a:ext cx="9144000" cy="135700"/>
              <a:chOff x="96675" y="2823075"/>
              <a:chExt cx="9144000" cy="135700"/>
            </a:xfrm>
          </p:grpSpPr>
          <p:grpSp>
            <p:nvGrpSpPr>
              <p:cNvPr id="161" name="Google Shape;161;p8"/>
              <p:cNvGrpSpPr/>
              <p:nvPr/>
            </p:nvGrpSpPr>
            <p:grpSpPr>
              <a:xfrm>
                <a:off x="96675" y="2823075"/>
                <a:ext cx="9144000" cy="135700"/>
                <a:chOff x="-584175" y="4743925"/>
                <a:chExt cx="9144000" cy="135700"/>
              </a:xfrm>
            </p:grpSpPr>
            <p:sp>
              <p:nvSpPr>
                <p:cNvPr id="162" name="Google Shape;162;p8"/>
                <p:cNvSpPr/>
                <p:nvPr/>
              </p:nvSpPr>
              <p:spPr>
                <a:xfrm>
                  <a:off x="-584175" y="4743925"/>
                  <a:ext cx="91440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 name="Google Shape;163;p8"/>
                <p:cNvGrpSpPr/>
                <p:nvPr/>
              </p:nvGrpSpPr>
              <p:grpSpPr>
                <a:xfrm>
                  <a:off x="-450100" y="4750325"/>
                  <a:ext cx="3095500" cy="129300"/>
                  <a:chOff x="-450100" y="4750325"/>
                  <a:chExt cx="3095500" cy="129300"/>
                </a:xfrm>
              </p:grpSpPr>
              <p:sp>
                <p:nvSpPr>
                  <p:cNvPr id="164" name="Google Shape;164;p8"/>
                  <p:cNvSpPr/>
                  <p:nvPr/>
                </p:nvSpPr>
                <p:spPr>
                  <a:xfrm rot="5400000">
                    <a:off x="-4970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8"/>
                  <p:cNvSpPr/>
                  <p:nvPr/>
                </p:nvSpPr>
                <p:spPr>
                  <a:xfrm rot="5400000">
                    <a:off x="-112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8"/>
                  <p:cNvSpPr/>
                  <p:nvPr/>
                </p:nvSpPr>
                <p:spPr>
                  <a:xfrm rot="5400000">
                    <a:off x="2718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8"/>
                  <p:cNvSpPr/>
                  <p:nvPr/>
                </p:nvSpPr>
                <p:spPr>
                  <a:xfrm rot="5400000">
                    <a:off x="6485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8"/>
                  <p:cNvSpPr/>
                  <p:nvPr/>
                </p:nvSpPr>
                <p:spPr>
                  <a:xfrm rot="5400000">
                    <a:off x="10253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8"/>
                  <p:cNvSpPr/>
                  <p:nvPr/>
                </p:nvSpPr>
                <p:spPr>
                  <a:xfrm rot="5400000">
                    <a:off x="14097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8"/>
                  <p:cNvSpPr/>
                  <p:nvPr/>
                </p:nvSpPr>
                <p:spPr>
                  <a:xfrm rot="5400000">
                    <a:off x="17942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8"/>
                  <p:cNvSpPr/>
                  <p:nvPr/>
                </p:nvSpPr>
                <p:spPr>
                  <a:xfrm rot="5400000">
                    <a:off x="2178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8"/>
                  <p:cNvSpPr/>
                  <p:nvPr/>
                </p:nvSpPr>
                <p:spPr>
                  <a:xfrm rot="5400000">
                    <a:off x="25630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3" name="Google Shape;173;p8"/>
              <p:cNvGrpSpPr/>
              <p:nvPr/>
            </p:nvGrpSpPr>
            <p:grpSpPr>
              <a:xfrm>
                <a:off x="3677725" y="2826275"/>
                <a:ext cx="2711075" cy="129300"/>
                <a:chOff x="-65675" y="4750325"/>
                <a:chExt cx="2711075" cy="129300"/>
              </a:xfrm>
            </p:grpSpPr>
            <p:sp>
              <p:nvSpPr>
                <p:cNvPr id="174" name="Google Shape;174;p8"/>
                <p:cNvSpPr/>
                <p:nvPr/>
              </p:nvSpPr>
              <p:spPr>
                <a:xfrm rot="5400000">
                  <a:off x="-112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8"/>
                <p:cNvSpPr/>
                <p:nvPr/>
              </p:nvSpPr>
              <p:spPr>
                <a:xfrm rot="5400000">
                  <a:off x="2718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8"/>
                <p:cNvSpPr/>
                <p:nvPr/>
              </p:nvSpPr>
              <p:spPr>
                <a:xfrm rot="5400000">
                  <a:off x="6485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8"/>
                <p:cNvSpPr/>
                <p:nvPr/>
              </p:nvSpPr>
              <p:spPr>
                <a:xfrm rot="5400000">
                  <a:off x="10253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8"/>
                <p:cNvSpPr/>
                <p:nvPr/>
              </p:nvSpPr>
              <p:spPr>
                <a:xfrm rot="5400000">
                  <a:off x="14097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8"/>
                <p:cNvSpPr/>
                <p:nvPr/>
              </p:nvSpPr>
              <p:spPr>
                <a:xfrm rot="5400000">
                  <a:off x="17942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8"/>
                <p:cNvSpPr/>
                <p:nvPr/>
              </p:nvSpPr>
              <p:spPr>
                <a:xfrm rot="5400000">
                  <a:off x="2178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8"/>
                <p:cNvSpPr/>
                <p:nvPr/>
              </p:nvSpPr>
              <p:spPr>
                <a:xfrm rot="5400000">
                  <a:off x="25630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2" name="Google Shape;182;p8"/>
            <p:cNvGrpSpPr/>
            <p:nvPr/>
          </p:nvGrpSpPr>
          <p:grpSpPr>
            <a:xfrm>
              <a:off x="6356775" y="2826275"/>
              <a:ext cx="2711075" cy="129300"/>
              <a:chOff x="-65675" y="4750325"/>
              <a:chExt cx="2711075" cy="129300"/>
            </a:xfrm>
          </p:grpSpPr>
          <p:sp>
            <p:nvSpPr>
              <p:cNvPr id="183" name="Google Shape;183;p8"/>
              <p:cNvSpPr/>
              <p:nvPr/>
            </p:nvSpPr>
            <p:spPr>
              <a:xfrm rot="5400000">
                <a:off x="-112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8"/>
              <p:cNvSpPr/>
              <p:nvPr/>
            </p:nvSpPr>
            <p:spPr>
              <a:xfrm rot="5400000">
                <a:off x="2718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8"/>
              <p:cNvSpPr/>
              <p:nvPr/>
            </p:nvSpPr>
            <p:spPr>
              <a:xfrm rot="5400000">
                <a:off x="6485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8"/>
              <p:cNvSpPr/>
              <p:nvPr/>
            </p:nvSpPr>
            <p:spPr>
              <a:xfrm rot="5400000">
                <a:off x="10253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8"/>
              <p:cNvSpPr/>
              <p:nvPr/>
            </p:nvSpPr>
            <p:spPr>
              <a:xfrm rot="5400000">
                <a:off x="14097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8"/>
              <p:cNvSpPr/>
              <p:nvPr/>
            </p:nvSpPr>
            <p:spPr>
              <a:xfrm rot="5400000">
                <a:off x="17942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8"/>
              <p:cNvSpPr/>
              <p:nvPr/>
            </p:nvSpPr>
            <p:spPr>
              <a:xfrm rot="5400000">
                <a:off x="2178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8"/>
              <p:cNvSpPr/>
              <p:nvPr/>
            </p:nvSpPr>
            <p:spPr>
              <a:xfrm rot="5400000">
                <a:off x="25630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1" name="Google Shape;191;p8"/>
          <p:cNvSpPr/>
          <p:nvPr/>
        </p:nvSpPr>
        <p:spPr>
          <a:xfrm flipH="1">
            <a:off x="-405925" y="4613500"/>
            <a:ext cx="4040700" cy="576350"/>
          </a:xfrm>
          <a:custGeom>
            <a:rect b="b" l="l" r="r" t="t"/>
            <a:pathLst>
              <a:path extrusionOk="0" h="23054" w="161628">
                <a:moveTo>
                  <a:pt x="1" y="23053"/>
                </a:moveTo>
                <a:cubicBezTo>
                  <a:pt x="1" y="23053"/>
                  <a:pt x="8476" y="16056"/>
                  <a:pt x="24687" y="13830"/>
                </a:cubicBezTo>
                <a:cubicBezTo>
                  <a:pt x="40898" y="11595"/>
                  <a:pt x="49993" y="5839"/>
                  <a:pt x="59864" y="4698"/>
                </a:cubicBezTo>
                <a:cubicBezTo>
                  <a:pt x="69735" y="3558"/>
                  <a:pt x="134962" y="0"/>
                  <a:pt x="161628" y="1670"/>
                </a:cubicBezTo>
                <a:lnTo>
                  <a:pt x="161628" y="2305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8"/>
          <p:cNvSpPr/>
          <p:nvPr/>
        </p:nvSpPr>
        <p:spPr>
          <a:xfrm flipH="1">
            <a:off x="-405925" y="4686025"/>
            <a:ext cx="3418975" cy="503825"/>
          </a:xfrm>
          <a:custGeom>
            <a:rect b="b" l="l" r="r" t="t"/>
            <a:pathLst>
              <a:path extrusionOk="0" h="20153" w="136759">
                <a:moveTo>
                  <a:pt x="0" y="20152"/>
                </a:moveTo>
                <a:cubicBezTo>
                  <a:pt x="0" y="20152"/>
                  <a:pt x="7171" y="14040"/>
                  <a:pt x="20882" y="12088"/>
                </a:cubicBezTo>
                <a:cubicBezTo>
                  <a:pt x="34603" y="10136"/>
                  <a:pt x="42293" y="5100"/>
                  <a:pt x="50650" y="4106"/>
                </a:cubicBezTo>
                <a:cubicBezTo>
                  <a:pt x="59006" y="3111"/>
                  <a:pt x="114198" y="0"/>
                  <a:pt x="136759" y="1460"/>
                </a:cubicBezTo>
                <a:lnTo>
                  <a:pt x="136759" y="20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 name="Google Shape;193;p8"/>
          <p:cNvGrpSpPr/>
          <p:nvPr/>
        </p:nvGrpSpPr>
        <p:grpSpPr>
          <a:xfrm>
            <a:off x="-406625" y="3364043"/>
            <a:ext cx="1798152" cy="1952415"/>
            <a:chOff x="-2377825" y="2323013"/>
            <a:chExt cx="1980125" cy="2150000"/>
          </a:xfrm>
        </p:grpSpPr>
        <p:sp>
          <p:nvSpPr>
            <p:cNvPr id="194" name="Google Shape;194;p8"/>
            <p:cNvSpPr/>
            <p:nvPr/>
          </p:nvSpPr>
          <p:spPr>
            <a:xfrm>
              <a:off x="-1290850" y="3173013"/>
              <a:ext cx="881050" cy="1037275"/>
            </a:xfrm>
            <a:custGeom>
              <a:rect b="b" l="l" r="r" t="t"/>
              <a:pathLst>
                <a:path extrusionOk="0" h="41491" w="35242">
                  <a:moveTo>
                    <a:pt x="35242" y="0"/>
                  </a:moveTo>
                  <a:cubicBezTo>
                    <a:pt x="35242" y="0"/>
                    <a:pt x="33517" y="8129"/>
                    <a:pt x="26630" y="14715"/>
                  </a:cubicBezTo>
                  <a:cubicBezTo>
                    <a:pt x="26101" y="15217"/>
                    <a:pt x="25663" y="15801"/>
                    <a:pt x="25353" y="16430"/>
                  </a:cubicBezTo>
                  <a:cubicBezTo>
                    <a:pt x="23674" y="19915"/>
                    <a:pt x="17699" y="32012"/>
                    <a:pt x="11413" y="41490"/>
                  </a:cubicBezTo>
                  <a:lnTo>
                    <a:pt x="1" y="41490"/>
                  </a:lnTo>
                  <a:cubicBezTo>
                    <a:pt x="1" y="41490"/>
                    <a:pt x="11577" y="27049"/>
                    <a:pt x="20727" y="12854"/>
                  </a:cubicBezTo>
                  <a:cubicBezTo>
                    <a:pt x="21256" y="12042"/>
                    <a:pt x="21986" y="11331"/>
                    <a:pt x="22862" y="10774"/>
                  </a:cubicBezTo>
                  <a:cubicBezTo>
                    <a:pt x="25289" y="9251"/>
                    <a:pt x="30662" y="5538"/>
                    <a:pt x="35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8"/>
            <p:cNvSpPr/>
            <p:nvPr/>
          </p:nvSpPr>
          <p:spPr>
            <a:xfrm>
              <a:off x="-2168450" y="2842538"/>
              <a:ext cx="735775" cy="1144925"/>
            </a:xfrm>
            <a:custGeom>
              <a:rect b="b" l="l" r="r" t="t"/>
              <a:pathLst>
                <a:path extrusionOk="0" h="45797" w="29431">
                  <a:moveTo>
                    <a:pt x="29430" y="1"/>
                  </a:moveTo>
                  <a:cubicBezTo>
                    <a:pt x="29430" y="1"/>
                    <a:pt x="28801" y="8293"/>
                    <a:pt x="22844" y="15728"/>
                  </a:cubicBezTo>
                  <a:cubicBezTo>
                    <a:pt x="22388" y="16303"/>
                    <a:pt x="22032" y="16932"/>
                    <a:pt x="21813" y="17598"/>
                  </a:cubicBezTo>
                  <a:cubicBezTo>
                    <a:pt x="20609" y="21275"/>
                    <a:pt x="16284" y="34056"/>
                    <a:pt x="11313" y="44282"/>
                  </a:cubicBezTo>
                  <a:lnTo>
                    <a:pt x="0" y="45796"/>
                  </a:lnTo>
                  <a:cubicBezTo>
                    <a:pt x="0" y="45796"/>
                    <a:pt x="9561" y="29959"/>
                    <a:pt x="16750" y="14670"/>
                  </a:cubicBezTo>
                  <a:cubicBezTo>
                    <a:pt x="17160" y="13794"/>
                    <a:pt x="17790" y="12991"/>
                    <a:pt x="18593" y="12325"/>
                  </a:cubicBezTo>
                  <a:cubicBezTo>
                    <a:pt x="20800" y="10492"/>
                    <a:pt x="25626" y="6104"/>
                    <a:pt x="29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8"/>
            <p:cNvSpPr/>
            <p:nvPr/>
          </p:nvSpPr>
          <p:spPr>
            <a:xfrm>
              <a:off x="-1204875" y="3847163"/>
              <a:ext cx="807175" cy="369950"/>
            </a:xfrm>
            <a:custGeom>
              <a:rect b="b" l="l" r="r" t="t"/>
              <a:pathLst>
                <a:path extrusionOk="0" h="14798" w="32287">
                  <a:moveTo>
                    <a:pt x="32286" y="1"/>
                  </a:moveTo>
                  <a:cubicBezTo>
                    <a:pt x="32286" y="1"/>
                    <a:pt x="15482" y="3358"/>
                    <a:pt x="9461" y="6733"/>
                  </a:cubicBezTo>
                  <a:cubicBezTo>
                    <a:pt x="3440" y="10109"/>
                    <a:pt x="1" y="14798"/>
                    <a:pt x="1" y="14798"/>
                  </a:cubicBezTo>
                  <a:lnTo>
                    <a:pt x="15172" y="14798"/>
                  </a:lnTo>
                  <a:cubicBezTo>
                    <a:pt x="15172" y="14798"/>
                    <a:pt x="19067" y="6733"/>
                    <a:pt x="32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8"/>
            <p:cNvSpPr/>
            <p:nvPr/>
          </p:nvSpPr>
          <p:spPr>
            <a:xfrm>
              <a:off x="-1766825" y="3496863"/>
              <a:ext cx="594375" cy="805550"/>
            </a:xfrm>
            <a:custGeom>
              <a:rect b="b" l="l" r="r" t="t"/>
              <a:pathLst>
                <a:path extrusionOk="0" h="32222" w="23775">
                  <a:moveTo>
                    <a:pt x="1" y="32222"/>
                  </a:moveTo>
                  <a:cubicBezTo>
                    <a:pt x="1" y="32222"/>
                    <a:pt x="15983" y="29558"/>
                    <a:pt x="23774" y="1"/>
                  </a:cubicBezTo>
                  <a:cubicBezTo>
                    <a:pt x="23774" y="1"/>
                    <a:pt x="1150" y="14232"/>
                    <a:pt x="1" y="322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8"/>
            <p:cNvSpPr/>
            <p:nvPr/>
          </p:nvSpPr>
          <p:spPr>
            <a:xfrm>
              <a:off x="-1935825" y="2842538"/>
              <a:ext cx="349425" cy="1400350"/>
            </a:xfrm>
            <a:custGeom>
              <a:rect b="b" l="l" r="r" t="t"/>
              <a:pathLst>
                <a:path extrusionOk="0" h="56014" w="13977">
                  <a:moveTo>
                    <a:pt x="876" y="56014"/>
                  </a:moveTo>
                  <a:cubicBezTo>
                    <a:pt x="9096" y="39119"/>
                    <a:pt x="11970" y="24805"/>
                    <a:pt x="12937" y="15774"/>
                  </a:cubicBezTo>
                  <a:cubicBezTo>
                    <a:pt x="13977" y="5967"/>
                    <a:pt x="13083" y="247"/>
                    <a:pt x="13046" y="1"/>
                  </a:cubicBezTo>
                  <a:lnTo>
                    <a:pt x="12079" y="156"/>
                  </a:lnTo>
                  <a:cubicBezTo>
                    <a:pt x="12088" y="220"/>
                    <a:pt x="13000" y="6022"/>
                    <a:pt x="11960" y="15719"/>
                  </a:cubicBezTo>
                  <a:cubicBezTo>
                    <a:pt x="11003" y="24659"/>
                    <a:pt x="8156" y="38836"/>
                    <a:pt x="1" y="5558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8"/>
            <p:cNvSpPr/>
            <p:nvPr/>
          </p:nvSpPr>
          <p:spPr>
            <a:xfrm>
              <a:off x="-1700225" y="2323013"/>
              <a:ext cx="64325" cy="104025"/>
            </a:xfrm>
            <a:custGeom>
              <a:rect b="b" l="l" r="r" t="t"/>
              <a:pathLst>
                <a:path extrusionOk="0" h="4161" w="2573">
                  <a:moveTo>
                    <a:pt x="1496" y="4096"/>
                  </a:moveTo>
                  <a:lnTo>
                    <a:pt x="1496" y="4096"/>
                  </a:lnTo>
                  <a:cubicBezTo>
                    <a:pt x="867" y="4160"/>
                    <a:pt x="311" y="3713"/>
                    <a:pt x="247" y="3084"/>
                  </a:cubicBezTo>
                  <a:lnTo>
                    <a:pt x="64" y="1314"/>
                  </a:lnTo>
                  <a:cubicBezTo>
                    <a:pt x="0" y="684"/>
                    <a:pt x="447" y="128"/>
                    <a:pt x="1077" y="64"/>
                  </a:cubicBezTo>
                  <a:cubicBezTo>
                    <a:pt x="1697" y="0"/>
                    <a:pt x="2254" y="456"/>
                    <a:pt x="2318" y="1077"/>
                  </a:cubicBezTo>
                  <a:lnTo>
                    <a:pt x="2509" y="2856"/>
                  </a:lnTo>
                  <a:cubicBezTo>
                    <a:pt x="2573" y="3476"/>
                    <a:pt x="2117" y="4032"/>
                    <a:pt x="1496" y="40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8"/>
            <p:cNvSpPr/>
            <p:nvPr/>
          </p:nvSpPr>
          <p:spPr>
            <a:xfrm>
              <a:off x="-1778000" y="2389838"/>
              <a:ext cx="277125" cy="525950"/>
            </a:xfrm>
            <a:custGeom>
              <a:rect b="b" l="l" r="r" t="t"/>
              <a:pathLst>
                <a:path extrusionOk="0" h="21038" w="11085">
                  <a:moveTo>
                    <a:pt x="6605" y="20772"/>
                  </a:moveTo>
                  <a:lnTo>
                    <a:pt x="6605" y="20772"/>
                  </a:lnTo>
                  <a:cubicBezTo>
                    <a:pt x="4005" y="21037"/>
                    <a:pt x="1688" y="19149"/>
                    <a:pt x="1424" y="16558"/>
                  </a:cubicBezTo>
                  <a:lnTo>
                    <a:pt x="274" y="5456"/>
                  </a:lnTo>
                  <a:cubicBezTo>
                    <a:pt x="1" y="2856"/>
                    <a:pt x="1889" y="538"/>
                    <a:pt x="4480" y="274"/>
                  </a:cubicBezTo>
                  <a:lnTo>
                    <a:pt x="4480" y="274"/>
                  </a:lnTo>
                  <a:cubicBezTo>
                    <a:pt x="7080" y="0"/>
                    <a:pt x="9397" y="1889"/>
                    <a:pt x="9671" y="4479"/>
                  </a:cubicBezTo>
                  <a:lnTo>
                    <a:pt x="10811" y="15591"/>
                  </a:lnTo>
                  <a:cubicBezTo>
                    <a:pt x="11085" y="18182"/>
                    <a:pt x="9196" y="20499"/>
                    <a:pt x="6605" y="207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8"/>
            <p:cNvSpPr/>
            <p:nvPr/>
          </p:nvSpPr>
          <p:spPr>
            <a:xfrm>
              <a:off x="-1813125" y="2385963"/>
              <a:ext cx="277125" cy="525925"/>
            </a:xfrm>
            <a:custGeom>
              <a:rect b="b" l="l" r="r" t="t"/>
              <a:pathLst>
                <a:path extrusionOk="0" h="21037" w="11085">
                  <a:moveTo>
                    <a:pt x="6605" y="20772"/>
                  </a:moveTo>
                  <a:lnTo>
                    <a:pt x="6605" y="20772"/>
                  </a:lnTo>
                  <a:cubicBezTo>
                    <a:pt x="4005" y="21037"/>
                    <a:pt x="1688" y="19158"/>
                    <a:pt x="1415" y="16558"/>
                  </a:cubicBezTo>
                  <a:lnTo>
                    <a:pt x="274" y="5455"/>
                  </a:lnTo>
                  <a:cubicBezTo>
                    <a:pt x="1" y="2865"/>
                    <a:pt x="1889" y="538"/>
                    <a:pt x="4480" y="274"/>
                  </a:cubicBezTo>
                  <a:lnTo>
                    <a:pt x="4480" y="274"/>
                  </a:lnTo>
                  <a:cubicBezTo>
                    <a:pt x="7080" y="0"/>
                    <a:pt x="9397" y="1888"/>
                    <a:pt x="9662" y="4488"/>
                  </a:cubicBezTo>
                  <a:lnTo>
                    <a:pt x="10811" y="15591"/>
                  </a:lnTo>
                  <a:cubicBezTo>
                    <a:pt x="11085" y="18182"/>
                    <a:pt x="9196" y="20508"/>
                    <a:pt x="6605" y="207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8"/>
            <p:cNvSpPr/>
            <p:nvPr/>
          </p:nvSpPr>
          <p:spPr>
            <a:xfrm>
              <a:off x="-2089075" y="3326263"/>
              <a:ext cx="531175" cy="998050"/>
            </a:xfrm>
            <a:custGeom>
              <a:rect b="b" l="l" r="r" t="t"/>
              <a:pathLst>
                <a:path extrusionOk="0" h="39922" w="21247">
                  <a:moveTo>
                    <a:pt x="10884" y="39922"/>
                  </a:moveTo>
                  <a:cubicBezTo>
                    <a:pt x="10884" y="39922"/>
                    <a:pt x="21247" y="27469"/>
                    <a:pt x="7837" y="1"/>
                  </a:cubicBezTo>
                  <a:cubicBezTo>
                    <a:pt x="7837" y="1"/>
                    <a:pt x="0" y="25553"/>
                    <a:pt x="10884" y="399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8"/>
            <p:cNvSpPr/>
            <p:nvPr/>
          </p:nvSpPr>
          <p:spPr>
            <a:xfrm>
              <a:off x="-1698850" y="3137213"/>
              <a:ext cx="374275" cy="1031100"/>
            </a:xfrm>
            <a:custGeom>
              <a:rect b="b" l="l" r="r" t="t"/>
              <a:pathLst>
                <a:path extrusionOk="0" h="41244" w="14971">
                  <a:moveTo>
                    <a:pt x="967" y="41244"/>
                  </a:moveTo>
                  <a:cubicBezTo>
                    <a:pt x="3604" y="13976"/>
                    <a:pt x="14852" y="766"/>
                    <a:pt x="14970" y="639"/>
                  </a:cubicBezTo>
                  <a:lnTo>
                    <a:pt x="14232" y="0"/>
                  </a:lnTo>
                  <a:cubicBezTo>
                    <a:pt x="14113" y="137"/>
                    <a:pt x="11294" y="3412"/>
                    <a:pt x="8110" y="10145"/>
                  </a:cubicBezTo>
                  <a:cubicBezTo>
                    <a:pt x="5173" y="16348"/>
                    <a:pt x="1387" y="26748"/>
                    <a:pt x="0" y="411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8"/>
            <p:cNvSpPr/>
            <p:nvPr/>
          </p:nvSpPr>
          <p:spPr>
            <a:xfrm>
              <a:off x="-1136450" y="2680613"/>
              <a:ext cx="87150" cy="103575"/>
            </a:xfrm>
            <a:custGeom>
              <a:rect b="b" l="l" r="r" t="t"/>
              <a:pathLst>
                <a:path extrusionOk="0" h="4143" w="3486">
                  <a:moveTo>
                    <a:pt x="730" y="3823"/>
                  </a:moveTo>
                  <a:lnTo>
                    <a:pt x="730" y="3823"/>
                  </a:lnTo>
                  <a:cubicBezTo>
                    <a:pt x="1278" y="4142"/>
                    <a:pt x="1971" y="3951"/>
                    <a:pt x="2281" y="3412"/>
                  </a:cubicBezTo>
                  <a:lnTo>
                    <a:pt x="3175" y="1862"/>
                  </a:lnTo>
                  <a:cubicBezTo>
                    <a:pt x="3486" y="1323"/>
                    <a:pt x="3303" y="630"/>
                    <a:pt x="2756" y="311"/>
                  </a:cubicBezTo>
                  <a:cubicBezTo>
                    <a:pt x="2217" y="1"/>
                    <a:pt x="1524" y="183"/>
                    <a:pt x="1205" y="730"/>
                  </a:cubicBezTo>
                  <a:lnTo>
                    <a:pt x="320" y="2272"/>
                  </a:lnTo>
                  <a:cubicBezTo>
                    <a:pt x="1" y="2819"/>
                    <a:pt x="192" y="3513"/>
                    <a:pt x="730" y="38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8"/>
            <p:cNvSpPr/>
            <p:nvPr/>
          </p:nvSpPr>
          <p:spPr>
            <a:xfrm>
              <a:off x="-1437050" y="2718463"/>
              <a:ext cx="409200" cy="511600"/>
            </a:xfrm>
            <a:custGeom>
              <a:rect b="b" l="l" r="r" t="t"/>
              <a:pathLst>
                <a:path extrusionOk="0" h="20464" w="16368">
                  <a:moveTo>
                    <a:pt x="3030" y="19159"/>
                  </a:moveTo>
                  <a:lnTo>
                    <a:pt x="3030" y="19159"/>
                  </a:lnTo>
                  <a:cubicBezTo>
                    <a:pt x="5292" y="20463"/>
                    <a:pt x="8175" y="19688"/>
                    <a:pt x="9479" y="17425"/>
                  </a:cubicBezTo>
                  <a:lnTo>
                    <a:pt x="15063" y="7755"/>
                  </a:lnTo>
                  <a:cubicBezTo>
                    <a:pt x="16367" y="5502"/>
                    <a:pt x="15592" y="2610"/>
                    <a:pt x="13338" y="1305"/>
                  </a:cubicBezTo>
                  <a:lnTo>
                    <a:pt x="13338" y="1305"/>
                  </a:lnTo>
                  <a:cubicBezTo>
                    <a:pt x="11076" y="1"/>
                    <a:pt x="8193" y="776"/>
                    <a:pt x="6889" y="3039"/>
                  </a:cubicBezTo>
                  <a:lnTo>
                    <a:pt x="1306" y="12700"/>
                  </a:lnTo>
                  <a:cubicBezTo>
                    <a:pt x="1" y="14962"/>
                    <a:pt x="776" y="17854"/>
                    <a:pt x="3030" y="191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8"/>
            <p:cNvSpPr/>
            <p:nvPr/>
          </p:nvSpPr>
          <p:spPr>
            <a:xfrm>
              <a:off x="-1464400" y="2681988"/>
              <a:ext cx="409175" cy="511575"/>
            </a:xfrm>
            <a:custGeom>
              <a:rect b="b" l="l" r="r" t="t"/>
              <a:pathLst>
                <a:path extrusionOk="0" h="20463" w="16367">
                  <a:moveTo>
                    <a:pt x="3029" y="19158"/>
                  </a:moveTo>
                  <a:lnTo>
                    <a:pt x="3029" y="19158"/>
                  </a:lnTo>
                  <a:cubicBezTo>
                    <a:pt x="5291" y="20462"/>
                    <a:pt x="8183" y="19687"/>
                    <a:pt x="9479" y="17425"/>
                  </a:cubicBezTo>
                  <a:lnTo>
                    <a:pt x="15062" y="7764"/>
                  </a:lnTo>
                  <a:cubicBezTo>
                    <a:pt x="16366" y="5501"/>
                    <a:pt x="15591" y="2609"/>
                    <a:pt x="13338" y="1305"/>
                  </a:cubicBezTo>
                  <a:lnTo>
                    <a:pt x="13338" y="1305"/>
                  </a:lnTo>
                  <a:cubicBezTo>
                    <a:pt x="11075" y="0"/>
                    <a:pt x="8192" y="776"/>
                    <a:pt x="6888" y="3038"/>
                  </a:cubicBezTo>
                  <a:lnTo>
                    <a:pt x="1305" y="12708"/>
                  </a:lnTo>
                  <a:cubicBezTo>
                    <a:pt x="0" y="14961"/>
                    <a:pt x="776" y="17853"/>
                    <a:pt x="3029" y="1915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8"/>
            <p:cNvSpPr/>
            <p:nvPr/>
          </p:nvSpPr>
          <p:spPr>
            <a:xfrm>
              <a:off x="-1591450" y="3526738"/>
              <a:ext cx="565175" cy="946275"/>
            </a:xfrm>
            <a:custGeom>
              <a:rect b="b" l="l" r="r" t="t"/>
              <a:pathLst>
                <a:path extrusionOk="0" h="37851" w="22607">
                  <a:moveTo>
                    <a:pt x="931" y="37851"/>
                  </a:moveTo>
                  <a:cubicBezTo>
                    <a:pt x="8850" y="11623"/>
                    <a:pt x="22470" y="876"/>
                    <a:pt x="22607" y="767"/>
                  </a:cubicBezTo>
                  <a:lnTo>
                    <a:pt x="22014" y="1"/>
                  </a:lnTo>
                  <a:cubicBezTo>
                    <a:pt x="21868" y="110"/>
                    <a:pt x="18465" y="2765"/>
                    <a:pt x="14022" y="8749"/>
                  </a:cubicBezTo>
                  <a:cubicBezTo>
                    <a:pt x="9936" y="14250"/>
                    <a:pt x="4188" y="23720"/>
                    <a:pt x="1" y="375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8"/>
            <p:cNvSpPr/>
            <p:nvPr/>
          </p:nvSpPr>
          <p:spPr>
            <a:xfrm>
              <a:off x="-762875" y="3130138"/>
              <a:ext cx="92850" cy="96950"/>
            </a:xfrm>
            <a:custGeom>
              <a:rect b="b" l="l" r="r" t="t"/>
              <a:pathLst>
                <a:path extrusionOk="0" h="3878" w="3714">
                  <a:moveTo>
                    <a:pt x="521" y="3467"/>
                  </a:moveTo>
                  <a:lnTo>
                    <a:pt x="521" y="3467"/>
                  </a:lnTo>
                  <a:cubicBezTo>
                    <a:pt x="995" y="3877"/>
                    <a:pt x="1707" y="3832"/>
                    <a:pt x="2126" y="3357"/>
                  </a:cubicBezTo>
                  <a:lnTo>
                    <a:pt x="3303" y="2016"/>
                  </a:lnTo>
                  <a:cubicBezTo>
                    <a:pt x="3714" y="1551"/>
                    <a:pt x="3668" y="830"/>
                    <a:pt x="3194" y="420"/>
                  </a:cubicBezTo>
                  <a:cubicBezTo>
                    <a:pt x="2728" y="0"/>
                    <a:pt x="2008" y="46"/>
                    <a:pt x="1597" y="520"/>
                  </a:cubicBezTo>
                  <a:lnTo>
                    <a:pt x="420" y="1861"/>
                  </a:lnTo>
                  <a:cubicBezTo>
                    <a:pt x="1" y="2336"/>
                    <a:pt x="46" y="3047"/>
                    <a:pt x="521" y="34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8"/>
            <p:cNvSpPr/>
            <p:nvPr/>
          </p:nvSpPr>
          <p:spPr>
            <a:xfrm>
              <a:off x="-1124575" y="3151788"/>
              <a:ext cx="447700" cy="473275"/>
            </a:xfrm>
            <a:custGeom>
              <a:rect b="b" l="l" r="r" t="t"/>
              <a:pathLst>
                <a:path extrusionOk="0" h="18931" w="17908">
                  <a:moveTo>
                    <a:pt x="2153" y="17206"/>
                  </a:moveTo>
                  <a:lnTo>
                    <a:pt x="2153" y="17206"/>
                  </a:lnTo>
                  <a:cubicBezTo>
                    <a:pt x="4114" y="18930"/>
                    <a:pt x="7097" y="18739"/>
                    <a:pt x="8822" y="16778"/>
                  </a:cubicBezTo>
                  <a:lnTo>
                    <a:pt x="16184" y="8394"/>
                  </a:lnTo>
                  <a:cubicBezTo>
                    <a:pt x="17908" y="6432"/>
                    <a:pt x="17716" y="3449"/>
                    <a:pt x="15755" y="1725"/>
                  </a:cubicBezTo>
                  <a:lnTo>
                    <a:pt x="15755" y="1725"/>
                  </a:lnTo>
                  <a:cubicBezTo>
                    <a:pt x="13794" y="1"/>
                    <a:pt x="10810" y="202"/>
                    <a:pt x="9086" y="2154"/>
                  </a:cubicBezTo>
                  <a:lnTo>
                    <a:pt x="1724" y="10547"/>
                  </a:lnTo>
                  <a:cubicBezTo>
                    <a:pt x="0" y="12508"/>
                    <a:pt x="192" y="15491"/>
                    <a:pt x="2153" y="172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8"/>
            <p:cNvSpPr/>
            <p:nvPr/>
          </p:nvSpPr>
          <p:spPr>
            <a:xfrm>
              <a:off x="-1144200" y="3110738"/>
              <a:ext cx="447725" cy="473275"/>
            </a:xfrm>
            <a:custGeom>
              <a:rect b="b" l="l" r="r" t="t"/>
              <a:pathLst>
                <a:path extrusionOk="0" h="18931" w="17909">
                  <a:moveTo>
                    <a:pt x="2153" y="17206"/>
                  </a:moveTo>
                  <a:lnTo>
                    <a:pt x="2153" y="17206"/>
                  </a:lnTo>
                  <a:cubicBezTo>
                    <a:pt x="4115" y="18930"/>
                    <a:pt x="7098" y="18739"/>
                    <a:pt x="8813" y="16777"/>
                  </a:cubicBezTo>
                  <a:lnTo>
                    <a:pt x="16184" y="8394"/>
                  </a:lnTo>
                  <a:cubicBezTo>
                    <a:pt x="17908" y="6432"/>
                    <a:pt x="17708" y="3449"/>
                    <a:pt x="15755" y="1725"/>
                  </a:cubicBezTo>
                  <a:lnTo>
                    <a:pt x="15755" y="1725"/>
                  </a:lnTo>
                  <a:cubicBezTo>
                    <a:pt x="13794" y="1"/>
                    <a:pt x="10811" y="192"/>
                    <a:pt x="9087" y="2154"/>
                  </a:cubicBezTo>
                  <a:lnTo>
                    <a:pt x="1716" y="10547"/>
                  </a:lnTo>
                  <a:cubicBezTo>
                    <a:pt x="0" y="12508"/>
                    <a:pt x="192" y="15491"/>
                    <a:pt x="2153" y="172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8"/>
            <p:cNvSpPr/>
            <p:nvPr/>
          </p:nvSpPr>
          <p:spPr>
            <a:xfrm>
              <a:off x="-2377825" y="3001288"/>
              <a:ext cx="685375" cy="564700"/>
            </a:xfrm>
            <a:custGeom>
              <a:rect b="b" l="l" r="r" t="t"/>
              <a:pathLst>
                <a:path extrusionOk="0" h="22588" w="27415">
                  <a:moveTo>
                    <a:pt x="27415" y="0"/>
                  </a:moveTo>
                  <a:cubicBezTo>
                    <a:pt x="27415" y="0"/>
                    <a:pt x="12034" y="7554"/>
                    <a:pt x="7080" y="12361"/>
                  </a:cubicBezTo>
                  <a:cubicBezTo>
                    <a:pt x="2126" y="17169"/>
                    <a:pt x="1" y="22588"/>
                    <a:pt x="1" y="22588"/>
                  </a:cubicBezTo>
                  <a:lnTo>
                    <a:pt x="14661" y="18692"/>
                  </a:lnTo>
                  <a:cubicBezTo>
                    <a:pt x="14661" y="18692"/>
                    <a:pt x="16358" y="9898"/>
                    <a:pt x="27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8"/>
            <p:cNvSpPr/>
            <p:nvPr/>
          </p:nvSpPr>
          <p:spPr>
            <a:xfrm>
              <a:off x="-702900" y="4070213"/>
              <a:ext cx="161050" cy="146900"/>
            </a:xfrm>
            <a:custGeom>
              <a:rect b="b" l="l" r="r" t="t"/>
              <a:pathLst>
                <a:path extrusionOk="0" h="5876" w="6442">
                  <a:moveTo>
                    <a:pt x="1" y="5876"/>
                  </a:moveTo>
                  <a:cubicBezTo>
                    <a:pt x="1" y="5876"/>
                    <a:pt x="4617" y="4015"/>
                    <a:pt x="6323" y="1"/>
                  </a:cubicBezTo>
                  <a:cubicBezTo>
                    <a:pt x="6323" y="1"/>
                    <a:pt x="6442" y="3969"/>
                    <a:pt x="4745" y="58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8"/>
            <p:cNvSpPr/>
            <p:nvPr/>
          </p:nvSpPr>
          <p:spPr>
            <a:xfrm>
              <a:off x="-1483575" y="4070213"/>
              <a:ext cx="161275" cy="146900"/>
            </a:xfrm>
            <a:custGeom>
              <a:rect b="b" l="l" r="r" t="t"/>
              <a:pathLst>
                <a:path extrusionOk="0" h="5876" w="6451">
                  <a:moveTo>
                    <a:pt x="1" y="5876"/>
                  </a:moveTo>
                  <a:cubicBezTo>
                    <a:pt x="1" y="5876"/>
                    <a:pt x="4626" y="4015"/>
                    <a:pt x="6332" y="1"/>
                  </a:cubicBezTo>
                  <a:cubicBezTo>
                    <a:pt x="6332" y="1"/>
                    <a:pt x="6451" y="3969"/>
                    <a:pt x="4745" y="58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 name="Google Shape;214;p8"/>
          <p:cNvGrpSpPr/>
          <p:nvPr/>
        </p:nvGrpSpPr>
        <p:grpSpPr>
          <a:xfrm>
            <a:off x="5327375" y="2844138"/>
            <a:ext cx="4040700" cy="2352775"/>
            <a:chOff x="2429600" y="2087525"/>
            <a:chExt cx="4040700" cy="2352775"/>
          </a:xfrm>
        </p:grpSpPr>
        <p:sp>
          <p:nvSpPr>
            <p:cNvPr id="215" name="Google Shape;215;p8"/>
            <p:cNvSpPr/>
            <p:nvPr/>
          </p:nvSpPr>
          <p:spPr>
            <a:xfrm>
              <a:off x="5384900" y="2583125"/>
              <a:ext cx="20775" cy="20550"/>
            </a:xfrm>
            <a:custGeom>
              <a:rect b="b" l="l" r="r" t="t"/>
              <a:pathLst>
                <a:path extrusionOk="0" h="822" w="831">
                  <a:moveTo>
                    <a:pt x="411" y="0"/>
                  </a:moveTo>
                  <a:cubicBezTo>
                    <a:pt x="192" y="0"/>
                    <a:pt x="1" y="183"/>
                    <a:pt x="1" y="411"/>
                  </a:cubicBezTo>
                  <a:cubicBezTo>
                    <a:pt x="1" y="639"/>
                    <a:pt x="192" y="821"/>
                    <a:pt x="411" y="821"/>
                  </a:cubicBezTo>
                  <a:cubicBezTo>
                    <a:pt x="639" y="821"/>
                    <a:pt x="831" y="639"/>
                    <a:pt x="831" y="411"/>
                  </a:cubicBezTo>
                  <a:cubicBezTo>
                    <a:pt x="831" y="183"/>
                    <a:pt x="639" y="0"/>
                    <a:pt x="411" y="0"/>
                  </a:cubicBezTo>
                  <a:close/>
                </a:path>
              </a:pathLst>
            </a:custGeom>
            <a:solidFill>
              <a:srgbClr val="DFA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8"/>
            <p:cNvSpPr/>
            <p:nvPr/>
          </p:nvSpPr>
          <p:spPr>
            <a:xfrm>
              <a:off x="5721750" y="2629875"/>
              <a:ext cx="20550" cy="20550"/>
            </a:xfrm>
            <a:custGeom>
              <a:rect b="b" l="l" r="r" t="t"/>
              <a:pathLst>
                <a:path extrusionOk="0" h="822" w="822">
                  <a:moveTo>
                    <a:pt x="411" y="1"/>
                  </a:moveTo>
                  <a:cubicBezTo>
                    <a:pt x="183" y="1"/>
                    <a:pt x="1" y="183"/>
                    <a:pt x="1" y="411"/>
                  </a:cubicBezTo>
                  <a:cubicBezTo>
                    <a:pt x="1" y="639"/>
                    <a:pt x="183" y="822"/>
                    <a:pt x="411" y="822"/>
                  </a:cubicBezTo>
                  <a:cubicBezTo>
                    <a:pt x="630" y="822"/>
                    <a:pt x="822" y="639"/>
                    <a:pt x="822" y="411"/>
                  </a:cubicBezTo>
                  <a:cubicBezTo>
                    <a:pt x="822" y="183"/>
                    <a:pt x="630" y="1"/>
                    <a:pt x="411" y="1"/>
                  </a:cubicBezTo>
                  <a:close/>
                </a:path>
              </a:pathLst>
            </a:custGeom>
            <a:solidFill>
              <a:srgbClr val="DFA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8"/>
            <p:cNvSpPr/>
            <p:nvPr/>
          </p:nvSpPr>
          <p:spPr>
            <a:xfrm>
              <a:off x="5722000" y="2939125"/>
              <a:ext cx="86225" cy="188875"/>
            </a:xfrm>
            <a:custGeom>
              <a:rect b="b" l="l" r="r" t="t"/>
              <a:pathLst>
                <a:path extrusionOk="0" h="7555" w="3449">
                  <a:moveTo>
                    <a:pt x="3448" y="7554"/>
                  </a:moveTo>
                  <a:lnTo>
                    <a:pt x="1870" y="1"/>
                  </a:lnTo>
                  <a:lnTo>
                    <a:pt x="0" y="7554"/>
                  </a:lnTo>
                  <a:close/>
                </a:path>
              </a:pathLst>
            </a:custGeom>
            <a:solidFill>
              <a:srgbClr val="3444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8"/>
            <p:cNvSpPr/>
            <p:nvPr/>
          </p:nvSpPr>
          <p:spPr>
            <a:xfrm>
              <a:off x="5794050" y="2939125"/>
              <a:ext cx="86250" cy="188875"/>
            </a:xfrm>
            <a:custGeom>
              <a:rect b="b" l="l" r="r" t="t"/>
              <a:pathLst>
                <a:path extrusionOk="0" h="7555" w="3450">
                  <a:moveTo>
                    <a:pt x="3449" y="7554"/>
                  </a:moveTo>
                  <a:lnTo>
                    <a:pt x="1862" y="1"/>
                  </a:lnTo>
                  <a:lnTo>
                    <a:pt x="1" y="7554"/>
                  </a:lnTo>
                  <a:close/>
                </a:path>
              </a:pathLst>
            </a:custGeom>
            <a:solidFill>
              <a:srgbClr val="3444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8"/>
            <p:cNvSpPr/>
            <p:nvPr/>
          </p:nvSpPr>
          <p:spPr>
            <a:xfrm>
              <a:off x="5815050" y="3152600"/>
              <a:ext cx="86225" cy="188875"/>
            </a:xfrm>
            <a:custGeom>
              <a:rect b="b" l="l" r="r" t="t"/>
              <a:pathLst>
                <a:path extrusionOk="0" h="7555" w="3449">
                  <a:moveTo>
                    <a:pt x="3449" y="1"/>
                  </a:moveTo>
                  <a:lnTo>
                    <a:pt x="1870" y="7554"/>
                  </a:lnTo>
                  <a:lnTo>
                    <a:pt x="0" y="1"/>
                  </a:lnTo>
                  <a:close/>
                </a:path>
              </a:pathLst>
            </a:custGeom>
            <a:solidFill>
              <a:srgbClr val="3444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8"/>
            <p:cNvSpPr/>
            <p:nvPr/>
          </p:nvSpPr>
          <p:spPr>
            <a:xfrm>
              <a:off x="5887100" y="3152600"/>
              <a:ext cx="86250" cy="188875"/>
            </a:xfrm>
            <a:custGeom>
              <a:rect b="b" l="l" r="r" t="t"/>
              <a:pathLst>
                <a:path extrusionOk="0" h="7555" w="3450">
                  <a:moveTo>
                    <a:pt x="3449" y="1"/>
                  </a:moveTo>
                  <a:lnTo>
                    <a:pt x="1862" y="7554"/>
                  </a:lnTo>
                  <a:lnTo>
                    <a:pt x="1" y="1"/>
                  </a:lnTo>
                  <a:close/>
                </a:path>
              </a:pathLst>
            </a:custGeom>
            <a:solidFill>
              <a:srgbClr val="3444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8"/>
            <p:cNvSpPr/>
            <p:nvPr/>
          </p:nvSpPr>
          <p:spPr>
            <a:xfrm>
              <a:off x="2429600" y="3863950"/>
              <a:ext cx="4040700" cy="576350"/>
            </a:xfrm>
            <a:custGeom>
              <a:rect b="b" l="l" r="r" t="t"/>
              <a:pathLst>
                <a:path extrusionOk="0" h="23054" w="161628">
                  <a:moveTo>
                    <a:pt x="1" y="23053"/>
                  </a:moveTo>
                  <a:cubicBezTo>
                    <a:pt x="1" y="23053"/>
                    <a:pt x="8476" y="16056"/>
                    <a:pt x="24687" y="13830"/>
                  </a:cubicBezTo>
                  <a:cubicBezTo>
                    <a:pt x="40898" y="11595"/>
                    <a:pt x="49993" y="5839"/>
                    <a:pt x="59864" y="4698"/>
                  </a:cubicBezTo>
                  <a:cubicBezTo>
                    <a:pt x="69735" y="3558"/>
                    <a:pt x="134962" y="0"/>
                    <a:pt x="161628" y="1670"/>
                  </a:cubicBezTo>
                  <a:lnTo>
                    <a:pt x="161628" y="23053"/>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8"/>
            <p:cNvSpPr/>
            <p:nvPr/>
          </p:nvSpPr>
          <p:spPr>
            <a:xfrm>
              <a:off x="3051325" y="3936475"/>
              <a:ext cx="3418975" cy="503825"/>
            </a:xfrm>
            <a:custGeom>
              <a:rect b="b" l="l" r="r" t="t"/>
              <a:pathLst>
                <a:path extrusionOk="0" h="20153" w="136759">
                  <a:moveTo>
                    <a:pt x="0" y="20152"/>
                  </a:moveTo>
                  <a:cubicBezTo>
                    <a:pt x="0" y="20152"/>
                    <a:pt x="7171" y="14040"/>
                    <a:pt x="20882" y="12088"/>
                  </a:cubicBezTo>
                  <a:cubicBezTo>
                    <a:pt x="34603" y="10136"/>
                    <a:pt x="42293" y="5100"/>
                    <a:pt x="50650" y="4106"/>
                  </a:cubicBezTo>
                  <a:cubicBezTo>
                    <a:pt x="59006" y="3111"/>
                    <a:pt x="114198" y="0"/>
                    <a:pt x="136759" y="1460"/>
                  </a:cubicBezTo>
                  <a:lnTo>
                    <a:pt x="136759" y="20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8"/>
            <p:cNvSpPr/>
            <p:nvPr/>
          </p:nvSpPr>
          <p:spPr>
            <a:xfrm>
              <a:off x="5277025" y="2087525"/>
              <a:ext cx="270750" cy="329125"/>
            </a:xfrm>
            <a:custGeom>
              <a:rect b="b" l="l" r="r" t="t"/>
              <a:pathLst>
                <a:path extrusionOk="0" h="13165" w="10830">
                  <a:moveTo>
                    <a:pt x="8959" y="13028"/>
                  </a:moveTo>
                  <a:cubicBezTo>
                    <a:pt x="8868" y="13119"/>
                    <a:pt x="8804" y="13165"/>
                    <a:pt x="8804" y="13165"/>
                  </a:cubicBezTo>
                  <a:lnTo>
                    <a:pt x="7025" y="12572"/>
                  </a:lnTo>
                  <a:lnTo>
                    <a:pt x="6606" y="12426"/>
                  </a:lnTo>
                  <a:lnTo>
                    <a:pt x="6377" y="12353"/>
                  </a:lnTo>
                  <a:lnTo>
                    <a:pt x="6368" y="12353"/>
                  </a:lnTo>
                  <a:lnTo>
                    <a:pt x="5958" y="12207"/>
                  </a:lnTo>
                  <a:lnTo>
                    <a:pt x="3285" y="8786"/>
                  </a:lnTo>
                  <a:cubicBezTo>
                    <a:pt x="3285" y="8786"/>
                    <a:pt x="2044" y="6150"/>
                    <a:pt x="1962" y="5812"/>
                  </a:cubicBezTo>
                  <a:cubicBezTo>
                    <a:pt x="1889" y="5484"/>
                    <a:pt x="1086" y="3860"/>
                    <a:pt x="995" y="3632"/>
                  </a:cubicBezTo>
                  <a:cubicBezTo>
                    <a:pt x="904" y="3395"/>
                    <a:pt x="1168" y="3303"/>
                    <a:pt x="1168" y="3303"/>
                  </a:cubicBezTo>
                  <a:cubicBezTo>
                    <a:pt x="1168" y="3303"/>
                    <a:pt x="648" y="2291"/>
                    <a:pt x="484" y="1871"/>
                  </a:cubicBezTo>
                  <a:cubicBezTo>
                    <a:pt x="320" y="1442"/>
                    <a:pt x="621" y="1515"/>
                    <a:pt x="621" y="1515"/>
                  </a:cubicBezTo>
                  <a:cubicBezTo>
                    <a:pt x="621" y="1515"/>
                    <a:pt x="1" y="421"/>
                    <a:pt x="338" y="129"/>
                  </a:cubicBezTo>
                  <a:cubicBezTo>
                    <a:pt x="475" y="10"/>
                    <a:pt x="712" y="37"/>
                    <a:pt x="931" y="110"/>
                  </a:cubicBezTo>
                  <a:cubicBezTo>
                    <a:pt x="1269" y="220"/>
                    <a:pt x="1579" y="411"/>
                    <a:pt x="1579" y="411"/>
                  </a:cubicBezTo>
                  <a:cubicBezTo>
                    <a:pt x="1515" y="284"/>
                    <a:pt x="1542" y="183"/>
                    <a:pt x="1561" y="129"/>
                  </a:cubicBezTo>
                  <a:cubicBezTo>
                    <a:pt x="1570" y="101"/>
                    <a:pt x="1579" y="92"/>
                    <a:pt x="1579" y="92"/>
                  </a:cubicBezTo>
                  <a:cubicBezTo>
                    <a:pt x="1670" y="1"/>
                    <a:pt x="1862" y="37"/>
                    <a:pt x="2117" y="165"/>
                  </a:cubicBezTo>
                  <a:cubicBezTo>
                    <a:pt x="2126" y="165"/>
                    <a:pt x="2126" y="174"/>
                    <a:pt x="2145" y="174"/>
                  </a:cubicBezTo>
                  <a:cubicBezTo>
                    <a:pt x="2254" y="238"/>
                    <a:pt x="2391" y="320"/>
                    <a:pt x="2528" y="411"/>
                  </a:cubicBezTo>
                  <a:cubicBezTo>
                    <a:pt x="3741" y="1214"/>
                    <a:pt x="5666" y="3103"/>
                    <a:pt x="6049" y="3495"/>
                  </a:cubicBezTo>
                  <a:cubicBezTo>
                    <a:pt x="6569" y="4024"/>
                    <a:pt x="8211" y="6487"/>
                    <a:pt x="8804" y="5894"/>
                  </a:cubicBezTo>
                  <a:cubicBezTo>
                    <a:pt x="8813" y="5885"/>
                    <a:pt x="8813" y="5885"/>
                    <a:pt x="8813" y="5876"/>
                  </a:cubicBezTo>
                  <a:cubicBezTo>
                    <a:pt x="9388" y="5265"/>
                    <a:pt x="8804" y="3623"/>
                    <a:pt x="8804" y="2957"/>
                  </a:cubicBezTo>
                  <a:cubicBezTo>
                    <a:pt x="8804" y="2291"/>
                    <a:pt x="9662" y="2090"/>
                    <a:pt x="9662" y="2090"/>
                  </a:cubicBezTo>
                  <a:lnTo>
                    <a:pt x="9744" y="2309"/>
                  </a:lnTo>
                  <a:lnTo>
                    <a:pt x="10328" y="3714"/>
                  </a:lnTo>
                  <a:cubicBezTo>
                    <a:pt x="10437" y="3978"/>
                    <a:pt x="10474" y="4279"/>
                    <a:pt x="10419" y="4571"/>
                  </a:cubicBezTo>
                  <a:cubicBezTo>
                    <a:pt x="10291" y="5237"/>
                    <a:pt x="10118" y="6697"/>
                    <a:pt x="10446" y="8695"/>
                  </a:cubicBezTo>
                  <a:cubicBezTo>
                    <a:pt x="10829" y="11030"/>
                    <a:pt x="9434" y="12581"/>
                    <a:pt x="8959" y="13028"/>
                  </a:cubicBezTo>
                  <a:close/>
                </a:path>
              </a:pathLst>
            </a:custGeom>
            <a:solidFill>
              <a:srgbClr val="0034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8"/>
            <p:cNvSpPr/>
            <p:nvPr/>
          </p:nvSpPr>
          <p:spPr>
            <a:xfrm>
              <a:off x="5298000" y="2392700"/>
              <a:ext cx="634750" cy="511575"/>
            </a:xfrm>
            <a:custGeom>
              <a:rect b="b" l="l" r="r" t="t"/>
              <a:pathLst>
                <a:path extrusionOk="0" h="20463" w="25390">
                  <a:moveTo>
                    <a:pt x="21704" y="20444"/>
                  </a:moveTo>
                  <a:lnTo>
                    <a:pt x="21704" y="20444"/>
                  </a:lnTo>
                  <a:cubicBezTo>
                    <a:pt x="21585" y="20453"/>
                    <a:pt x="21476" y="20462"/>
                    <a:pt x="21366" y="20462"/>
                  </a:cubicBezTo>
                  <a:cubicBezTo>
                    <a:pt x="20299" y="20462"/>
                    <a:pt x="17325" y="19267"/>
                    <a:pt x="15336" y="18410"/>
                  </a:cubicBezTo>
                  <a:cubicBezTo>
                    <a:pt x="15272" y="18382"/>
                    <a:pt x="15209" y="18355"/>
                    <a:pt x="15145" y="18327"/>
                  </a:cubicBezTo>
                  <a:lnTo>
                    <a:pt x="15145" y="18327"/>
                  </a:lnTo>
                  <a:lnTo>
                    <a:pt x="15136" y="18318"/>
                  </a:lnTo>
                  <a:cubicBezTo>
                    <a:pt x="14141" y="17890"/>
                    <a:pt x="13448" y="17570"/>
                    <a:pt x="13448" y="17570"/>
                  </a:cubicBezTo>
                  <a:cubicBezTo>
                    <a:pt x="10638" y="16485"/>
                    <a:pt x="8412" y="15481"/>
                    <a:pt x="6642" y="14569"/>
                  </a:cubicBezTo>
                  <a:cubicBezTo>
                    <a:pt x="795" y="11568"/>
                    <a:pt x="1" y="9652"/>
                    <a:pt x="1" y="9652"/>
                  </a:cubicBezTo>
                  <a:cubicBezTo>
                    <a:pt x="1" y="4497"/>
                    <a:pt x="5119" y="0"/>
                    <a:pt x="5119" y="0"/>
                  </a:cubicBezTo>
                  <a:lnTo>
                    <a:pt x="5529" y="146"/>
                  </a:lnTo>
                  <a:lnTo>
                    <a:pt x="5538" y="146"/>
                  </a:lnTo>
                  <a:lnTo>
                    <a:pt x="5767" y="219"/>
                  </a:lnTo>
                  <a:lnTo>
                    <a:pt x="6186" y="365"/>
                  </a:lnTo>
                  <a:lnTo>
                    <a:pt x="7965" y="958"/>
                  </a:lnTo>
                  <a:cubicBezTo>
                    <a:pt x="7108" y="6295"/>
                    <a:pt x="6651" y="7116"/>
                    <a:pt x="6651" y="7116"/>
                  </a:cubicBezTo>
                  <a:cubicBezTo>
                    <a:pt x="6651" y="7116"/>
                    <a:pt x="9525" y="7991"/>
                    <a:pt x="12964" y="9250"/>
                  </a:cubicBezTo>
                  <a:cubicBezTo>
                    <a:pt x="13813" y="9570"/>
                    <a:pt x="14698" y="9907"/>
                    <a:pt x="15583" y="10254"/>
                  </a:cubicBezTo>
                  <a:cubicBezTo>
                    <a:pt x="15592" y="10254"/>
                    <a:pt x="15592" y="10263"/>
                    <a:pt x="15601" y="10263"/>
                  </a:cubicBezTo>
                  <a:cubicBezTo>
                    <a:pt x="16349" y="10564"/>
                    <a:pt x="17106" y="10874"/>
                    <a:pt x="17836" y="11194"/>
                  </a:cubicBezTo>
                  <a:lnTo>
                    <a:pt x="17836" y="11194"/>
                  </a:lnTo>
                  <a:cubicBezTo>
                    <a:pt x="19113" y="11759"/>
                    <a:pt x="20326" y="12334"/>
                    <a:pt x="21366" y="12918"/>
                  </a:cubicBezTo>
                  <a:cubicBezTo>
                    <a:pt x="21366" y="12918"/>
                    <a:pt x="21366" y="12918"/>
                    <a:pt x="21366" y="12927"/>
                  </a:cubicBezTo>
                  <a:cubicBezTo>
                    <a:pt x="21795" y="13164"/>
                    <a:pt x="22187" y="13401"/>
                    <a:pt x="22552" y="13638"/>
                  </a:cubicBezTo>
                  <a:cubicBezTo>
                    <a:pt x="23683" y="14386"/>
                    <a:pt x="24450" y="15125"/>
                    <a:pt x="24614" y="15791"/>
                  </a:cubicBezTo>
                  <a:cubicBezTo>
                    <a:pt x="25389" y="19030"/>
                    <a:pt x="23337" y="20289"/>
                    <a:pt x="21704" y="20444"/>
                  </a:cubicBezTo>
                  <a:close/>
                </a:path>
              </a:pathLst>
            </a:custGeom>
            <a:solidFill>
              <a:srgbClr val="0034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8"/>
            <p:cNvSpPr/>
            <p:nvPr/>
          </p:nvSpPr>
          <p:spPr>
            <a:xfrm>
              <a:off x="5291175" y="2087775"/>
              <a:ext cx="272550" cy="328875"/>
            </a:xfrm>
            <a:custGeom>
              <a:rect b="b" l="l" r="r" t="t"/>
              <a:pathLst>
                <a:path extrusionOk="0" h="13155" w="10902">
                  <a:moveTo>
                    <a:pt x="8804" y="13155"/>
                  </a:moveTo>
                  <a:lnTo>
                    <a:pt x="8393" y="13018"/>
                  </a:lnTo>
                  <a:lnTo>
                    <a:pt x="6550" y="12398"/>
                  </a:lnTo>
                  <a:lnTo>
                    <a:pt x="6277" y="12306"/>
                  </a:lnTo>
                  <a:lnTo>
                    <a:pt x="5957" y="12197"/>
                  </a:lnTo>
                  <a:lnTo>
                    <a:pt x="5957" y="12197"/>
                  </a:lnTo>
                  <a:lnTo>
                    <a:pt x="3284" y="8776"/>
                  </a:lnTo>
                  <a:cubicBezTo>
                    <a:pt x="3284" y="8776"/>
                    <a:pt x="2035" y="6140"/>
                    <a:pt x="1962" y="5802"/>
                  </a:cubicBezTo>
                  <a:cubicBezTo>
                    <a:pt x="1889" y="5474"/>
                    <a:pt x="1086" y="3850"/>
                    <a:pt x="995" y="3622"/>
                  </a:cubicBezTo>
                  <a:cubicBezTo>
                    <a:pt x="903" y="3385"/>
                    <a:pt x="1168" y="3293"/>
                    <a:pt x="1168" y="3293"/>
                  </a:cubicBezTo>
                  <a:cubicBezTo>
                    <a:pt x="1168" y="3293"/>
                    <a:pt x="648" y="2281"/>
                    <a:pt x="484" y="1861"/>
                  </a:cubicBezTo>
                  <a:cubicBezTo>
                    <a:pt x="320" y="1432"/>
                    <a:pt x="612" y="1505"/>
                    <a:pt x="612" y="1505"/>
                  </a:cubicBezTo>
                  <a:cubicBezTo>
                    <a:pt x="612" y="1505"/>
                    <a:pt x="0" y="411"/>
                    <a:pt x="338" y="119"/>
                  </a:cubicBezTo>
                  <a:cubicBezTo>
                    <a:pt x="347" y="119"/>
                    <a:pt x="356" y="100"/>
                    <a:pt x="365" y="100"/>
                  </a:cubicBezTo>
                  <a:cubicBezTo>
                    <a:pt x="520" y="0"/>
                    <a:pt x="767" y="37"/>
                    <a:pt x="995" y="119"/>
                  </a:cubicBezTo>
                  <a:cubicBezTo>
                    <a:pt x="1277" y="219"/>
                    <a:pt x="1533" y="374"/>
                    <a:pt x="1569" y="401"/>
                  </a:cubicBezTo>
                  <a:cubicBezTo>
                    <a:pt x="1579" y="401"/>
                    <a:pt x="1579" y="401"/>
                    <a:pt x="1579" y="401"/>
                  </a:cubicBezTo>
                  <a:cubicBezTo>
                    <a:pt x="1579" y="401"/>
                    <a:pt x="1569" y="392"/>
                    <a:pt x="1569" y="383"/>
                  </a:cubicBezTo>
                  <a:cubicBezTo>
                    <a:pt x="1524" y="292"/>
                    <a:pt x="1533" y="210"/>
                    <a:pt x="1551" y="155"/>
                  </a:cubicBezTo>
                  <a:cubicBezTo>
                    <a:pt x="1560" y="100"/>
                    <a:pt x="1579" y="82"/>
                    <a:pt x="1579" y="82"/>
                  </a:cubicBezTo>
                  <a:cubicBezTo>
                    <a:pt x="1652" y="0"/>
                    <a:pt x="1797" y="9"/>
                    <a:pt x="1980" y="100"/>
                  </a:cubicBezTo>
                  <a:cubicBezTo>
                    <a:pt x="3038" y="529"/>
                    <a:pt x="5593" y="3029"/>
                    <a:pt x="6049" y="3485"/>
                  </a:cubicBezTo>
                  <a:cubicBezTo>
                    <a:pt x="6450" y="3895"/>
                    <a:pt x="7517" y="5446"/>
                    <a:pt x="8247" y="5866"/>
                  </a:cubicBezTo>
                  <a:cubicBezTo>
                    <a:pt x="8475" y="5994"/>
                    <a:pt x="8667" y="6021"/>
                    <a:pt x="8804" y="5884"/>
                  </a:cubicBezTo>
                  <a:cubicBezTo>
                    <a:pt x="9397" y="5282"/>
                    <a:pt x="8804" y="3613"/>
                    <a:pt x="8804" y="2947"/>
                  </a:cubicBezTo>
                  <a:cubicBezTo>
                    <a:pt x="8804" y="2636"/>
                    <a:pt x="8986" y="2427"/>
                    <a:pt x="9178" y="2299"/>
                  </a:cubicBezTo>
                  <a:cubicBezTo>
                    <a:pt x="9406" y="2135"/>
                    <a:pt x="9652" y="2080"/>
                    <a:pt x="9652" y="2080"/>
                  </a:cubicBezTo>
                  <a:lnTo>
                    <a:pt x="10327" y="3704"/>
                  </a:lnTo>
                  <a:cubicBezTo>
                    <a:pt x="10437" y="3968"/>
                    <a:pt x="10473" y="4269"/>
                    <a:pt x="10418" y="4561"/>
                  </a:cubicBezTo>
                  <a:cubicBezTo>
                    <a:pt x="10291" y="5227"/>
                    <a:pt x="10117" y="6687"/>
                    <a:pt x="10446" y="8685"/>
                  </a:cubicBezTo>
                  <a:cubicBezTo>
                    <a:pt x="10902" y="11485"/>
                    <a:pt x="8804" y="13155"/>
                    <a:pt x="8804" y="131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8"/>
            <p:cNvSpPr/>
            <p:nvPr/>
          </p:nvSpPr>
          <p:spPr>
            <a:xfrm>
              <a:off x="5311925" y="2392700"/>
              <a:ext cx="636325" cy="511575"/>
            </a:xfrm>
            <a:custGeom>
              <a:rect b="b" l="l" r="r" t="t"/>
              <a:pathLst>
                <a:path extrusionOk="0" h="20463" w="25453">
                  <a:moveTo>
                    <a:pt x="5127" y="0"/>
                  </a:moveTo>
                  <a:cubicBezTo>
                    <a:pt x="5127" y="0"/>
                    <a:pt x="0" y="4497"/>
                    <a:pt x="0" y="9652"/>
                  </a:cubicBezTo>
                  <a:cubicBezTo>
                    <a:pt x="0" y="9652"/>
                    <a:pt x="1360" y="12899"/>
                    <a:pt x="13447" y="17570"/>
                  </a:cubicBezTo>
                  <a:cubicBezTo>
                    <a:pt x="13447" y="17570"/>
                    <a:pt x="19715" y="20462"/>
                    <a:pt x="21375" y="20462"/>
                  </a:cubicBezTo>
                  <a:cubicBezTo>
                    <a:pt x="23044" y="20462"/>
                    <a:pt x="25453" y="19258"/>
                    <a:pt x="24623" y="15791"/>
                  </a:cubicBezTo>
                  <a:cubicBezTo>
                    <a:pt x="23783" y="12325"/>
                    <a:pt x="6660" y="7116"/>
                    <a:pt x="6660" y="7116"/>
                  </a:cubicBezTo>
                  <a:cubicBezTo>
                    <a:pt x="6660" y="7116"/>
                    <a:pt x="7116" y="6295"/>
                    <a:pt x="7974" y="95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8"/>
            <p:cNvSpPr/>
            <p:nvPr/>
          </p:nvSpPr>
          <p:spPr>
            <a:xfrm>
              <a:off x="4947925" y="3644775"/>
              <a:ext cx="1189850" cy="430600"/>
            </a:xfrm>
            <a:custGeom>
              <a:rect b="b" l="l" r="r" t="t"/>
              <a:pathLst>
                <a:path extrusionOk="0" h="17224" w="47594">
                  <a:moveTo>
                    <a:pt x="47594" y="17224"/>
                  </a:moveTo>
                  <a:cubicBezTo>
                    <a:pt x="47594" y="17224"/>
                    <a:pt x="47183" y="17178"/>
                    <a:pt x="46554" y="17124"/>
                  </a:cubicBezTo>
                  <a:cubicBezTo>
                    <a:pt x="44647" y="16950"/>
                    <a:pt x="40733" y="16613"/>
                    <a:pt x="39940" y="16786"/>
                  </a:cubicBezTo>
                  <a:cubicBezTo>
                    <a:pt x="38891" y="17023"/>
                    <a:pt x="30872" y="17224"/>
                    <a:pt x="30872" y="17224"/>
                  </a:cubicBezTo>
                  <a:lnTo>
                    <a:pt x="6514" y="16868"/>
                  </a:lnTo>
                  <a:lnTo>
                    <a:pt x="5283" y="16850"/>
                  </a:lnTo>
                  <a:cubicBezTo>
                    <a:pt x="5283" y="16850"/>
                    <a:pt x="2628" y="16923"/>
                    <a:pt x="849" y="15126"/>
                  </a:cubicBezTo>
                  <a:lnTo>
                    <a:pt x="1" y="11349"/>
                  </a:lnTo>
                  <a:cubicBezTo>
                    <a:pt x="1" y="11349"/>
                    <a:pt x="1342" y="7216"/>
                    <a:pt x="8731" y="5009"/>
                  </a:cubicBezTo>
                  <a:cubicBezTo>
                    <a:pt x="16120" y="2810"/>
                    <a:pt x="22889" y="2135"/>
                    <a:pt x="22889" y="2135"/>
                  </a:cubicBezTo>
                  <a:lnTo>
                    <a:pt x="44611" y="0"/>
                  </a:lnTo>
                  <a:cubicBezTo>
                    <a:pt x="44611" y="0"/>
                    <a:pt x="44611" y="10"/>
                    <a:pt x="44620" y="28"/>
                  </a:cubicBezTo>
                  <a:cubicBezTo>
                    <a:pt x="44620" y="55"/>
                    <a:pt x="44638" y="101"/>
                    <a:pt x="44638" y="174"/>
                  </a:cubicBezTo>
                  <a:cubicBezTo>
                    <a:pt x="44820" y="1506"/>
                    <a:pt x="45687" y="10035"/>
                    <a:pt x="38781" y="11386"/>
                  </a:cubicBezTo>
                  <a:cubicBezTo>
                    <a:pt x="38781" y="11386"/>
                    <a:pt x="38790" y="13922"/>
                    <a:pt x="40296" y="13922"/>
                  </a:cubicBezTo>
                  <a:cubicBezTo>
                    <a:pt x="41810" y="13922"/>
                    <a:pt x="43297" y="13356"/>
                    <a:pt x="44775" y="14852"/>
                  </a:cubicBezTo>
                  <a:cubicBezTo>
                    <a:pt x="46244" y="16348"/>
                    <a:pt x="46116" y="16120"/>
                    <a:pt x="46116" y="16120"/>
                  </a:cubicBezTo>
                  <a:cubicBezTo>
                    <a:pt x="46116" y="16120"/>
                    <a:pt x="47019" y="15938"/>
                    <a:pt x="47430" y="16357"/>
                  </a:cubicBezTo>
                  <a:lnTo>
                    <a:pt x="47585" y="171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8"/>
            <p:cNvSpPr/>
            <p:nvPr/>
          </p:nvSpPr>
          <p:spPr>
            <a:xfrm>
              <a:off x="5520150" y="2686200"/>
              <a:ext cx="543050" cy="1045275"/>
            </a:xfrm>
            <a:custGeom>
              <a:rect b="b" l="l" r="r" t="t"/>
              <a:pathLst>
                <a:path extrusionOk="0" h="41811" w="21722">
                  <a:moveTo>
                    <a:pt x="21722" y="38343"/>
                  </a:moveTo>
                  <a:lnTo>
                    <a:pt x="21028" y="39502"/>
                  </a:lnTo>
                  <a:lnTo>
                    <a:pt x="19742" y="38809"/>
                  </a:lnTo>
                  <a:lnTo>
                    <a:pt x="18401" y="39502"/>
                  </a:lnTo>
                  <a:lnTo>
                    <a:pt x="16166" y="41190"/>
                  </a:lnTo>
                  <a:lnTo>
                    <a:pt x="14195" y="41810"/>
                  </a:lnTo>
                  <a:lnTo>
                    <a:pt x="12006" y="40478"/>
                  </a:lnTo>
                  <a:lnTo>
                    <a:pt x="9643" y="41810"/>
                  </a:lnTo>
                  <a:lnTo>
                    <a:pt x="8494" y="40743"/>
                  </a:lnTo>
                  <a:lnTo>
                    <a:pt x="7052" y="41810"/>
                  </a:lnTo>
                  <a:lnTo>
                    <a:pt x="4544" y="40387"/>
                  </a:lnTo>
                  <a:cubicBezTo>
                    <a:pt x="4544" y="40387"/>
                    <a:pt x="3741" y="41783"/>
                    <a:pt x="411" y="40624"/>
                  </a:cubicBezTo>
                  <a:cubicBezTo>
                    <a:pt x="283" y="40578"/>
                    <a:pt x="137" y="40533"/>
                    <a:pt x="0" y="40478"/>
                  </a:cubicBezTo>
                  <a:cubicBezTo>
                    <a:pt x="0" y="40478"/>
                    <a:pt x="4379" y="35497"/>
                    <a:pt x="3504" y="27314"/>
                  </a:cubicBezTo>
                  <a:lnTo>
                    <a:pt x="3485" y="27132"/>
                  </a:lnTo>
                  <a:lnTo>
                    <a:pt x="3440" y="26685"/>
                  </a:lnTo>
                  <a:lnTo>
                    <a:pt x="3212" y="24577"/>
                  </a:lnTo>
                  <a:lnTo>
                    <a:pt x="3157" y="24012"/>
                  </a:lnTo>
                  <a:lnTo>
                    <a:pt x="3029" y="22881"/>
                  </a:lnTo>
                  <a:lnTo>
                    <a:pt x="2792" y="20554"/>
                  </a:lnTo>
                  <a:cubicBezTo>
                    <a:pt x="2792" y="20554"/>
                    <a:pt x="0" y="16020"/>
                    <a:pt x="794" y="14150"/>
                  </a:cubicBezTo>
                  <a:lnTo>
                    <a:pt x="5565" y="7837"/>
                  </a:lnTo>
                  <a:cubicBezTo>
                    <a:pt x="5620" y="7764"/>
                    <a:pt x="5666" y="7691"/>
                    <a:pt x="5720" y="7627"/>
                  </a:cubicBezTo>
                  <a:lnTo>
                    <a:pt x="6313" y="6843"/>
                  </a:lnTo>
                  <a:lnTo>
                    <a:pt x="6395" y="6733"/>
                  </a:lnTo>
                  <a:cubicBezTo>
                    <a:pt x="6423" y="6697"/>
                    <a:pt x="6441" y="6679"/>
                    <a:pt x="6441" y="6670"/>
                  </a:cubicBezTo>
                  <a:lnTo>
                    <a:pt x="6450" y="6670"/>
                  </a:lnTo>
                  <a:lnTo>
                    <a:pt x="6587" y="6487"/>
                  </a:lnTo>
                  <a:lnTo>
                    <a:pt x="7052" y="5876"/>
                  </a:lnTo>
                  <a:lnTo>
                    <a:pt x="10601" y="2227"/>
                  </a:lnTo>
                  <a:cubicBezTo>
                    <a:pt x="10601" y="2227"/>
                    <a:pt x="10638" y="2199"/>
                    <a:pt x="10720" y="2145"/>
                  </a:cubicBezTo>
                  <a:cubicBezTo>
                    <a:pt x="10984" y="1990"/>
                    <a:pt x="11641" y="1588"/>
                    <a:pt x="12480" y="1187"/>
                  </a:cubicBezTo>
                  <a:cubicBezTo>
                    <a:pt x="12581" y="1132"/>
                    <a:pt x="12672" y="1086"/>
                    <a:pt x="12781" y="1041"/>
                  </a:cubicBezTo>
                  <a:cubicBezTo>
                    <a:pt x="13885" y="530"/>
                    <a:pt x="15217" y="37"/>
                    <a:pt x="16357" y="10"/>
                  </a:cubicBezTo>
                  <a:cubicBezTo>
                    <a:pt x="16403" y="1"/>
                    <a:pt x="16440" y="1"/>
                    <a:pt x="16467" y="1"/>
                  </a:cubicBezTo>
                  <a:lnTo>
                    <a:pt x="17434" y="1515"/>
                  </a:lnTo>
                  <a:cubicBezTo>
                    <a:pt x="17434" y="1515"/>
                    <a:pt x="20326" y="4717"/>
                    <a:pt x="19797" y="8275"/>
                  </a:cubicBezTo>
                  <a:cubicBezTo>
                    <a:pt x="19423" y="10848"/>
                    <a:pt x="17553" y="18283"/>
                    <a:pt x="16832" y="22488"/>
                  </a:cubicBezTo>
                  <a:cubicBezTo>
                    <a:pt x="16549" y="24094"/>
                    <a:pt x="16440" y="25234"/>
                    <a:pt x="16649" y="25444"/>
                  </a:cubicBezTo>
                  <a:cubicBezTo>
                    <a:pt x="16732" y="25526"/>
                    <a:pt x="16859" y="25699"/>
                    <a:pt x="17023" y="25955"/>
                  </a:cubicBezTo>
                  <a:cubicBezTo>
                    <a:pt x="18301" y="27925"/>
                    <a:pt x="21722" y="34631"/>
                    <a:pt x="21722" y="38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8"/>
            <p:cNvSpPr/>
            <p:nvPr/>
          </p:nvSpPr>
          <p:spPr>
            <a:xfrm>
              <a:off x="5520150" y="3299250"/>
              <a:ext cx="367900" cy="402575"/>
            </a:xfrm>
            <a:custGeom>
              <a:rect b="b" l="l" r="r" t="t"/>
              <a:pathLst>
                <a:path extrusionOk="0" h="16103" w="14716">
                  <a:moveTo>
                    <a:pt x="14715" y="2190"/>
                  </a:moveTo>
                  <a:cubicBezTo>
                    <a:pt x="14715" y="2190"/>
                    <a:pt x="14715" y="2190"/>
                    <a:pt x="14706" y="2199"/>
                  </a:cubicBezTo>
                  <a:cubicBezTo>
                    <a:pt x="14369" y="2300"/>
                    <a:pt x="9041" y="3987"/>
                    <a:pt x="6359" y="3987"/>
                  </a:cubicBezTo>
                  <a:cubicBezTo>
                    <a:pt x="3595" y="3987"/>
                    <a:pt x="3960" y="8494"/>
                    <a:pt x="3960" y="8494"/>
                  </a:cubicBezTo>
                  <a:cubicBezTo>
                    <a:pt x="3960" y="8494"/>
                    <a:pt x="3467" y="14788"/>
                    <a:pt x="411" y="16102"/>
                  </a:cubicBezTo>
                  <a:cubicBezTo>
                    <a:pt x="283" y="16056"/>
                    <a:pt x="137" y="16011"/>
                    <a:pt x="0" y="15956"/>
                  </a:cubicBezTo>
                  <a:cubicBezTo>
                    <a:pt x="0" y="15956"/>
                    <a:pt x="4379" y="10975"/>
                    <a:pt x="3504" y="2792"/>
                  </a:cubicBezTo>
                  <a:lnTo>
                    <a:pt x="3485" y="2610"/>
                  </a:lnTo>
                  <a:cubicBezTo>
                    <a:pt x="3403" y="2564"/>
                    <a:pt x="3312" y="2509"/>
                    <a:pt x="3239" y="2455"/>
                  </a:cubicBezTo>
                  <a:cubicBezTo>
                    <a:pt x="2655" y="1998"/>
                    <a:pt x="2965" y="1333"/>
                    <a:pt x="2929" y="584"/>
                  </a:cubicBezTo>
                  <a:cubicBezTo>
                    <a:pt x="2920" y="393"/>
                    <a:pt x="2911" y="192"/>
                    <a:pt x="2892" y="1"/>
                  </a:cubicBezTo>
                  <a:lnTo>
                    <a:pt x="3212" y="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8"/>
            <p:cNvSpPr/>
            <p:nvPr/>
          </p:nvSpPr>
          <p:spPr>
            <a:xfrm>
              <a:off x="5026850" y="3645450"/>
              <a:ext cx="1110700" cy="439975"/>
            </a:xfrm>
            <a:custGeom>
              <a:rect b="b" l="l" r="r" t="t"/>
              <a:pathLst>
                <a:path extrusionOk="0" h="17599" w="44428">
                  <a:moveTo>
                    <a:pt x="44428" y="17133"/>
                  </a:moveTo>
                  <a:cubicBezTo>
                    <a:pt x="44054" y="17115"/>
                    <a:pt x="43707" y="17097"/>
                    <a:pt x="43397" y="17097"/>
                  </a:cubicBezTo>
                  <a:cubicBezTo>
                    <a:pt x="42776" y="17078"/>
                    <a:pt x="42302" y="17088"/>
                    <a:pt x="42074" y="17142"/>
                  </a:cubicBezTo>
                  <a:cubicBezTo>
                    <a:pt x="40961" y="17379"/>
                    <a:pt x="32523" y="17598"/>
                    <a:pt x="32523" y="17598"/>
                  </a:cubicBezTo>
                  <a:lnTo>
                    <a:pt x="5574" y="17206"/>
                  </a:lnTo>
                  <a:cubicBezTo>
                    <a:pt x="5574" y="17206"/>
                    <a:pt x="4561" y="17233"/>
                    <a:pt x="3357" y="16841"/>
                  </a:cubicBezTo>
                  <a:cubicBezTo>
                    <a:pt x="2545" y="16586"/>
                    <a:pt x="1651" y="16139"/>
                    <a:pt x="903" y="15382"/>
                  </a:cubicBezTo>
                  <a:lnTo>
                    <a:pt x="0" y="11413"/>
                  </a:lnTo>
                  <a:cubicBezTo>
                    <a:pt x="0" y="11413"/>
                    <a:pt x="1414" y="7053"/>
                    <a:pt x="9205" y="4735"/>
                  </a:cubicBezTo>
                  <a:cubicBezTo>
                    <a:pt x="16987" y="2418"/>
                    <a:pt x="24111" y="1707"/>
                    <a:pt x="24111" y="1707"/>
                  </a:cubicBezTo>
                  <a:lnTo>
                    <a:pt x="41463" y="1"/>
                  </a:lnTo>
                  <a:cubicBezTo>
                    <a:pt x="41463" y="28"/>
                    <a:pt x="41481" y="74"/>
                    <a:pt x="41481" y="147"/>
                  </a:cubicBezTo>
                  <a:cubicBezTo>
                    <a:pt x="41663" y="1479"/>
                    <a:pt x="42530" y="10008"/>
                    <a:pt x="35624" y="11359"/>
                  </a:cubicBezTo>
                  <a:cubicBezTo>
                    <a:pt x="35624" y="11359"/>
                    <a:pt x="35633" y="13895"/>
                    <a:pt x="37139" y="13895"/>
                  </a:cubicBezTo>
                  <a:cubicBezTo>
                    <a:pt x="38653" y="13895"/>
                    <a:pt x="40140" y="13329"/>
                    <a:pt x="41618" y="14825"/>
                  </a:cubicBezTo>
                  <a:cubicBezTo>
                    <a:pt x="43087" y="16321"/>
                    <a:pt x="42959" y="16093"/>
                    <a:pt x="42959" y="16093"/>
                  </a:cubicBezTo>
                  <a:cubicBezTo>
                    <a:pt x="42959" y="16093"/>
                    <a:pt x="43862" y="15911"/>
                    <a:pt x="44273" y="1633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8"/>
            <p:cNvSpPr/>
            <p:nvPr/>
          </p:nvSpPr>
          <p:spPr>
            <a:xfrm>
              <a:off x="5586525" y="3238125"/>
              <a:ext cx="373375" cy="139375"/>
            </a:xfrm>
            <a:custGeom>
              <a:rect b="b" l="l" r="r" t="t"/>
              <a:pathLst>
                <a:path extrusionOk="0" h="5575" w="14935">
                  <a:moveTo>
                    <a:pt x="14368" y="3878"/>
                  </a:moveTo>
                  <a:cubicBezTo>
                    <a:pt x="14350" y="3905"/>
                    <a:pt x="14323" y="3923"/>
                    <a:pt x="14295" y="3951"/>
                  </a:cubicBezTo>
                  <a:cubicBezTo>
                    <a:pt x="13903" y="4343"/>
                    <a:pt x="13319" y="4453"/>
                    <a:pt x="12772" y="4535"/>
                  </a:cubicBezTo>
                  <a:cubicBezTo>
                    <a:pt x="12535" y="4571"/>
                    <a:pt x="12298" y="4608"/>
                    <a:pt x="12060" y="4635"/>
                  </a:cubicBezTo>
                  <a:cubicBezTo>
                    <a:pt x="12060" y="4635"/>
                    <a:pt x="12060" y="4635"/>
                    <a:pt x="12051" y="4644"/>
                  </a:cubicBezTo>
                  <a:cubicBezTo>
                    <a:pt x="9479" y="5000"/>
                    <a:pt x="6906" y="5283"/>
                    <a:pt x="4315" y="5456"/>
                  </a:cubicBezTo>
                  <a:cubicBezTo>
                    <a:pt x="3366" y="5520"/>
                    <a:pt x="2399" y="5575"/>
                    <a:pt x="1487" y="5310"/>
                  </a:cubicBezTo>
                  <a:cubicBezTo>
                    <a:pt x="1259" y="5255"/>
                    <a:pt x="1031" y="5173"/>
                    <a:pt x="830" y="5055"/>
                  </a:cubicBezTo>
                  <a:cubicBezTo>
                    <a:pt x="748" y="5009"/>
                    <a:pt x="657" y="4954"/>
                    <a:pt x="584" y="4900"/>
                  </a:cubicBezTo>
                  <a:cubicBezTo>
                    <a:pt x="0" y="4443"/>
                    <a:pt x="310" y="3778"/>
                    <a:pt x="274" y="3029"/>
                  </a:cubicBezTo>
                  <a:cubicBezTo>
                    <a:pt x="265" y="2838"/>
                    <a:pt x="256" y="2637"/>
                    <a:pt x="237" y="2446"/>
                  </a:cubicBezTo>
                  <a:cubicBezTo>
                    <a:pt x="219" y="1889"/>
                    <a:pt x="228" y="1333"/>
                    <a:pt x="374" y="804"/>
                  </a:cubicBezTo>
                  <a:cubicBezTo>
                    <a:pt x="4598" y="1597"/>
                    <a:pt x="8475" y="1333"/>
                    <a:pt x="12635" y="238"/>
                  </a:cubicBezTo>
                  <a:cubicBezTo>
                    <a:pt x="13091" y="119"/>
                    <a:pt x="13629" y="1"/>
                    <a:pt x="14022" y="274"/>
                  </a:cubicBezTo>
                  <a:cubicBezTo>
                    <a:pt x="14077" y="311"/>
                    <a:pt x="14131" y="357"/>
                    <a:pt x="14177" y="411"/>
                  </a:cubicBezTo>
                  <a:cubicBezTo>
                    <a:pt x="14396" y="648"/>
                    <a:pt x="14487" y="1004"/>
                    <a:pt x="14569" y="1333"/>
                  </a:cubicBezTo>
                  <a:cubicBezTo>
                    <a:pt x="14770" y="2190"/>
                    <a:pt x="14934" y="3221"/>
                    <a:pt x="14368" y="38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8"/>
            <p:cNvSpPr/>
            <p:nvPr/>
          </p:nvSpPr>
          <p:spPr>
            <a:xfrm>
              <a:off x="5460400" y="3286250"/>
              <a:ext cx="161275" cy="252275"/>
            </a:xfrm>
            <a:custGeom>
              <a:rect b="b" l="l" r="r" t="t"/>
              <a:pathLst>
                <a:path extrusionOk="0" h="10091" w="6451">
                  <a:moveTo>
                    <a:pt x="5656" y="3203"/>
                  </a:moveTo>
                  <a:cubicBezTo>
                    <a:pt x="5492" y="3978"/>
                    <a:pt x="5766" y="4763"/>
                    <a:pt x="5821" y="5556"/>
                  </a:cubicBezTo>
                  <a:cubicBezTo>
                    <a:pt x="5894" y="6742"/>
                    <a:pt x="5447" y="7956"/>
                    <a:pt x="4607" y="8795"/>
                  </a:cubicBezTo>
                  <a:cubicBezTo>
                    <a:pt x="3905" y="9506"/>
                    <a:pt x="2947" y="9944"/>
                    <a:pt x="1953" y="10008"/>
                  </a:cubicBezTo>
                  <a:lnTo>
                    <a:pt x="1989" y="10008"/>
                  </a:lnTo>
                  <a:cubicBezTo>
                    <a:pt x="1907" y="10090"/>
                    <a:pt x="1779" y="10081"/>
                    <a:pt x="1679" y="10017"/>
                  </a:cubicBezTo>
                  <a:cubicBezTo>
                    <a:pt x="1588" y="10017"/>
                    <a:pt x="1506" y="10008"/>
                    <a:pt x="1423" y="9999"/>
                  </a:cubicBezTo>
                  <a:lnTo>
                    <a:pt x="1661" y="9999"/>
                  </a:lnTo>
                  <a:cubicBezTo>
                    <a:pt x="1579" y="9953"/>
                    <a:pt x="1506" y="9871"/>
                    <a:pt x="1478" y="9771"/>
                  </a:cubicBezTo>
                  <a:cubicBezTo>
                    <a:pt x="1414" y="9552"/>
                    <a:pt x="1451" y="9315"/>
                    <a:pt x="1396" y="9096"/>
                  </a:cubicBezTo>
                  <a:cubicBezTo>
                    <a:pt x="1387" y="9069"/>
                    <a:pt x="1378" y="9041"/>
                    <a:pt x="1360" y="9014"/>
                  </a:cubicBezTo>
                  <a:cubicBezTo>
                    <a:pt x="1268" y="8767"/>
                    <a:pt x="1040" y="8585"/>
                    <a:pt x="831" y="8430"/>
                  </a:cubicBezTo>
                  <a:cubicBezTo>
                    <a:pt x="584" y="8257"/>
                    <a:pt x="329" y="8074"/>
                    <a:pt x="210" y="7800"/>
                  </a:cubicBezTo>
                  <a:cubicBezTo>
                    <a:pt x="92" y="7527"/>
                    <a:pt x="0" y="7335"/>
                    <a:pt x="283" y="7253"/>
                  </a:cubicBezTo>
                  <a:cubicBezTo>
                    <a:pt x="1068" y="7417"/>
                    <a:pt x="1934" y="7253"/>
                    <a:pt x="2600" y="6797"/>
                  </a:cubicBezTo>
                  <a:cubicBezTo>
                    <a:pt x="3275" y="6341"/>
                    <a:pt x="3759" y="5602"/>
                    <a:pt x="3905" y="4790"/>
                  </a:cubicBezTo>
                  <a:cubicBezTo>
                    <a:pt x="4014" y="4170"/>
                    <a:pt x="3941" y="3522"/>
                    <a:pt x="3887" y="2892"/>
                  </a:cubicBezTo>
                  <a:cubicBezTo>
                    <a:pt x="3841" y="2254"/>
                    <a:pt x="3823" y="1597"/>
                    <a:pt x="4060" y="1004"/>
                  </a:cubicBezTo>
                  <a:cubicBezTo>
                    <a:pt x="4288" y="411"/>
                    <a:pt x="5073" y="10"/>
                    <a:pt x="5702" y="1"/>
                  </a:cubicBezTo>
                  <a:cubicBezTo>
                    <a:pt x="6277" y="156"/>
                    <a:pt x="6450" y="922"/>
                    <a:pt x="6304" y="1506"/>
                  </a:cubicBezTo>
                  <a:cubicBezTo>
                    <a:pt x="6149" y="2099"/>
                    <a:pt x="5784" y="2610"/>
                    <a:pt x="5656" y="32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8"/>
            <p:cNvSpPr/>
            <p:nvPr/>
          </p:nvSpPr>
          <p:spPr>
            <a:xfrm>
              <a:off x="5592225" y="2284825"/>
              <a:ext cx="339375" cy="484425"/>
            </a:xfrm>
            <a:custGeom>
              <a:rect b="b" l="l" r="r" t="t"/>
              <a:pathLst>
                <a:path extrusionOk="0" h="19377" w="13575">
                  <a:moveTo>
                    <a:pt x="13575" y="16174"/>
                  </a:moveTo>
                  <a:cubicBezTo>
                    <a:pt x="11869" y="17342"/>
                    <a:pt x="10117" y="18373"/>
                    <a:pt x="8311" y="19377"/>
                  </a:cubicBezTo>
                  <a:cubicBezTo>
                    <a:pt x="7828" y="18108"/>
                    <a:pt x="7317" y="16804"/>
                    <a:pt x="6395" y="15828"/>
                  </a:cubicBezTo>
                  <a:cubicBezTo>
                    <a:pt x="5675" y="15062"/>
                    <a:pt x="4625" y="14532"/>
                    <a:pt x="3595" y="14578"/>
                  </a:cubicBezTo>
                  <a:cubicBezTo>
                    <a:pt x="2792" y="14870"/>
                    <a:pt x="2117" y="15043"/>
                    <a:pt x="1852" y="15062"/>
                  </a:cubicBezTo>
                  <a:cubicBezTo>
                    <a:pt x="1058" y="15107"/>
                    <a:pt x="1159" y="12252"/>
                    <a:pt x="1159" y="12252"/>
                  </a:cubicBezTo>
                  <a:lnTo>
                    <a:pt x="1150" y="11093"/>
                  </a:lnTo>
                  <a:lnTo>
                    <a:pt x="785" y="10856"/>
                  </a:lnTo>
                  <a:lnTo>
                    <a:pt x="228" y="10436"/>
                  </a:lnTo>
                  <a:cubicBezTo>
                    <a:pt x="46" y="10309"/>
                    <a:pt x="0" y="10062"/>
                    <a:pt x="110" y="9871"/>
                  </a:cubicBezTo>
                  <a:cubicBezTo>
                    <a:pt x="274" y="9597"/>
                    <a:pt x="511" y="9150"/>
                    <a:pt x="767" y="8539"/>
                  </a:cubicBezTo>
                  <a:cubicBezTo>
                    <a:pt x="840" y="8356"/>
                    <a:pt x="876" y="8165"/>
                    <a:pt x="876" y="7964"/>
                  </a:cubicBezTo>
                  <a:cubicBezTo>
                    <a:pt x="922" y="6979"/>
                    <a:pt x="237" y="5939"/>
                    <a:pt x="237" y="5939"/>
                  </a:cubicBezTo>
                  <a:cubicBezTo>
                    <a:pt x="119" y="4078"/>
                    <a:pt x="1560" y="1396"/>
                    <a:pt x="1560" y="1396"/>
                  </a:cubicBezTo>
                  <a:lnTo>
                    <a:pt x="11176" y="0"/>
                  </a:lnTo>
                  <a:cubicBezTo>
                    <a:pt x="11176" y="0"/>
                    <a:pt x="12261" y="6477"/>
                    <a:pt x="12033" y="10372"/>
                  </a:cubicBezTo>
                  <a:cubicBezTo>
                    <a:pt x="11805" y="14277"/>
                    <a:pt x="13575" y="16174"/>
                    <a:pt x="13575" y="161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8"/>
            <p:cNvSpPr/>
            <p:nvPr/>
          </p:nvSpPr>
          <p:spPr>
            <a:xfrm>
              <a:off x="5605450" y="2215475"/>
              <a:ext cx="403700" cy="473050"/>
            </a:xfrm>
            <a:custGeom>
              <a:rect b="b" l="l" r="r" t="t"/>
              <a:pathLst>
                <a:path extrusionOk="0" h="18922" w="16148">
                  <a:moveTo>
                    <a:pt x="15555" y="17434"/>
                  </a:moveTo>
                  <a:cubicBezTo>
                    <a:pt x="14807" y="18666"/>
                    <a:pt x="13192" y="18921"/>
                    <a:pt x="11997" y="18255"/>
                  </a:cubicBezTo>
                  <a:cubicBezTo>
                    <a:pt x="10692" y="17544"/>
                    <a:pt x="9661" y="16376"/>
                    <a:pt x="8977" y="15062"/>
                  </a:cubicBezTo>
                  <a:cubicBezTo>
                    <a:pt x="8156" y="13502"/>
                    <a:pt x="7791" y="11787"/>
                    <a:pt x="7682" y="10036"/>
                  </a:cubicBezTo>
                  <a:cubicBezTo>
                    <a:pt x="4963" y="9424"/>
                    <a:pt x="1761" y="7864"/>
                    <a:pt x="265" y="5456"/>
                  </a:cubicBezTo>
                  <a:cubicBezTo>
                    <a:pt x="256" y="5429"/>
                    <a:pt x="238" y="5401"/>
                    <a:pt x="219" y="5383"/>
                  </a:cubicBezTo>
                  <a:cubicBezTo>
                    <a:pt x="0" y="4945"/>
                    <a:pt x="64" y="4407"/>
                    <a:pt x="402" y="4042"/>
                  </a:cubicBezTo>
                  <a:cubicBezTo>
                    <a:pt x="1460" y="2929"/>
                    <a:pt x="3805" y="648"/>
                    <a:pt x="5775" y="229"/>
                  </a:cubicBezTo>
                  <a:cubicBezTo>
                    <a:pt x="6423" y="83"/>
                    <a:pt x="7207" y="1"/>
                    <a:pt x="8047" y="37"/>
                  </a:cubicBezTo>
                  <a:cubicBezTo>
                    <a:pt x="10628" y="147"/>
                    <a:pt x="13684" y="1351"/>
                    <a:pt x="14679" y="5429"/>
                  </a:cubicBezTo>
                  <a:cubicBezTo>
                    <a:pt x="15992" y="10829"/>
                    <a:pt x="12909" y="11970"/>
                    <a:pt x="12909" y="11970"/>
                  </a:cubicBezTo>
                  <a:cubicBezTo>
                    <a:pt x="13967" y="12408"/>
                    <a:pt x="14943" y="13119"/>
                    <a:pt x="15500" y="14132"/>
                  </a:cubicBezTo>
                  <a:cubicBezTo>
                    <a:pt x="16065" y="15135"/>
                    <a:pt x="16148" y="16440"/>
                    <a:pt x="15555" y="1743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8"/>
            <p:cNvSpPr/>
            <p:nvPr/>
          </p:nvSpPr>
          <p:spPr>
            <a:xfrm>
              <a:off x="5752100" y="2446500"/>
              <a:ext cx="78475" cy="111325"/>
            </a:xfrm>
            <a:custGeom>
              <a:rect b="b" l="l" r="r" t="t"/>
              <a:pathLst>
                <a:path extrusionOk="0" h="4453" w="3139">
                  <a:moveTo>
                    <a:pt x="3093" y="1789"/>
                  </a:moveTo>
                  <a:cubicBezTo>
                    <a:pt x="3047" y="2537"/>
                    <a:pt x="2628" y="3221"/>
                    <a:pt x="2117" y="3769"/>
                  </a:cubicBezTo>
                  <a:cubicBezTo>
                    <a:pt x="1861" y="4033"/>
                    <a:pt x="1578" y="4289"/>
                    <a:pt x="1223" y="4398"/>
                  </a:cubicBezTo>
                  <a:cubicBezTo>
                    <a:pt x="1040" y="4453"/>
                    <a:pt x="840" y="4453"/>
                    <a:pt x="666" y="4407"/>
                  </a:cubicBezTo>
                  <a:cubicBezTo>
                    <a:pt x="484" y="4362"/>
                    <a:pt x="329" y="4261"/>
                    <a:pt x="228" y="4115"/>
                  </a:cubicBezTo>
                  <a:cubicBezTo>
                    <a:pt x="0" y="3796"/>
                    <a:pt x="64" y="3358"/>
                    <a:pt x="174" y="2984"/>
                  </a:cubicBezTo>
                  <a:cubicBezTo>
                    <a:pt x="456" y="1944"/>
                    <a:pt x="949" y="959"/>
                    <a:pt x="1606" y="110"/>
                  </a:cubicBezTo>
                  <a:lnTo>
                    <a:pt x="1706" y="83"/>
                  </a:lnTo>
                  <a:lnTo>
                    <a:pt x="2026" y="1"/>
                  </a:lnTo>
                  <a:cubicBezTo>
                    <a:pt x="2737" y="220"/>
                    <a:pt x="3138" y="1032"/>
                    <a:pt x="3093" y="178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8"/>
            <p:cNvSpPr/>
            <p:nvPr/>
          </p:nvSpPr>
          <p:spPr>
            <a:xfrm>
              <a:off x="5752100" y="2448575"/>
              <a:ext cx="65700" cy="108125"/>
            </a:xfrm>
            <a:custGeom>
              <a:rect b="b" l="l" r="r" t="t"/>
              <a:pathLst>
                <a:path extrusionOk="0" h="4325" w="2628">
                  <a:moveTo>
                    <a:pt x="2573" y="1706"/>
                  </a:moveTo>
                  <a:cubicBezTo>
                    <a:pt x="2527" y="2454"/>
                    <a:pt x="2108" y="3138"/>
                    <a:pt x="1597" y="3686"/>
                  </a:cubicBezTo>
                  <a:cubicBezTo>
                    <a:pt x="1341" y="3950"/>
                    <a:pt x="1059" y="4206"/>
                    <a:pt x="703" y="4315"/>
                  </a:cubicBezTo>
                  <a:cubicBezTo>
                    <a:pt x="694" y="4315"/>
                    <a:pt x="675" y="4324"/>
                    <a:pt x="666" y="4324"/>
                  </a:cubicBezTo>
                  <a:cubicBezTo>
                    <a:pt x="484" y="4279"/>
                    <a:pt x="329" y="4178"/>
                    <a:pt x="228" y="4032"/>
                  </a:cubicBezTo>
                  <a:cubicBezTo>
                    <a:pt x="0" y="3713"/>
                    <a:pt x="64" y="3275"/>
                    <a:pt x="174" y="2901"/>
                  </a:cubicBezTo>
                  <a:cubicBezTo>
                    <a:pt x="456" y="1861"/>
                    <a:pt x="949" y="876"/>
                    <a:pt x="1606" y="27"/>
                  </a:cubicBezTo>
                  <a:lnTo>
                    <a:pt x="1706" y="0"/>
                  </a:lnTo>
                  <a:cubicBezTo>
                    <a:pt x="2290" y="301"/>
                    <a:pt x="2628" y="1022"/>
                    <a:pt x="2573" y="17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8"/>
            <p:cNvSpPr/>
            <p:nvPr/>
          </p:nvSpPr>
          <p:spPr>
            <a:xfrm>
              <a:off x="5277025" y="2087525"/>
              <a:ext cx="399375" cy="763150"/>
            </a:xfrm>
            <a:custGeom>
              <a:rect b="b" l="l" r="r" t="t"/>
              <a:pathLst>
                <a:path extrusionOk="0" h="30526" w="15975">
                  <a:moveTo>
                    <a:pt x="14597" y="29677"/>
                  </a:moveTo>
                  <a:cubicBezTo>
                    <a:pt x="15236" y="30078"/>
                    <a:pt x="15719" y="30379"/>
                    <a:pt x="15975" y="30525"/>
                  </a:cubicBezTo>
                  <a:cubicBezTo>
                    <a:pt x="14980" y="30097"/>
                    <a:pt x="14278" y="29777"/>
                    <a:pt x="14278" y="29777"/>
                  </a:cubicBezTo>
                  <a:cubicBezTo>
                    <a:pt x="11477" y="28692"/>
                    <a:pt x="9251" y="27688"/>
                    <a:pt x="7481" y="26776"/>
                  </a:cubicBezTo>
                  <a:cubicBezTo>
                    <a:pt x="1634" y="23775"/>
                    <a:pt x="840" y="21859"/>
                    <a:pt x="840" y="21859"/>
                  </a:cubicBezTo>
                  <a:cubicBezTo>
                    <a:pt x="840" y="16704"/>
                    <a:pt x="5958" y="12207"/>
                    <a:pt x="5958" y="12207"/>
                  </a:cubicBezTo>
                  <a:lnTo>
                    <a:pt x="3285" y="8786"/>
                  </a:lnTo>
                  <a:cubicBezTo>
                    <a:pt x="3285" y="8786"/>
                    <a:pt x="2044" y="6150"/>
                    <a:pt x="1962" y="5812"/>
                  </a:cubicBezTo>
                  <a:cubicBezTo>
                    <a:pt x="1889" y="5484"/>
                    <a:pt x="1086" y="3860"/>
                    <a:pt x="995" y="3632"/>
                  </a:cubicBezTo>
                  <a:cubicBezTo>
                    <a:pt x="904" y="3395"/>
                    <a:pt x="1168" y="3303"/>
                    <a:pt x="1168" y="3303"/>
                  </a:cubicBezTo>
                  <a:cubicBezTo>
                    <a:pt x="1168" y="3303"/>
                    <a:pt x="648" y="2291"/>
                    <a:pt x="484" y="1871"/>
                  </a:cubicBezTo>
                  <a:cubicBezTo>
                    <a:pt x="320" y="1442"/>
                    <a:pt x="621" y="1515"/>
                    <a:pt x="621" y="1515"/>
                  </a:cubicBezTo>
                  <a:cubicBezTo>
                    <a:pt x="621" y="1515"/>
                    <a:pt x="1" y="421"/>
                    <a:pt x="338" y="129"/>
                  </a:cubicBezTo>
                  <a:cubicBezTo>
                    <a:pt x="475" y="10"/>
                    <a:pt x="712" y="37"/>
                    <a:pt x="931" y="110"/>
                  </a:cubicBezTo>
                  <a:cubicBezTo>
                    <a:pt x="1086" y="10"/>
                    <a:pt x="1333" y="47"/>
                    <a:pt x="1561" y="129"/>
                  </a:cubicBezTo>
                  <a:cubicBezTo>
                    <a:pt x="1570" y="101"/>
                    <a:pt x="1579" y="92"/>
                    <a:pt x="1579" y="92"/>
                  </a:cubicBezTo>
                  <a:cubicBezTo>
                    <a:pt x="1670" y="1"/>
                    <a:pt x="1862" y="37"/>
                    <a:pt x="2117" y="165"/>
                  </a:cubicBezTo>
                  <a:cubicBezTo>
                    <a:pt x="2126" y="110"/>
                    <a:pt x="2145" y="92"/>
                    <a:pt x="2145" y="92"/>
                  </a:cubicBezTo>
                  <a:cubicBezTo>
                    <a:pt x="2145" y="92"/>
                    <a:pt x="2145" y="120"/>
                    <a:pt x="2145" y="174"/>
                  </a:cubicBezTo>
                  <a:cubicBezTo>
                    <a:pt x="2145" y="229"/>
                    <a:pt x="2135" y="302"/>
                    <a:pt x="2135" y="393"/>
                  </a:cubicBezTo>
                  <a:lnTo>
                    <a:pt x="2135" y="411"/>
                  </a:lnTo>
                  <a:cubicBezTo>
                    <a:pt x="2126" y="1543"/>
                    <a:pt x="2300" y="5411"/>
                    <a:pt x="4754" y="7892"/>
                  </a:cubicBezTo>
                  <a:cubicBezTo>
                    <a:pt x="4754" y="7892"/>
                    <a:pt x="6496" y="11386"/>
                    <a:pt x="7728" y="12207"/>
                  </a:cubicBezTo>
                  <a:cubicBezTo>
                    <a:pt x="7728" y="12207"/>
                    <a:pt x="7363" y="12116"/>
                    <a:pt x="6843" y="12316"/>
                  </a:cubicBezTo>
                  <a:lnTo>
                    <a:pt x="6843" y="12316"/>
                  </a:lnTo>
                  <a:cubicBezTo>
                    <a:pt x="6770" y="12344"/>
                    <a:pt x="6688" y="12380"/>
                    <a:pt x="6606" y="12426"/>
                  </a:cubicBezTo>
                  <a:cubicBezTo>
                    <a:pt x="6222" y="12636"/>
                    <a:pt x="5784" y="13019"/>
                    <a:pt x="5374" y="13721"/>
                  </a:cubicBezTo>
                  <a:cubicBezTo>
                    <a:pt x="4297" y="15564"/>
                    <a:pt x="831" y="20417"/>
                    <a:pt x="2418" y="22032"/>
                  </a:cubicBezTo>
                  <a:cubicBezTo>
                    <a:pt x="3613" y="23236"/>
                    <a:pt x="11468" y="27697"/>
                    <a:pt x="14597" y="2967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8"/>
            <p:cNvSpPr/>
            <p:nvPr/>
          </p:nvSpPr>
          <p:spPr>
            <a:xfrm>
              <a:off x="5676600" y="2850875"/>
              <a:ext cx="5275" cy="2525"/>
            </a:xfrm>
            <a:custGeom>
              <a:rect b="b" l="l" r="r" t="t"/>
              <a:pathLst>
                <a:path extrusionOk="0" h="101" w="211">
                  <a:moveTo>
                    <a:pt x="183" y="101"/>
                  </a:moveTo>
                  <a:cubicBezTo>
                    <a:pt x="147" y="83"/>
                    <a:pt x="92" y="55"/>
                    <a:pt x="1" y="0"/>
                  </a:cubicBezTo>
                  <a:cubicBezTo>
                    <a:pt x="101" y="37"/>
                    <a:pt x="174" y="64"/>
                    <a:pt x="192" y="83"/>
                  </a:cubicBezTo>
                  <a:cubicBezTo>
                    <a:pt x="210" y="101"/>
                    <a:pt x="201" y="101"/>
                    <a:pt x="183" y="101"/>
                  </a:cubicBezTo>
                  <a:close/>
                </a:path>
              </a:pathLst>
            </a:custGeom>
            <a:solidFill>
              <a:srgbClr val="0034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8"/>
            <p:cNvSpPr/>
            <p:nvPr/>
          </p:nvSpPr>
          <p:spPr>
            <a:xfrm>
              <a:off x="5520150" y="2882125"/>
              <a:ext cx="139150" cy="317950"/>
            </a:xfrm>
            <a:custGeom>
              <a:rect b="b" l="l" r="r" t="t"/>
              <a:pathLst>
                <a:path extrusionOk="0" h="12718" w="5566">
                  <a:moveTo>
                    <a:pt x="2281" y="6605"/>
                  </a:moveTo>
                  <a:cubicBezTo>
                    <a:pt x="2537" y="8840"/>
                    <a:pt x="2792" y="12717"/>
                    <a:pt x="2792" y="12717"/>
                  </a:cubicBezTo>
                  <a:cubicBezTo>
                    <a:pt x="2792" y="12717"/>
                    <a:pt x="0" y="8183"/>
                    <a:pt x="794" y="6313"/>
                  </a:cubicBezTo>
                  <a:lnTo>
                    <a:pt x="5565" y="0"/>
                  </a:lnTo>
                  <a:cubicBezTo>
                    <a:pt x="4288" y="1752"/>
                    <a:pt x="2099" y="5018"/>
                    <a:pt x="2281" y="660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8"/>
            <p:cNvSpPr/>
            <p:nvPr/>
          </p:nvSpPr>
          <p:spPr>
            <a:xfrm>
              <a:off x="5592225" y="2476625"/>
              <a:ext cx="89425" cy="85550"/>
            </a:xfrm>
            <a:custGeom>
              <a:rect b="b" l="l" r="r" t="t"/>
              <a:pathLst>
                <a:path extrusionOk="0" h="3422" w="3577">
                  <a:moveTo>
                    <a:pt x="3576" y="265"/>
                  </a:moveTo>
                  <a:cubicBezTo>
                    <a:pt x="3576" y="265"/>
                    <a:pt x="2609" y="1341"/>
                    <a:pt x="1606" y="1013"/>
                  </a:cubicBezTo>
                  <a:lnTo>
                    <a:pt x="621" y="2199"/>
                  </a:lnTo>
                  <a:lnTo>
                    <a:pt x="1150" y="3421"/>
                  </a:lnTo>
                  <a:lnTo>
                    <a:pt x="785" y="3184"/>
                  </a:lnTo>
                  <a:lnTo>
                    <a:pt x="228" y="2764"/>
                  </a:lnTo>
                  <a:cubicBezTo>
                    <a:pt x="46" y="2637"/>
                    <a:pt x="0" y="2390"/>
                    <a:pt x="110" y="2199"/>
                  </a:cubicBezTo>
                  <a:cubicBezTo>
                    <a:pt x="274" y="1916"/>
                    <a:pt x="511" y="1478"/>
                    <a:pt x="767" y="867"/>
                  </a:cubicBezTo>
                  <a:cubicBezTo>
                    <a:pt x="840" y="684"/>
                    <a:pt x="876" y="493"/>
                    <a:pt x="876" y="292"/>
                  </a:cubicBezTo>
                  <a:cubicBezTo>
                    <a:pt x="1040" y="283"/>
                    <a:pt x="1250" y="219"/>
                    <a:pt x="1478" y="0"/>
                  </a:cubicBezTo>
                  <a:cubicBezTo>
                    <a:pt x="1478" y="0"/>
                    <a:pt x="2117" y="922"/>
                    <a:pt x="3576" y="2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8"/>
            <p:cNvSpPr/>
            <p:nvPr/>
          </p:nvSpPr>
          <p:spPr>
            <a:xfrm>
              <a:off x="5855175" y="2535000"/>
              <a:ext cx="114525" cy="106750"/>
            </a:xfrm>
            <a:custGeom>
              <a:rect b="b" l="l" r="r" t="t"/>
              <a:pathLst>
                <a:path extrusionOk="0" h="4270" w="4581">
                  <a:moveTo>
                    <a:pt x="4462" y="4005"/>
                  </a:moveTo>
                  <a:cubicBezTo>
                    <a:pt x="3394" y="3960"/>
                    <a:pt x="2345" y="3531"/>
                    <a:pt x="1542" y="2810"/>
                  </a:cubicBezTo>
                  <a:cubicBezTo>
                    <a:pt x="749" y="2081"/>
                    <a:pt x="201" y="1077"/>
                    <a:pt x="37" y="1"/>
                  </a:cubicBezTo>
                  <a:cubicBezTo>
                    <a:pt x="1" y="1196"/>
                    <a:pt x="420" y="2327"/>
                    <a:pt x="1296" y="3121"/>
                  </a:cubicBezTo>
                  <a:cubicBezTo>
                    <a:pt x="2181" y="3905"/>
                    <a:pt x="3422" y="4270"/>
                    <a:pt x="4580" y="40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8"/>
            <p:cNvSpPr/>
            <p:nvPr/>
          </p:nvSpPr>
          <p:spPr>
            <a:xfrm>
              <a:off x="5605450" y="2215475"/>
              <a:ext cx="201175" cy="136875"/>
            </a:xfrm>
            <a:custGeom>
              <a:rect b="b" l="l" r="r" t="t"/>
              <a:pathLst>
                <a:path extrusionOk="0" h="5475" w="8047">
                  <a:moveTo>
                    <a:pt x="8047" y="37"/>
                  </a:moveTo>
                  <a:cubicBezTo>
                    <a:pt x="6915" y="265"/>
                    <a:pt x="5812" y="594"/>
                    <a:pt x="4772" y="1086"/>
                  </a:cubicBezTo>
                  <a:cubicBezTo>
                    <a:pt x="2865" y="1989"/>
                    <a:pt x="1186" y="3504"/>
                    <a:pt x="411" y="5474"/>
                  </a:cubicBezTo>
                  <a:lnTo>
                    <a:pt x="238" y="5328"/>
                  </a:lnTo>
                  <a:cubicBezTo>
                    <a:pt x="238" y="5347"/>
                    <a:pt x="238" y="5365"/>
                    <a:pt x="219" y="5383"/>
                  </a:cubicBezTo>
                  <a:cubicBezTo>
                    <a:pt x="0" y="4945"/>
                    <a:pt x="64" y="4407"/>
                    <a:pt x="402" y="4042"/>
                  </a:cubicBezTo>
                  <a:cubicBezTo>
                    <a:pt x="1460" y="2929"/>
                    <a:pt x="3805" y="648"/>
                    <a:pt x="5775" y="229"/>
                  </a:cubicBezTo>
                  <a:cubicBezTo>
                    <a:pt x="6423" y="83"/>
                    <a:pt x="7207" y="1"/>
                    <a:pt x="8047"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8"/>
            <p:cNvSpPr/>
            <p:nvPr/>
          </p:nvSpPr>
          <p:spPr>
            <a:xfrm>
              <a:off x="5460400" y="3286250"/>
              <a:ext cx="142575" cy="225350"/>
            </a:xfrm>
            <a:custGeom>
              <a:rect b="b" l="l" r="r" t="t"/>
              <a:pathLst>
                <a:path extrusionOk="0" h="9014" w="5703">
                  <a:moveTo>
                    <a:pt x="4927" y="1953"/>
                  </a:moveTo>
                  <a:cubicBezTo>
                    <a:pt x="5319" y="3276"/>
                    <a:pt x="5255" y="6432"/>
                    <a:pt x="4151" y="7545"/>
                  </a:cubicBezTo>
                  <a:cubicBezTo>
                    <a:pt x="3686" y="8029"/>
                    <a:pt x="2527" y="8558"/>
                    <a:pt x="1360" y="9014"/>
                  </a:cubicBezTo>
                  <a:cubicBezTo>
                    <a:pt x="1268" y="8767"/>
                    <a:pt x="1040" y="8585"/>
                    <a:pt x="831" y="8430"/>
                  </a:cubicBezTo>
                  <a:cubicBezTo>
                    <a:pt x="584" y="8257"/>
                    <a:pt x="329" y="8074"/>
                    <a:pt x="210" y="7800"/>
                  </a:cubicBezTo>
                  <a:cubicBezTo>
                    <a:pt x="92" y="7527"/>
                    <a:pt x="0" y="7335"/>
                    <a:pt x="283" y="7253"/>
                  </a:cubicBezTo>
                  <a:cubicBezTo>
                    <a:pt x="1068" y="7417"/>
                    <a:pt x="1934" y="7253"/>
                    <a:pt x="2600" y="6797"/>
                  </a:cubicBezTo>
                  <a:cubicBezTo>
                    <a:pt x="3275" y="6341"/>
                    <a:pt x="3759" y="5602"/>
                    <a:pt x="3905" y="4790"/>
                  </a:cubicBezTo>
                  <a:cubicBezTo>
                    <a:pt x="4014" y="4170"/>
                    <a:pt x="3941" y="3522"/>
                    <a:pt x="3887" y="2892"/>
                  </a:cubicBezTo>
                  <a:cubicBezTo>
                    <a:pt x="3841" y="2254"/>
                    <a:pt x="3823" y="1597"/>
                    <a:pt x="4060" y="1004"/>
                  </a:cubicBezTo>
                  <a:cubicBezTo>
                    <a:pt x="4288" y="411"/>
                    <a:pt x="5073" y="10"/>
                    <a:pt x="5702" y="1"/>
                  </a:cubicBezTo>
                  <a:cubicBezTo>
                    <a:pt x="5702" y="1"/>
                    <a:pt x="4543" y="639"/>
                    <a:pt x="4927" y="19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8"/>
            <p:cNvSpPr/>
            <p:nvPr/>
          </p:nvSpPr>
          <p:spPr>
            <a:xfrm>
              <a:off x="5622100" y="3264125"/>
              <a:ext cx="278950" cy="61150"/>
            </a:xfrm>
            <a:custGeom>
              <a:rect b="b" l="l" r="r" t="t"/>
              <a:pathLst>
                <a:path extrusionOk="0" h="2446" w="11158">
                  <a:moveTo>
                    <a:pt x="602" y="475"/>
                  </a:moveTo>
                  <a:cubicBezTo>
                    <a:pt x="2655" y="968"/>
                    <a:pt x="5228" y="685"/>
                    <a:pt x="7317" y="539"/>
                  </a:cubicBezTo>
                  <a:cubicBezTo>
                    <a:pt x="8585" y="448"/>
                    <a:pt x="9889" y="1"/>
                    <a:pt x="11148" y="19"/>
                  </a:cubicBezTo>
                  <a:cubicBezTo>
                    <a:pt x="11157" y="740"/>
                    <a:pt x="9260" y="794"/>
                    <a:pt x="8713" y="1013"/>
                  </a:cubicBezTo>
                  <a:cubicBezTo>
                    <a:pt x="9123" y="1843"/>
                    <a:pt x="6769" y="1780"/>
                    <a:pt x="6341" y="1853"/>
                  </a:cubicBezTo>
                  <a:cubicBezTo>
                    <a:pt x="5766" y="1953"/>
                    <a:pt x="4169" y="2446"/>
                    <a:pt x="3677" y="2090"/>
                  </a:cubicBezTo>
                  <a:cubicBezTo>
                    <a:pt x="3467" y="1935"/>
                    <a:pt x="3604" y="1670"/>
                    <a:pt x="3412" y="1497"/>
                  </a:cubicBezTo>
                  <a:cubicBezTo>
                    <a:pt x="2865" y="1004"/>
                    <a:pt x="1496" y="1168"/>
                    <a:pt x="785" y="949"/>
                  </a:cubicBezTo>
                  <a:cubicBezTo>
                    <a:pt x="575" y="886"/>
                    <a:pt x="0" y="840"/>
                    <a:pt x="9" y="539"/>
                  </a:cubicBezTo>
                  <a:cubicBezTo>
                    <a:pt x="19" y="274"/>
                    <a:pt x="402" y="293"/>
                    <a:pt x="602" y="338"/>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 name="Google Shape;245;p8"/>
          <p:cNvSpPr/>
          <p:nvPr/>
        </p:nvSpPr>
        <p:spPr>
          <a:xfrm>
            <a:off x="-901625" y="134301"/>
            <a:ext cx="5031414" cy="689151"/>
          </a:xfrm>
          <a:custGeom>
            <a:rect b="b" l="l" r="r" t="t"/>
            <a:pathLst>
              <a:path extrusionOk="0" h="41027" w="149622">
                <a:moveTo>
                  <a:pt x="46476" y="1"/>
                </a:moveTo>
                <a:cubicBezTo>
                  <a:pt x="29249" y="1"/>
                  <a:pt x="16839" y="157"/>
                  <a:pt x="16839" y="157"/>
                </a:cubicBezTo>
                <a:cubicBezTo>
                  <a:pt x="16839" y="157"/>
                  <a:pt x="0" y="20598"/>
                  <a:pt x="0" y="21830"/>
                </a:cubicBezTo>
                <a:cubicBezTo>
                  <a:pt x="0" y="22278"/>
                  <a:pt x="15625" y="23044"/>
                  <a:pt x="35432" y="23454"/>
                </a:cubicBezTo>
                <a:cubicBezTo>
                  <a:pt x="21450" y="29260"/>
                  <a:pt x="0" y="38314"/>
                  <a:pt x="0" y="39135"/>
                </a:cubicBezTo>
                <a:cubicBezTo>
                  <a:pt x="0" y="39762"/>
                  <a:pt x="30324" y="41027"/>
                  <a:pt x="60034" y="41027"/>
                </a:cubicBezTo>
                <a:cubicBezTo>
                  <a:pt x="88727" y="41027"/>
                  <a:pt x="116846" y="39847"/>
                  <a:pt x="116525" y="35775"/>
                </a:cubicBezTo>
                <a:cubicBezTo>
                  <a:pt x="116115" y="30586"/>
                  <a:pt x="71331" y="28962"/>
                  <a:pt x="71330" y="28961"/>
                </a:cubicBezTo>
                <a:lnTo>
                  <a:pt x="71330" y="28961"/>
                </a:lnTo>
                <a:cubicBezTo>
                  <a:pt x="71331" y="28961"/>
                  <a:pt x="78471" y="29103"/>
                  <a:pt x="88433" y="29103"/>
                </a:cubicBezTo>
                <a:cubicBezTo>
                  <a:pt x="111478" y="29103"/>
                  <a:pt x="149621" y="28347"/>
                  <a:pt x="149400" y="23342"/>
                </a:cubicBezTo>
                <a:cubicBezTo>
                  <a:pt x="149269" y="20505"/>
                  <a:pt x="134652" y="19123"/>
                  <a:pt x="116525" y="18526"/>
                </a:cubicBezTo>
                <a:cubicBezTo>
                  <a:pt x="116525" y="18489"/>
                  <a:pt x="116525" y="18470"/>
                  <a:pt x="116525" y="18451"/>
                </a:cubicBezTo>
                <a:cubicBezTo>
                  <a:pt x="116115" y="13262"/>
                  <a:pt x="71312" y="11638"/>
                  <a:pt x="71312" y="11638"/>
                </a:cubicBezTo>
                <a:lnTo>
                  <a:pt x="71312" y="11638"/>
                </a:lnTo>
                <a:cubicBezTo>
                  <a:pt x="71312" y="11638"/>
                  <a:pt x="78452" y="11779"/>
                  <a:pt x="88414" y="11779"/>
                </a:cubicBezTo>
                <a:cubicBezTo>
                  <a:pt x="111459" y="11779"/>
                  <a:pt x="149602" y="11024"/>
                  <a:pt x="149381" y="6019"/>
                </a:cubicBezTo>
                <a:cubicBezTo>
                  <a:pt x="149161" y="800"/>
                  <a:pt x="85477" y="1"/>
                  <a:pt x="46476"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46" name="Shape 246"/>
        <p:cNvGrpSpPr/>
        <p:nvPr/>
      </p:nvGrpSpPr>
      <p:grpSpPr>
        <a:xfrm>
          <a:off x="0" y="0"/>
          <a:ext cx="0" cy="0"/>
          <a:chOff x="0" y="0"/>
          <a:chExt cx="0" cy="0"/>
        </a:xfrm>
      </p:grpSpPr>
      <p:sp>
        <p:nvSpPr>
          <p:cNvPr id="247" name="Google Shape;247;p9"/>
          <p:cNvSpPr txBox="1"/>
          <p:nvPr>
            <p:ph type="title"/>
          </p:nvPr>
        </p:nvSpPr>
        <p:spPr>
          <a:xfrm>
            <a:off x="4155575" y="681200"/>
            <a:ext cx="3938100" cy="749400"/>
          </a:xfrm>
          <a:prstGeom prst="rect">
            <a:avLst/>
          </a:prstGeom>
        </p:spPr>
        <p:txBody>
          <a:bodyPr anchorCtr="0" anchor="t" bIns="91425" lIns="91425" spcFirstLastPara="1" rIns="91425" wrap="square" tIns="91425">
            <a:noAutofit/>
          </a:bodyPr>
          <a:lstStyle>
            <a:lvl1pPr lvl="0" algn="l">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248" name="Google Shape;248;p9"/>
          <p:cNvSpPr txBox="1"/>
          <p:nvPr>
            <p:ph idx="1" type="subTitle"/>
          </p:nvPr>
        </p:nvSpPr>
        <p:spPr>
          <a:xfrm>
            <a:off x="4155575" y="1594350"/>
            <a:ext cx="3938100" cy="12045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100"/>
              <a:buNone/>
              <a:defRPr sz="16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249" name="Google Shape;249;p9"/>
          <p:cNvSpPr/>
          <p:nvPr/>
        </p:nvSpPr>
        <p:spPr>
          <a:xfrm>
            <a:off x="-1713620" y="2390475"/>
            <a:ext cx="10890094" cy="1760625"/>
          </a:xfrm>
          <a:custGeom>
            <a:rect b="b" l="l" r="r" t="t"/>
            <a:pathLst>
              <a:path extrusionOk="0" h="70425" w="315838">
                <a:moveTo>
                  <a:pt x="315838" y="0"/>
                </a:moveTo>
                <a:cubicBezTo>
                  <a:pt x="315838" y="0"/>
                  <a:pt x="234128" y="29311"/>
                  <a:pt x="229081" y="29530"/>
                </a:cubicBezTo>
                <a:cubicBezTo>
                  <a:pt x="229047" y="29532"/>
                  <a:pt x="229007" y="29533"/>
                  <a:pt x="228962" y="29533"/>
                </a:cubicBezTo>
                <a:cubicBezTo>
                  <a:pt x="222386" y="29533"/>
                  <a:pt x="100622" y="13630"/>
                  <a:pt x="85661" y="12634"/>
                </a:cubicBezTo>
                <a:cubicBezTo>
                  <a:pt x="85090" y="12595"/>
                  <a:pt x="84440" y="12576"/>
                  <a:pt x="83718" y="12576"/>
                </a:cubicBezTo>
                <a:cubicBezTo>
                  <a:pt x="65374" y="12576"/>
                  <a:pt x="157" y="24546"/>
                  <a:pt x="157" y="24546"/>
                </a:cubicBezTo>
                <a:lnTo>
                  <a:pt x="0" y="70425"/>
                </a:lnTo>
                <a:lnTo>
                  <a:pt x="315838" y="70425"/>
                </a:lnTo>
                <a:lnTo>
                  <a:pt x="315838" y="0"/>
                </a:lnTo>
                <a:close/>
              </a:path>
            </a:pathLst>
          </a:custGeom>
          <a:solidFill>
            <a:srgbClr val="D9ECD3">
              <a:alpha val="7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9"/>
          <p:cNvSpPr/>
          <p:nvPr/>
        </p:nvSpPr>
        <p:spPr>
          <a:xfrm>
            <a:off x="84750" y="1740650"/>
            <a:ext cx="2666625" cy="2667025"/>
          </a:xfrm>
          <a:custGeom>
            <a:rect b="b" l="l" r="r" t="t"/>
            <a:pathLst>
              <a:path extrusionOk="0" h="106681" w="106665">
                <a:moveTo>
                  <a:pt x="53341" y="1"/>
                </a:moveTo>
                <a:cubicBezTo>
                  <a:pt x="23873" y="1"/>
                  <a:pt x="1" y="23889"/>
                  <a:pt x="1" y="53341"/>
                </a:cubicBezTo>
                <a:cubicBezTo>
                  <a:pt x="1" y="82793"/>
                  <a:pt x="23873" y="106680"/>
                  <a:pt x="53341" y="106680"/>
                </a:cubicBezTo>
                <a:cubicBezTo>
                  <a:pt x="82793" y="106680"/>
                  <a:pt x="106665" y="82793"/>
                  <a:pt x="106665" y="53341"/>
                </a:cubicBezTo>
                <a:cubicBezTo>
                  <a:pt x="106665" y="23889"/>
                  <a:pt x="82793" y="1"/>
                  <a:pt x="533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9"/>
          <p:cNvSpPr/>
          <p:nvPr/>
        </p:nvSpPr>
        <p:spPr>
          <a:xfrm>
            <a:off x="5972450" y="3196325"/>
            <a:ext cx="6828950" cy="1443150"/>
          </a:xfrm>
          <a:custGeom>
            <a:rect b="b" l="l" r="r" t="t"/>
            <a:pathLst>
              <a:path extrusionOk="0" h="57726" w="273158">
                <a:moveTo>
                  <a:pt x="119043" y="0"/>
                </a:moveTo>
                <a:cubicBezTo>
                  <a:pt x="118808" y="0"/>
                  <a:pt x="118606" y="15"/>
                  <a:pt x="118436" y="44"/>
                </a:cubicBezTo>
                <a:cubicBezTo>
                  <a:pt x="114815" y="687"/>
                  <a:pt x="1" y="57726"/>
                  <a:pt x="1" y="57726"/>
                </a:cubicBezTo>
                <a:lnTo>
                  <a:pt x="273157" y="57726"/>
                </a:lnTo>
                <a:cubicBezTo>
                  <a:pt x="273157" y="57726"/>
                  <a:pt x="133756" y="0"/>
                  <a:pt x="119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9"/>
          <p:cNvSpPr/>
          <p:nvPr/>
        </p:nvSpPr>
        <p:spPr>
          <a:xfrm>
            <a:off x="-1743225" y="3196325"/>
            <a:ext cx="6829325" cy="1443150"/>
          </a:xfrm>
          <a:custGeom>
            <a:rect b="b" l="l" r="r" t="t"/>
            <a:pathLst>
              <a:path extrusionOk="0" h="57726" w="273173">
                <a:moveTo>
                  <a:pt x="119057" y="0"/>
                </a:moveTo>
                <a:cubicBezTo>
                  <a:pt x="118823" y="0"/>
                  <a:pt x="118621" y="15"/>
                  <a:pt x="118451" y="44"/>
                </a:cubicBezTo>
                <a:cubicBezTo>
                  <a:pt x="114815" y="687"/>
                  <a:pt x="0" y="57726"/>
                  <a:pt x="0" y="57726"/>
                </a:cubicBezTo>
                <a:lnTo>
                  <a:pt x="273172" y="57726"/>
                </a:lnTo>
                <a:cubicBezTo>
                  <a:pt x="273172" y="57726"/>
                  <a:pt x="133756" y="0"/>
                  <a:pt x="119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9"/>
          <p:cNvSpPr/>
          <p:nvPr/>
        </p:nvSpPr>
        <p:spPr>
          <a:xfrm>
            <a:off x="3559000" y="3196325"/>
            <a:ext cx="6828925" cy="1443150"/>
          </a:xfrm>
          <a:custGeom>
            <a:rect b="b" l="l" r="r" t="t"/>
            <a:pathLst>
              <a:path extrusionOk="0" h="57726" w="273157">
                <a:moveTo>
                  <a:pt x="119057" y="0"/>
                </a:moveTo>
                <a:cubicBezTo>
                  <a:pt x="118823" y="0"/>
                  <a:pt x="118621" y="15"/>
                  <a:pt x="118451" y="44"/>
                </a:cubicBezTo>
                <a:cubicBezTo>
                  <a:pt x="114815" y="687"/>
                  <a:pt x="1" y="57726"/>
                  <a:pt x="1" y="57726"/>
                </a:cubicBezTo>
                <a:lnTo>
                  <a:pt x="273157" y="57726"/>
                </a:lnTo>
                <a:cubicBezTo>
                  <a:pt x="273157" y="57726"/>
                  <a:pt x="133755" y="0"/>
                  <a:pt x="119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9"/>
          <p:cNvSpPr/>
          <p:nvPr/>
        </p:nvSpPr>
        <p:spPr>
          <a:xfrm>
            <a:off x="888100" y="3587925"/>
            <a:ext cx="5829700" cy="1231825"/>
          </a:xfrm>
          <a:custGeom>
            <a:rect b="b" l="l" r="r" t="t"/>
            <a:pathLst>
              <a:path extrusionOk="0" h="49273" w="233188">
                <a:moveTo>
                  <a:pt x="101637" y="1"/>
                </a:moveTo>
                <a:cubicBezTo>
                  <a:pt x="101435" y="1"/>
                  <a:pt x="101261" y="13"/>
                  <a:pt x="101115" y="39"/>
                </a:cubicBezTo>
                <a:cubicBezTo>
                  <a:pt x="98012" y="572"/>
                  <a:pt x="0" y="49272"/>
                  <a:pt x="0" y="49272"/>
                </a:cubicBezTo>
                <a:lnTo>
                  <a:pt x="233187" y="49272"/>
                </a:lnTo>
                <a:cubicBezTo>
                  <a:pt x="233187" y="49272"/>
                  <a:pt x="114207" y="1"/>
                  <a:pt x="1016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9"/>
          <p:cNvSpPr/>
          <p:nvPr/>
        </p:nvSpPr>
        <p:spPr>
          <a:xfrm>
            <a:off x="2571900" y="3389250"/>
            <a:ext cx="5829700" cy="1231825"/>
          </a:xfrm>
          <a:custGeom>
            <a:rect b="b" l="l" r="r" t="t"/>
            <a:pathLst>
              <a:path extrusionOk="0" h="49273" w="233188">
                <a:moveTo>
                  <a:pt x="101637" y="1"/>
                </a:moveTo>
                <a:cubicBezTo>
                  <a:pt x="101436" y="1"/>
                  <a:pt x="101262" y="14"/>
                  <a:pt x="101116" y="39"/>
                </a:cubicBezTo>
                <a:cubicBezTo>
                  <a:pt x="98013" y="572"/>
                  <a:pt x="1" y="49272"/>
                  <a:pt x="1" y="49272"/>
                </a:cubicBezTo>
                <a:lnTo>
                  <a:pt x="233188" y="49272"/>
                </a:lnTo>
                <a:cubicBezTo>
                  <a:pt x="233188" y="49272"/>
                  <a:pt x="114208" y="1"/>
                  <a:pt x="1016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9"/>
          <p:cNvSpPr/>
          <p:nvPr/>
        </p:nvSpPr>
        <p:spPr>
          <a:xfrm>
            <a:off x="2883050" y="3390225"/>
            <a:ext cx="2344900" cy="1076450"/>
          </a:xfrm>
          <a:custGeom>
            <a:rect b="b" l="l" r="r" t="t"/>
            <a:pathLst>
              <a:path extrusionOk="0" h="43058" w="93796">
                <a:moveTo>
                  <a:pt x="88670" y="0"/>
                </a:moveTo>
                <a:cubicBezTo>
                  <a:pt x="86256" y="423"/>
                  <a:pt x="26490" y="29938"/>
                  <a:pt x="0" y="43058"/>
                </a:cubicBezTo>
                <a:lnTo>
                  <a:pt x="0" y="43058"/>
                </a:lnTo>
                <a:lnTo>
                  <a:pt x="23324" y="34233"/>
                </a:lnTo>
                <a:lnTo>
                  <a:pt x="71601" y="32477"/>
                </a:lnTo>
                <a:cubicBezTo>
                  <a:pt x="72447" y="32462"/>
                  <a:pt x="72541" y="31129"/>
                  <a:pt x="71726" y="30957"/>
                </a:cubicBezTo>
                <a:lnTo>
                  <a:pt x="53481" y="27023"/>
                </a:lnTo>
                <a:cubicBezTo>
                  <a:pt x="52870" y="26882"/>
                  <a:pt x="52713" y="26004"/>
                  <a:pt x="53230" y="25612"/>
                </a:cubicBezTo>
                <a:lnTo>
                  <a:pt x="57917" y="22211"/>
                </a:lnTo>
                <a:cubicBezTo>
                  <a:pt x="58011" y="22148"/>
                  <a:pt x="58136" y="22101"/>
                  <a:pt x="58246" y="22085"/>
                </a:cubicBezTo>
                <a:lnTo>
                  <a:pt x="92918" y="18433"/>
                </a:lnTo>
                <a:cubicBezTo>
                  <a:pt x="93796" y="18339"/>
                  <a:pt x="93764" y="16929"/>
                  <a:pt x="92886" y="16897"/>
                </a:cubicBezTo>
                <a:lnTo>
                  <a:pt x="63905" y="15471"/>
                </a:lnTo>
                <a:cubicBezTo>
                  <a:pt x="63184" y="15439"/>
                  <a:pt x="62980" y="14374"/>
                  <a:pt x="63622" y="14013"/>
                </a:cubicBezTo>
                <a:lnTo>
                  <a:pt x="88670" y="0"/>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9"/>
          <p:cNvSpPr/>
          <p:nvPr/>
        </p:nvSpPr>
        <p:spPr>
          <a:xfrm>
            <a:off x="3757675" y="3894300"/>
            <a:ext cx="4251675" cy="820825"/>
          </a:xfrm>
          <a:custGeom>
            <a:rect b="b" l="l" r="r" t="t"/>
            <a:pathLst>
              <a:path extrusionOk="0" h="32833" w="170067">
                <a:moveTo>
                  <a:pt x="74126" y="0"/>
                </a:moveTo>
                <a:cubicBezTo>
                  <a:pt x="73980" y="0"/>
                  <a:pt x="73854" y="9"/>
                  <a:pt x="73748" y="26"/>
                </a:cubicBezTo>
                <a:cubicBezTo>
                  <a:pt x="71475" y="386"/>
                  <a:pt x="0" y="32832"/>
                  <a:pt x="0" y="32832"/>
                </a:cubicBezTo>
                <a:lnTo>
                  <a:pt x="170067" y="32832"/>
                </a:lnTo>
                <a:cubicBezTo>
                  <a:pt x="170067" y="32832"/>
                  <a:pt x="83280" y="0"/>
                  <a:pt x="741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9"/>
          <p:cNvSpPr/>
          <p:nvPr/>
        </p:nvSpPr>
        <p:spPr>
          <a:xfrm>
            <a:off x="-108000" y="3658225"/>
            <a:ext cx="5473875" cy="1056900"/>
          </a:xfrm>
          <a:custGeom>
            <a:rect b="b" l="l" r="r" t="t"/>
            <a:pathLst>
              <a:path extrusionOk="0" h="42276" w="218955">
                <a:moveTo>
                  <a:pt x="95422" y="1"/>
                </a:moveTo>
                <a:cubicBezTo>
                  <a:pt x="95236" y="1"/>
                  <a:pt x="95075" y="11"/>
                  <a:pt x="94940" y="33"/>
                </a:cubicBezTo>
                <a:cubicBezTo>
                  <a:pt x="92024" y="503"/>
                  <a:pt x="0" y="42275"/>
                  <a:pt x="0" y="42275"/>
                </a:cubicBezTo>
                <a:lnTo>
                  <a:pt x="218955" y="42275"/>
                </a:lnTo>
                <a:cubicBezTo>
                  <a:pt x="218955" y="42275"/>
                  <a:pt x="107185" y="1"/>
                  <a:pt x="954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9"/>
          <p:cNvSpPr/>
          <p:nvPr/>
        </p:nvSpPr>
        <p:spPr>
          <a:xfrm>
            <a:off x="183925" y="3659025"/>
            <a:ext cx="2202275" cy="923650"/>
          </a:xfrm>
          <a:custGeom>
            <a:rect b="b" l="l" r="r" t="t"/>
            <a:pathLst>
              <a:path extrusionOk="0" h="36946" w="88091">
                <a:moveTo>
                  <a:pt x="83263" y="1"/>
                </a:moveTo>
                <a:lnTo>
                  <a:pt x="83263" y="1"/>
                </a:lnTo>
                <a:cubicBezTo>
                  <a:pt x="81006" y="377"/>
                  <a:pt x="24891" y="25691"/>
                  <a:pt x="1" y="36945"/>
                </a:cubicBezTo>
                <a:lnTo>
                  <a:pt x="1" y="36945"/>
                </a:lnTo>
                <a:lnTo>
                  <a:pt x="21913" y="29390"/>
                </a:lnTo>
                <a:lnTo>
                  <a:pt x="67244" y="27885"/>
                </a:lnTo>
                <a:cubicBezTo>
                  <a:pt x="68027" y="27854"/>
                  <a:pt x="68121" y="26726"/>
                  <a:pt x="67353" y="26569"/>
                </a:cubicBezTo>
                <a:lnTo>
                  <a:pt x="50237" y="23199"/>
                </a:lnTo>
                <a:cubicBezTo>
                  <a:pt x="49657" y="23073"/>
                  <a:pt x="49500" y="22321"/>
                  <a:pt x="49986" y="21992"/>
                </a:cubicBezTo>
                <a:lnTo>
                  <a:pt x="54391" y="19061"/>
                </a:lnTo>
                <a:cubicBezTo>
                  <a:pt x="54485" y="19014"/>
                  <a:pt x="54594" y="18967"/>
                  <a:pt x="54704" y="18967"/>
                </a:cubicBezTo>
                <a:lnTo>
                  <a:pt x="87260" y="15832"/>
                </a:lnTo>
                <a:cubicBezTo>
                  <a:pt x="88090" y="15754"/>
                  <a:pt x="88059" y="14547"/>
                  <a:pt x="87228" y="14500"/>
                </a:cubicBezTo>
                <a:lnTo>
                  <a:pt x="60018" y="13293"/>
                </a:lnTo>
                <a:cubicBezTo>
                  <a:pt x="59344" y="13261"/>
                  <a:pt x="59140" y="12337"/>
                  <a:pt x="59751" y="12039"/>
                </a:cubicBezTo>
                <a:lnTo>
                  <a:pt x="83263" y="1"/>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9"/>
          <p:cNvSpPr/>
          <p:nvPr/>
        </p:nvSpPr>
        <p:spPr>
          <a:xfrm>
            <a:off x="-242325" y="4534050"/>
            <a:ext cx="9418794" cy="1160325"/>
          </a:xfrm>
          <a:custGeom>
            <a:rect b="b" l="l" r="r" t="t"/>
            <a:pathLst>
              <a:path extrusionOk="0" h="46413" w="331356">
                <a:moveTo>
                  <a:pt x="1" y="1"/>
                </a:moveTo>
                <a:lnTo>
                  <a:pt x="1" y="46412"/>
                </a:lnTo>
                <a:lnTo>
                  <a:pt x="331356" y="46412"/>
                </a:lnTo>
                <a:lnTo>
                  <a:pt x="3313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9"/>
          <p:cNvSpPr/>
          <p:nvPr/>
        </p:nvSpPr>
        <p:spPr>
          <a:xfrm>
            <a:off x="1582075" y="4534050"/>
            <a:ext cx="4442125" cy="1160325"/>
          </a:xfrm>
          <a:custGeom>
            <a:rect b="b" l="l" r="r" t="t"/>
            <a:pathLst>
              <a:path extrusionOk="0" h="46413" w="177685">
                <a:moveTo>
                  <a:pt x="53027" y="1"/>
                </a:moveTo>
                <a:cubicBezTo>
                  <a:pt x="53027" y="1"/>
                  <a:pt x="79109" y="2070"/>
                  <a:pt x="70927" y="2540"/>
                </a:cubicBezTo>
                <a:cubicBezTo>
                  <a:pt x="62761" y="3026"/>
                  <a:pt x="21224" y="5706"/>
                  <a:pt x="20644" y="7838"/>
                </a:cubicBezTo>
                <a:cubicBezTo>
                  <a:pt x="20064" y="9969"/>
                  <a:pt x="61977" y="9076"/>
                  <a:pt x="62369" y="12462"/>
                </a:cubicBezTo>
                <a:cubicBezTo>
                  <a:pt x="62761" y="15847"/>
                  <a:pt x="1" y="12462"/>
                  <a:pt x="1458" y="16098"/>
                </a:cubicBezTo>
                <a:cubicBezTo>
                  <a:pt x="2932" y="19750"/>
                  <a:pt x="51851" y="19202"/>
                  <a:pt x="51459" y="21380"/>
                </a:cubicBezTo>
                <a:cubicBezTo>
                  <a:pt x="51295" y="22331"/>
                  <a:pt x="42835" y="22437"/>
                  <a:pt x="33312" y="22437"/>
                </a:cubicBezTo>
                <a:cubicBezTo>
                  <a:pt x="30561" y="22437"/>
                  <a:pt x="27722" y="22428"/>
                  <a:pt x="24968" y="22428"/>
                </a:cubicBezTo>
                <a:cubicBezTo>
                  <a:pt x="15398" y="22428"/>
                  <a:pt x="6865" y="22536"/>
                  <a:pt x="6694" y="23496"/>
                </a:cubicBezTo>
                <a:cubicBezTo>
                  <a:pt x="6302" y="25691"/>
                  <a:pt x="55362" y="31240"/>
                  <a:pt x="52635" y="32964"/>
                </a:cubicBezTo>
                <a:cubicBezTo>
                  <a:pt x="51598" y="33619"/>
                  <a:pt x="46686" y="33692"/>
                  <a:pt x="40946" y="33692"/>
                </a:cubicBezTo>
                <a:cubicBezTo>
                  <a:pt x="39300" y="33692"/>
                  <a:pt x="37585" y="33686"/>
                  <a:pt x="35874" y="33686"/>
                </a:cubicBezTo>
                <a:cubicBezTo>
                  <a:pt x="27866" y="33686"/>
                  <a:pt x="19940" y="33818"/>
                  <a:pt x="19468" y="35315"/>
                </a:cubicBezTo>
                <a:cubicBezTo>
                  <a:pt x="18559" y="38246"/>
                  <a:pt x="53811" y="46412"/>
                  <a:pt x="53811" y="46412"/>
                </a:cubicBezTo>
                <a:lnTo>
                  <a:pt x="123875" y="46412"/>
                </a:lnTo>
                <a:cubicBezTo>
                  <a:pt x="123875" y="46412"/>
                  <a:pt x="159126" y="38246"/>
                  <a:pt x="158202" y="35315"/>
                </a:cubicBezTo>
                <a:cubicBezTo>
                  <a:pt x="157729" y="33818"/>
                  <a:pt x="149803" y="33686"/>
                  <a:pt x="141795" y="33686"/>
                </a:cubicBezTo>
                <a:cubicBezTo>
                  <a:pt x="140085" y="33686"/>
                  <a:pt x="138370" y="33692"/>
                  <a:pt x="136724" y="33692"/>
                </a:cubicBezTo>
                <a:cubicBezTo>
                  <a:pt x="130984" y="33692"/>
                  <a:pt x="126072" y="33619"/>
                  <a:pt x="125035" y="32964"/>
                </a:cubicBezTo>
                <a:cubicBezTo>
                  <a:pt x="122307" y="31240"/>
                  <a:pt x="171368" y="25691"/>
                  <a:pt x="170976" y="23496"/>
                </a:cubicBezTo>
                <a:cubicBezTo>
                  <a:pt x="170811" y="22536"/>
                  <a:pt x="162283" y="22428"/>
                  <a:pt x="152713" y="22428"/>
                </a:cubicBezTo>
                <a:cubicBezTo>
                  <a:pt x="149960" y="22428"/>
                  <a:pt x="147120" y="22437"/>
                  <a:pt x="144369" y="22437"/>
                </a:cubicBezTo>
                <a:cubicBezTo>
                  <a:pt x="134846" y="22437"/>
                  <a:pt x="126381" y="22331"/>
                  <a:pt x="126210" y="21380"/>
                </a:cubicBezTo>
                <a:cubicBezTo>
                  <a:pt x="125818" y="19202"/>
                  <a:pt x="174738" y="19750"/>
                  <a:pt x="176211" y="16098"/>
                </a:cubicBezTo>
                <a:cubicBezTo>
                  <a:pt x="177685" y="12462"/>
                  <a:pt x="114909" y="15847"/>
                  <a:pt x="115301" y="12462"/>
                </a:cubicBezTo>
                <a:cubicBezTo>
                  <a:pt x="115693" y="9076"/>
                  <a:pt x="157622" y="9969"/>
                  <a:pt x="157026" y="7838"/>
                </a:cubicBezTo>
                <a:cubicBezTo>
                  <a:pt x="156446" y="5706"/>
                  <a:pt x="114909" y="3026"/>
                  <a:pt x="106743" y="2540"/>
                </a:cubicBezTo>
                <a:cubicBezTo>
                  <a:pt x="98561" y="2070"/>
                  <a:pt x="124643" y="1"/>
                  <a:pt x="124643"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9"/>
          <p:cNvSpPr/>
          <p:nvPr/>
        </p:nvSpPr>
        <p:spPr>
          <a:xfrm>
            <a:off x="-274550" y="4825825"/>
            <a:ext cx="9418794" cy="868550"/>
          </a:xfrm>
          <a:custGeom>
            <a:rect b="b" l="l" r="r" t="t"/>
            <a:pathLst>
              <a:path extrusionOk="0" h="34742" w="331356">
                <a:moveTo>
                  <a:pt x="121144" y="1"/>
                </a:moveTo>
                <a:cubicBezTo>
                  <a:pt x="121070" y="1"/>
                  <a:pt x="121003" y="3"/>
                  <a:pt x="120944" y="7"/>
                </a:cubicBezTo>
                <a:cubicBezTo>
                  <a:pt x="113984" y="509"/>
                  <a:pt x="581" y="5806"/>
                  <a:pt x="581" y="5806"/>
                </a:cubicBezTo>
                <a:lnTo>
                  <a:pt x="1" y="34741"/>
                </a:lnTo>
                <a:lnTo>
                  <a:pt x="331356" y="34741"/>
                </a:lnTo>
                <a:lnTo>
                  <a:pt x="331356" y="7076"/>
                </a:lnTo>
                <a:lnTo>
                  <a:pt x="292248" y="28503"/>
                </a:lnTo>
                <a:lnTo>
                  <a:pt x="233282" y="28503"/>
                </a:lnTo>
                <a:cubicBezTo>
                  <a:pt x="232365" y="28503"/>
                  <a:pt x="129671" y="1"/>
                  <a:pt x="121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 name="Google Shape;263;p9"/>
          <p:cNvGrpSpPr/>
          <p:nvPr/>
        </p:nvGrpSpPr>
        <p:grpSpPr>
          <a:xfrm>
            <a:off x="-45125" y="4400963"/>
            <a:ext cx="9144000" cy="135700"/>
            <a:chOff x="96675" y="2823075"/>
            <a:chExt cx="9144000" cy="135700"/>
          </a:xfrm>
        </p:grpSpPr>
        <p:grpSp>
          <p:nvGrpSpPr>
            <p:cNvPr id="264" name="Google Shape;264;p9"/>
            <p:cNvGrpSpPr/>
            <p:nvPr/>
          </p:nvGrpSpPr>
          <p:grpSpPr>
            <a:xfrm>
              <a:off x="96675" y="2823075"/>
              <a:ext cx="9144000" cy="135700"/>
              <a:chOff x="96675" y="2823075"/>
              <a:chExt cx="9144000" cy="135700"/>
            </a:xfrm>
          </p:grpSpPr>
          <p:grpSp>
            <p:nvGrpSpPr>
              <p:cNvPr id="265" name="Google Shape;265;p9"/>
              <p:cNvGrpSpPr/>
              <p:nvPr/>
            </p:nvGrpSpPr>
            <p:grpSpPr>
              <a:xfrm>
                <a:off x="96675" y="2823075"/>
                <a:ext cx="9144000" cy="135700"/>
                <a:chOff x="-584175" y="4743925"/>
                <a:chExt cx="9144000" cy="135700"/>
              </a:xfrm>
            </p:grpSpPr>
            <p:sp>
              <p:nvSpPr>
                <p:cNvPr id="266" name="Google Shape;266;p9"/>
                <p:cNvSpPr/>
                <p:nvPr/>
              </p:nvSpPr>
              <p:spPr>
                <a:xfrm>
                  <a:off x="-584175" y="4743925"/>
                  <a:ext cx="91440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 name="Google Shape;267;p9"/>
                <p:cNvGrpSpPr/>
                <p:nvPr/>
              </p:nvGrpSpPr>
              <p:grpSpPr>
                <a:xfrm>
                  <a:off x="-450100" y="4750325"/>
                  <a:ext cx="3095500" cy="129300"/>
                  <a:chOff x="-450100" y="4750325"/>
                  <a:chExt cx="3095500" cy="129300"/>
                </a:xfrm>
              </p:grpSpPr>
              <p:sp>
                <p:nvSpPr>
                  <p:cNvPr id="268" name="Google Shape;268;p9"/>
                  <p:cNvSpPr/>
                  <p:nvPr/>
                </p:nvSpPr>
                <p:spPr>
                  <a:xfrm rot="5400000">
                    <a:off x="-497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9"/>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9"/>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9"/>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9"/>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9"/>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9"/>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9"/>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9"/>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7" name="Google Shape;277;p9"/>
              <p:cNvGrpSpPr/>
              <p:nvPr/>
            </p:nvGrpSpPr>
            <p:grpSpPr>
              <a:xfrm>
                <a:off x="3677725" y="2826275"/>
                <a:ext cx="2711075" cy="129300"/>
                <a:chOff x="-65675" y="4750325"/>
                <a:chExt cx="2711075" cy="129300"/>
              </a:xfrm>
            </p:grpSpPr>
            <p:sp>
              <p:nvSpPr>
                <p:cNvPr id="278" name="Google Shape;278;p9"/>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9"/>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9"/>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9"/>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9"/>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9"/>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9"/>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9"/>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6" name="Google Shape;286;p9"/>
            <p:cNvGrpSpPr/>
            <p:nvPr/>
          </p:nvGrpSpPr>
          <p:grpSpPr>
            <a:xfrm>
              <a:off x="6356775" y="2826275"/>
              <a:ext cx="2711075" cy="129300"/>
              <a:chOff x="-65675" y="4750325"/>
              <a:chExt cx="2711075" cy="129300"/>
            </a:xfrm>
          </p:grpSpPr>
          <p:sp>
            <p:nvSpPr>
              <p:cNvPr id="287" name="Google Shape;287;p9"/>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9"/>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9"/>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9"/>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9"/>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9"/>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9"/>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9"/>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5" name="Google Shape;295;p9"/>
          <p:cNvGrpSpPr/>
          <p:nvPr/>
        </p:nvGrpSpPr>
        <p:grpSpPr>
          <a:xfrm>
            <a:off x="1364600" y="3586175"/>
            <a:ext cx="1589000" cy="1889925"/>
            <a:chOff x="1364600" y="3586175"/>
            <a:chExt cx="1589000" cy="1889925"/>
          </a:xfrm>
        </p:grpSpPr>
        <p:sp>
          <p:nvSpPr>
            <p:cNvPr id="296" name="Google Shape;296;p9"/>
            <p:cNvSpPr/>
            <p:nvPr/>
          </p:nvSpPr>
          <p:spPr>
            <a:xfrm>
              <a:off x="1623625" y="3849875"/>
              <a:ext cx="222200" cy="1626225"/>
            </a:xfrm>
            <a:custGeom>
              <a:rect b="b" l="l" r="r" t="t"/>
              <a:pathLst>
                <a:path extrusionOk="0" h="65049" w="8888">
                  <a:moveTo>
                    <a:pt x="0" y="0"/>
                  </a:moveTo>
                  <a:cubicBezTo>
                    <a:pt x="7336" y="26647"/>
                    <a:pt x="8887" y="65049"/>
                    <a:pt x="8887" y="65049"/>
                  </a:cubicBezTo>
                  <a:lnTo>
                    <a:pt x="8887" y="26286"/>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9"/>
            <p:cNvSpPr/>
            <p:nvPr/>
          </p:nvSpPr>
          <p:spPr>
            <a:xfrm>
              <a:off x="1845800" y="3953325"/>
              <a:ext cx="228475" cy="1522775"/>
            </a:xfrm>
            <a:custGeom>
              <a:rect b="b" l="l" r="r" t="t"/>
              <a:pathLst>
                <a:path extrusionOk="0" h="60911" w="9139">
                  <a:moveTo>
                    <a:pt x="9139" y="0"/>
                  </a:moveTo>
                  <a:lnTo>
                    <a:pt x="4233" y="15314"/>
                  </a:lnTo>
                  <a:lnTo>
                    <a:pt x="0" y="60911"/>
                  </a:lnTo>
                  <a:lnTo>
                    <a:pt x="4233" y="60911"/>
                  </a:lnTo>
                  <a:lnTo>
                    <a:pt x="91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9"/>
            <p:cNvSpPr/>
            <p:nvPr/>
          </p:nvSpPr>
          <p:spPr>
            <a:xfrm>
              <a:off x="2077000" y="4137100"/>
              <a:ext cx="148952" cy="1339000"/>
            </a:xfrm>
            <a:custGeom>
              <a:rect b="b" l="l" r="r" t="t"/>
              <a:pathLst>
                <a:path extrusionOk="0" h="53560" w="9562">
                  <a:moveTo>
                    <a:pt x="9562" y="1"/>
                  </a:moveTo>
                  <a:lnTo>
                    <a:pt x="0" y="22148"/>
                  </a:lnTo>
                  <a:cubicBezTo>
                    <a:pt x="0" y="22148"/>
                    <a:pt x="3292" y="50425"/>
                    <a:pt x="3292" y="53560"/>
                  </a:cubicBezTo>
                  <a:lnTo>
                    <a:pt x="6944" y="53560"/>
                  </a:lnTo>
                  <a:lnTo>
                    <a:pt x="95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9"/>
            <p:cNvSpPr/>
            <p:nvPr/>
          </p:nvSpPr>
          <p:spPr>
            <a:xfrm>
              <a:off x="1634200" y="3632775"/>
              <a:ext cx="61150" cy="1843325"/>
            </a:xfrm>
            <a:custGeom>
              <a:rect b="b" l="l" r="r" t="t"/>
              <a:pathLst>
                <a:path extrusionOk="0" h="73733" w="2446">
                  <a:moveTo>
                    <a:pt x="0" y="1"/>
                  </a:moveTo>
                  <a:lnTo>
                    <a:pt x="0" y="73733"/>
                  </a:lnTo>
                  <a:lnTo>
                    <a:pt x="2446" y="73733"/>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9"/>
            <p:cNvSpPr/>
            <p:nvPr/>
          </p:nvSpPr>
          <p:spPr>
            <a:xfrm>
              <a:off x="1558175" y="3598675"/>
              <a:ext cx="152450" cy="242600"/>
            </a:xfrm>
            <a:custGeom>
              <a:rect b="b" l="l" r="r" t="t"/>
              <a:pathLst>
                <a:path extrusionOk="0" h="9704" w="6098">
                  <a:moveTo>
                    <a:pt x="3041" y="1"/>
                  </a:moveTo>
                  <a:cubicBezTo>
                    <a:pt x="1364" y="1"/>
                    <a:pt x="1" y="3387"/>
                    <a:pt x="1" y="6067"/>
                  </a:cubicBezTo>
                  <a:cubicBezTo>
                    <a:pt x="1" y="8747"/>
                    <a:pt x="1364" y="9703"/>
                    <a:pt x="3041" y="9703"/>
                  </a:cubicBezTo>
                  <a:cubicBezTo>
                    <a:pt x="4734" y="9703"/>
                    <a:pt x="6098" y="8747"/>
                    <a:pt x="6098" y="6067"/>
                  </a:cubicBezTo>
                  <a:cubicBezTo>
                    <a:pt x="6098" y="3387"/>
                    <a:pt x="4734" y="1"/>
                    <a:pt x="3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9"/>
            <p:cNvSpPr/>
            <p:nvPr/>
          </p:nvSpPr>
          <p:spPr>
            <a:xfrm>
              <a:off x="1647525" y="3695075"/>
              <a:ext cx="134425" cy="659150"/>
            </a:xfrm>
            <a:custGeom>
              <a:rect b="b" l="l" r="r" t="t"/>
              <a:pathLst>
                <a:path extrusionOk="0" h="26366" w="5377">
                  <a:moveTo>
                    <a:pt x="5377" y="1"/>
                  </a:moveTo>
                  <a:cubicBezTo>
                    <a:pt x="5376" y="3"/>
                    <a:pt x="0" y="20393"/>
                    <a:pt x="0" y="21334"/>
                  </a:cubicBezTo>
                  <a:lnTo>
                    <a:pt x="0" y="26365"/>
                  </a:lnTo>
                  <a:lnTo>
                    <a:pt x="53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9"/>
            <p:cNvSpPr/>
            <p:nvPr/>
          </p:nvSpPr>
          <p:spPr>
            <a:xfrm>
              <a:off x="1728250" y="3586175"/>
              <a:ext cx="123450" cy="156325"/>
            </a:xfrm>
            <a:custGeom>
              <a:rect b="b" l="l" r="r" t="t"/>
              <a:pathLst>
                <a:path extrusionOk="0" h="6253" w="4938">
                  <a:moveTo>
                    <a:pt x="3451" y="1"/>
                  </a:moveTo>
                  <a:cubicBezTo>
                    <a:pt x="2420" y="1"/>
                    <a:pt x="1066" y="1679"/>
                    <a:pt x="564" y="3213"/>
                  </a:cubicBezTo>
                  <a:cubicBezTo>
                    <a:pt x="0" y="4890"/>
                    <a:pt x="658" y="5783"/>
                    <a:pt x="1709" y="6128"/>
                  </a:cubicBezTo>
                  <a:cubicBezTo>
                    <a:pt x="1953" y="6208"/>
                    <a:pt x="2199" y="6253"/>
                    <a:pt x="2438" y="6253"/>
                  </a:cubicBezTo>
                  <a:cubicBezTo>
                    <a:pt x="3227" y="6253"/>
                    <a:pt x="3952" y="5769"/>
                    <a:pt x="4373" y="4482"/>
                  </a:cubicBezTo>
                  <a:cubicBezTo>
                    <a:pt x="4938" y="2805"/>
                    <a:pt x="4781" y="391"/>
                    <a:pt x="3731" y="46"/>
                  </a:cubicBezTo>
                  <a:cubicBezTo>
                    <a:pt x="3641" y="16"/>
                    <a:pt x="3547"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9"/>
            <p:cNvSpPr/>
            <p:nvPr/>
          </p:nvSpPr>
          <p:spPr>
            <a:xfrm>
              <a:off x="1512325" y="3986225"/>
              <a:ext cx="141500" cy="694400"/>
            </a:xfrm>
            <a:custGeom>
              <a:rect b="b" l="l" r="r" t="t"/>
              <a:pathLst>
                <a:path extrusionOk="0" h="27776" w="5660">
                  <a:moveTo>
                    <a:pt x="1" y="1"/>
                  </a:moveTo>
                  <a:lnTo>
                    <a:pt x="5659" y="27776"/>
                  </a:lnTo>
                  <a:lnTo>
                    <a:pt x="5659" y="22494"/>
                  </a:lnTo>
                  <a:cubicBezTo>
                    <a:pt x="5659" y="21490"/>
                    <a:pt x="1"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9"/>
            <p:cNvSpPr/>
            <p:nvPr/>
          </p:nvSpPr>
          <p:spPr>
            <a:xfrm>
              <a:off x="1438650" y="3871425"/>
              <a:ext cx="130125" cy="164725"/>
            </a:xfrm>
            <a:custGeom>
              <a:rect b="b" l="l" r="r" t="t"/>
              <a:pathLst>
                <a:path extrusionOk="0" h="6589" w="5205">
                  <a:moveTo>
                    <a:pt x="1565" y="0"/>
                  </a:moveTo>
                  <a:cubicBezTo>
                    <a:pt x="1463" y="0"/>
                    <a:pt x="1365" y="15"/>
                    <a:pt x="1270" y="47"/>
                  </a:cubicBezTo>
                  <a:cubicBezTo>
                    <a:pt x="158" y="408"/>
                    <a:pt x="1" y="2947"/>
                    <a:pt x="596" y="4718"/>
                  </a:cubicBezTo>
                  <a:cubicBezTo>
                    <a:pt x="1042" y="6079"/>
                    <a:pt x="1802" y="6588"/>
                    <a:pt x="2634" y="6588"/>
                  </a:cubicBezTo>
                  <a:cubicBezTo>
                    <a:pt x="2886" y="6588"/>
                    <a:pt x="3144" y="6542"/>
                    <a:pt x="3402" y="6458"/>
                  </a:cubicBezTo>
                  <a:cubicBezTo>
                    <a:pt x="4515" y="6082"/>
                    <a:pt x="5205" y="5157"/>
                    <a:pt x="4609" y="3386"/>
                  </a:cubicBezTo>
                  <a:cubicBezTo>
                    <a:pt x="4078" y="1765"/>
                    <a:pt x="2655" y="0"/>
                    <a:pt x="1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9"/>
            <p:cNvSpPr/>
            <p:nvPr/>
          </p:nvSpPr>
          <p:spPr>
            <a:xfrm>
              <a:off x="1653800" y="4387100"/>
              <a:ext cx="108950" cy="132075"/>
            </a:xfrm>
            <a:custGeom>
              <a:rect b="b" l="l" r="r" t="t"/>
              <a:pathLst>
                <a:path extrusionOk="0" h="5283" w="4358">
                  <a:moveTo>
                    <a:pt x="4358" y="1"/>
                  </a:moveTo>
                  <a:cubicBezTo>
                    <a:pt x="157" y="1161"/>
                    <a:pt x="0" y="5283"/>
                    <a:pt x="0" y="5283"/>
                  </a:cubicBezTo>
                  <a:cubicBezTo>
                    <a:pt x="2586" y="4060"/>
                    <a:pt x="4357" y="1"/>
                    <a:pt x="43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9"/>
            <p:cNvSpPr/>
            <p:nvPr/>
          </p:nvSpPr>
          <p:spPr>
            <a:xfrm>
              <a:off x="1364600" y="4260925"/>
              <a:ext cx="313500" cy="345650"/>
            </a:xfrm>
            <a:custGeom>
              <a:rect b="b" l="l" r="r" t="t"/>
              <a:pathLst>
                <a:path extrusionOk="0" h="13826" w="12540">
                  <a:moveTo>
                    <a:pt x="0" y="1"/>
                  </a:moveTo>
                  <a:lnTo>
                    <a:pt x="0" y="1"/>
                  </a:lnTo>
                  <a:cubicBezTo>
                    <a:pt x="0" y="1"/>
                    <a:pt x="2430" y="11631"/>
                    <a:pt x="11568" y="13825"/>
                  </a:cubicBezTo>
                  <a:cubicBezTo>
                    <a:pt x="11568" y="13825"/>
                    <a:pt x="12540" y="1061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9"/>
            <p:cNvSpPr/>
            <p:nvPr/>
          </p:nvSpPr>
          <p:spPr>
            <a:xfrm>
              <a:off x="2368000" y="4170400"/>
              <a:ext cx="86625" cy="1305700"/>
            </a:xfrm>
            <a:custGeom>
              <a:rect b="b" l="l" r="r" t="t"/>
              <a:pathLst>
                <a:path extrusionOk="0" h="52228" w="3465">
                  <a:moveTo>
                    <a:pt x="3339" y="1"/>
                  </a:moveTo>
                  <a:lnTo>
                    <a:pt x="0" y="52228"/>
                  </a:lnTo>
                  <a:lnTo>
                    <a:pt x="690" y="52228"/>
                  </a:lnTo>
                  <a:lnTo>
                    <a:pt x="3464" y="16"/>
                  </a:lnTo>
                  <a:lnTo>
                    <a:pt x="33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9"/>
            <p:cNvSpPr/>
            <p:nvPr/>
          </p:nvSpPr>
          <p:spPr>
            <a:xfrm>
              <a:off x="2384450" y="4072200"/>
              <a:ext cx="105050" cy="131475"/>
            </a:xfrm>
            <a:custGeom>
              <a:rect b="b" l="l" r="r" t="t"/>
              <a:pathLst>
                <a:path extrusionOk="0" h="5259" w="4202">
                  <a:moveTo>
                    <a:pt x="1188" y="0"/>
                  </a:moveTo>
                  <a:cubicBezTo>
                    <a:pt x="1103" y="0"/>
                    <a:pt x="1020" y="13"/>
                    <a:pt x="941" y="42"/>
                  </a:cubicBezTo>
                  <a:cubicBezTo>
                    <a:pt x="63" y="371"/>
                    <a:pt x="1" y="2408"/>
                    <a:pt x="502" y="3803"/>
                  </a:cubicBezTo>
                  <a:cubicBezTo>
                    <a:pt x="890" y="4861"/>
                    <a:pt x="1490" y="5258"/>
                    <a:pt x="2136" y="5258"/>
                  </a:cubicBezTo>
                  <a:cubicBezTo>
                    <a:pt x="2351" y="5258"/>
                    <a:pt x="2571" y="5214"/>
                    <a:pt x="2791" y="5136"/>
                  </a:cubicBezTo>
                  <a:cubicBezTo>
                    <a:pt x="3669" y="4822"/>
                    <a:pt x="4202" y="4054"/>
                    <a:pt x="3700" y="2659"/>
                  </a:cubicBezTo>
                  <a:cubicBezTo>
                    <a:pt x="3229" y="1375"/>
                    <a:pt x="2057" y="0"/>
                    <a:pt x="1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9"/>
            <p:cNvSpPr/>
            <p:nvPr/>
          </p:nvSpPr>
          <p:spPr>
            <a:xfrm>
              <a:off x="2419325" y="4072875"/>
              <a:ext cx="105450" cy="131025"/>
            </a:xfrm>
            <a:custGeom>
              <a:rect b="b" l="l" r="r" t="t"/>
              <a:pathLst>
                <a:path extrusionOk="0" h="5241" w="4218">
                  <a:moveTo>
                    <a:pt x="3047" y="0"/>
                  </a:moveTo>
                  <a:cubicBezTo>
                    <a:pt x="2177" y="0"/>
                    <a:pt x="1001" y="1353"/>
                    <a:pt x="518" y="2617"/>
                  </a:cubicBezTo>
                  <a:cubicBezTo>
                    <a:pt x="1" y="4012"/>
                    <a:pt x="518" y="4780"/>
                    <a:pt x="1396" y="5109"/>
                  </a:cubicBezTo>
                  <a:cubicBezTo>
                    <a:pt x="1621" y="5193"/>
                    <a:pt x="1848" y="5241"/>
                    <a:pt x="2069" y="5241"/>
                  </a:cubicBezTo>
                  <a:cubicBezTo>
                    <a:pt x="2709" y="5241"/>
                    <a:pt x="3304" y="4844"/>
                    <a:pt x="3700" y="3808"/>
                  </a:cubicBezTo>
                  <a:cubicBezTo>
                    <a:pt x="4217" y="2413"/>
                    <a:pt x="4186" y="375"/>
                    <a:pt x="3308" y="46"/>
                  </a:cubicBezTo>
                  <a:cubicBezTo>
                    <a:pt x="3225" y="15"/>
                    <a:pt x="3138" y="0"/>
                    <a:pt x="30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9"/>
            <p:cNvSpPr/>
            <p:nvPr/>
          </p:nvSpPr>
          <p:spPr>
            <a:xfrm>
              <a:off x="2411875" y="4072450"/>
              <a:ext cx="85075" cy="135600"/>
            </a:xfrm>
            <a:custGeom>
              <a:rect b="b" l="l" r="r" t="t"/>
              <a:pathLst>
                <a:path extrusionOk="0" h="5424" w="3403">
                  <a:moveTo>
                    <a:pt x="1725" y="0"/>
                  </a:moveTo>
                  <a:cubicBezTo>
                    <a:pt x="785" y="0"/>
                    <a:pt x="17" y="1881"/>
                    <a:pt x="1" y="3386"/>
                  </a:cubicBezTo>
                  <a:cubicBezTo>
                    <a:pt x="1" y="4875"/>
                    <a:pt x="753" y="5408"/>
                    <a:pt x="1694" y="5424"/>
                  </a:cubicBezTo>
                  <a:cubicBezTo>
                    <a:pt x="2634" y="5424"/>
                    <a:pt x="3387" y="4891"/>
                    <a:pt x="3402" y="3402"/>
                  </a:cubicBezTo>
                  <a:cubicBezTo>
                    <a:pt x="3402" y="1913"/>
                    <a:pt x="2666" y="16"/>
                    <a:pt x="17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9"/>
            <p:cNvSpPr/>
            <p:nvPr/>
          </p:nvSpPr>
          <p:spPr>
            <a:xfrm>
              <a:off x="2442850" y="4106150"/>
              <a:ext cx="144225" cy="283725"/>
            </a:xfrm>
            <a:custGeom>
              <a:rect b="b" l="l" r="r" t="t"/>
              <a:pathLst>
                <a:path extrusionOk="0" h="11349" w="5769">
                  <a:moveTo>
                    <a:pt x="5768" y="0"/>
                  </a:moveTo>
                  <a:lnTo>
                    <a:pt x="5768" y="0"/>
                  </a:lnTo>
                  <a:cubicBezTo>
                    <a:pt x="612" y="3903"/>
                    <a:pt x="0" y="11348"/>
                    <a:pt x="0" y="11348"/>
                  </a:cubicBezTo>
                  <a:lnTo>
                    <a:pt x="57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9"/>
            <p:cNvSpPr/>
            <p:nvPr/>
          </p:nvSpPr>
          <p:spPr>
            <a:xfrm>
              <a:off x="2318225" y="4097125"/>
              <a:ext cx="124650" cy="292750"/>
            </a:xfrm>
            <a:custGeom>
              <a:rect b="b" l="l" r="r" t="t"/>
              <a:pathLst>
                <a:path extrusionOk="0" h="11710" w="4986">
                  <a:moveTo>
                    <a:pt x="1" y="1"/>
                  </a:moveTo>
                  <a:lnTo>
                    <a:pt x="4985" y="11709"/>
                  </a:lnTo>
                  <a:cubicBezTo>
                    <a:pt x="4985" y="11709"/>
                    <a:pt x="4876" y="424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9"/>
            <p:cNvSpPr/>
            <p:nvPr/>
          </p:nvSpPr>
          <p:spPr>
            <a:xfrm>
              <a:off x="2023700" y="3918050"/>
              <a:ext cx="103475" cy="1558050"/>
            </a:xfrm>
            <a:custGeom>
              <a:rect b="b" l="l" r="r" t="t"/>
              <a:pathLst>
                <a:path extrusionOk="0" h="62322" w="4139">
                  <a:moveTo>
                    <a:pt x="3982" y="1"/>
                  </a:moveTo>
                  <a:lnTo>
                    <a:pt x="1" y="62322"/>
                  </a:lnTo>
                  <a:lnTo>
                    <a:pt x="831" y="62322"/>
                  </a:lnTo>
                  <a:lnTo>
                    <a:pt x="4139" y="16"/>
                  </a:lnTo>
                  <a:lnTo>
                    <a:pt x="39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9"/>
            <p:cNvSpPr/>
            <p:nvPr/>
          </p:nvSpPr>
          <p:spPr>
            <a:xfrm>
              <a:off x="2043300" y="3800725"/>
              <a:ext cx="125425" cy="156850"/>
            </a:xfrm>
            <a:custGeom>
              <a:rect b="b" l="l" r="r" t="t"/>
              <a:pathLst>
                <a:path extrusionOk="0" h="6274" w="5017">
                  <a:moveTo>
                    <a:pt x="1437" y="0"/>
                  </a:moveTo>
                  <a:cubicBezTo>
                    <a:pt x="1330" y="0"/>
                    <a:pt x="1227" y="17"/>
                    <a:pt x="1129" y="54"/>
                  </a:cubicBezTo>
                  <a:cubicBezTo>
                    <a:pt x="79" y="430"/>
                    <a:pt x="0" y="2860"/>
                    <a:pt x="612" y="4537"/>
                  </a:cubicBezTo>
                  <a:cubicBezTo>
                    <a:pt x="1057" y="5791"/>
                    <a:pt x="1774" y="6274"/>
                    <a:pt x="2546" y="6274"/>
                  </a:cubicBezTo>
                  <a:cubicBezTo>
                    <a:pt x="2807" y="6274"/>
                    <a:pt x="3074" y="6219"/>
                    <a:pt x="3339" y="6120"/>
                  </a:cubicBezTo>
                  <a:cubicBezTo>
                    <a:pt x="4389" y="5744"/>
                    <a:pt x="5016" y="4835"/>
                    <a:pt x="4420" y="3157"/>
                  </a:cubicBezTo>
                  <a:cubicBezTo>
                    <a:pt x="3866" y="1637"/>
                    <a:pt x="2474" y="0"/>
                    <a:pt x="1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9"/>
            <p:cNvSpPr/>
            <p:nvPr/>
          </p:nvSpPr>
          <p:spPr>
            <a:xfrm>
              <a:off x="2084825" y="3801375"/>
              <a:ext cx="126200" cy="156500"/>
            </a:xfrm>
            <a:custGeom>
              <a:rect b="b" l="l" r="r" t="t"/>
              <a:pathLst>
                <a:path extrusionOk="0" h="6260" w="5048">
                  <a:moveTo>
                    <a:pt x="3629" y="1"/>
                  </a:moveTo>
                  <a:cubicBezTo>
                    <a:pt x="2590" y="1"/>
                    <a:pt x="1194" y="1616"/>
                    <a:pt x="628" y="3116"/>
                  </a:cubicBezTo>
                  <a:cubicBezTo>
                    <a:pt x="1" y="4793"/>
                    <a:pt x="628" y="5702"/>
                    <a:pt x="1678" y="6094"/>
                  </a:cubicBezTo>
                  <a:cubicBezTo>
                    <a:pt x="1952" y="6200"/>
                    <a:pt x="2227" y="6260"/>
                    <a:pt x="2494" y="6260"/>
                  </a:cubicBezTo>
                  <a:cubicBezTo>
                    <a:pt x="3254" y="6260"/>
                    <a:pt x="3957" y="5782"/>
                    <a:pt x="4421" y="4542"/>
                  </a:cubicBezTo>
                  <a:cubicBezTo>
                    <a:pt x="5048" y="2881"/>
                    <a:pt x="5001" y="451"/>
                    <a:pt x="3951" y="59"/>
                  </a:cubicBezTo>
                  <a:cubicBezTo>
                    <a:pt x="3849" y="20"/>
                    <a:pt x="3741" y="1"/>
                    <a:pt x="3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9"/>
            <p:cNvSpPr/>
            <p:nvPr/>
          </p:nvSpPr>
          <p:spPr>
            <a:xfrm>
              <a:off x="2076200" y="3800875"/>
              <a:ext cx="101925" cy="161875"/>
            </a:xfrm>
            <a:custGeom>
              <a:rect b="b" l="l" r="r" t="t"/>
              <a:pathLst>
                <a:path extrusionOk="0" h="6475" w="4077">
                  <a:moveTo>
                    <a:pt x="2054" y="1"/>
                  </a:moveTo>
                  <a:cubicBezTo>
                    <a:pt x="941" y="1"/>
                    <a:pt x="17" y="2258"/>
                    <a:pt x="1" y="4029"/>
                  </a:cubicBezTo>
                  <a:cubicBezTo>
                    <a:pt x="1" y="5816"/>
                    <a:pt x="894" y="6459"/>
                    <a:pt x="2023" y="6474"/>
                  </a:cubicBezTo>
                  <a:cubicBezTo>
                    <a:pt x="3136" y="6474"/>
                    <a:pt x="4045" y="5847"/>
                    <a:pt x="4061" y="4061"/>
                  </a:cubicBezTo>
                  <a:cubicBezTo>
                    <a:pt x="4076" y="2274"/>
                    <a:pt x="3183" y="17"/>
                    <a:pt x="20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9"/>
            <p:cNvSpPr/>
            <p:nvPr/>
          </p:nvSpPr>
          <p:spPr>
            <a:xfrm>
              <a:off x="2113450" y="3841250"/>
              <a:ext cx="171650" cy="338575"/>
            </a:xfrm>
            <a:custGeom>
              <a:rect b="b" l="l" r="r" t="t"/>
              <a:pathLst>
                <a:path extrusionOk="0" h="13543" w="6866">
                  <a:moveTo>
                    <a:pt x="6865" y="0"/>
                  </a:moveTo>
                  <a:cubicBezTo>
                    <a:pt x="721" y="4656"/>
                    <a:pt x="0" y="13543"/>
                    <a:pt x="0" y="13543"/>
                  </a:cubicBezTo>
                  <a:lnTo>
                    <a:pt x="68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9"/>
            <p:cNvSpPr/>
            <p:nvPr/>
          </p:nvSpPr>
          <p:spPr>
            <a:xfrm>
              <a:off x="1964525" y="3830675"/>
              <a:ext cx="148950" cy="349150"/>
            </a:xfrm>
            <a:custGeom>
              <a:rect b="b" l="l" r="r" t="t"/>
              <a:pathLst>
                <a:path extrusionOk="0" h="13966" w="5958">
                  <a:moveTo>
                    <a:pt x="1" y="0"/>
                  </a:moveTo>
                  <a:lnTo>
                    <a:pt x="5957" y="13966"/>
                  </a:lnTo>
                  <a:cubicBezTo>
                    <a:pt x="5957" y="13966"/>
                    <a:pt x="5816" y="504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9"/>
            <p:cNvSpPr/>
            <p:nvPr/>
          </p:nvSpPr>
          <p:spPr>
            <a:xfrm>
              <a:off x="2640475" y="5156725"/>
              <a:ext cx="40800" cy="319375"/>
            </a:xfrm>
            <a:custGeom>
              <a:rect b="b" l="l" r="r" t="t"/>
              <a:pathLst>
                <a:path extrusionOk="0" h="12775" w="1632">
                  <a:moveTo>
                    <a:pt x="1" y="0"/>
                  </a:moveTo>
                  <a:lnTo>
                    <a:pt x="1" y="12775"/>
                  </a:lnTo>
                  <a:lnTo>
                    <a:pt x="1631" y="1277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9"/>
            <p:cNvSpPr/>
            <p:nvPr/>
          </p:nvSpPr>
          <p:spPr>
            <a:xfrm>
              <a:off x="2546825" y="5002725"/>
              <a:ext cx="49800" cy="473375"/>
            </a:xfrm>
            <a:custGeom>
              <a:rect b="b" l="l" r="r" t="t"/>
              <a:pathLst>
                <a:path extrusionOk="0" h="18935" w="1992">
                  <a:moveTo>
                    <a:pt x="1991" y="0"/>
                  </a:moveTo>
                  <a:lnTo>
                    <a:pt x="1145" y="1991"/>
                  </a:lnTo>
                  <a:lnTo>
                    <a:pt x="1" y="7289"/>
                  </a:lnTo>
                  <a:lnTo>
                    <a:pt x="455" y="18935"/>
                  </a:lnTo>
                  <a:lnTo>
                    <a:pt x="1145" y="18935"/>
                  </a:lnTo>
                  <a:lnTo>
                    <a:pt x="19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9"/>
            <p:cNvSpPr/>
            <p:nvPr/>
          </p:nvSpPr>
          <p:spPr>
            <a:xfrm>
              <a:off x="2857975" y="4895350"/>
              <a:ext cx="53700" cy="580750"/>
            </a:xfrm>
            <a:custGeom>
              <a:rect b="b" l="l" r="r" t="t"/>
              <a:pathLst>
                <a:path extrusionOk="0" h="23230" w="2148">
                  <a:moveTo>
                    <a:pt x="0" y="0"/>
                  </a:moveTo>
                  <a:lnTo>
                    <a:pt x="1834" y="23230"/>
                  </a:lnTo>
                  <a:lnTo>
                    <a:pt x="2148" y="23230"/>
                  </a:lnTo>
                  <a:lnTo>
                    <a:pt x="1834" y="2351"/>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9"/>
            <p:cNvSpPr/>
            <p:nvPr/>
          </p:nvSpPr>
          <p:spPr>
            <a:xfrm>
              <a:off x="2911650" y="4871450"/>
              <a:ext cx="20800" cy="604650"/>
            </a:xfrm>
            <a:custGeom>
              <a:rect b="b" l="l" r="r" t="t"/>
              <a:pathLst>
                <a:path extrusionOk="0" h="24186" w="832">
                  <a:moveTo>
                    <a:pt x="831" y="0"/>
                  </a:moveTo>
                  <a:lnTo>
                    <a:pt x="455" y="329"/>
                  </a:lnTo>
                  <a:lnTo>
                    <a:pt x="1" y="24186"/>
                  </a:lnTo>
                  <a:lnTo>
                    <a:pt x="455" y="24186"/>
                  </a:lnTo>
                  <a:lnTo>
                    <a:pt x="8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9"/>
            <p:cNvSpPr/>
            <p:nvPr/>
          </p:nvSpPr>
          <p:spPr>
            <a:xfrm>
              <a:off x="2923025" y="5334625"/>
              <a:ext cx="30575" cy="141475"/>
            </a:xfrm>
            <a:custGeom>
              <a:rect b="b" l="l" r="r" t="t"/>
              <a:pathLst>
                <a:path extrusionOk="0" h="5659" w="1223">
                  <a:moveTo>
                    <a:pt x="909" y="0"/>
                  </a:moveTo>
                  <a:lnTo>
                    <a:pt x="0" y="5659"/>
                  </a:lnTo>
                  <a:lnTo>
                    <a:pt x="1223" y="5659"/>
                  </a:lnTo>
                  <a:lnTo>
                    <a:pt x="9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 name="Google Shape;324;p9"/>
          <p:cNvGrpSpPr/>
          <p:nvPr/>
        </p:nvGrpSpPr>
        <p:grpSpPr>
          <a:xfrm>
            <a:off x="5644250" y="3658233"/>
            <a:ext cx="2419653" cy="749430"/>
            <a:chOff x="3962175" y="2631750"/>
            <a:chExt cx="3075700" cy="952625"/>
          </a:xfrm>
        </p:grpSpPr>
        <p:sp>
          <p:nvSpPr>
            <p:cNvPr id="325" name="Google Shape;325;p9"/>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9"/>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9"/>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9"/>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9"/>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9"/>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9"/>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9"/>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9"/>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9"/>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9"/>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9"/>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9"/>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9"/>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9"/>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9"/>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9"/>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9"/>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9"/>
            <p:cNvSpPr/>
            <p:nvPr/>
          </p:nvSpPr>
          <p:spPr>
            <a:xfrm>
              <a:off x="4570325" y="2631750"/>
              <a:ext cx="2293575" cy="582700"/>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 name="Google Shape;344;p9"/>
          <p:cNvSpPr/>
          <p:nvPr/>
        </p:nvSpPr>
        <p:spPr>
          <a:xfrm>
            <a:off x="1582075" y="175050"/>
            <a:ext cx="3403700" cy="364450"/>
          </a:xfrm>
          <a:custGeom>
            <a:rect b="b" l="l" r="r" t="t"/>
            <a:pathLst>
              <a:path extrusionOk="0" h="14578" w="136148">
                <a:moveTo>
                  <a:pt x="102228" y="0"/>
                </a:moveTo>
                <a:cubicBezTo>
                  <a:pt x="82573" y="0"/>
                  <a:pt x="77181" y="2414"/>
                  <a:pt x="85034" y="3088"/>
                </a:cubicBezTo>
                <a:cubicBezTo>
                  <a:pt x="92886" y="3762"/>
                  <a:pt x="106946" y="7900"/>
                  <a:pt x="64140" y="7900"/>
                </a:cubicBezTo>
                <a:cubicBezTo>
                  <a:pt x="46663" y="7900"/>
                  <a:pt x="0" y="14577"/>
                  <a:pt x="71460" y="14577"/>
                </a:cubicBezTo>
                <a:lnTo>
                  <a:pt x="116790" y="14577"/>
                </a:lnTo>
                <a:cubicBezTo>
                  <a:pt x="136147" y="14577"/>
                  <a:pt x="125849" y="8997"/>
                  <a:pt x="112542" y="8997"/>
                </a:cubicBezTo>
                <a:cubicBezTo>
                  <a:pt x="106225" y="8997"/>
                  <a:pt x="134110" y="0"/>
                  <a:pt x="102228" y="0"/>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9"/>
          <p:cNvSpPr/>
          <p:nvPr/>
        </p:nvSpPr>
        <p:spPr>
          <a:xfrm flipH="1" rot="-2231248">
            <a:off x="947293" y="3420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9"/>
          <p:cNvSpPr/>
          <p:nvPr/>
        </p:nvSpPr>
        <p:spPr>
          <a:xfrm flipH="1" rot="-2231248">
            <a:off x="7897843" y="3420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47" name="Shape 347"/>
        <p:cNvGrpSpPr/>
        <p:nvPr/>
      </p:nvGrpSpPr>
      <p:grpSpPr>
        <a:xfrm>
          <a:off x="0" y="0"/>
          <a:ext cx="0" cy="0"/>
          <a:chOff x="0" y="0"/>
          <a:chExt cx="0" cy="0"/>
        </a:xfrm>
      </p:grpSpPr>
      <p:sp>
        <p:nvSpPr>
          <p:cNvPr id="348" name="Google Shape;348;p10"/>
          <p:cNvSpPr txBox="1"/>
          <p:nvPr>
            <p:ph idx="1" type="body"/>
          </p:nvPr>
        </p:nvSpPr>
        <p:spPr>
          <a:xfrm>
            <a:off x="713250" y="3988775"/>
            <a:ext cx="7717500" cy="619800"/>
          </a:xfrm>
          <a:prstGeom prst="rect">
            <a:avLst/>
          </a:prstGeom>
          <a:solidFill>
            <a:schemeClr val="dk2"/>
          </a:solidFill>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800"/>
              <a:buNone/>
              <a:defRPr sz="2800">
                <a:latin typeface="Bakbak One"/>
                <a:ea typeface="Bakbak One"/>
                <a:cs typeface="Bakbak One"/>
                <a:sym typeface="Bakbak One"/>
              </a:defRPr>
            </a:lvl1pPr>
          </a:lstStyle>
          <a:p/>
        </p:txBody>
      </p:sp>
      <p:sp>
        <p:nvSpPr>
          <p:cNvPr id="349" name="Google Shape;349;p10"/>
          <p:cNvSpPr/>
          <p:nvPr/>
        </p:nvSpPr>
        <p:spPr>
          <a:xfrm flipH="1" rot="-2231248">
            <a:off x="1704843" y="28791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0"/>
          <p:cNvSpPr/>
          <p:nvPr/>
        </p:nvSpPr>
        <p:spPr>
          <a:xfrm flipH="1" rot="-2231248">
            <a:off x="2589518" y="3640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51" name="Shape 351"/>
        <p:cNvGrpSpPr/>
        <p:nvPr/>
      </p:nvGrpSpPr>
      <p:grpSpPr>
        <a:xfrm>
          <a:off x="0" y="0"/>
          <a:ext cx="0" cy="0"/>
          <a:chOff x="0" y="0"/>
          <a:chExt cx="0" cy="0"/>
        </a:xfrm>
      </p:grpSpPr>
      <p:sp>
        <p:nvSpPr>
          <p:cNvPr id="352" name="Google Shape;352;p11"/>
          <p:cNvSpPr/>
          <p:nvPr/>
        </p:nvSpPr>
        <p:spPr>
          <a:xfrm>
            <a:off x="3344850" y="3127175"/>
            <a:ext cx="5851875" cy="1481400"/>
          </a:xfrm>
          <a:custGeom>
            <a:rect b="b" l="l" r="r" t="t"/>
            <a:pathLst>
              <a:path extrusionOk="0" h="59256" w="234075">
                <a:moveTo>
                  <a:pt x="234074" y="1"/>
                </a:moveTo>
                <a:cubicBezTo>
                  <a:pt x="216681" y="7487"/>
                  <a:pt x="193788" y="29331"/>
                  <a:pt x="152656" y="34102"/>
                </a:cubicBezTo>
                <a:cubicBezTo>
                  <a:pt x="147974" y="34645"/>
                  <a:pt x="143851" y="34874"/>
                  <a:pt x="140117" y="34874"/>
                </a:cubicBezTo>
                <a:cubicBezTo>
                  <a:pt x="119600" y="34874"/>
                  <a:pt x="110842" y="27939"/>
                  <a:pt x="85669" y="27939"/>
                </a:cubicBezTo>
                <a:cubicBezTo>
                  <a:pt x="82105" y="27939"/>
                  <a:pt x="78211" y="28078"/>
                  <a:pt x="73909" y="28395"/>
                </a:cubicBezTo>
                <a:cubicBezTo>
                  <a:pt x="45697" y="30472"/>
                  <a:pt x="16732" y="50056"/>
                  <a:pt x="1" y="59255"/>
                </a:cubicBezTo>
                <a:lnTo>
                  <a:pt x="234074" y="59255"/>
                </a:lnTo>
                <a:lnTo>
                  <a:pt x="2340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1"/>
          <p:cNvSpPr txBox="1"/>
          <p:nvPr>
            <p:ph hasCustomPrompt="1" type="title"/>
          </p:nvPr>
        </p:nvSpPr>
        <p:spPr>
          <a:xfrm>
            <a:off x="1926600" y="604925"/>
            <a:ext cx="5124300" cy="15831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i="1" sz="10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54" name="Google Shape;354;p11"/>
          <p:cNvSpPr txBox="1"/>
          <p:nvPr>
            <p:ph idx="1" type="body"/>
          </p:nvPr>
        </p:nvSpPr>
        <p:spPr>
          <a:xfrm>
            <a:off x="1926600" y="2188025"/>
            <a:ext cx="5124300" cy="6885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sz="1600"/>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355" name="Google Shape;355;p11"/>
          <p:cNvSpPr/>
          <p:nvPr/>
        </p:nvSpPr>
        <p:spPr>
          <a:xfrm>
            <a:off x="-2912325" y="2230600"/>
            <a:ext cx="6829325" cy="2378023"/>
          </a:xfrm>
          <a:custGeom>
            <a:rect b="b" l="l" r="r" t="t"/>
            <a:pathLst>
              <a:path extrusionOk="0" h="57726" w="273173">
                <a:moveTo>
                  <a:pt x="119057" y="0"/>
                </a:moveTo>
                <a:cubicBezTo>
                  <a:pt x="118823" y="0"/>
                  <a:pt x="118621" y="15"/>
                  <a:pt x="118451" y="44"/>
                </a:cubicBezTo>
                <a:cubicBezTo>
                  <a:pt x="114815" y="687"/>
                  <a:pt x="0" y="57726"/>
                  <a:pt x="0" y="57726"/>
                </a:cubicBezTo>
                <a:lnTo>
                  <a:pt x="273172" y="57726"/>
                </a:lnTo>
                <a:cubicBezTo>
                  <a:pt x="273172" y="57726"/>
                  <a:pt x="133756" y="0"/>
                  <a:pt x="119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 name="Google Shape;356;p11"/>
          <p:cNvGrpSpPr/>
          <p:nvPr/>
        </p:nvGrpSpPr>
        <p:grpSpPr>
          <a:xfrm>
            <a:off x="-2399190" y="3716327"/>
            <a:ext cx="11543197" cy="859072"/>
            <a:chOff x="238675" y="2497700"/>
            <a:chExt cx="7138650" cy="531275"/>
          </a:xfrm>
        </p:grpSpPr>
        <p:sp>
          <p:nvSpPr>
            <p:cNvPr id="357" name="Google Shape;357;p11"/>
            <p:cNvSpPr/>
            <p:nvPr/>
          </p:nvSpPr>
          <p:spPr>
            <a:xfrm>
              <a:off x="238675" y="2497700"/>
              <a:ext cx="7138650" cy="41125"/>
            </a:xfrm>
            <a:custGeom>
              <a:rect b="b" l="l" r="r" t="t"/>
              <a:pathLst>
                <a:path extrusionOk="0" h="1645" w="285546">
                  <a:moveTo>
                    <a:pt x="1" y="1"/>
                  </a:moveTo>
                  <a:lnTo>
                    <a:pt x="1" y="1644"/>
                  </a:lnTo>
                  <a:lnTo>
                    <a:pt x="285545" y="1644"/>
                  </a:lnTo>
                  <a:lnTo>
                    <a:pt x="2855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1"/>
            <p:cNvSpPr/>
            <p:nvPr/>
          </p:nvSpPr>
          <p:spPr>
            <a:xfrm>
              <a:off x="238675" y="2565600"/>
              <a:ext cx="7138650" cy="463375"/>
            </a:xfrm>
            <a:custGeom>
              <a:rect b="b" l="l" r="r" t="t"/>
              <a:pathLst>
                <a:path extrusionOk="0" h="18535" w="285546">
                  <a:moveTo>
                    <a:pt x="1" y="1"/>
                  </a:moveTo>
                  <a:lnTo>
                    <a:pt x="1" y="18535"/>
                  </a:lnTo>
                  <a:lnTo>
                    <a:pt x="29057" y="18535"/>
                  </a:lnTo>
                  <a:cubicBezTo>
                    <a:pt x="29057" y="18444"/>
                    <a:pt x="29035" y="18352"/>
                    <a:pt x="29035" y="18238"/>
                  </a:cubicBezTo>
                  <a:lnTo>
                    <a:pt x="29035" y="6780"/>
                  </a:lnTo>
                  <a:cubicBezTo>
                    <a:pt x="29035" y="4178"/>
                    <a:pt x="31157" y="2055"/>
                    <a:pt x="33759" y="2055"/>
                  </a:cubicBezTo>
                  <a:cubicBezTo>
                    <a:pt x="36384" y="2055"/>
                    <a:pt x="38484" y="4178"/>
                    <a:pt x="38484" y="6780"/>
                  </a:cubicBezTo>
                  <a:lnTo>
                    <a:pt x="38484" y="18238"/>
                  </a:lnTo>
                  <a:cubicBezTo>
                    <a:pt x="38484" y="18352"/>
                    <a:pt x="38484" y="18444"/>
                    <a:pt x="38484" y="18535"/>
                  </a:cubicBezTo>
                  <a:lnTo>
                    <a:pt x="43666" y="18535"/>
                  </a:lnTo>
                  <a:cubicBezTo>
                    <a:pt x="43666" y="18444"/>
                    <a:pt x="43643" y="18352"/>
                    <a:pt x="43643" y="18238"/>
                  </a:cubicBezTo>
                  <a:lnTo>
                    <a:pt x="43643" y="6780"/>
                  </a:lnTo>
                  <a:cubicBezTo>
                    <a:pt x="43643" y="4178"/>
                    <a:pt x="45766" y="2055"/>
                    <a:pt x="48368" y="2055"/>
                  </a:cubicBezTo>
                  <a:cubicBezTo>
                    <a:pt x="50993" y="2055"/>
                    <a:pt x="53092" y="4178"/>
                    <a:pt x="53092" y="6780"/>
                  </a:cubicBezTo>
                  <a:lnTo>
                    <a:pt x="53092" y="18238"/>
                  </a:lnTo>
                  <a:cubicBezTo>
                    <a:pt x="53092" y="18352"/>
                    <a:pt x="53092" y="18444"/>
                    <a:pt x="53092" y="18535"/>
                  </a:cubicBezTo>
                  <a:lnTo>
                    <a:pt x="58274" y="18535"/>
                  </a:lnTo>
                  <a:cubicBezTo>
                    <a:pt x="58274" y="18444"/>
                    <a:pt x="58251" y="18352"/>
                    <a:pt x="58251" y="18238"/>
                  </a:cubicBezTo>
                  <a:lnTo>
                    <a:pt x="58251" y="6780"/>
                  </a:lnTo>
                  <a:cubicBezTo>
                    <a:pt x="58251" y="4178"/>
                    <a:pt x="60374" y="2055"/>
                    <a:pt x="62976" y="2055"/>
                  </a:cubicBezTo>
                  <a:cubicBezTo>
                    <a:pt x="65601" y="2055"/>
                    <a:pt x="67701" y="4178"/>
                    <a:pt x="67701" y="6780"/>
                  </a:cubicBezTo>
                  <a:lnTo>
                    <a:pt x="67701" y="18238"/>
                  </a:lnTo>
                  <a:cubicBezTo>
                    <a:pt x="67701" y="18352"/>
                    <a:pt x="67701" y="18444"/>
                    <a:pt x="67701" y="18535"/>
                  </a:cubicBezTo>
                  <a:lnTo>
                    <a:pt x="72882" y="18535"/>
                  </a:lnTo>
                  <a:cubicBezTo>
                    <a:pt x="72882" y="18444"/>
                    <a:pt x="72859" y="18352"/>
                    <a:pt x="72859" y="18238"/>
                  </a:cubicBezTo>
                  <a:lnTo>
                    <a:pt x="72859" y="6780"/>
                  </a:lnTo>
                  <a:cubicBezTo>
                    <a:pt x="72859" y="4178"/>
                    <a:pt x="74982" y="2055"/>
                    <a:pt x="77584" y="2055"/>
                  </a:cubicBezTo>
                  <a:cubicBezTo>
                    <a:pt x="80209" y="2055"/>
                    <a:pt x="82309" y="4178"/>
                    <a:pt x="82309" y="6780"/>
                  </a:cubicBezTo>
                  <a:lnTo>
                    <a:pt x="82309" y="18238"/>
                  </a:lnTo>
                  <a:cubicBezTo>
                    <a:pt x="82309" y="18352"/>
                    <a:pt x="82309" y="18444"/>
                    <a:pt x="82309" y="18535"/>
                  </a:cubicBezTo>
                  <a:lnTo>
                    <a:pt x="87490" y="18535"/>
                  </a:lnTo>
                  <a:cubicBezTo>
                    <a:pt x="87490" y="18444"/>
                    <a:pt x="87467" y="18352"/>
                    <a:pt x="87467" y="18238"/>
                  </a:cubicBezTo>
                  <a:lnTo>
                    <a:pt x="87467" y="6780"/>
                  </a:lnTo>
                  <a:cubicBezTo>
                    <a:pt x="87467" y="4178"/>
                    <a:pt x="89590" y="2055"/>
                    <a:pt x="92192" y="2055"/>
                  </a:cubicBezTo>
                  <a:cubicBezTo>
                    <a:pt x="94817" y="2055"/>
                    <a:pt x="96917" y="4178"/>
                    <a:pt x="96917" y="6780"/>
                  </a:cubicBezTo>
                  <a:lnTo>
                    <a:pt x="96917" y="18238"/>
                  </a:lnTo>
                  <a:cubicBezTo>
                    <a:pt x="96917" y="18352"/>
                    <a:pt x="96917" y="18444"/>
                    <a:pt x="96917" y="18535"/>
                  </a:cubicBezTo>
                  <a:lnTo>
                    <a:pt x="102098" y="18535"/>
                  </a:lnTo>
                  <a:cubicBezTo>
                    <a:pt x="102098" y="18444"/>
                    <a:pt x="102076" y="18352"/>
                    <a:pt x="102076" y="18238"/>
                  </a:cubicBezTo>
                  <a:lnTo>
                    <a:pt x="102076" y="6780"/>
                  </a:lnTo>
                  <a:cubicBezTo>
                    <a:pt x="102076" y="4178"/>
                    <a:pt x="104198" y="2055"/>
                    <a:pt x="106800" y="2055"/>
                  </a:cubicBezTo>
                  <a:cubicBezTo>
                    <a:pt x="109425" y="2055"/>
                    <a:pt x="111525" y="4178"/>
                    <a:pt x="111525" y="6780"/>
                  </a:cubicBezTo>
                  <a:lnTo>
                    <a:pt x="111525" y="18238"/>
                  </a:lnTo>
                  <a:cubicBezTo>
                    <a:pt x="111525" y="18352"/>
                    <a:pt x="111525" y="18444"/>
                    <a:pt x="111525" y="18535"/>
                  </a:cubicBezTo>
                  <a:lnTo>
                    <a:pt x="116707" y="18535"/>
                  </a:lnTo>
                  <a:cubicBezTo>
                    <a:pt x="116707" y="18444"/>
                    <a:pt x="116684" y="18352"/>
                    <a:pt x="116684" y="18238"/>
                  </a:cubicBezTo>
                  <a:lnTo>
                    <a:pt x="116684" y="6780"/>
                  </a:lnTo>
                  <a:cubicBezTo>
                    <a:pt x="116684" y="4178"/>
                    <a:pt x="118807" y="2055"/>
                    <a:pt x="121409" y="2055"/>
                  </a:cubicBezTo>
                  <a:cubicBezTo>
                    <a:pt x="124034" y="2055"/>
                    <a:pt x="126133" y="4178"/>
                    <a:pt x="126133" y="6780"/>
                  </a:cubicBezTo>
                  <a:lnTo>
                    <a:pt x="126133" y="18238"/>
                  </a:lnTo>
                  <a:cubicBezTo>
                    <a:pt x="126133" y="18352"/>
                    <a:pt x="126133" y="18444"/>
                    <a:pt x="126133" y="18535"/>
                  </a:cubicBezTo>
                  <a:lnTo>
                    <a:pt x="131315" y="18535"/>
                  </a:lnTo>
                  <a:cubicBezTo>
                    <a:pt x="131315" y="18444"/>
                    <a:pt x="131292" y="18352"/>
                    <a:pt x="131292" y="18238"/>
                  </a:cubicBezTo>
                  <a:lnTo>
                    <a:pt x="131292" y="6780"/>
                  </a:lnTo>
                  <a:cubicBezTo>
                    <a:pt x="131292" y="4178"/>
                    <a:pt x="133415" y="2055"/>
                    <a:pt x="136017" y="2055"/>
                  </a:cubicBezTo>
                  <a:cubicBezTo>
                    <a:pt x="138642" y="2055"/>
                    <a:pt x="140742" y="4178"/>
                    <a:pt x="140742" y="6780"/>
                  </a:cubicBezTo>
                  <a:lnTo>
                    <a:pt x="140742" y="18238"/>
                  </a:lnTo>
                  <a:cubicBezTo>
                    <a:pt x="140742" y="18352"/>
                    <a:pt x="140742" y="18444"/>
                    <a:pt x="140742" y="18535"/>
                  </a:cubicBezTo>
                  <a:lnTo>
                    <a:pt x="145923" y="18535"/>
                  </a:lnTo>
                  <a:cubicBezTo>
                    <a:pt x="145923" y="18444"/>
                    <a:pt x="145900" y="18352"/>
                    <a:pt x="145900" y="18238"/>
                  </a:cubicBezTo>
                  <a:lnTo>
                    <a:pt x="145900" y="6780"/>
                  </a:lnTo>
                  <a:cubicBezTo>
                    <a:pt x="145900" y="4178"/>
                    <a:pt x="148023" y="2055"/>
                    <a:pt x="150625" y="2055"/>
                  </a:cubicBezTo>
                  <a:cubicBezTo>
                    <a:pt x="153250" y="2055"/>
                    <a:pt x="155350" y="4178"/>
                    <a:pt x="155350" y="6780"/>
                  </a:cubicBezTo>
                  <a:lnTo>
                    <a:pt x="155350" y="18238"/>
                  </a:lnTo>
                  <a:cubicBezTo>
                    <a:pt x="155350" y="18352"/>
                    <a:pt x="155350" y="18444"/>
                    <a:pt x="155350" y="18535"/>
                  </a:cubicBezTo>
                  <a:lnTo>
                    <a:pt x="160531" y="18535"/>
                  </a:lnTo>
                  <a:cubicBezTo>
                    <a:pt x="160531" y="18444"/>
                    <a:pt x="160508" y="18352"/>
                    <a:pt x="160508" y="18238"/>
                  </a:cubicBezTo>
                  <a:lnTo>
                    <a:pt x="160508" y="6780"/>
                  </a:lnTo>
                  <a:cubicBezTo>
                    <a:pt x="160508" y="4178"/>
                    <a:pt x="162631" y="2055"/>
                    <a:pt x="165233" y="2055"/>
                  </a:cubicBezTo>
                  <a:cubicBezTo>
                    <a:pt x="167858" y="2055"/>
                    <a:pt x="169958" y="4178"/>
                    <a:pt x="169958" y="6780"/>
                  </a:cubicBezTo>
                  <a:lnTo>
                    <a:pt x="169958" y="18238"/>
                  </a:lnTo>
                  <a:cubicBezTo>
                    <a:pt x="169958" y="18352"/>
                    <a:pt x="169958" y="18444"/>
                    <a:pt x="169958" y="18535"/>
                  </a:cubicBezTo>
                  <a:lnTo>
                    <a:pt x="175139" y="18535"/>
                  </a:lnTo>
                  <a:cubicBezTo>
                    <a:pt x="175139" y="18444"/>
                    <a:pt x="175117" y="18352"/>
                    <a:pt x="175117" y="18238"/>
                  </a:cubicBezTo>
                  <a:lnTo>
                    <a:pt x="175117" y="6780"/>
                  </a:lnTo>
                  <a:cubicBezTo>
                    <a:pt x="175117" y="4178"/>
                    <a:pt x="177239" y="2055"/>
                    <a:pt x="179841" y="2055"/>
                  </a:cubicBezTo>
                  <a:cubicBezTo>
                    <a:pt x="182466" y="2055"/>
                    <a:pt x="184566" y="4178"/>
                    <a:pt x="184566" y="6780"/>
                  </a:cubicBezTo>
                  <a:lnTo>
                    <a:pt x="184566" y="18238"/>
                  </a:lnTo>
                  <a:cubicBezTo>
                    <a:pt x="184566" y="18352"/>
                    <a:pt x="184566" y="18444"/>
                    <a:pt x="184566" y="18535"/>
                  </a:cubicBezTo>
                  <a:lnTo>
                    <a:pt x="189748" y="18535"/>
                  </a:lnTo>
                  <a:cubicBezTo>
                    <a:pt x="189748" y="18444"/>
                    <a:pt x="189725" y="18352"/>
                    <a:pt x="189725" y="18238"/>
                  </a:cubicBezTo>
                  <a:lnTo>
                    <a:pt x="189725" y="6780"/>
                  </a:lnTo>
                  <a:cubicBezTo>
                    <a:pt x="189725" y="4178"/>
                    <a:pt x="191848" y="2055"/>
                    <a:pt x="194450" y="2055"/>
                  </a:cubicBezTo>
                  <a:cubicBezTo>
                    <a:pt x="197075" y="2055"/>
                    <a:pt x="199174" y="4178"/>
                    <a:pt x="199174" y="6780"/>
                  </a:cubicBezTo>
                  <a:lnTo>
                    <a:pt x="199174" y="18238"/>
                  </a:lnTo>
                  <a:cubicBezTo>
                    <a:pt x="199174" y="18352"/>
                    <a:pt x="199174" y="18444"/>
                    <a:pt x="199174" y="18535"/>
                  </a:cubicBezTo>
                  <a:lnTo>
                    <a:pt x="204356" y="18535"/>
                  </a:lnTo>
                  <a:cubicBezTo>
                    <a:pt x="204356" y="18444"/>
                    <a:pt x="204333" y="18352"/>
                    <a:pt x="204333" y="18238"/>
                  </a:cubicBezTo>
                  <a:lnTo>
                    <a:pt x="204333" y="6780"/>
                  </a:lnTo>
                  <a:cubicBezTo>
                    <a:pt x="204333" y="4178"/>
                    <a:pt x="206456" y="2055"/>
                    <a:pt x="209058" y="2055"/>
                  </a:cubicBezTo>
                  <a:cubicBezTo>
                    <a:pt x="211683" y="2055"/>
                    <a:pt x="213783" y="4178"/>
                    <a:pt x="213783" y="6780"/>
                  </a:cubicBezTo>
                  <a:lnTo>
                    <a:pt x="213783" y="18238"/>
                  </a:lnTo>
                  <a:cubicBezTo>
                    <a:pt x="213783" y="18352"/>
                    <a:pt x="213783" y="18444"/>
                    <a:pt x="213783" y="18535"/>
                  </a:cubicBezTo>
                  <a:lnTo>
                    <a:pt x="218964" y="18535"/>
                  </a:lnTo>
                  <a:cubicBezTo>
                    <a:pt x="218964" y="18444"/>
                    <a:pt x="218941" y="18352"/>
                    <a:pt x="218941" y="18238"/>
                  </a:cubicBezTo>
                  <a:lnTo>
                    <a:pt x="218941" y="6780"/>
                  </a:lnTo>
                  <a:cubicBezTo>
                    <a:pt x="218941" y="4178"/>
                    <a:pt x="221064" y="2055"/>
                    <a:pt x="223666" y="2055"/>
                  </a:cubicBezTo>
                  <a:cubicBezTo>
                    <a:pt x="226291" y="2055"/>
                    <a:pt x="228391" y="4178"/>
                    <a:pt x="228391" y="6780"/>
                  </a:cubicBezTo>
                  <a:lnTo>
                    <a:pt x="228391" y="18238"/>
                  </a:lnTo>
                  <a:cubicBezTo>
                    <a:pt x="228391" y="18352"/>
                    <a:pt x="228391" y="18444"/>
                    <a:pt x="228391" y="18535"/>
                  </a:cubicBezTo>
                  <a:lnTo>
                    <a:pt x="233572" y="18535"/>
                  </a:lnTo>
                  <a:cubicBezTo>
                    <a:pt x="233572" y="18444"/>
                    <a:pt x="233549" y="18352"/>
                    <a:pt x="233549" y="18238"/>
                  </a:cubicBezTo>
                  <a:lnTo>
                    <a:pt x="233549" y="6780"/>
                  </a:lnTo>
                  <a:cubicBezTo>
                    <a:pt x="233549" y="4178"/>
                    <a:pt x="235672" y="2055"/>
                    <a:pt x="238274" y="2055"/>
                  </a:cubicBezTo>
                  <a:cubicBezTo>
                    <a:pt x="240899" y="2055"/>
                    <a:pt x="242999" y="4178"/>
                    <a:pt x="242999" y="6780"/>
                  </a:cubicBezTo>
                  <a:lnTo>
                    <a:pt x="242999" y="18238"/>
                  </a:lnTo>
                  <a:cubicBezTo>
                    <a:pt x="242999" y="18352"/>
                    <a:pt x="242999" y="18444"/>
                    <a:pt x="242999" y="18535"/>
                  </a:cubicBezTo>
                  <a:lnTo>
                    <a:pt x="248180" y="18535"/>
                  </a:lnTo>
                  <a:cubicBezTo>
                    <a:pt x="248180" y="18444"/>
                    <a:pt x="248158" y="18352"/>
                    <a:pt x="248158" y="18238"/>
                  </a:cubicBezTo>
                  <a:lnTo>
                    <a:pt x="248158" y="6780"/>
                  </a:lnTo>
                  <a:cubicBezTo>
                    <a:pt x="248158" y="4178"/>
                    <a:pt x="250280" y="2055"/>
                    <a:pt x="252882" y="2055"/>
                  </a:cubicBezTo>
                  <a:cubicBezTo>
                    <a:pt x="255507" y="2055"/>
                    <a:pt x="257607" y="4178"/>
                    <a:pt x="257607" y="6780"/>
                  </a:cubicBezTo>
                  <a:lnTo>
                    <a:pt x="257607" y="18238"/>
                  </a:lnTo>
                  <a:cubicBezTo>
                    <a:pt x="257607" y="18352"/>
                    <a:pt x="257607" y="18444"/>
                    <a:pt x="257607" y="18535"/>
                  </a:cubicBezTo>
                  <a:lnTo>
                    <a:pt x="262789" y="18535"/>
                  </a:lnTo>
                  <a:cubicBezTo>
                    <a:pt x="262789" y="18444"/>
                    <a:pt x="262766" y="18352"/>
                    <a:pt x="262766" y="18238"/>
                  </a:cubicBezTo>
                  <a:lnTo>
                    <a:pt x="262766" y="6780"/>
                  </a:lnTo>
                  <a:cubicBezTo>
                    <a:pt x="262766" y="4178"/>
                    <a:pt x="264889" y="2055"/>
                    <a:pt x="267491" y="2055"/>
                  </a:cubicBezTo>
                  <a:cubicBezTo>
                    <a:pt x="270116" y="2055"/>
                    <a:pt x="272215" y="4178"/>
                    <a:pt x="272215" y="6780"/>
                  </a:cubicBezTo>
                  <a:lnTo>
                    <a:pt x="272215" y="18238"/>
                  </a:lnTo>
                  <a:cubicBezTo>
                    <a:pt x="272215" y="18352"/>
                    <a:pt x="272215" y="18444"/>
                    <a:pt x="272215" y="18535"/>
                  </a:cubicBezTo>
                  <a:lnTo>
                    <a:pt x="277397" y="18535"/>
                  </a:lnTo>
                  <a:cubicBezTo>
                    <a:pt x="277397" y="18444"/>
                    <a:pt x="277374" y="18352"/>
                    <a:pt x="277374" y="18238"/>
                  </a:cubicBezTo>
                  <a:lnTo>
                    <a:pt x="277374" y="6780"/>
                  </a:lnTo>
                  <a:cubicBezTo>
                    <a:pt x="277374" y="4178"/>
                    <a:pt x="279497" y="2055"/>
                    <a:pt x="282099" y="2055"/>
                  </a:cubicBezTo>
                  <a:cubicBezTo>
                    <a:pt x="283468" y="2055"/>
                    <a:pt x="284701" y="2649"/>
                    <a:pt x="285545" y="3562"/>
                  </a:cubicBezTo>
                  <a:lnTo>
                    <a:pt x="2855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 name="Google Shape;359;p11"/>
          <p:cNvSpPr/>
          <p:nvPr/>
        </p:nvSpPr>
        <p:spPr>
          <a:xfrm>
            <a:off x="-2399200" y="4575400"/>
            <a:ext cx="11543197" cy="749277"/>
          </a:xfrm>
          <a:custGeom>
            <a:rect b="b" l="l" r="r" t="t"/>
            <a:pathLst>
              <a:path extrusionOk="0" h="18535" w="285546">
                <a:moveTo>
                  <a:pt x="1" y="1"/>
                </a:moveTo>
                <a:lnTo>
                  <a:pt x="1" y="18535"/>
                </a:lnTo>
                <a:lnTo>
                  <a:pt x="285545" y="18535"/>
                </a:lnTo>
                <a:lnTo>
                  <a:pt x="285545" y="14974"/>
                </a:lnTo>
                <a:cubicBezTo>
                  <a:pt x="284701" y="15887"/>
                  <a:pt x="283468" y="16480"/>
                  <a:pt x="282099" y="16480"/>
                </a:cubicBezTo>
                <a:cubicBezTo>
                  <a:pt x="279497" y="16480"/>
                  <a:pt x="277374" y="14358"/>
                  <a:pt x="277374" y="11756"/>
                </a:cubicBezTo>
                <a:lnTo>
                  <a:pt x="277374" y="297"/>
                </a:lnTo>
                <a:cubicBezTo>
                  <a:pt x="277374" y="183"/>
                  <a:pt x="277397" y="92"/>
                  <a:pt x="277397" y="1"/>
                </a:cubicBezTo>
                <a:lnTo>
                  <a:pt x="272215" y="1"/>
                </a:lnTo>
                <a:cubicBezTo>
                  <a:pt x="272215" y="92"/>
                  <a:pt x="272215" y="183"/>
                  <a:pt x="272215" y="297"/>
                </a:cubicBezTo>
                <a:lnTo>
                  <a:pt x="272215" y="11756"/>
                </a:lnTo>
                <a:cubicBezTo>
                  <a:pt x="272215" y="14358"/>
                  <a:pt x="270116" y="16480"/>
                  <a:pt x="267491" y="16480"/>
                </a:cubicBezTo>
                <a:cubicBezTo>
                  <a:pt x="264889" y="16480"/>
                  <a:pt x="262766" y="14358"/>
                  <a:pt x="262766" y="11756"/>
                </a:cubicBezTo>
                <a:lnTo>
                  <a:pt x="262766" y="297"/>
                </a:lnTo>
                <a:cubicBezTo>
                  <a:pt x="262766" y="183"/>
                  <a:pt x="262789" y="92"/>
                  <a:pt x="262789" y="1"/>
                </a:cubicBezTo>
                <a:lnTo>
                  <a:pt x="257607" y="1"/>
                </a:lnTo>
                <a:cubicBezTo>
                  <a:pt x="257607" y="92"/>
                  <a:pt x="257607" y="183"/>
                  <a:pt x="257607" y="297"/>
                </a:cubicBezTo>
                <a:lnTo>
                  <a:pt x="257607" y="11756"/>
                </a:lnTo>
                <a:cubicBezTo>
                  <a:pt x="257607" y="14358"/>
                  <a:pt x="255507" y="16480"/>
                  <a:pt x="252882" y="16480"/>
                </a:cubicBezTo>
                <a:cubicBezTo>
                  <a:pt x="250280" y="16480"/>
                  <a:pt x="248158" y="14358"/>
                  <a:pt x="248158" y="11756"/>
                </a:cubicBezTo>
                <a:lnTo>
                  <a:pt x="248158" y="297"/>
                </a:lnTo>
                <a:cubicBezTo>
                  <a:pt x="248158" y="183"/>
                  <a:pt x="248180" y="92"/>
                  <a:pt x="248180" y="1"/>
                </a:cubicBezTo>
                <a:lnTo>
                  <a:pt x="242999" y="1"/>
                </a:lnTo>
                <a:cubicBezTo>
                  <a:pt x="242999" y="92"/>
                  <a:pt x="242999" y="183"/>
                  <a:pt x="242999" y="297"/>
                </a:cubicBezTo>
                <a:lnTo>
                  <a:pt x="242999" y="11756"/>
                </a:lnTo>
                <a:cubicBezTo>
                  <a:pt x="242999" y="14358"/>
                  <a:pt x="240899" y="16480"/>
                  <a:pt x="238274" y="16480"/>
                </a:cubicBezTo>
                <a:cubicBezTo>
                  <a:pt x="235672" y="16480"/>
                  <a:pt x="233549" y="14358"/>
                  <a:pt x="233549" y="11756"/>
                </a:cubicBezTo>
                <a:lnTo>
                  <a:pt x="233549" y="297"/>
                </a:lnTo>
                <a:cubicBezTo>
                  <a:pt x="233549" y="183"/>
                  <a:pt x="233572" y="92"/>
                  <a:pt x="233572" y="1"/>
                </a:cubicBezTo>
                <a:lnTo>
                  <a:pt x="228391" y="1"/>
                </a:lnTo>
                <a:cubicBezTo>
                  <a:pt x="228391" y="92"/>
                  <a:pt x="228391" y="183"/>
                  <a:pt x="228391" y="297"/>
                </a:cubicBezTo>
                <a:lnTo>
                  <a:pt x="228391" y="11756"/>
                </a:lnTo>
                <a:cubicBezTo>
                  <a:pt x="228391" y="14358"/>
                  <a:pt x="226291" y="16480"/>
                  <a:pt x="223666" y="16480"/>
                </a:cubicBezTo>
                <a:cubicBezTo>
                  <a:pt x="221064" y="16480"/>
                  <a:pt x="218941" y="14358"/>
                  <a:pt x="218941" y="11756"/>
                </a:cubicBezTo>
                <a:lnTo>
                  <a:pt x="218941" y="297"/>
                </a:lnTo>
                <a:cubicBezTo>
                  <a:pt x="218941" y="183"/>
                  <a:pt x="218964" y="92"/>
                  <a:pt x="218964" y="1"/>
                </a:cubicBezTo>
                <a:lnTo>
                  <a:pt x="213783" y="1"/>
                </a:lnTo>
                <a:cubicBezTo>
                  <a:pt x="213783" y="92"/>
                  <a:pt x="213783" y="183"/>
                  <a:pt x="213783" y="297"/>
                </a:cubicBezTo>
                <a:lnTo>
                  <a:pt x="213783" y="11756"/>
                </a:lnTo>
                <a:cubicBezTo>
                  <a:pt x="213783" y="14358"/>
                  <a:pt x="211683" y="16480"/>
                  <a:pt x="209058" y="16480"/>
                </a:cubicBezTo>
                <a:cubicBezTo>
                  <a:pt x="206456" y="16480"/>
                  <a:pt x="204333" y="14358"/>
                  <a:pt x="204333" y="11756"/>
                </a:cubicBezTo>
                <a:lnTo>
                  <a:pt x="204333" y="297"/>
                </a:lnTo>
                <a:cubicBezTo>
                  <a:pt x="204333" y="183"/>
                  <a:pt x="204356" y="92"/>
                  <a:pt x="204356" y="1"/>
                </a:cubicBezTo>
                <a:lnTo>
                  <a:pt x="199174" y="1"/>
                </a:lnTo>
                <a:cubicBezTo>
                  <a:pt x="199174" y="92"/>
                  <a:pt x="199174" y="183"/>
                  <a:pt x="199174" y="297"/>
                </a:cubicBezTo>
                <a:lnTo>
                  <a:pt x="199174" y="11756"/>
                </a:lnTo>
                <a:cubicBezTo>
                  <a:pt x="199174" y="14358"/>
                  <a:pt x="197075" y="16480"/>
                  <a:pt x="194450" y="16480"/>
                </a:cubicBezTo>
                <a:cubicBezTo>
                  <a:pt x="191848" y="16480"/>
                  <a:pt x="189725" y="14358"/>
                  <a:pt x="189725" y="11756"/>
                </a:cubicBezTo>
                <a:lnTo>
                  <a:pt x="189725" y="297"/>
                </a:lnTo>
                <a:cubicBezTo>
                  <a:pt x="189725" y="183"/>
                  <a:pt x="189748" y="92"/>
                  <a:pt x="189748" y="1"/>
                </a:cubicBezTo>
                <a:lnTo>
                  <a:pt x="184566" y="1"/>
                </a:lnTo>
                <a:cubicBezTo>
                  <a:pt x="184566" y="92"/>
                  <a:pt x="184566" y="183"/>
                  <a:pt x="184566" y="297"/>
                </a:cubicBezTo>
                <a:lnTo>
                  <a:pt x="184566" y="11756"/>
                </a:lnTo>
                <a:cubicBezTo>
                  <a:pt x="184566" y="14358"/>
                  <a:pt x="182466" y="16480"/>
                  <a:pt x="179841" y="16480"/>
                </a:cubicBezTo>
                <a:cubicBezTo>
                  <a:pt x="177239" y="16480"/>
                  <a:pt x="175117" y="14358"/>
                  <a:pt x="175117" y="11756"/>
                </a:cubicBezTo>
                <a:lnTo>
                  <a:pt x="175117" y="297"/>
                </a:lnTo>
                <a:cubicBezTo>
                  <a:pt x="175117" y="183"/>
                  <a:pt x="175139" y="92"/>
                  <a:pt x="175139" y="1"/>
                </a:cubicBezTo>
                <a:lnTo>
                  <a:pt x="169958" y="1"/>
                </a:lnTo>
                <a:cubicBezTo>
                  <a:pt x="169958" y="92"/>
                  <a:pt x="169958" y="183"/>
                  <a:pt x="169958" y="297"/>
                </a:cubicBezTo>
                <a:lnTo>
                  <a:pt x="169958" y="11756"/>
                </a:lnTo>
                <a:cubicBezTo>
                  <a:pt x="169958" y="14358"/>
                  <a:pt x="167858" y="16480"/>
                  <a:pt x="165233" y="16480"/>
                </a:cubicBezTo>
                <a:cubicBezTo>
                  <a:pt x="162631" y="16480"/>
                  <a:pt x="160508" y="14358"/>
                  <a:pt x="160508" y="11756"/>
                </a:cubicBezTo>
                <a:lnTo>
                  <a:pt x="160508" y="297"/>
                </a:lnTo>
                <a:cubicBezTo>
                  <a:pt x="160508" y="183"/>
                  <a:pt x="160531" y="92"/>
                  <a:pt x="160531" y="1"/>
                </a:cubicBezTo>
                <a:lnTo>
                  <a:pt x="155350" y="1"/>
                </a:lnTo>
                <a:cubicBezTo>
                  <a:pt x="155350" y="92"/>
                  <a:pt x="155350" y="183"/>
                  <a:pt x="155350" y="297"/>
                </a:cubicBezTo>
                <a:lnTo>
                  <a:pt x="155350" y="11756"/>
                </a:lnTo>
                <a:cubicBezTo>
                  <a:pt x="155350" y="14358"/>
                  <a:pt x="153250" y="16480"/>
                  <a:pt x="150625" y="16480"/>
                </a:cubicBezTo>
                <a:cubicBezTo>
                  <a:pt x="148023" y="16480"/>
                  <a:pt x="145900" y="14358"/>
                  <a:pt x="145900" y="11756"/>
                </a:cubicBezTo>
                <a:lnTo>
                  <a:pt x="145900" y="297"/>
                </a:lnTo>
                <a:cubicBezTo>
                  <a:pt x="145900" y="183"/>
                  <a:pt x="145923" y="92"/>
                  <a:pt x="145923" y="1"/>
                </a:cubicBezTo>
                <a:lnTo>
                  <a:pt x="140742" y="1"/>
                </a:lnTo>
                <a:cubicBezTo>
                  <a:pt x="140742" y="92"/>
                  <a:pt x="140742" y="183"/>
                  <a:pt x="140742" y="297"/>
                </a:cubicBezTo>
                <a:lnTo>
                  <a:pt x="140742" y="11756"/>
                </a:lnTo>
                <a:cubicBezTo>
                  <a:pt x="140742" y="14358"/>
                  <a:pt x="138642" y="16480"/>
                  <a:pt x="136017" y="16480"/>
                </a:cubicBezTo>
                <a:cubicBezTo>
                  <a:pt x="133415" y="16480"/>
                  <a:pt x="131292" y="14358"/>
                  <a:pt x="131292" y="11756"/>
                </a:cubicBezTo>
                <a:lnTo>
                  <a:pt x="131292" y="297"/>
                </a:lnTo>
                <a:cubicBezTo>
                  <a:pt x="131292" y="183"/>
                  <a:pt x="131315" y="92"/>
                  <a:pt x="131315" y="1"/>
                </a:cubicBezTo>
                <a:lnTo>
                  <a:pt x="126133" y="1"/>
                </a:lnTo>
                <a:cubicBezTo>
                  <a:pt x="126133" y="92"/>
                  <a:pt x="126133" y="183"/>
                  <a:pt x="126133" y="297"/>
                </a:cubicBezTo>
                <a:lnTo>
                  <a:pt x="126133" y="11756"/>
                </a:lnTo>
                <a:cubicBezTo>
                  <a:pt x="126133" y="14358"/>
                  <a:pt x="124034" y="16480"/>
                  <a:pt x="121409" y="16480"/>
                </a:cubicBezTo>
                <a:cubicBezTo>
                  <a:pt x="118807" y="16480"/>
                  <a:pt x="116684" y="14358"/>
                  <a:pt x="116684" y="11756"/>
                </a:cubicBezTo>
                <a:lnTo>
                  <a:pt x="116684" y="297"/>
                </a:lnTo>
                <a:cubicBezTo>
                  <a:pt x="116684" y="183"/>
                  <a:pt x="116707" y="92"/>
                  <a:pt x="116707" y="1"/>
                </a:cubicBezTo>
                <a:lnTo>
                  <a:pt x="111525" y="1"/>
                </a:lnTo>
                <a:cubicBezTo>
                  <a:pt x="111525" y="92"/>
                  <a:pt x="111525" y="183"/>
                  <a:pt x="111525" y="297"/>
                </a:cubicBezTo>
                <a:lnTo>
                  <a:pt x="111525" y="11756"/>
                </a:lnTo>
                <a:cubicBezTo>
                  <a:pt x="111525" y="14358"/>
                  <a:pt x="109425" y="16480"/>
                  <a:pt x="106800" y="16480"/>
                </a:cubicBezTo>
                <a:cubicBezTo>
                  <a:pt x="104198" y="16480"/>
                  <a:pt x="102076" y="14358"/>
                  <a:pt x="102076" y="11756"/>
                </a:cubicBezTo>
                <a:lnTo>
                  <a:pt x="102076" y="297"/>
                </a:lnTo>
                <a:cubicBezTo>
                  <a:pt x="102076" y="183"/>
                  <a:pt x="102098" y="92"/>
                  <a:pt x="102098" y="1"/>
                </a:cubicBezTo>
                <a:lnTo>
                  <a:pt x="96917" y="1"/>
                </a:lnTo>
                <a:cubicBezTo>
                  <a:pt x="96917" y="92"/>
                  <a:pt x="96917" y="183"/>
                  <a:pt x="96917" y="297"/>
                </a:cubicBezTo>
                <a:lnTo>
                  <a:pt x="96917" y="11756"/>
                </a:lnTo>
                <a:cubicBezTo>
                  <a:pt x="96917" y="14358"/>
                  <a:pt x="94817" y="16480"/>
                  <a:pt x="92192" y="16480"/>
                </a:cubicBezTo>
                <a:cubicBezTo>
                  <a:pt x="89590" y="16480"/>
                  <a:pt x="87467" y="14358"/>
                  <a:pt x="87467" y="11756"/>
                </a:cubicBezTo>
                <a:lnTo>
                  <a:pt x="87467" y="297"/>
                </a:lnTo>
                <a:cubicBezTo>
                  <a:pt x="87467" y="183"/>
                  <a:pt x="87490" y="92"/>
                  <a:pt x="87490" y="1"/>
                </a:cubicBezTo>
                <a:lnTo>
                  <a:pt x="82309" y="1"/>
                </a:lnTo>
                <a:cubicBezTo>
                  <a:pt x="82309" y="92"/>
                  <a:pt x="82309" y="183"/>
                  <a:pt x="82309" y="297"/>
                </a:cubicBezTo>
                <a:lnTo>
                  <a:pt x="82309" y="11756"/>
                </a:lnTo>
                <a:cubicBezTo>
                  <a:pt x="82309" y="14358"/>
                  <a:pt x="80209" y="16480"/>
                  <a:pt x="77584" y="16480"/>
                </a:cubicBezTo>
                <a:cubicBezTo>
                  <a:pt x="74982" y="16480"/>
                  <a:pt x="72859" y="14358"/>
                  <a:pt x="72859" y="11756"/>
                </a:cubicBezTo>
                <a:lnTo>
                  <a:pt x="72859" y="297"/>
                </a:lnTo>
                <a:cubicBezTo>
                  <a:pt x="72859" y="183"/>
                  <a:pt x="72882" y="92"/>
                  <a:pt x="72882" y="1"/>
                </a:cubicBezTo>
                <a:lnTo>
                  <a:pt x="67701" y="1"/>
                </a:lnTo>
                <a:cubicBezTo>
                  <a:pt x="67701" y="92"/>
                  <a:pt x="67701" y="183"/>
                  <a:pt x="67701" y="297"/>
                </a:cubicBezTo>
                <a:lnTo>
                  <a:pt x="67701" y="11756"/>
                </a:lnTo>
                <a:cubicBezTo>
                  <a:pt x="67701" y="14358"/>
                  <a:pt x="65601" y="16480"/>
                  <a:pt x="62976" y="16480"/>
                </a:cubicBezTo>
                <a:cubicBezTo>
                  <a:pt x="60374" y="16480"/>
                  <a:pt x="58251" y="14358"/>
                  <a:pt x="58251" y="11756"/>
                </a:cubicBezTo>
                <a:lnTo>
                  <a:pt x="58251" y="297"/>
                </a:lnTo>
                <a:cubicBezTo>
                  <a:pt x="58251" y="183"/>
                  <a:pt x="58274" y="92"/>
                  <a:pt x="58274" y="1"/>
                </a:cubicBezTo>
                <a:lnTo>
                  <a:pt x="53092" y="1"/>
                </a:lnTo>
                <a:cubicBezTo>
                  <a:pt x="53092" y="92"/>
                  <a:pt x="53092" y="183"/>
                  <a:pt x="53092" y="297"/>
                </a:cubicBezTo>
                <a:lnTo>
                  <a:pt x="53092" y="11756"/>
                </a:lnTo>
                <a:cubicBezTo>
                  <a:pt x="53092" y="14358"/>
                  <a:pt x="50993" y="16480"/>
                  <a:pt x="48368" y="16480"/>
                </a:cubicBezTo>
                <a:cubicBezTo>
                  <a:pt x="45766" y="16480"/>
                  <a:pt x="43643" y="14358"/>
                  <a:pt x="43643" y="11756"/>
                </a:cubicBezTo>
                <a:lnTo>
                  <a:pt x="43643" y="297"/>
                </a:lnTo>
                <a:cubicBezTo>
                  <a:pt x="43643" y="183"/>
                  <a:pt x="43666" y="92"/>
                  <a:pt x="43666" y="1"/>
                </a:cubicBezTo>
                <a:lnTo>
                  <a:pt x="38484" y="1"/>
                </a:lnTo>
                <a:cubicBezTo>
                  <a:pt x="38484" y="92"/>
                  <a:pt x="38484" y="183"/>
                  <a:pt x="38484" y="297"/>
                </a:cubicBezTo>
                <a:lnTo>
                  <a:pt x="38484" y="11756"/>
                </a:lnTo>
                <a:cubicBezTo>
                  <a:pt x="38484" y="14358"/>
                  <a:pt x="36384" y="16480"/>
                  <a:pt x="33759" y="16480"/>
                </a:cubicBezTo>
                <a:cubicBezTo>
                  <a:pt x="31157" y="16480"/>
                  <a:pt x="29035" y="14358"/>
                  <a:pt x="29035" y="11756"/>
                </a:cubicBezTo>
                <a:lnTo>
                  <a:pt x="29035" y="297"/>
                </a:lnTo>
                <a:cubicBezTo>
                  <a:pt x="29035" y="183"/>
                  <a:pt x="29057" y="92"/>
                  <a:pt x="29057" y="1"/>
                </a:cubicBezTo>
                <a:close/>
              </a:path>
            </a:pathLst>
          </a:cu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1"/>
          <p:cNvSpPr/>
          <p:nvPr/>
        </p:nvSpPr>
        <p:spPr>
          <a:xfrm>
            <a:off x="-2399200" y="3508588"/>
            <a:ext cx="12354226" cy="1111684"/>
          </a:xfrm>
          <a:custGeom>
            <a:rect b="b" l="l" r="r" t="t"/>
            <a:pathLst>
              <a:path extrusionOk="0" h="25674" w="285317">
                <a:moveTo>
                  <a:pt x="17986" y="1"/>
                </a:moveTo>
                <a:cubicBezTo>
                  <a:pt x="17752" y="1"/>
                  <a:pt x="17518" y="144"/>
                  <a:pt x="17439" y="429"/>
                </a:cubicBezTo>
                <a:lnTo>
                  <a:pt x="15498" y="6797"/>
                </a:lnTo>
                <a:cubicBezTo>
                  <a:pt x="13376" y="6866"/>
                  <a:pt x="11321" y="7003"/>
                  <a:pt x="9358" y="7208"/>
                </a:cubicBezTo>
                <a:lnTo>
                  <a:pt x="7578" y="1342"/>
                </a:lnTo>
                <a:cubicBezTo>
                  <a:pt x="7498" y="1057"/>
                  <a:pt x="7264" y="914"/>
                  <a:pt x="7030" y="914"/>
                </a:cubicBezTo>
                <a:cubicBezTo>
                  <a:pt x="6796" y="914"/>
                  <a:pt x="6562" y="1057"/>
                  <a:pt x="6482" y="1342"/>
                </a:cubicBezTo>
                <a:lnTo>
                  <a:pt x="4497" y="7893"/>
                </a:lnTo>
                <a:cubicBezTo>
                  <a:pt x="2922" y="8167"/>
                  <a:pt x="1438" y="8486"/>
                  <a:pt x="0" y="8897"/>
                </a:cubicBezTo>
                <a:lnTo>
                  <a:pt x="0" y="25674"/>
                </a:lnTo>
                <a:lnTo>
                  <a:pt x="285316" y="25674"/>
                </a:lnTo>
                <a:lnTo>
                  <a:pt x="285316" y="13531"/>
                </a:lnTo>
                <a:cubicBezTo>
                  <a:pt x="284038" y="13622"/>
                  <a:pt x="282691" y="13713"/>
                  <a:pt x="281208" y="13850"/>
                </a:cubicBezTo>
                <a:lnTo>
                  <a:pt x="279222" y="7277"/>
                </a:lnTo>
                <a:cubicBezTo>
                  <a:pt x="279165" y="7083"/>
                  <a:pt x="278999" y="6986"/>
                  <a:pt x="278834" y="6986"/>
                </a:cubicBezTo>
                <a:cubicBezTo>
                  <a:pt x="278668" y="6986"/>
                  <a:pt x="278503" y="7083"/>
                  <a:pt x="278446" y="7277"/>
                </a:cubicBezTo>
                <a:lnTo>
                  <a:pt x="276300" y="14330"/>
                </a:lnTo>
                <a:cubicBezTo>
                  <a:pt x="275045" y="14467"/>
                  <a:pt x="273721" y="14603"/>
                  <a:pt x="272306" y="14763"/>
                </a:cubicBezTo>
                <a:lnTo>
                  <a:pt x="270457" y="8646"/>
                </a:lnTo>
                <a:cubicBezTo>
                  <a:pt x="270400" y="8452"/>
                  <a:pt x="270235" y="8355"/>
                  <a:pt x="270069" y="8355"/>
                </a:cubicBezTo>
                <a:cubicBezTo>
                  <a:pt x="269904" y="8355"/>
                  <a:pt x="269738" y="8452"/>
                  <a:pt x="269681" y="8646"/>
                </a:cubicBezTo>
                <a:lnTo>
                  <a:pt x="267650" y="15334"/>
                </a:lnTo>
                <a:cubicBezTo>
                  <a:pt x="266485" y="15471"/>
                  <a:pt x="265276" y="15608"/>
                  <a:pt x="264020" y="15768"/>
                </a:cubicBezTo>
                <a:cubicBezTo>
                  <a:pt x="261030" y="16156"/>
                  <a:pt x="258314" y="16498"/>
                  <a:pt x="255803" y="16840"/>
                </a:cubicBezTo>
                <a:lnTo>
                  <a:pt x="254571" y="12755"/>
                </a:lnTo>
                <a:cubicBezTo>
                  <a:pt x="254514" y="12561"/>
                  <a:pt x="254348" y="12464"/>
                  <a:pt x="254183" y="12464"/>
                </a:cubicBezTo>
                <a:cubicBezTo>
                  <a:pt x="254017" y="12464"/>
                  <a:pt x="253852" y="12561"/>
                  <a:pt x="253795" y="12755"/>
                </a:cubicBezTo>
                <a:lnTo>
                  <a:pt x="252425" y="17297"/>
                </a:lnTo>
                <a:cubicBezTo>
                  <a:pt x="250416" y="17571"/>
                  <a:pt x="248590" y="17822"/>
                  <a:pt x="246901" y="18050"/>
                </a:cubicBezTo>
                <a:lnTo>
                  <a:pt x="245532" y="13576"/>
                </a:lnTo>
                <a:cubicBezTo>
                  <a:pt x="245475" y="13382"/>
                  <a:pt x="245309" y="13285"/>
                  <a:pt x="245144" y="13285"/>
                </a:cubicBezTo>
                <a:cubicBezTo>
                  <a:pt x="244978" y="13285"/>
                  <a:pt x="244813" y="13382"/>
                  <a:pt x="244756" y="13576"/>
                </a:cubicBezTo>
                <a:lnTo>
                  <a:pt x="243226" y="18598"/>
                </a:lnTo>
                <a:cubicBezTo>
                  <a:pt x="228390" y="20789"/>
                  <a:pt x="225719" y="21634"/>
                  <a:pt x="216452" y="21862"/>
                </a:cubicBezTo>
                <a:cubicBezTo>
                  <a:pt x="215292" y="21891"/>
                  <a:pt x="214213" y="21904"/>
                  <a:pt x="213204" y="21904"/>
                </a:cubicBezTo>
                <a:cubicBezTo>
                  <a:pt x="198249" y="21904"/>
                  <a:pt x="198516" y="18933"/>
                  <a:pt x="174226" y="18826"/>
                </a:cubicBezTo>
                <a:cubicBezTo>
                  <a:pt x="173569" y="18821"/>
                  <a:pt x="172926" y="18819"/>
                  <a:pt x="172296" y="18819"/>
                </a:cubicBezTo>
                <a:cubicBezTo>
                  <a:pt x="166993" y="18819"/>
                  <a:pt x="162591" y="18980"/>
                  <a:pt x="158225" y="19123"/>
                </a:cubicBezTo>
                <a:lnTo>
                  <a:pt x="156353" y="12937"/>
                </a:lnTo>
                <a:cubicBezTo>
                  <a:pt x="156296" y="12743"/>
                  <a:pt x="156125" y="12646"/>
                  <a:pt x="155954" y="12646"/>
                </a:cubicBezTo>
                <a:cubicBezTo>
                  <a:pt x="155783" y="12646"/>
                  <a:pt x="155612" y="12743"/>
                  <a:pt x="155554" y="12937"/>
                </a:cubicBezTo>
                <a:lnTo>
                  <a:pt x="153637" y="19260"/>
                </a:lnTo>
                <a:cubicBezTo>
                  <a:pt x="152359" y="19305"/>
                  <a:pt x="151058" y="19328"/>
                  <a:pt x="149711" y="19351"/>
                </a:cubicBezTo>
                <a:lnTo>
                  <a:pt x="147588" y="12389"/>
                </a:lnTo>
                <a:cubicBezTo>
                  <a:pt x="147531" y="12195"/>
                  <a:pt x="147360" y="12098"/>
                  <a:pt x="147189" y="12098"/>
                </a:cubicBezTo>
                <a:cubicBezTo>
                  <a:pt x="147018" y="12098"/>
                  <a:pt x="146847" y="12195"/>
                  <a:pt x="146790" y="12389"/>
                </a:cubicBezTo>
                <a:lnTo>
                  <a:pt x="144644" y="19420"/>
                </a:lnTo>
                <a:cubicBezTo>
                  <a:pt x="143206" y="19420"/>
                  <a:pt x="141700" y="19397"/>
                  <a:pt x="140125" y="19374"/>
                </a:cubicBezTo>
                <a:lnTo>
                  <a:pt x="138002" y="12389"/>
                </a:lnTo>
                <a:cubicBezTo>
                  <a:pt x="137945" y="12195"/>
                  <a:pt x="137774" y="12098"/>
                  <a:pt x="137602" y="12098"/>
                </a:cubicBezTo>
                <a:cubicBezTo>
                  <a:pt x="137431" y="12098"/>
                  <a:pt x="137260" y="12195"/>
                  <a:pt x="137203" y="12389"/>
                </a:cubicBezTo>
                <a:lnTo>
                  <a:pt x="135103" y="19260"/>
                </a:lnTo>
                <a:cubicBezTo>
                  <a:pt x="134464" y="19237"/>
                  <a:pt x="133825" y="19214"/>
                  <a:pt x="133140" y="19191"/>
                </a:cubicBezTo>
                <a:cubicBezTo>
                  <a:pt x="131382" y="19123"/>
                  <a:pt x="129671" y="19054"/>
                  <a:pt x="128027" y="18963"/>
                </a:cubicBezTo>
                <a:lnTo>
                  <a:pt x="125950" y="12115"/>
                </a:lnTo>
                <a:cubicBezTo>
                  <a:pt x="125893" y="11921"/>
                  <a:pt x="125722" y="11824"/>
                  <a:pt x="125551" y="11824"/>
                </a:cubicBezTo>
                <a:cubicBezTo>
                  <a:pt x="125379" y="11824"/>
                  <a:pt x="125208" y="11921"/>
                  <a:pt x="125151" y="12115"/>
                </a:cubicBezTo>
                <a:lnTo>
                  <a:pt x="123165" y="18666"/>
                </a:lnTo>
                <a:cubicBezTo>
                  <a:pt x="121362" y="18552"/>
                  <a:pt x="119650" y="18415"/>
                  <a:pt x="118007" y="18278"/>
                </a:cubicBezTo>
                <a:lnTo>
                  <a:pt x="115542" y="10198"/>
                </a:lnTo>
                <a:cubicBezTo>
                  <a:pt x="115485" y="10004"/>
                  <a:pt x="115313" y="9907"/>
                  <a:pt x="115142" y="9907"/>
                </a:cubicBezTo>
                <a:cubicBezTo>
                  <a:pt x="114971" y="9907"/>
                  <a:pt x="114800" y="10004"/>
                  <a:pt x="114743" y="10198"/>
                </a:cubicBezTo>
                <a:lnTo>
                  <a:pt x="112437" y="17776"/>
                </a:lnTo>
                <a:cubicBezTo>
                  <a:pt x="110360" y="17571"/>
                  <a:pt x="108375" y="17365"/>
                  <a:pt x="106457" y="17160"/>
                </a:cubicBezTo>
                <a:lnTo>
                  <a:pt x="104517" y="10814"/>
                </a:lnTo>
                <a:cubicBezTo>
                  <a:pt x="104460" y="10609"/>
                  <a:pt x="104289" y="10506"/>
                  <a:pt x="104118" y="10506"/>
                </a:cubicBezTo>
                <a:cubicBezTo>
                  <a:pt x="103946" y="10506"/>
                  <a:pt x="103775" y="10609"/>
                  <a:pt x="103718" y="10814"/>
                </a:cubicBezTo>
                <a:lnTo>
                  <a:pt x="101938" y="16658"/>
                </a:lnTo>
                <a:cubicBezTo>
                  <a:pt x="83449" y="14558"/>
                  <a:pt x="72288" y="12321"/>
                  <a:pt x="63272" y="10495"/>
                </a:cubicBezTo>
                <a:lnTo>
                  <a:pt x="61902" y="6044"/>
                </a:lnTo>
                <a:cubicBezTo>
                  <a:pt x="61822" y="5759"/>
                  <a:pt x="61588" y="5616"/>
                  <a:pt x="61354" y="5616"/>
                </a:cubicBezTo>
                <a:cubicBezTo>
                  <a:pt x="61120" y="5616"/>
                  <a:pt x="60887" y="5759"/>
                  <a:pt x="60807" y="6044"/>
                </a:cubicBezTo>
                <a:lnTo>
                  <a:pt x="59665" y="9764"/>
                </a:lnTo>
                <a:cubicBezTo>
                  <a:pt x="57999" y="9422"/>
                  <a:pt x="56379" y="9125"/>
                  <a:pt x="54781" y="8829"/>
                </a:cubicBezTo>
                <a:lnTo>
                  <a:pt x="53137" y="3442"/>
                </a:lnTo>
                <a:cubicBezTo>
                  <a:pt x="53057" y="3157"/>
                  <a:pt x="52823" y="3014"/>
                  <a:pt x="52590" y="3014"/>
                </a:cubicBezTo>
                <a:cubicBezTo>
                  <a:pt x="52356" y="3014"/>
                  <a:pt x="52122" y="3157"/>
                  <a:pt x="52042" y="3442"/>
                </a:cubicBezTo>
                <a:lnTo>
                  <a:pt x="50604" y="8121"/>
                </a:lnTo>
                <a:cubicBezTo>
                  <a:pt x="48915" y="7847"/>
                  <a:pt x="47203" y="7619"/>
                  <a:pt x="45400" y="7413"/>
                </a:cubicBezTo>
                <a:lnTo>
                  <a:pt x="43551" y="1342"/>
                </a:lnTo>
                <a:cubicBezTo>
                  <a:pt x="43471" y="1057"/>
                  <a:pt x="43237" y="914"/>
                  <a:pt x="43003" y="914"/>
                </a:cubicBezTo>
                <a:cubicBezTo>
                  <a:pt x="42769" y="914"/>
                  <a:pt x="42535" y="1057"/>
                  <a:pt x="42455" y="1342"/>
                </a:cubicBezTo>
                <a:lnTo>
                  <a:pt x="40720" y="7003"/>
                </a:lnTo>
                <a:cubicBezTo>
                  <a:pt x="37844" y="6797"/>
                  <a:pt x="34717" y="6660"/>
                  <a:pt x="31202" y="6637"/>
                </a:cubicBezTo>
                <a:cubicBezTo>
                  <a:pt x="29633" y="6628"/>
                  <a:pt x="28099" y="6622"/>
                  <a:pt x="26598" y="6622"/>
                </a:cubicBezTo>
                <a:cubicBezTo>
                  <a:pt x="24476" y="6622"/>
                  <a:pt x="22421" y="6634"/>
                  <a:pt x="20429" y="6660"/>
                </a:cubicBezTo>
                <a:lnTo>
                  <a:pt x="18534" y="429"/>
                </a:lnTo>
                <a:cubicBezTo>
                  <a:pt x="18454" y="144"/>
                  <a:pt x="18220" y="1"/>
                  <a:pt x="179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 name="Google Shape;361;p11"/>
          <p:cNvGrpSpPr/>
          <p:nvPr/>
        </p:nvGrpSpPr>
        <p:grpSpPr>
          <a:xfrm>
            <a:off x="1745525" y="3143850"/>
            <a:ext cx="2419653" cy="571601"/>
            <a:chOff x="3962175" y="2857795"/>
            <a:chExt cx="3075700" cy="726580"/>
          </a:xfrm>
        </p:grpSpPr>
        <p:sp>
          <p:nvSpPr>
            <p:cNvPr id="362" name="Google Shape;362;p11"/>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1"/>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1"/>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1"/>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1"/>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1"/>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1"/>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1"/>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1"/>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1"/>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1"/>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1"/>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1"/>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1"/>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1"/>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1"/>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1"/>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1"/>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1"/>
            <p:cNvSpPr/>
            <p:nvPr/>
          </p:nvSpPr>
          <p:spPr>
            <a:xfrm>
              <a:off x="4046545" y="2857795"/>
              <a:ext cx="2817428" cy="356671"/>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381" name="Shape 38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26_1">
    <p:spTree>
      <p:nvGrpSpPr>
        <p:cNvPr id="382" name="Shape 382"/>
        <p:cNvGrpSpPr/>
        <p:nvPr/>
      </p:nvGrpSpPr>
      <p:grpSpPr>
        <a:xfrm>
          <a:off x="0" y="0"/>
          <a:ext cx="0" cy="0"/>
          <a:chOff x="0" y="0"/>
          <a:chExt cx="0" cy="0"/>
        </a:xfrm>
      </p:grpSpPr>
      <p:sp>
        <p:nvSpPr>
          <p:cNvPr id="383" name="Google Shape;383;p13"/>
          <p:cNvSpPr txBox="1"/>
          <p:nvPr>
            <p:ph hasCustomPrompt="1" type="title"/>
          </p:nvPr>
        </p:nvSpPr>
        <p:spPr>
          <a:xfrm flipH="1">
            <a:off x="713224" y="1417925"/>
            <a:ext cx="648600" cy="451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2800"/>
              <a:buNone/>
              <a:defRPr i="1" sz="3000"/>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384" name="Google Shape;384;p13"/>
          <p:cNvSpPr txBox="1"/>
          <p:nvPr>
            <p:ph idx="1" type="subTitle"/>
          </p:nvPr>
        </p:nvSpPr>
        <p:spPr>
          <a:xfrm flipH="1">
            <a:off x="1451399" y="1427425"/>
            <a:ext cx="1938300" cy="371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385" name="Google Shape;385;p13"/>
          <p:cNvSpPr txBox="1"/>
          <p:nvPr>
            <p:ph idx="2" type="subTitle"/>
          </p:nvPr>
        </p:nvSpPr>
        <p:spPr>
          <a:xfrm flipH="1">
            <a:off x="1451400" y="1751023"/>
            <a:ext cx="1938300" cy="52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386" name="Google Shape;386;p13"/>
          <p:cNvSpPr txBox="1"/>
          <p:nvPr>
            <p:ph hasCustomPrompt="1" idx="3" type="title"/>
          </p:nvPr>
        </p:nvSpPr>
        <p:spPr>
          <a:xfrm flipH="1">
            <a:off x="713224" y="2714350"/>
            <a:ext cx="648600" cy="451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2800"/>
              <a:buNone/>
              <a:defRPr i="1" sz="3000"/>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387" name="Google Shape;387;p13"/>
          <p:cNvSpPr txBox="1"/>
          <p:nvPr>
            <p:ph idx="4" type="subTitle"/>
          </p:nvPr>
        </p:nvSpPr>
        <p:spPr>
          <a:xfrm flipH="1">
            <a:off x="1451399" y="2725628"/>
            <a:ext cx="1938300" cy="371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388" name="Google Shape;388;p13"/>
          <p:cNvSpPr txBox="1"/>
          <p:nvPr>
            <p:ph idx="5" type="subTitle"/>
          </p:nvPr>
        </p:nvSpPr>
        <p:spPr>
          <a:xfrm flipH="1">
            <a:off x="1451400" y="3031578"/>
            <a:ext cx="1938300" cy="52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389" name="Google Shape;389;p13"/>
          <p:cNvSpPr txBox="1"/>
          <p:nvPr>
            <p:ph hasCustomPrompt="1" idx="6" type="title"/>
          </p:nvPr>
        </p:nvSpPr>
        <p:spPr>
          <a:xfrm>
            <a:off x="3782650" y="1417925"/>
            <a:ext cx="648600" cy="451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2800"/>
              <a:buNone/>
              <a:defRPr i="1" sz="3000"/>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390" name="Google Shape;390;p13"/>
          <p:cNvSpPr txBox="1"/>
          <p:nvPr>
            <p:ph idx="7" type="subTitle"/>
          </p:nvPr>
        </p:nvSpPr>
        <p:spPr>
          <a:xfrm>
            <a:off x="4493875" y="1427425"/>
            <a:ext cx="1938300" cy="371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391" name="Google Shape;391;p13"/>
          <p:cNvSpPr txBox="1"/>
          <p:nvPr>
            <p:ph idx="8" type="subTitle"/>
          </p:nvPr>
        </p:nvSpPr>
        <p:spPr>
          <a:xfrm>
            <a:off x="4493876" y="1751033"/>
            <a:ext cx="1938300" cy="52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392" name="Google Shape;392;p13"/>
          <p:cNvSpPr txBox="1"/>
          <p:nvPr>
            <p:ph hasCustomPrompt="1" idx="9" type="title"/>
          </p:nvPr>
        </p:nvSpPr>
        <p:spPr>
          <a:xfrm>
            <a:off x="3782650" y="2714350"/>
            <a:ext cx="648600" cy="451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2800"/>
              <a:buNone/>
              <a:defRPr i="1" sz="3000"/>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393" name="Google Shape;393;p13"/>
          <p:cNvSpPr txBox="1"/>
          <p:nvPr>
            <p:ph idx="13" type="subTitle"/>
          </p:nvPr>
        </p:nvSpPr>
        <p:spPr>
          <a:xfrm>
            <a:off x="4493875" y="2725627"/>
            <a:ext cx="1938300" cy="371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394" name="Google Shape;394;p13"/>
          <p:cNvSpPr txBox="1"/>
          <p:nvPr>
            <p:ph idx="14" type="subTitle"/>
          </p:nvPr>
        </p:nvSpPr>
        <p:spPr>
          <a:xfrm>
            <a:off x="4493876" y="3031576"/>
            <a:ext cx="1938300" cy="52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395" name="Google Shape;395;p13"/>
          <p:cNvSpPr txBox="1"/>
          <p:nvPr>
            <p:ph idx="15"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lgn="l">
              <a:spcBef>
                <a:spcPts val="0"/>
              </a:spcBef>
              <a:spcAft>
                <a:spcPts val="0"/>
              </a:spcAft>
              <a:buClr>
                <a:schemeClr val="dk1"/>
              </a:buClr>
              <a:buSzPts val="3500"/>
              <a:buFont typeface="Abhaya Libre"/>
              <a:buNone/>
              <a:defRPr/>
            </a:lvl1pPr>
            <a:lvl2pPr lvl="1"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2pPr>
            <a:lvl3pPr lvl="2"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3pPr>
            <a:lvl4pPr lvl="3"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4pPr>
            <a:lvl5pPr lvl="4"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5pPr>
            <a:lvl6pPr lvl="5"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6pPr>
            <a:lvl7pPr lvl="6"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7pPr>
            <a:lvl8pPr lvl="7"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8pPr>
            <a:lvl9pPr lvl="8"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9pPr>
          </a:lstStyle>
          <a:p/>
        </p:txBody>
      </p:sp>
      <p:sp>
        <p:nvSpPr>
          <p:cNvPr id="396" name="Google Shape;396;p13"/>
          <p:cNvSpPr/>
          <p:nvPr/>
        </p:nvSpPr>
        <p:spPr>
          <a:xfrm>
            <a:off x="-83800" y="3912100"/>
            <a:ext cx="5820894" cy="988500"/>
          </a:xfrm>
          <a:custGeom>
            <a:rect b="b" l="l" r="r" t="t"/>
            <a:pathLst>
              <a:path extrusionOk="0" h="39540" w="154739">
                <a:moveTo>
                  <a:pt x="0" y="4425"/>
                </a:moveTo>
                <a:lnTo>
                  <a:pt x="4107" y="39539"/>
                </a:lnTo>
                <a:lnTo>
                  <a:pt x="154739" y="39539"/>
                </a:lnTo>
                <a:cubicBezTo>
                  <a:pt x="154739" y="39539"/>
                  <a:pt x="149325" y="38270"/>
                  <a:pt x="145535" y="37019"/>
                </a:cubicBezTo>
                <a:lnTo>
                  <a:pt x="145535" y="37019"/>
                </a:lnTo>
                <a:cubicBezTo>
                  <a:pt x="141727" y="35750"/>
                  <a:pt x="124963" y="31643"/>
                  <a:pt x="114939" y="31643"/>
                </a:cubicBezTo>
                <a:lnTo>
                  <a:pt x="114939" y="31643"/>
                </a:lnTo>
                <a:cubicBezTo>
                  <a:pt x="104914" y="31643"/>
                  <a:pt x="100602" y="27835"/>
                  <a:pt x="94404" y="23093"/>
                </a:cubicBezTo>
                <a:lnTo>
                  <a:pt x="94404" y="23093"/>
                </a:lnTo>
                <a:cubicBezTo>
                  <a:pt x="88206" y="18351"/>
                  <a:pt x="81318" y="13610"/>
                  <a:pt x="73496" y="13292"/>
                </a:cubicBezTo>
                <a:lnTo>
                  <a:pt x="73496" y="13292"/>
                </a:lnTo>
                <a:cubicBezTo>
                  <a:pt x="65693" y="12975"/>
                  <a:pt x="68343" y="12023"/>
                  <a:pt x="62650" y="8849"/>
                </a:cubicBezTo>
                <a:lnTo>
                  <a:pt x="62650" y="8849"/>
                </a:lnTo>
                <a:cubicBezTo>
                  <a:pt x="56956" y="5694"/>
                  <a:pt x="49993" y="6647"/>
                  <a:pt x="45867" y="6329"/>
                </a:cubicBezTo>
                <a:lnTo>
                  <a:pt x="45867" y="6329"/>
                </a:lnTo>
                <a:cubicBezTo>
                  <a:pt x="41760" y="6012"/>
                  <a:pt x="33546" y="1"/>
                  <a:pt x="21898" y="1"/>
                </a:cubicBezTo>
                <a:lnTo>
                  <a:pt x="21898" y="1"/>
                </a:lnTo>
                <a:cubicBezTo>
                  <a:pt x="10267" y="1"/>
                  <a:pt x="0" y="4425"/>
                  <a:pt x="0" y="4425"/>
                </a:cubicBez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3"/>
          <p:cNvSpPr/>
          <p:nvPr/>
        </p:nvSpPr>
        <p:spPr>
          <a:xfrm>
            <a:off x="-83800" y="4182800"/>
            <a:ext cx="4226815" cy="717800"/>
          </a:xfrm>
          <a:custGeom>
            <a:rect b="b" l="l" r="r" t="t"/>
            <a:pathLst>
              <a:path extrusionOk="0" h="28712" w="112363">
                <a:moveTo>
                  <a:pt x="0" y="3211"/>
                </a:moveTo>
                <a:cubicBezTo>
                  <a:pt x="0" y="3211"/>
                  <a:pt x="7467" y="0"/>
                  <a:pt x="15905" y="0"/>
                </a:cubicBezTo>
                <a:cubicBezTo>
                  <a:pt x="24362" y="0"/>
                  <a:pt x="30336" y="4368"/>
                  <a:pt x="33322" y="4592"/>
                </a:cubicBezTo>
                <a:cubicBezTo>
                  <a:pt x="36309" y="4816"/>
                  <a:pt x="41350" y="4144"/>
                  <a:pt x="45494" y="6441"/>
                </a:cubicBezTo>
                <a:cubicBezTo>
                  <a:pt x="49619" y="8737"/>
                  <a:pt x="47697" y="9427"/>
                  <a:pt x="53372" y="9651"/>
                </a:cubicBezTo>
                <a:cubicBezTo>
                  <a:pt x="59047" y="9875"/>
                  <a:pt x="64050" y="13329"/>
                  <a:pt x="68549" y="16764"/>
                </a:cubicBezTo>
                <a:cubicBezTo>
                  <a:pt x="73048" y="20217"/>
                  <a:pt x="76184" y="22980"/>
                  <a:pt x="83464" y="22980"/>
                </a:cubicBezTo>
                <a:cubicBezTo>
                  <a:pt x="90745" y="22980"/>
                  <a:pt x="102916" y="25967"/>
                  <a:pt x="105679" y="26882"/>
                </a:cubicBezTo>
                <a:cubicBezTo>
                  <a:pt x="108442" y="27797"/>
                  <a:pt x="112362" y="28711"/>
                  <a:pt x="112362" y="28711"/>
                </a:cubicBezTo>
                <a:lnTo>
                  <a:pt x="2987" y="2871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3"/>
          <p:cNvSpPr/>
          <p:nvPr/>
        </p:nvSpPr>
        <p:spPr>
          <a:xfrm>
            <a:off x="-277150" y="4902900"/>
            <a:ext cx="8483374" cy="709400"/>
          </a:xfrm>
          <a:custGeom>
            <a:rect b="b" l="l" r="r" t="t"/>
            <a:pathLst>
              <a:path extrusionOk="0" h="28376" w="220376">
                <a:moveTo>
                  <a:pt x="0" y="25202"/>
                </a:moveTo>
                <a:cubicBezTo>
                  <a:pt x="0" y="25202"/>
                  <a:pt x="14617" y="28376"/>
                  <a:pt x="31194" y="28376"/>
                </a:cubicBezTo>
                <a:cubicBezTo>
                  <a:pt x="47771" y="28376"/>
                  <a:pt x="59476" y="24064"/>
                  <a:pt x="65338" y="23840"/>
                </a:cubicBezTo>
                <a:cubicBezTo>
                  <a:pt x="71200" y="23616"/>
                  <a:pt x="81112" y="24288"/>
                  <a:pt x="89214" y="22010"/>
                </a:cubicBezTo>
                <a:cubicBezTo>
                  <a:pt x="97316" y="19751"/>
                  <a:pt x="93564" y="19061"/>
                  <a:pt x="104671" y="18837"/>
                </a:cubicBezTo>
                <a:cubicBezTo>
                  <a:pt x="115797" y="18613"/>
                  <a:pt x="125635" y="15215"/>
                  <a:pt x="134447" y="11799"/>
                </a:cubicBezTo>
                <a:cubicBezTo>
                  <a:pt x="143277" y="8401"/>
                  <a:pt x="149400" y="5676"/>
                  <a:pt x="163699" y="5676"/>
                </a:cubicBezTo>
                <a:cubicBezTo>
                  <a:pt x="177980" y="5676"/>
                  <a:pt x="201856" y="2726"/>
                  <a:pt x="207251" y="1811"/>
                </a:cubicBezTo>
                <a:cubicBezTo>
                  <a:pt x="212665" y="897"/>
                  <a:pt x="220375" y="1"/>
                  <a:pt x="220375" y="1"/>
                </a:cubicBezTo>
                <a:lnTo>
                  <a:pt x="58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3"/>
          <p:cNvSpPr/>
          <p:nvPr/>
        </p:nvSpPr>
        <p:spPr>
          <a:xfrm>
            <a:off x="5541063" y="4853100"/>
            <a:ext cx="610000" cy="361725"/>
          </a:xfrm>
          <a:custGeom>
            <a:rect b="b" l="l" r="r" t="t"/>
            <a:pathLst>
              <a:path extrusionOk="0" h="14469" w="24400">
                <a:moveTo>
                  <a:pt x="3025" y="10287"/>
                </a:moveTo>
                <a:cubicBezTo>
                  <a:pt x="355" y="7841"/>
                  <a:pt x="0" y="14468"/>
                  <a:pt x="0" y="14468"/>
                </a:cubicBezTo>
                <a:lnTo>
                  <a:pt x="0" y="14468"/>
                </a:lnTo>
                <a:lnTo>
                  <a:pt x="23634" y="14095"/>
                </a:lnTo>
                <a:cubicBezTo>
                  <a:pt x="23634" y="14095"/>
                  <a:pt x="24399" y="8439"/>
                  <a:pt x="22962" y="9988"/>
                </a:cubicBezTo>
                <a:lnTo>
                  <a:pt x="22962" y="9988"/>
                </a:lnTo>
                <a:cubicBezTo>
                  <a:pt x="21525" y="11519"/>
                  <a:pt x="20759" y="11724"/>
                  <a:pt x="20759" y="8215"/>
                </a:cubicBezTo>
                <a:lnTo>
                  <a:pt x="20759" y="8215"/>
                </a:lnTo>
                <a:cubicBezTo>
                  <a:pt x="20759" y="4686"/>
                  <a:pt x="18314" y="5153"/>
                  <a:pt x="16970" y="7599"/>
                </a:cubicBezTo>
                <a:lnTo>
                  <a:pt x="16970" y="7599"/>
                </a:lnTo>
                <a:cubicBezTo>
                  <a:pt x="15607" y="10044"/>
                  <a:pt x="17623" y="4070"/>
                  <a:pt x="14449" y="3118"/>
                </a:cubicBezTo>
                <a:lnTo>
                  <a:pt x="14449" y="3118"/>
                </a:lnTo>
                <a:cubicBezTo>
                  <a:pt x="12620" y="2577"/>
                  <a:pt x="11967" y="4089"/>
                  <a:pt x="11556" y="5601"/>
                </a:cubicBezTo>
                <a:lnTo>
                  <a:pt x="11556" y="5601"/>
                </a:lnTo>
                <a:cubicBezTo>
                  <a:pt x="11201" y="6908"/>
                  <a:pt x="11052" y="8215"/>
                  <a:pt x="10548" y="8215"/>
                </a:cubicBezTo>
                <a:lnTo>
                  <a:pt x="10548" y="8215"/>
                </a:lnTo>
                <a:cubicBezTo>
                  <a:pt x="7748" y="8121"/>
                  <a:pt x="12172" y="1"/>
                  <a:pt x="7598" y="1"/>
                </a:cubicBezTo>
                <a:lnTo>
                  <a:pt x="7598" y="1"/>
                </a:lnTo>
                <a:cubicBezTo>
                  <a:pt x="1008" y="1"/>
                  <a:pt x="5694" y="12751"/>
                  <a:pt x="3025" y="10287"/>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 name="Google Shape;400;p13"/>
          <p:cNvGrpSpPr/>
          <p:nvPr/>
        </p:nvGrpSpPr>
        <p:grpSpPr>
          <a:xfrm>
            <a:off x="-139125" y="3868275"/>
            <a:ext cx="9194843" cy="559600"/>
            <a:chOff x="-139125" y="3868275"/>
            <a:chExt cx="9194843" cy="559600"/>
          </a:xfrm>
        </p:grpSpPr>
        <p:sp>
          <p:nvSpPr>
            <p:cNvPr id="401" name="Google Shape;401;p13"/>
            <p:cNvSpPr/>
            <p:nvPr/>
          </p:nvSpPr>
          <p:spPr>
            <a:xfrm>
              <a:off x="-139125" y="3868275"/>
              <a:ext cx="9194843" cy="351450"/>
            </a:xfrm>
            <a:custGeom>
              <a:rect b="b" l="l" r="r" t="t"/>
              <a:pathLst>
                <a:path extrusionOk="0" h="14058" w="219946">
                  <a:moveTo>
                    <a:pt x="0" y="12956"/>
                  </a:moveTo>
                  <a:lnTo>
                    <a:pt x="0" y="14058"/>
                  </a:lnTo>
                  <a:lnTo>
                    <a:pt x="219946" y="1102"/>
                  </a:lnTo>
                  <a:lnTo>
                    <a:pt x="2199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3"/>
            <p:cNvSpPr/>
            <p:nvPr/>
          </p:nvSpPr>
          <p:spPr>
            <a:xfrm>
              <a:off x="125427" y="4182825"/>
              <a:ext cx="34406" cy="245050"/>
            </a:xfrm>
            <a:custGeom>
              <a:rect b="b" l="l" r="r" t="t"/>
              <a:pathLst>
                <a:path extrusionOk="0" h="9802" w="823">
                  <a:moveTo>
                    <a:pt x="1" y="9802"/>
                  </a:moveTo>
                  <a:lnTo>
                    <a:pt x="822" y="9802"/>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3"/>
            <p:cNvSpPr/>
            <p:nvPr/>
          </p:nvSpPr>
          <p:spPr>
            <a:xfrm>
              <a:off x="336927" y="4176300"/>
              <a:ext cx="34406" cy="244575"/>
            </a:xfrm>
            <a:custGeom>
              <a:rect b="b" l="l" r="r" t="t"/>
              <a:pathLst>
                <a:path extrusionOk="0" h="9783" w="823">
                  <a:moveTo>
                    <a:pt x="1" y="9783"/>
                  </a:moveTo>
                  <a:lnTo>
                    <a:pt x="822" y="9783"/>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3"/>
            <p:cNvSpPr/>
            <p:nvPr/>
          </p:nvSpPr>
          <p:spPr>
            <a:xfrm>
              <a:off x="548427" y="4169300"/>
              <a:ext cx="33611" cy="245050"/>
            </a:xfrm>
            <a:custGeom>
              <a:rect b="b" l="l" r="r" t="t"/>
              <a:pathLst>
                <a:path extrusionOk="0" h="9802" w="804">
                  <a:moveTo>
                    <a:pt x="1" y="9801"/>
                  </a:moveTo>
                  <a:lnTo>
                    <a:pt x="803" y="9801"/>
                  </a:lnTo>
                  <a:lnTo>
                    <a:pt x="80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3"/>
            <p:cNvSpPr/>
            <p:nvPr/>
          </p:nvSpPr>
          <p:spPr>
            <a:xfrm>
              <a:off x="759174" y="4162300"/>
              <a:ext cx="34364" cy="245050"/>
            </a:xfrm>
            <a:custGeom>
              <a:rect b="b" l="l" r="r" t="t"/>
              <a:pathLst>
                <a:path extrusionOk="0" h="9802" w="822">
                  <a:moveTo>
                    <a:pt x="0" y="9801"/>
                  </a:moveTo>
                  <a:lnTo>
                    <a:pt x="821" y="9801"/>
                  </a:lnTo>
                  <a:lnTo>
                    <a:pt x="821"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3"/>
            <p:cNvSpPr/>
            <p:nvPr/>
          </p:nvSpPr>
          <p:spPr>
            <a:xfrm>
              <a:off x="970673" y="4155300"/>
              <a:ext cx="34364" cy="245050"/>
            </a:xfrm>
            <a:custGeom>
              <a:rect b="b" l="l" r="r" t="t"/>
              <a:pathLst>
                <a:path extrusionOk="0" h="9802" w="822">
                  <a:moveTo>
                    <a:pt x="0" y="9801"/>
                  </a:moveTo>
                  <a:lnTo>
                    <a:pt x="821" y="9801"/>
                  </a:lnTo>
                  <a:lnTo>
                    <a:pt x="821"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3"/>
            <p:cNvSpPr/>
            <p:nvPr/>
          </p:nvSpPr>
          <p:spPr>
            <a:xfrm>
              <a:off x="1182173" y="4148775"/>
              <a:ext cx="34364" cy="244575"/>
            </a:xfrm>
            <a:custGeom>
              <a:rect b="b" l="l" r="r" t="t"/>
              <a:pathLst>
                <a:path extrusionOk="0" h="9783" w="822">
                  <a:moveTo>
                    <a:pt x="0" y="9782"/>
                  </a:moveTo>
                  <a:lnTo>
                    <a:pt x="821" y="9782"/>
                  </a:lnTo>
                  <a:lnTo>
                    <a:pt x="821"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3"/>
            <p:cNvSpPr/>
            <p:nvPr/>
          </p:nvSpPr>
          <p:spPr>
            <a:xfrm>
              <a:off x="1393673" y="4141775"/>
              <a:ext cx="34364" cy="245025"/>
            </a:xfrm>
            <a:custGeom>
              <a:rect b="b" l="l" r="r" t="t"/>
              <a:pathLst>
                <a:path extrusionOk="0" h="9801" w="822">
                  <a:moveTo>
                    <a:pt x="0" y="9801"/>
                  </a:moveTo>
                  <a:lnTo>
                    <a:pt x="821" y="9801"/>
                  </a:lnTo>
                  <a:lnTo>
                    <a:pt x="821"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3"/>
            <p:cNvSpPr/>
            <p:nvPr/>
          </p:nvSpPr>
          <p:spPr>
            <a:xfrm>
              <a:off x="1605172" y="4134775"/>
              <a:ext cx="34364" cy="245025"/>
            </a:xfrm>
            <a:custGeom>
              <a:rect b="b" l="l" r="r" t="t"/>
              <a:pathLst>
                <a:path extrusionOk="0" h="9801" w="822">
                  <a:moveTo>
                    <a:pt x="0" y="9801"/>
                  </a:moveTo>
                  <a:lnTo>
                    <a:pt x="821" y="9801"/>
                  </a:lnTo>
                  <a:lnTo>
                    <a:pt x="821"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3"/>
            <p:cNvSpPr/>
            <p:nvPr/>
          </p:nvSpPr>
          <p:spPr>
            <a:xfrm>
              <a:off x="1816672" y="4127775"/>
              <a:ext cx="33569" cy="245025"/>
            </a:xfrm>
            <a:custGeom>
              <a:rect b="b" l="l" r="r" t="t"/>
              <a:pathLst>
                <a:path extrusionOk="0" h="9801" w="803">
                  <a:moveTo>
                    <a:pt x="0" y="9801"/>
                  </a:moveTo>
                  <a:lnTo>
                    <a:pt x="803" y="9801"/>
                  </a:lnTo>
                  <a:lnTo>
                    <a:pt x="803"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3"/>
            <p:cNvSpPr/>
            <p:nvPr/>
          </p:nvSpPr>
          <p:spPr>
            <a:xfrm>
              <a:off x="2027377" y="4121225"/>
              <a:ext cx="34364" cy="244575"/>
            </a:xfrm>
            <a:custGeom>
              <a:rect b="b" l="l" r="r" t="t"/>
              <a:pathLst>
                <a:path extrusionOk="0" h="9783" w="822">
                  <a:moveTo>
                    <a:pt x="0" y="9783"/>
                  </a:moveTo>
                  <a:lnTo>
                    <a:pt x="822" y="9783"/>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3"/>
            <p:cNvSpPr/>
            <p:nvPr/>
          </p:nvSpPr>
          <p:spPr>
            <a:xfrm>
              <a:off x="2238877" y="4114225"/>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3"/>
            <p:cNvSpPr/>
            <p:nvPr/>
          </p:nvSpPr>
          <p:spPr>
            <a:xfrm>
              <a:off x="2450377" y="4107225"/>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3"/>
            <p:cNvSpPr/>
            <p:nvPr/>
          </p:nvSpPr>
          <p:spPr>
            <a:xfrm>
              <a:off x="2661876" y="4100225"/>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3"/>
            <p:cNvSpPr/>
            <p:nvPr/>
          </p:nvSpPr>
          <p:spPr>
            <a:xfrm>
              <a:off x="2873376" y="4093700"/>
              <a:ext cx="34364" cy="244575"/>
            </a:xfrm>
            <a:custGeom>
              <a:rect b="b" l="l" r="r" t="t"/>
              <a:pathLst>
                <a:path extrusionOk="0" h="9783" w="822">
                  <a:moveTo>
                    <a:pt x="0" y="9782"/>
                  </a:moveTo>
                  <a:lnTo>
                    <a:pt x="822" y="9782"/>
                  </a:lnTo>
                  <a:lnTo>
                    <a:pt x="822"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3"/>
            <p:cNvSpPr/>
            <p:nvPr/>
          </p:nvSpPr>
          <p:spPr>
            <a:xfrm>
              <a:off x="3084876" y="4086700"/>
              <a:ext cx="33611" cy="245050"/>
            </a:xfrm>
            <a:custGeom>
              <a:rect b="b" l="l" r="r" t="t"/>
              <a:pathLst>
                <a:path extrusionOk="0" h="9802" w="804">
                  <a:moveTo>
                    <a:pt x="0" y="9801"/>
                  </a:moveTo>
                  <a:lnTo>
                    <a:pt x="803" y="9801"/>
                  </a:lnTo>
                  <a:lnTo>
                    <a:pt x="803"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3"/>
            <p:cNvSpPr/>
            <p:nvPr/>
          </p:nvSpPr>
          <p:spPr>
            <a:xfrm>
              <a:off x="3296375" y="4079700"/>
              <a:ext cx="33611" cy="245050"/>
            </a:xfrm>
            <a:custGeom>
              <a:rect b="b" l="l" r="r" t="t"/>
              <a:pathLst>
                <a:path extrusionOk="0" h="9802" w="804">
                  <a:moveTo>
                    <a:pt x="0" y="9801"/>
                  </a:moveTo>
                  <a:lnTo>
                    <a:pt x="803" y="9801"/>
                  </a:lnTo>
                  <a:lnTo>
                    <a:pt x="803"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3"/>
            <p:cNvSpPr/>
            <p:nvPr/>
          </p:nvSpPr>
          <p:spPr>
            <a:xfrm>
              <a:off x="3507081" y="4072700"/>
              <a:ext cx="34406" cy="245025"/>
            </a:xfrm>
            <a:custGeom>
              <a:rect b="b" l="l" r="r" t="t"/>
              <a:pathLst>
                <a:path extrusionOk="0" h="9801" w="823">
                  <a:moveTo>
                    <a:pt x="1" y="9801"/>
                  </a:moveTo>
                  <a:lnTo>
                    <a:pt x="822" y="9801"/>
                  </a:lnTo>
                  <a:lnTo>
                    <a:pt x="822"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3"/>
            <p:cNvSpPr/>
            <p:nvPr/>
          </p:nvSpPr>
          <p:spPr>
            <a:xfrm>
              <a:off x="3718580" y="4066175"/>
              <a:ext cx="34406" cy="244550"/>
            </a:xfrm>
            <a:custGeom>
              <a:rect b="b" l="l" r="r" t="t"/>
              <a:pathLst>
                <a:path extrusionOk="0" h="9782" w="823">
                  <a:moveTo>
                    <a:pt x="1" y="9782"/>
                  </a:moveTo>
                  <a:lnTo>
                    <a:pt x="822" y="9782"/>
                  </a:lnTo>
                  <a:lnTo>
                    <a:pt x="822"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3"/>
            <p:cNvSpPr/>
            <p:nvPr/>
          </p:nvSpPr>
          <p:spPr>
            <a:xfrm>
              <a:off x="3930080" y="4059150"/>
              <a:ext cx="34406" cy="245050"/>
            </a:xfrm>
            <a:custGeom>
              <a:rect b="b" l="l" r="r" t="t"/>
              <a:pathLst>
                <a:path extrusionOk="0" h="9802" w="823">
                  <a:moveTo>
                    <a:pt x="1" y="9802"/>
                  </a:moveTo>
                  <a:lnTo>
                    <a:pt x="822" y="9802"/>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3"/>
            <p:cNvSpPr/>
            <p:nvPr/>
          </p:nvSpPr>
          <p:spPr>
            <a:xfrm>
              <a:off x="4141580" y="4052150"/>
              <a:ext cx="34406" cy="245050"/>
            </a:xfrm>
            <a:custGeom>
              <a:rect b="b" l="l" r="r" t="t"/>
              <a:pathLst>
                <a:path extrusionOk="0" h="9802" w="823">
                  <a:moveTo>
                    <a:pt x="1" y="9802"/>
                  </a:moveTo>
                  <a:lnTo>
                    <a:pt x="822" y="9802"/>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3"/>
            <p:cNvSpPr/>
            <p:nvPr/>
          </p:nvSpPr>
          <p:spPr>
            <a:xfrm>
              <a:off x="4353079" y="4045625"/>
              <a:ext cx="33611" cy="244575"/>
            </a:xfrm>
            <a:custGeom>
              <a:rect b="b" l="l" r="r" t="t"/>
              <a:pathLst>
                <a:path extrusionOk="0" h="9783" w="804">
                  <a:moveTo>
                    <a:pt x="1" y="9783"/>
                  </a:moveTo>
                  <a:lnTo>
                    <a:pt x="804" y="9783"/>
                  </a:lnTo>
                  <a:lnTo>
                    <a:pt x="804"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3"/>
            <p:cNvSpPr/>
            <p:nvPr/>
          </p:nvSpPr>
          <p:spPr>
            <a:xfrm>
              <a:off x="4564579" y="4038625"/>
              <a:ext cx="33611" cy="244575"/>
            </a:xfrm>
            <a:custGeom>
              <a:rect b="b" l="l" r="r" t="t"/>
              <a:pathLst>
                <a:path extrusionOk="0" h="9783" w="804">
                  <a:moveTo>
                    <a:pt x="1" y="9783"/>
                  </a:moveTo>
                  <a:lnTo>
                    <a:pt x="804" y="9783"/>
                  </a:lnTo>
                  <a:lnTo>
                    <a:pt x="804"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3"/>
            <p:cNvSpPr/>
            <p:nvPr/>
          </p:nvSpPr>
          <p:spPr>
            <a:xfrm>
              <a:off x="4775326" y="4031625"/>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3"/>
            <p:cNvSpPr/>
            <p:nvPr/>
          </p:nvSpPr>
          <p:spPr>
            <a:xfrm>
              <a:off x="4986826" y="4024625"/>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3"/>
            <p:cNvSpPr/>
            <p:nvPr/>
          </p:nvSpPr>
          <p:spPr>
            <a:xfrm>
              <a:off x="5198325" y="4018100"/>
              <a:ext cx="34364" cy="244575"/>
            </a:xfrm>
            <a:custGeom>
              <a:rect b="b" l="l" r="r" t="t"/>
              <a:pathLst>
                <a:path extrusionOk="0" h="9783" w="822">
                  <a:moveTo>
                    <a:pt x="0" y="9782"/>
                  </a:moveTo>
                  <a:lnTo>
                    <a:pt x="822" y="9782"/>
                  </a:lnTo>
                  <a:lnTo>
                    <a:pt x="822"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13"/>
            <p:cNvSpPr/>
            <p:nvPr/>
          </p:nvSpPr>
          <p:spPr>
            <a:xfrm>
              <a:off x="5409825" y="4011100"/>
              <a:ext cx="34364" cy="245025"/>
            </a:xfrm>
            <a:custGeom>
              <a:rect b="b" l="l" r="r" t="t"/>
              <a:pathLst>
                <a:path extrusionOk="0" h="9801" w="822">
                  <a:moveTo>
                    <a:pt x="0" y="9801"/>
                  </a:moveTo>
                  <a:lnTo>
                    <a:pt x="822" y="9801"/>
                  </a:lnTo>
                  <a:lnTo>
                    <a:pt x="822"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3"/>
            <p:cNvSpPr/>
            <p:nvPr/>
          </p:nvSpPr>
          <p:spPr>
            <a:xfrm>
              <a:off x="5621325" y="4004100"/>
              <a:ext cx="34364" cy="245025"/>
            </a:xfrm>
            <a:custGeom>
              <a:rect b="b" l="l" r="r" t="t"/>
              <a:pathLst>
                <a:path extrusionOk="0" h="9801" w="822">
                  <a:moveTo>
                    <a:pt x="0" y="9801"/>
                  </a:moveTo>
                  <a:lnTo>
                    <a:pt x="822" y="9801"/>
                  </a:lnTo>
                  <a:lnTo>
                    <a:pt x="822"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3"/>
            <p:cNvSpPr/>
            <p:nvPr/>
          </p:nvSpPr>
          <p:spPr>
            <a:xfrm>
              <a:off x="5832824" y="3997100"/>
              <a:ext cx="33569" cy="245025"/>
            </a:xfrm>
            <a:custGeom>
              <a:rect b="b" l="l" r="r" t="t"/>
              <a:pathLst>
                <a:path extrusionOk="0" h="9801" w="803">
                  <a:moveTo>
                    <a:pt x="0" y="9801"/>
                  </a:moveTo>
                  <a:lnTo>
                    <a:pt x="803" y="9801"/>
                  </a:lnTo>
                  <a:lnTo>
                    <a:pt x="803"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3"/>
            <p:cNvSpPr/>
            <p:nvPr/>
          </p:nvSpPr>
          <p:spPr>
            <a:xfrm>
              <a:off x="6043530" y="3990550"/>
              <a:ext cx="34364" cy="244575"/>
            </a:xfrm>
            <a:custGeom>
              <a:rect b="b" l="l" r="r" t="t"/>
              <a:pathLst>
                <a:path extrusionOk="0" h="9783" w="822">
                  <a:moveTo>
                    <a:pt x="1" y="9783"/>
                  </a:moveTo>
                  <a:lnTo>
                    <a:pt x="822" y="9783"/>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3"/>
            <p:cNvSpPr/>
            <p:nvPr/>
          </p:nvSpPr>
          <p:spPr>
            <a:xfrm>
              <a:off x="6255029" y="3983550"/>
              <a:ext cx="34364" cy="245050"/>
            </a:xfrm>
            <a:custGeom>
              <a:rect b="b" l="l" r="r" t="t"/>
              <a:pathLst>
                <a:path extrusionOk="0" h="9802" w="822">
                  <a:moveTo>
                    <a:pt x="1" y="9801"/>
                  </a:moveTo>
                  <a:lnTo>
                    <a:pt x="822" y="9801"/>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3"/>
            <p:cNvSpPr/>
            <p:nvPr/>
          </p:nvSpPr>
          <p:spPr>
            <a:xfrm>
              <a:off x="6466529" y="3976550"/>
              <a:ext cx="34364" cy="245050"/>
            </a:xfrm>
            <a:custGeom>
              <a:rect b="b" l="l" r="r" t="t"/>
              <a:pathLst>
                <a:path extrusionOk="0" h="9802" w="822">
                  <a:moveTo>
                    <a:pt x="1" y="9801"/>
                  </a:moveTo>
                  <a:lnTo>
                    <a:pt x="822" y="9801"/>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3"/>
            <p:cNvSpPr/>
            <p:nvPr/>
          </p:nvSpPr>
          <p:spPr>
            <a:xfrm>
              <a:off x="6678029" y="3969550"/>
              <a:ext cx="34364" cy="245050"/>
            </a:xfrm>
            <a:custGeom>
              <a:rect b="b" l="l" r="r" t="t"/>
              <a:pathLst>
                <a:path extrusionOk="0" h="9802" w="822">
                  <a:moveTo>
                    <a:pt x="1" y="9801"/>
                  </a:moveTo>
                  <a:lnTo>
                    <a:pt x="822" y="9801"/>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3"/>
            <p:cNvSpPr/>
            <p:nvPr/>
          </p:nvSpPr>
          <p:spPr>
            <a:xfrm>
              <a:off x="6889528" y="3963025"/>
              <a:ext cx="34364" cy="244575"/>
            </a:xfrm>
            <a:custGeom>
              <a:rect b="b" l="l" r="r" t="t"/>
              <a:pathLst>
                <a:path extrusionOk="0" h="9783" w="822">
                  <a:moveTo>
                    <a:pt x="1" y="9782"/>
                  </a:moveTo>
                  <a:lnTo>
                    <a:pt x="822" y="9782"/>
                  </a:lnTo>
                  <a:lnTo>
                    <a:pt x="822"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3"/>
            <p:cNvSpPr/>
            <p:nvPr/>
          </p:nvSpPr>
          <p:spPr>
            <a:xfrm>
              <a:off x="7101028" y="3956025"/>
              <a:ext cx="33611" cy="245050"/>
            </a:xfrm>
            <a:custGeom>
              <a:rect b="b" l="l" r="r" t="t"/>
              <a:pathLst>
                <a:path extrusionOk="0" h="9802" w="804">
                  <a:moveTo>
                    <a:pt x="1" y="9801"/>
                  </a:moveTo>
                  <a:lnTo>
                    <a:pt x="803" y="9801"/>
                  </a:lnTo>
                  <a:lnTo>
                    <a:pt x="803"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3"/>
            <p:cNvSpPr/>
            <p:nvPr/>
          </p:nvSpPr>
          <p:spPr>
            <a:xfrm>
              <a:off x="7311733" y="3949025"/>
              <a:ext cx="34406" cy="245050"/>
            </a:xfrm>
            <a:custGeom>
              <a:rect b="b" l="l" r="r" t="t"/>
              <a:pathLst>
                <a:path extrusionOk="0" h="9802" w="823">
                  <a:moveTo>
                    <a:pt x="1" y="9801"/>
                  </a:moveTo>
                  <a:lnTo>
                    <a:pt x="822" y="9801"/>
                  </a:lnTo>
                  <a:lnTo>
                    <a:pt x="822"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3"/>
            <p:cNvSpPr/>
            <p:nvPr/>
          </p:nvSpPr>
          <p:spPr>
            <a:xfrm>
              <a:off x="7523233" y="3942025"/>
              <a:ext cx="34406" cy="245025"/>
            </a:xfrm>
            <a:custGeom>
              <a:rect b="b" l="l" r="r" t="t"/>
              <a:pathLst>
                <a:path extrusionOk="0" h="9801" w="823">
                  <a:moveTo>
                    <a:pt x="1" y="9801"/>
                  </a:moveTo>
                  <a:lnTo>
                    <a:pt x="822" y="9801"/>
                  </a:lnTo>
                  <a:lnTo>
                    <a:pt x="822"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3"/>
            <p:cNvSpPr/>
            <p:nvPr/>
          </p:nvSpPr>
          <p:spPr>
            <a:xfrm>
              <a:off x="7734733" y="3935475"/>
              <a:ext cx="34406" cy="244575"/>
            </a:xfrm>
            <a:custGeom>
              <a:rect b="b" l="l" r="r" t="t"/>
              <a:pathLst>
                <a:path extrusionOk="0" h="9783" w="823">
                  <a:moveTo>
                    <a:pt x="1" y="9783"/>
                  </a:moveTo>
                  <a:lnTo>
                    <a:pt x="822" y="9783"/>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3"/>
            <p:cNvSpPr/>
            <p:nvPr/>
          </p:nvSpPr>
          <p:spPr>
            <a:xfrm>
              <a:off x="7946232" y="3928475"/>
              <a:ext cx="34406" cy="245050"/>
            </a:xfrm>
            <a:custGeom>
              <a:rect b="b" l="l" r="r" t="t"/>
              <a:pathLst>
                <a:path extrusionOk="0" h="9802" w="823">
                  <a:moveTo>
                    <a:pt x="1" y="9802"/>
                  </a:moveTo>
                  <a:lnTo>
                    <a:pt x="822" y="9802"/>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3"/>
            <p:cNvSpPr/>
            <p:nvPr/>
          </p:nvSpPr>
          <p:spPr>
            <a:xfrm>
              <a:off x="8157732" y="3921475"/>
              <a:ext cx="34406" cy="245050"/>
            </a:xfrm>
            <a:custGeom>
              <a:rect b="b" l="l" r="r" t="t"/>
              <a:pathLst>
                <a:path extrusionOk="0" h="9802" w="823">
                  <a:moveTo>
                    <a:pt x="1" y="9802"/>
                  </a:moveTo>
                  <a:lnTo>
                    <a:pt x="822" y="9802"/>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3"/>
            <p:cNvSpPr/>
            <p:nvPr/>
          </p:nvSpPr>
          <p:spPr>
            <a:xfrm>
              <a:off x="8369232" y="3914475"/>
              <a:ext cx="33611" cy="245050"/>
            </a:xfrm>
            <a:custGeom>
              <a:rect b="b" l="l" r="r" t="t"/>
              <a:pathLst>
                <a:path extrusionOk="0" h="9802" w="804">
                  <a:moveTo>
                    <a:pt x="1" y="9802"/>
                  </a:moveTo>
                  <a:lnTo>
                    <a:pt x="804" y="9802"/>
                  </a:lnTo>
                  <a:lnTo>
                    <a:pt x="804"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3"/>
            <p:cNvSpPr/>
            <p:nvPr/>
          </p:nvSpPr>
          <p:spPr>
            <a:xfrm>
              <a:off x="8580773" y="3907950"/>
              <a:ext cx="33569" cy="244575"/>
            </a:xfrm>
            <a:custGeom>
              <a:rect b="b" l="l" r="r" t="t"/>
              <a:pathLst>
                <a:path extrusionOk="0" h="9783" w="803">
                  <a:moveTo>
                    <a:pt x="0" y="9783"/>
                  </a:moveTo>
                  <a:lnTo>
                    <a:pt x="803" y="9783"/>
                  </a:lnTo>
                  <a:lnTo>
                    <a:pt x="803"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3"/>
            <p:cNvSpPr/>
            <p:nvPr/>
          </p:nvSpPr>
          <p:spPr>
            <a:xfrm>
              <a:off x="8791478" y="3900950"/>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 name="Google Shape;444;p13"/>
          <p:cNvSpPr/>
          <p:nvPr/>
        </p:nvSpPr>
        <p:spPr>
          <a:xfrm>
            <a:off x="5304438" y="4971650"/>
            <a:ext cx="382725" cy="250175"/>
          </a:xfrm>
          <a:custGeom>
            <a:rect b="b" l="l" r="r" t="t"/>
            <a:pathLst>
              <a:path extrusionOk="0" h="10007" w="15309">
                <a:moveTo>
                  <a:pt x="1905" y="7374"/>
                </a:moveTo>
                <a:cubicBezTo>
                  <a:pt x="225" y="5843"/>
                  <a:pt x="1" y="10006"/>
                  <a:pt x="1" y="10006"/>
                </a:cubicBezTo>
                <a:lnTo>
                  <a:pt x="1" y="10006"/>
                </a:lnTo>
                <a:lnTo>
                  <a:pt x="14823" y="9764"/>
                </a:lnTo>
                <a:cubicBezTo>
                  <a:pt x="14823" y="9764"/>
                  <a:pt x="15308" y="6217"/>
                  <a:pt x="14394" y="7188"/>
                </a:cubicBezTo>
                <a:lnTo>
                  <a:pt x="14394" y="7188"/>
                </a:lnTo>
                <a:cubicBezTo>
                  <a:pt x="13498" y="8158"/>
                  <a:pt x="13031" y="8289"/>
                  <a:pt x="13031" y="6067"/>
                </a:cubicBezTo>
                <a:lnTo>
                  <a:pt x="13031" y="6067"/>
                </a:lnTo>
                <a:cubicBezTo>
                  <a:pt x="13031" y="3865"/>
                  <a:pt x="11482" y="4163"/>
                  <a:pt x="10641" y="5694"/>
                </a:cubicBezTo>
                <a:lnTo>
                  <a:pt x="10641" y="5694"/>
                </a:lnTo>
                <a:cubicBezTo>
                  <a:pt x="9783" y="7225"/>
                  <a:pt x="11071" y="3286"/>
                  <a:pt x="9129" y="2558"/>
                </a:cubicBezTo>
                <a:lnTo>
                  <a:pt x="9129" y="2558"/>
                </a:lnTo>
                <a:cubicBezTo>
                  <a:pt x="7076" y="1792"/>
                  <a:pt x="7300" y="5955"/>
                  <a:pt x="6609" y="6067"/>
                </a:cubicBezTo>
                <a:lnTo>
                  <a:pt x="6609" y="6067"/>
                </a:lnTo>
                <a:cubicBezTo>
                  <a:pt x="4836" y="6385"/>
                  <a:pt x="8681" y="0"/>
                  <a:pt x="4574" y="0"/>
                </a:cubicBezTo>
                <a:lnTo>
                  <a:pt x="4574" y="0"/>
                </a:lnTo>
                <a:cubicBezTo>
                  <a:pt x="1588" y="0"/>
                  <a:pt x="3566" y="8924"/>
                  <a:pt x="1905" y="7374"/>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 name="Google Shape;445;p13"/>
          <p:cNvGrpSpPr/>
          <p:nvPr/>
        </p:nvGrpSpPr>
        <p:grpSpPr>
          <a:xfrm>
            <a:off x="-83800" y="4015425"/>
            <a:ext cx="9221236" cy="1251522"/>
            <a:chOff x="-83800" y="4015425"/>
            <a:chExt cx="9221236" cy="1251522"/>
          </a:xfrm>
        </p:grpSpPr>
        <p:sp>
          <p:nvSpPr>
            <p:cNvPr id="446" name="Google Shape;446;p13"/>
            <p:cNvSpPr/>
            <p:nvPr/>
          </p:nvSpPr>
          <p:spPr>
            <a:xfrm>
              <a:off x="-83800" y="4015425"/>
              <a:ext cx="9221236" cy="548850"/>
            </a:xfrm>
            <a:custGeom>
              <a:rect b="b" l="l" r="r" t="t"/>
              <a:pathLst>
                <a:path extrusionOk="0" h="21954" w="219946">
                  <a:moveTo>
                    <a:pt x="0" y="12956"/>
                  </a:moveTo>
                  <a:lnTo>
                    <a:pt x="0" y="21954"/>
                  </a:lnTo>
                  <a:lnTo>
                    <a:pt x="219946" y="8998"/>
                  </a:lnTo>
                  <a:lnTo>
                    <a:pt x="2199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 name="Google Shape;447;p13"/>
            <p:cNvGrpSpPr/>
            <p:nvPr/>
          </p:nvGrpSpPr>
          <p:grpSpPr>
            <a:xfrm>
              <a:off x="3379075" y="4293100"/>
              <a:ext cx="3484400" cy="973847"/>
              <a:chOff x="3379075" y="4293100"/>
              <a:chExt cx="3484400" cy="973847"/>
            </a:xfrm>
          </p:grpSpPr>
          <p:sp>
            <p:nvSpPr>
              <p:cNvPr id="448" name="Google Shape;448;p13"/>
              <p:cNvSpPr/>
              <p:nvPr/>
            </p:nvSpPr>
            <p:spPr>
              <a:xfrm>
                <a:off x="6638025" y="4293100"/>
                <a:ext cx="225450" cy="266525"/>
              </a:xfrm>
              <a:custGeom>
                <a:rect b="b" l="l" r="r" t="t"/>
                <a:pathLst>
                  <a:path extrusionOk="0" h="10661" w="9018">
                    <a:moveTo>
                      <a:pt x="1" y="10660"/>
                    </a:moveTo>
                    <a:lnTo>
                      <a:pt x="9017" y="10660"/>
                    </a:lnTo>
                    <a:lnTo>
                      <a:pt x="9017"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3"/>
              <p:cNvSpPr/>
              <p:nvPr/>
            </p:nvSpPr>
            <p:spPr>
              <a:xfrm>
                <a:off x="5628575" y="4293100"/>
                <a:ext cx="225425" cy="266525"/>
              </a:xfrm>
              <a:custGeom>
                <a:rect b="b" l="l" r="r" t="t"/>
                <a:pathLst>
                  <a:path extrusionOk="0" h="10661" w="9017">
                    <a:moveTo>
                      <a:pt x="0" y="10660"/>
                    </a:moveTo>
                    <a:lnTo>
                      <a:pt x="9017" y="10660"/>
                    </a:lnTo>
                    <a:lnTo>
                      <a:pt x="9017"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3"/>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3"/>
              <p:cNvSpPr/>
              <p:nvPr/>
            </p:nvSpPr>
            <p:spPr>
              <a:xfrm>
                <a:off x="4520150" y="4293100"/>
                <a:ext cx="225450" cy="266525"/>
              </a:xfrm>
              <a:custGeom>
                <a:rect b="b" l="l" r="r" t="t"/>
                <a:pathLst>
                  <a:path extrusionOk="0" h="10661" w="9018">
                    <a:moveTo>
                      <a:pt x="1" y="10660"/>
                    </a:moveTo>
                    <a:lnTo>
                      <a:pt x="9017" y="10660"/>
                    </a:lnTo>
                    <a:lnTo>
                      <a:pt x="9017"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3"/>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3"/>
              <p:cNvSpPr/>
              <p:nvPr/>
            </p:nvSpPr>
            <p:spPr>
              <a:xfrm>
                <a:off x="3379075" y="4327650"/>
                <a:ext cx="225450" cy="262300"/>
              </a:xfrm>
              <a:custGeom>
                <a:rect b="b" l="l" r="r" t="t"/>
                <a:pathLst>
                  <a:path extrusionOk="0" h="10492" w="9018">
                    <a:moveTo>
                      <a:pt x="1" y="10492"/>
                    </a:moveTo>
                    <a:lnTo>
                      <a:pt x="9017" y="10492"/>
                    </a:lnTo>
                    <a:lnTo>
                      <a:pt x="9017"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3"/>
              <p:cNvSpPr/>
              <p:nvPr/>
            </p:nvSpPr>
            <p:spPr>
              <a:xfrm>
                <a:off x="3450950" y="4494102"/>
                <a:ext cx="72825" cy="772845"/>
              </a:xfrm>
              <a:custGeom>
                <a:rect b="b" l="l" r="r" t="t"/>
                <a:pathLst>
                  <a:path extrusionOk="0" h="47567" w="2913">
                    <a:moveTo>
                      <a:pt x="1" y="47567"/>
                    </a:moveTo>
                    <a:lnTo>
                      <a:pt x="2913" y="47567"/>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455" name="Shape 455"/>
        <p:cNvGrpSpPr/>
        <p:nvPr/>
      </p:nvGrpSpPr>
      <p:grpSpPr>
        <a:xfrm>
          <a:off x="0" y="0"/>
          <a:ext cx="0" cy="0"/>
          <a:chOff x="0" y="0"/>
          <a:chExt cx="0" cy="0"/>
        </a:xfrm>
      </p:grpSpPr>
      <p:sp>
        <p:nvSpPr>
          <p:cNvPr id="456" name="Google Shape;456;p14"/>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57" name="Google Shape;457;p14"/>
          <p:cNvSpPr/>
          <p:nvPr/>
        </p:nvSpPr>
        <p:spPr>
          <a:xfrm>
            <a:off x="-137425" y="3236250"/>
            <a:ext cx="9418794" cy="1907226"/>
          </a:xfrm>
          <a:custGeom>
            <a:rect b="b" l="l" r="r" t="t"/>
            <a:pathLst>
              <a:path extrusionOk="0" h="46413" w="331356">
                <a:moveTo>
                  <a:pt x="1" y="1"/>
                </a:moveTo>
                <a:lnTo>
                  <a:pt x="1" y="46412"/>
                </a:lnTo>
                <a:lnTo>
                  <a:pt x="331356" y="46412"/>
                </a:lnTo>
                <a:lnTo>
                  <a:pt x="3313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3">
    <p:spTree>
      <p:nvGrpSpPr>
        <p:cNvPr id="458" name="Shape 458"/>
        <p:cNvGrpSpPr/>
        <p:nvPr/>
      </p:nvGrpSpPr>
      <p:grpSpPr>
        <a:xfrm>
          <a:off x="0" y="0"/>
          <a:ext cx="0" cy="0"/>
          <a:chOff x="0" y="0"/>
          <a:chExt cx="0" cy="0"/>
        </a:xfrm>
      </p:grpSpPr>
      <p:sp>
        <p:nvSpPr>
          <p:cNvPr id="459" name="Google Shape;459;p15"/>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60" name="Google Shape;460;p15"/>
          <p:cNvSpPr/>
          <p:nvPr/>
        </p:nvSpPr>
        <p:spPr>
          <a:xfrm>
            <a:off x="-229425" y="4228771"/>
            <a:ext cx="9418794" cy="968059"/>
          </a:xfrm>
          <a:custGeom>
            <a:rect b="b" l="l" r="r" t="t"/>
            <a:pathLst>
              <a:path extrusionOk="0" h="46413" w="331356">
                <a:moveTo>
                  <a:pt x="1" y="1"/>
                </a:moveTo>
                <a:lnTo>
                  <a:pt x="1" y="46412"/>
                </a:lnTo>
                <a:lnTo>
                  <a:pt x="331356" y="46412"/>
                </a:lnTo>
                <a:lnTo>
                  <a:pt x="3313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5"/>
          <p:cNvSpPr/>
          <p:nvPr/>
        </p:nvSpPr>
        <p:spPr>
          <a:xfrm>
            <a:off x="-193328" y="4228775"/>
            <a:ext cx="2404522" cy="895191"/>
          </a:xfrm>
          <a:custGeom>
            <a:rect b="b" l="l" r="r" t="t"/>
            <a:pathLst>
              <a:path extrusionOk="0" h="46413" w="177685">
                <a:moveTo>
                  <a:pt x="53027" y="1"/>
                </a:moveTo>
                <a:cubicBezTo>
                  <a:pt x="53027" y="1"/>
                  <a:pt x="79109" y="2070"/>
                  <a:pt x="70927" y="2540"/>
                </a:cubicBezTo>
                <a:cubicBezTo>
                  <a:pt x="62761" y="3026"/>
                  <a:pt x="21224" y="5706"/>
                  <a:pt x="20644" y="7838"/>
                </a:cubicBezTo>
                <a:cubicBezTo>
                  <a:pt x="20064" y="9969"/>
                  <a:pt x="61977" y="9076"/>
                  <a:pt x="62369" y="12462"/>
                </a:cubicBezTo>
                <a:cubicBezTo>
                  <a:pt x="62761" y="15847"/>
                  <a:pt x="1" y="12462"/>
                  <a:pt x="1458" y="16098"/>
                </a:cubicBezTo>
                <a:cubicBezTo>
                  <a:pt x="2932" y="19750"/>
                  <a:pt x="51851" y="19202"/>
                  <a:pt x="51459" y="21380"/>
                </a:cubicBezTo>
                <a:cubicBezTo>
                  <a:pt x="51295" y="22331"/>
                  <a:pt x="42835" y="22437"/>
                  <a:pt x="33312" y="22437"/>
                </a:cubicBezTo>
                <a:cubicBezTo>
                  <a:pt x="30561" y="22437"/>
                  <a:pt x="27722" y="22428"/>
                  <a:pt x="24968" y="22428"/>
                </a:cubicBezTo>
                <a:cubicBezTo>
                  <a:pt x="15398" y="22428"/>
                  <a:pt x="6865" y="22536"/>
                  <a:pt x="6694" y="23496"/>
                </a:cubicBezTo>
                <a:cubicBezTo>
                  <a:pt x="6302" y="25691"/>
                  <a:pt x="55362" y="31240"/>
                  <a:pt x="52635" y="32964"/>
                </a:cubicBezTo>
                <a:cubicBezTo>
                  <a:pt x="51598" y="33619"/>
                  <a:pt x="46686" y="33692"/>
                  <a:pt x="40946" y="33692"/>
                </a:cubicBezTo>
                <a:cubicBezTo>
                  <a:pt x="39300" y="33692"/>
                  <a:pt x="37585" y="33686"/>
                  <a:pt x="35874" y="33686"/>
                </a:cubicBezTo>
                <a:cubicBezTo>
                  <a:pt x="27866" y="33686"/>
                  <a:pt x="19940" y="33818"/>
                  <a:pt x="19468" y="35315"/>
                </a:cubicBezTo>
                <a:cubicBezTo>
                  <a:pt x="18559" y="38246"/>
                  <a:pt x="53811" y="46412"/>
                  <a:pt x="53811" y="46412"/>
                </a:cubicBezTo>
                <a:lnTo>
                  <a:pt x="123875" y="46412"/>
                </a:lnTo>
                <a:cubicBezTo>
                  <a:pt x="123875" y="46412"/>
                  <a:pt x="159126" y="38246"/>
                  <a:pt x="158202" y="35315"/>
                </a:cubicBezTo>
                <a:cubicBezTo>
                  <a:pt x="157729" y="33818"/>
                  <a:pt x="149803" y="33686"/>
                  <a:pt x="141795" y="33686"/>
                </a:cubicBezTo>
                <a:cubicBezTo>
                  <a:pt x="140085" y="33686"/>
                  <a:pt x="138370" y="33692"/>
                  <a:pt x="136724" y="33692"/>
                </a:cubicBezTo>
                <a:cubicBezTo>
                  <a:pt x="130984" y="33692"/>
                  <a:pt x="126072" y="33619"/>
                  <a:pt x="125035" y="32964"/>
                </a:cubicBezTo>
                <a:cubicBezTo>
                  <a:pt x="122307" y="31240"/>
                  <a:pt x="171368" y="25691"/>
                  <a:pt x="170976" y="23496"/>
                </a:cubicBezTo>
                <a:cubicBezTo>
                  <a:pt x="170811" y="22536"/>
                  <a:pt x="162283" y="22428"/>
                  <a:pt x="152713" y="22428"/>
                </a:cubicBezTo>
                <a:cubicBezTo>
                  <a:pt x="149960" y="22428"/>
                  <a:pt x="147120" y="22437"/>
                  <a:pt x="144369" y="22437"/>
                </a:cubicBezTo>
                <a:cubicBezTo>
                  <a:pt x="134846" y="22437"/>
                  <a:pt x="126381" y="22331"/>
                  <a:pt x="126210" y="21380"/>
                </a:cubicBezTo>
                <a:cubicBezTo>
                  <a:pt x="125818" y="19202"/>
                  <a:pt x="174738" y="19750"/>
                  <a:pt x="176211" y="16098"/>
                </a:cubicBezTo>
                <a:cubicBezTo>
                  <a:pt x="177685" y="12462"/>
                  <a:pt x="114909" y="15847"/>
                  <a:pt x="115301" y="12462"/>
                </a:cubicBezTo>
                <a:cubicBezTo>
                  <a:pt x="115693" y="9076"/>
                  <a:pt x="157622" y="9969"/>
                  <a:pt x="157026" y="7838"/>
                </a:cubicBezTo>
                <a:cubicBezTo>
                  <a:pt x="156446" y="5706"/>
                  <a:pt x="114909" y="3026"/>
                  <a:pt x="106743" y="2540"/>
                </a:cubicBezTo>
                <a:cubicBezTo>
                  <a:pt x="98561" y="2070"/>
                  <a:pt x="124643" y="1"/>
                  <a:pt x="124643"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 name="Google Shape;462;p15"/>
          <p:cNvGrpSpPr/>
          <p:nvPr/>
        </p:nvGrpSpPr>
        <p:grpSpPr>
          <a:xfrm>
            <a:off x="-25" y="4091138"/>
            <a:ext cx="9144000" cy="135700"/>
            <a:chOff x="96675" y="2823075"/>
            <a:chExt cx="9144000" cy="135700"/>
          </a:xfrm>
        </p:grpSpPr>
        <p:grpSp>
          <p:nvGrpSpPr>
            <p:cNvPr id="463" name="Google Shape;463;p15"/>
            <p:cNvGrpSpPr/>
            <p:nvPr/>
          </p:nvGrpSpPr>
          <p:grpSpPr>
            <a:xfrm>
              <a:off x="96675" y="2823075"/>
              <a:ext cx="9144000" cy="135700"/>
              <a:chOff x="96675" y="2823075"/>
              <a:chExt cx="9144000" cy="135700"/>
            </a:xfrm>
          </p:grpSpPr>
          <p:grpSp>
            <p:nvGrpSpPr>
              <p:cNvPr id="464" name="Google Shape;464;p15"/>
              <p:cNvGrpSpPr/>
              <p:nvPr/>
            </p:nvGrpSpPr>
            <p:grpSpPr>
              <a:xfrm>
                <a:off x="96675" y="2823075"/>
                <a:ext cx="9144000" cy="135700"/>
                <a:chOff x="-584175" y="4743925"/>
                <a:chExt cx="9144000" cy="135700"/>
              </a:xfrm>
            </p:grpSpPr>
            <p:sp>
              <p:nvSpPr>
                <p:cNvPr id="465" name="Google Shape;465;p15"/>
                <p:cNvSpPr/>
                <p:nvPr/>
              </p:nvSpPr>
              <p:spPr>
                <a:xfrm>
                  <a:off x="-584175" y="4743925"/>
                  <a:ext cx="91440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 name="Google Shape;466;p15"/>
                <p:cNvGrpSpPr/>
                <p:nvPr/>
              </p:nvGrpSpPr>
              <p:grpSpPr>
                <a:xfrm>
                  <a:off x="-450100" y="4750325"/>
                  <a:ext cx="3095500" cy="129300"/>
                  <a:chOff x="-450100" y="4750325"/>
                  <a:chExt cx="3095500" cy="129300"/>
                </a:xfrm>
              </p:grpSpPr>
              <p:sp>
                <p:nvSpPr>
                  <p:cNvPr id="467" name="Google Shape;467;p15"/>
                  <p:cNvSpPr/>
                  <p:nvPr/>
                </p:nvSpPr>
                <p:spPr>
                  <a:xfrm rot="5400000">
                    <a:off x="-497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5"/>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5"/>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5"/>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5"/>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5"/>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5"/>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5"/>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5"/>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 name="Google Shape;476;p15"/>
              <p:cNvGrpSpPr/>
              <p:nvPr/>
            </p:nvGrpSpPr>
            <p:grpSpPr>
              <a:xfrm>
                <a:off x="3677725" y="2826275"/>
                <a:ext cx="2711075" cy="129300"/>
                <a:chOff x="-65675" y="4750325"/>
                <a:chExt cx="2711075" cy="129300"/>
              </a:xfrm>
            </p:grpSpPr>
            <p:sp>
              <p:nvSpPr>
                <p:cNvPr id="477" name="Google Shape;477;p15"/>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5"/>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5"/>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5"/>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5"/>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5"/>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5"/>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5"/>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 name="Google Shape;485;p15"/>
            <p:cNvGrpSpPr/>
            <p:nvPr/>
          </p:nvGrpSpPr>
          <p:grpSpPr>
            <a:xfrm>
              <a:off x="6356775" y="2826275"/>
              <a:ext cx="2711075" cy="129300"/>
              <a:chOff x="-65675" y="4750325"/>
              <a:chExt cx="2711075" cy="129300"/>
            </a:xfrm>
          </p:grpSpPr>
          <p:sp>
            <p:nvSpPr>
              <p:cNvPr id="486" name="Google Shape;486;p15"/>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5"/>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5"/>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5"/>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5"/>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5"/>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5"/>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5"/>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94" name="Google Shape;494;p15"/>
          <p:cNvSpPr/>
          <p:nvPr/>
        </p:nvSpPr>
        <p:spPr>
          <a:xfrm flipH="1" rot="-2231248">
            <a:off x="8211443" y="39981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6">
    <p:spTree>
      <p:nvGrpSpPr>
        <p:cNvPr id="495" name="Shape 495"/>
        <p:cNvGrpSpPr/>
        <p:nvPr/>
      </p:nvGrpSpPr>
      <p:grpSpPr>
        <a:xfrm>
          <a:off x="0" y="0"/>
          <a:ext cx="0" cy="0"/>
          <a:chOff x="0" y="0"/>
          <a:chExt cx="0" cy="0"/>
        </a:xfrm>
      </p:grpSpPr>
      <p:sp>
        <p:nvSpPr>
          <p:cNvPr id="496" name="Google Shape;496;p16"/>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97" name="Google Shape;497;p16"/>
          <p:cNvSpPr/>
          <p:nvPr/>
        </p:nvSpPr>
        <p:spPr>
          <a:xfrm>
            <a:off x="5978300" y="3576775"/>
            <a:ext cx="6828950" cy="1443150"/>
          </a:xfrm>
          <a:custGeom>
            <a:rect b="b" l="l" r="r" t="t"/>
            <a:pathLst>
              <a:path extrusionOk="0" h="57726" w="273158">
                <a:moveTo>
                  <a:pt x="119043" y="0"/>
                </a:moveTo>
                <a:cubicBezTo>
                  <a:pt x="118808" y="0"/>
                  <a:pt x="118606" y="15"/>
                  <a:pt x="118436" y="44"/>
                </a:cubicBezTo>
                <a:cubicBezTo>
                  <a:pt x="114815" y="687"/>
                  <a:pt x="1" y="57726"/>
                  <a:pt x="1" y="57726"/>
                </a:cubicBezTo>
                <a:lnTo>
                  <a:pt x="273157" y="57726"/>
                </a:lnTo>
                <a:cubicBezTo>
                  <a:pt x="273157" y="57726"/>
                  <a:pt x="133756" y="0"/>
                  <a:pt x="119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6"/>
          <p:cNvSpPr/>
          <p:nvPr/>
        </p:nvSpPr>
        <p:spPr>
          <a:xfrm>
            <a:off x="3757675" y="4199100"/>
            <a:ext cx="4251675" cy="820825"/>
          </a:xfrm>
          <a:custGeom>
            <a:rect b="b" l="l" r="r" t="t"/>
            <a:pathLst>
              <a:path extrusionOk="0" h="32833" w="170067">
                <a:moveTo>
                  <a:pt x="74126" y="0"/>
                </a:moveTo>
                <a:cubicBezTo>
                  <a:pt x="73980" y="0"/>
                  <a:pt x="73854" y="9"/>
                  <a:pt x="73748" y="26"/>
                </a:cubicBezTo>
                <a:cubicBezTo>
                  <a:pt x="71475" y="386"/>
                  <a:pt x="0" y="32832"/>
                  <a:pt x="0" y="32832"/>
                </a:cubicBezTo>
                <a:lnTo>
                  <a:pt x="170067" y="32832"/>
                </a:lnTo>
                <a:cubicBezTo>
                  <a:pt x="170067" y="32832"/>
                  <a:pt x="83280" y="0"/>
                  <a:pt x="74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6"/>
          <p:cNvSpPr/>
          <p:nvPr/>
        </p:nvSpPr>
        <p:spPr>
          <a:xfrm>
            <a:off x="-1555800" y="3963025"/>
            <a:ext cx="5473875" cy="1056900"/>
          </a:xfrm>
          <a:custGeom>
            <a:rect b="b" l="l" r="r" t="t"/>
            <a:pathLst>
              <a:path extrusionOk="0" h="42276" w="218955">
                <a:moveTo>
                  <a:pt x="95422" y="1"/>
                </a:moveTo>
                <a:cubicBezTo>
                  <a:pt x="95236" y="1"/>
                  <a:pt x="95075" y="11"/>
                  <a:pt x="94940" y="33"/>
                </a:cubicBezTo>
                <a:cubicBezTo>
                  <a:pt x="92024" y="503"/>
                  <a:pt x="0" y="42275"/>
                  <a:pt x="0" y="42275"/>
                </a:cubicBezTo>
                <a:lnTo>
                  <a:pt x="218955" y="42275"/>
                </a:lnTo>
                <a:cubicBezTo>
                  <a:pt x="218955" y="42275"/>
                  <a:pt x="107185" y="1"/>
                  <a:pt x="954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 name="Google Shape;500;p16"/>
          <p:cNvGrpSpPr/>
          <p:nvPr/>
        </p:nvGrpSpPr>
        <p:grpSpPr>
          <a:xfrm>
            <a:off x="-2311315" y="4713377"/>
            <a:ext cx="11543197" cy="859072"/>
            <a:chOff x="238675" y="2497700"/>
            <a:chExt cx="7138650" cy="531275"/>
          </a:xfrm>
        </p:grpSpPr>
        <p:sp>
          <p:nvSpPr>
            <p:cNvPr id="501" name="Google Shape;501;p16"/>
            <p:cNvSpPr/>
            <p:nvPr/>
          </p:nvSpPr>
          <p:spPr>
            <a:xfrm>
              <a:off x="238675" y="2497700"/>
              <a:ext cx="7138650" cy="41125"/>
            </a:xfrm>
            <a:custGeom>
              <a:rect b="b" l="l" r="r" t="t"/>
              <a:pathLst>
                <a:path extrusionOk="0" h="1645" w="285546">
                  <a:moveTo>
                    <a:pt x="1" y="1"/>
                  </a:moveTo>
                  <a:lnTo>
                    <a:pt x="1" y="1644"/>
                  </a:lnTo>
                  <a:lnTo>
                    <a:pt x="285545" y="1644"/>
                  </a:lnTo>
                  <a:lnTo>
                    <a:pt x="2855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6"/>
            <p:cNvSpPr/>
            <p:nvPr/>
          </p:nvSpPr>
          <p:spPr>
            <a:xfrm>
              <a:off x="238675" y="2565600"/>
              <a:ext cx="7138650" cy="463375"/>
            </a:xfrm>
            <a:custGeom>
              <a:rect b="b" l="l" r="r" t="t"/>
              <a:pathLst>
                <a:path extrusionOk="0" h="18535" w="285546">
                  <a:moveTo>
                    <a:pt x="1" y="1"/>
                  </a:moveTo>
                  <a:lnTo>
                    <a:pt x="1" y="18535"/>
                  </a:lnTo>
                  <a:lnTo>
                    <a:pt x="29057" y="18535"/>
                  </a:lnTo>
                  <a:cubicBezTo>
                    <a:pt x="29057" y="18444"/>
                    <a:pt x="29035" y="18352"/>
                    <a:pt x="29035" y="18238"/>
                  </a:cubicBezTo>
                  <a:lnTo>
                    <a:pt x="29035" y="6780"/>
                  </a:lnTo>
                  <a:cubicBezTo>
                    <a:pt x="29035" y="4178"/>
                    <a:pt x="31157" y="2055"/>
                    <a:pt x="33759" y="2055"/>
                  </a:cubicBezTo>
                  <a:cubicBezTo>
                    <a:pt x="36384" y="2055"/>
                    <a:pt x="38484" y="4178"/>
                    <a:pt x="38484" y="6780"/>
                  </a:cubicBezTo>
                  <a:lnTo>
                    <a:pt x="38484" y="18238"/>
                  </a:lnTo>
                  <a:cubicBezTo>
                    <a:pt x="38484" y="18352"/>
                    <a:pt x="38484" y="18444"/>
                    <a:pt x="38484" y="18535"/>
                  </a:cubicBezTo>
                  <a:lnTo>
                    <a:pt x="43666" y="18535"/>
                  </a:lnTo>
                  <a:cubicBezTo>
                    <a:pt x="43666" y="18444"/>
                    <a:pt x="43643" y="18352"/>
                    <a:pt x="43643" y="18238"/>
                  </a:cubicBezTo>
                  <a:lnTo>
                    <a:pt x="43643" y="6780"/>
                  </a:lnTo>
                  <a:cubicBezTo>
                    <a:pt x="43643" y="4178"/>
                    <a:pt x="45766" y="2055"/>
                    <a:pt x="48368" y="2055"/>
                  </a:cubicBezTo>
                  <a:cubicBezTo>
                    <a:pt x="50993" y="2055"/>
                    <a:pt x="53092" y="4178"/>
                    <a:pt x="53092" y="6780"/>
                  </a:cubicBezTo>
                  <a:lnTo>
                    <a:pt x="53092" y="18238"/>
                  </a:lnTo>
                  <a:cubicBezTo>
                    <a:pt x="53092" y="18352"/>
                    <a:pt x="53092" y="18444"/>
                    <a:pt x="53092" y="18535"/>
                  </a:cubicBezTo>
                  <a:lnTo>
                    <a:pt x="58274" y="18535"/>
                  </a:lnTo>
                  <a:cubicBezTo>
                    <a:pt x="58274" y="18444"/>
                    <a:pt x="58251" y="18352"/>
                    <a:pt x="58251" y="18238"/>
                  </a:cubicBezTo>
                  <a:lnTo>
                    <a:pt x="58251" y="6780"/>
                  </a:lnTo>
                  <a:cubicBezTo>
                    <a:pt x="58251" y="4178"/>
                    <a:pt x="60374" y="2055"/>
                    <a:pt x="62976" y="2055"/>
                  </a:cubicBezTo>
                  <a:cubicBezTo>
                    <a:pt x="65601" y="2055"/>
                    <a:pt x="67701" y="4178"/>
                    <a:pt x="67701" y="6780"/>
                  </a:cubicBezTo>
                  <a:lnTo>
                    <a:pt x="67701" y="18238"/>
                  </a:lnTo>
                  <a:cubicBezTo>
                    <a:pt x="67701" y="18352"/>
                    <a:pt x="67701" y="18444"/>
                    <a:pt x="67701" y="18535"/>
                  </a:cubicBezTo>
                  <a:lnTo>
                    <a:pt x="72882" y="18535"/>
                  </a:lnTo>
                  <a:cubicBezTo>
                    <a:pt x="72882" y="18444"/>
                    <a:pt x="72859" y="18352"/>
                    <a:pt x="72859" y="18238"/>
                  </a:cubicBezTo>
                  <a:lnTo>
                    <a:pt x="72859" y="6780"/>
                  </a:lnTo>
                  <a:cubicBezTo>
                    <a:pt x="72859" y="4178"/>
                    <a:pt x="74982" y="2055"/>
                    <a:pt x="77584" y="2055"/>
                  </a:cubicBezTo>
                  <a:cubicBezTo>
                    <a:pt x="80209" y="2055"/>
                    <a:pt x="82309" y="4178"/>
                    <a:pt x="82309" y="6780"/>
                  </a:cubicBezTo>
                  <a:lnTo>
                    <a:pt x="82309" y="18238"/>
                  </a:lnTo>
                  <a:cubicBezTo>
                    <a:pt x="82309" y="18352"/>
                    <a:pt x="82309" y="18444"/>
                    <a:pt x="82309" y="18535"/>
                  </a:cubicBezTo>
                  <a:lnTo>
                    <a:pt x="87490" y="18535"/>
                  </a:lnTo>
                  <a:cubicBezTo>
                    <a:pt x="87490" y="18444"/>
                    <a:pt x="87467" y="18352"/>
                    <a:pt x="87467" y="18238"/>
                  </a:cubicBezTo>
                  <a:lnTo>
                    <a:pt x="87467" y="6780"/>
                  </a:lnTo>
                  <a:cubicBezTo>
                    <a:pt x="87467" y="4178"/>
                    <a:pt x="89590" y="2055"/>
                    <a:pt x="92192" y="2055"/>
                  </a:cubicBezTo>
                  <a:cubicBezTo>
                    <a:pt x="94817" y="2055"/>
                    <a:pt x="96917" y="4178"/>
                    <a:pt x="96917" y="6780"/>
                  </a:cubicBezTo>
                  <a:lnTo>
                    <a:pt x="96917" y="18238"/>
                  </a:lnTo>
                  <a:cubicBezTo>
                    <a:pt x="96917" y="18352"/>
                    <a:pt x="96917" y="18444"/>
                    <a:pt x="96917" y="18535"/>
                  </a:cubicBezTo>
                  <a:lnTo>
                    <a:pt x="102098" y="18535"/>
                  </a:lnTo>
                  <a:cubicBezTo>
                    <a:pt x="102098" y="18444"/>
                    <a:pt x="102076" y="18352"/>
                    <a:pt x="102076" y="18238"/>
                  </a:cubicBezTo>
                  <a:lnTo>
                    <a:pt x="102076" y="6780"/>
                  </a:lnTo>
                  <a:cubicBezTo>
                    <a:pt x="102076" y="4178"/>
                    <a:pt x="104198" y="2055"/>
                    <a:pt x="106800" y="2055"/>
                  </a:cubicBezTo>
                  <a:cubicBezTo>
                    <a:pt x="109425" y="2055"/>
                    <a:pt x="111525" y="4178"/>
                    <a:pt x="111525" y="6780"/>
                  </a:cubicBezTo>
                  <a:lnTo>
                    <a:pt x="111525" y="18238"/>
                  </a:lnTo>
                  <a:cubicBezTo>
                    <a:pt x="111525" y="18352"/>
                    <a:pt x="111525" y="18444"/>
                    <a:pt x="111525" y="18535"/>
                  </a:cubicBezTo>
                  <a:lnTo>
                    <a:pt x="116707" y="18535"/>
                  </a:lnTo>
                  <a:cubicBezTo>
                    <a:pt x="116707" y="18444"/>
                    <a:pt x="116684" y="18352"/>
                    <a:pt x="116684" y="18238"/>
                  </a:cubicBezTo>
                  <a:lnTo>
                    <a:pt x="116684" y="6780"/>
                  </a:lnTo>
                  <a:cubicBezTo>
                    <a:pt x="116684" y="4178"/>
                    <a:pt x="118807" y="2055"/>
                    <a:pt x="121409" y="2055"/>
                  </a:cubicBezTo>
                  <a:cubicBezTo>
                    <a:pt x="124034" y="2055"/>
                    <a:pt x="126133" y="4178"/>
                    <a:pt x="126133" y="6780"/>
                  </a:cubicBezTo>
                  <a:lnTo>
                    <a:pt x="126133" y="18238"/>
                  </a:lnTo>
                  <a:cubicBezTo>
                    <a:pt x="126133" y="18352"/>
                    <a:pt x="126133" y="18444"/>
                    <a:pt x="126133" y="18535"/>
                  </a:cubicBezTo>
                  <a:lnTo>
                    <a:pt x="131315" y="18535"/>
                  </a:lnTo>
                  <a:cubicBezTo>
                    <a:pt x="131315" y="18444"/>
                    <a:pt x="131292" y="18352"/>
                    <a:pt x="131292" y="18238"/>
                  </a:cubicBezTo>
                  <a:lnTo>
                    <a:pt x="131292" y="6780"/>
                  </a:lnTo>
                  <a:cubicBezTo>
                    <a:pt x="131292" y="4178"/>
                    <a:pt x="133415" y="2055"/>
                    <a:pt x="136017" y="2055"/>
                  </a:cubicBezTo>
                  <a:cubicBezTo>
                    <a:pt x="138642" y="2055"/>
                    <a:pt x="140742" y="4178"/>
                    <a:pt x="140742" y="6780"/>
                  </a:cubicBezTo>
                  <a:lnTo>
                    <a:pt x="140742" y="18238"/>
                  </a:lnTo>
                  <a:cubicBezTo>
                    <a:pt x="140742" y="18352"/>
                    <a:pt x="140742" y="18444"/>
                    <a:pt x="140742" y="18535"/>
                  </a:cubicBezTo>
                  <a:lnTo>
                    <a:pt x="145923" y="18535"/>
                  </a:lnTo>
                  <a:cubicBezTo>
                    <a:pt x="145923" y="18444"/>
                    <a:pt x="145900" y="18352"/>
                    <a:pt x="145900" y="18238"/>
                  </a:cubicBezTo>
                  <a:lnTo>
                    <a:pt x="145900" y="6780"/>
                  </a:lnTo>
                  <a:cubicBezTo>
                    <a:pt x="145900" y="4178"/>
                    <a:pt x="148023" y="2055"/>
                    <a:pt x="150625" y="2055"/>
                  </a:cubicBezTo>
                  <a:cubicBezTo>
                    <a:pt x="153250" y="2055"/>
                    <a:pt x="155350" y="4178"/>
                    <a:pt x="155350" y="6780"/>
                  </a:cubicBezTo>
                  <a:lnTo>
                    <a:pt x="155350" y="18238"/>
                  </a:lnTo>
                  <a:cubicBezTo>
                    <a:pt x="155350" y="18352"/>
                    <a:pt x="155350" y="18444"/>
                    <a:pt x="155350" y="18535"/>
                  </a:cubicBezTo>
                  <a:lnTo>
                    <a:pt x="160531" y="18535"/>
                  </a:lnTo>
                  <a:cubicBezTo>
                    <a:pt x="160531" y="18444"/>
                    <a:pt x="160508" y="18352"/>
                    <a:pt x="160508" y="18238"/>
                  </a:cubicBezTo>
                  <a:lnTo>
                    <a:pt x="160508" y="6780"/>
                  </a:lnTo>
                  <a:cubicBezTo>
                    <a:pt x="160508" y="4178"/>
                    <a:pt x="162631" y="2055"/>
                    <a:pt x="165233" y="2055"/>
                  </a:cubicBezTo>
                  <a:cubicBezTo>
                    <a:pt x="167858" y="2055"/>
                    <a:pt x="169958" y="4178"/>
                    <a:pt x="169958" y="6780"/>
                  </a:cubicBezTo>
                  <a:lnTo>
                    <a:pt x="169958" y="18238"/>
                  </a:lnTo>
                  <a:cubicBezTo>
                    <a:pt x="169958" y="18352"/>
                    <a:pt x="169958" y="18444"/>
                    <a:pt x="169958" y="18535"/>
                  </a:cubicBezTo>
                  <a:lnTo>
                    <a:pt x="175139" y="18535"/>
                  </a:lnTo>
                  <a:cubicBezTo>
                    <a:pt x="175139" y="18444"/>
                    <a:pt x="175117" y="18352"/>
                    <a:pt x="175117" y="18238"/>
                  </a:cubicBezTo>
                  <a:lnTo>
                    <a:pt x="175117" y="6780"/>
                  </a:lnTo>
                  <a:cubicBezTo>
                    <a:pt x="175117" y="4178"/>
                    <a:pt x="177239" y="2055"/>
                    <a:pt x="179841" y="2055"/>
                  </a:cubicBezTo>
                  <a:cubicBezTo>
                    <a:pt x="182466" y="2055"/>
                    <a:pt x="184566" y="4178"/>
                    <a:pt x="184566" y="6780"/>
                  </a:cubicBezTo>
                  <a:lnTo>
                    <a:pt x="184566" y="18238"/>
                  </a:lnTo>
                  <a:cubicBezTo>
                    <a:pt x="184566" y="18352"/>
                    <a:pt x="184566" y="18444"/>
                    <a:pt x="184566" y="18535"/>
                  </a:cubicBezTo>
                  <a:lnTo>
                    <a:pt x="189748" y="18535"/>
                  </a:lnTo>
                  <a:cubicBezTo>
                    <a:pt x="189748" y="18444"/>
                    <a:pt x="189725" y="18352"/>
                    <a:pt x="189725" y="18238"/>
                  </a:cubicBezTo>
                  <a:lnTo>
                    <a:pt x="189725" y="6780"/>
                  </a:lnTo>
                  <a:cubicBezTo>
                    <a:pt x="189725" y="4178"/>
                    <a:pt x="191848" y="2055"/>
                    <a:pt x="194450" y="2055"/>
                  </a:cubicBezTo>
                  <a:cubicBezTo>
                    <a:pt x="197075" y="2055"/>
                    <a:pt x="199174" y="4178"/>
                    <a:pt x="199174" y="6780"/>
                  </a:cubicBezTo>
                  <a:lnTo>
                    <a:pt x="199174" y="18238"/>
                  </a:lnTo>
                  <a:cubicBezTo>
                    <a:pt x="199174" y="18352"/>
                    <a:pt x="199174" y="18444"/>
                    <a:pt x="199174" y="18535"/>
                  </a:cubicBezTo>
                  <a:lnTo>
                    <a:pt x="204356" y="18535"/>
                  </a:lnTo>
                  <a:cubicBezTo>
                    <a:pt x="204356" y="18444"/>
                    <a:pt x="204333" y="18352"/>
                    <a:pt x="204333" y="18238"/>
                  </a:cubicBezTo>
                  <a:lnTo>
                    <a:pt x="204333" y="6780"/>
                  </a:lnTo>
                  <a:cubicBezTo>
                    <a:pt x="204333" y="4178"/>
                    <a:pt x="206456" y="2055"/>
                    <a:pt x="209058" y="2055"/>
                  </a:cubicBezTo>
                  <a:cubicBezTo>
                    <a:pt x="211683" y="2055"/>
                    <a:pt x="213783" y="4178"/>
                    <a:pt x="213783" y="6780"/>
                  </a:cubicBezTo>
                  <a:lnTo>
                    <a:pt x="213783" y="18238"/>
                  </a:lnTo>
                  <a:cubicBezTo>
                    <a:pt x="213783" y="18352"/>
                    <a:pt x="213783" y="18444"/>
                    <a:pt x="213783" y="18535"/>
                  </a:cubicBezTo>
                  <a:lnTo>
                    <a:pt x="218964" y="18535"/>
                  </a:lnTo>
                  <a:cubicBezTo>
                    <a:pt x="218964" y="18444"/>
                    <a:pt x="218941" y="18352"/>
                    <a:pt x="218941" y="18238"/>
                  </a:cubicBezTo>
                  <a:lnTo>
                    <a:pt x="218941" y="6780"/>
                  </a:lnTo>
                  <a:cubicBezTo>
                    <a:pt x="218941" y="4178"/>
                    <a:pt x="221064" y="2055"/>
                    <a:pt x="223666" y="2055"/>
                  </a:cubicBezTo>
                  <a:cubicBezTo>
                    <a:pt x="226291" y="2055"/>
                    <a:pt x="228391" y="4178"/>
                    <a:pt x="228391" y="6780"/>
                  </a:cubicBezTo>
                  <a:lnTo>
                    <a:pt x="228391" y="18238"/>
                  </a:lnTo>
                  <a:cubicBezTo>
                    <a:pt x="228391" y="18352"/>
                    <a:pt x="228391" y="18444"/>
                    <a:pt x="228391" y="18535"/>
                  </a:cubicBezTo>
                  <a:lnTo>
                    <a:pt x="233572" y="18535"/>
                  </a:lnTo>
                  <a:cubicBezTo>
                    <a:pt x="233572" y="18444"/>
                    <a:pt x="233549" y="18352"/>
                    <a:pt x="233549" y="18238"/>
                  </a:cubicBezTo>
                  <a:lnTo>
                    <a:pt x="233549" y="6780"/>
                  </a:lnTo>
                  <a:cubicBezTo>
                    <a:pt x="233549" y="4178"/>
                    <a:pt x="235672" y="2055"/>
                    <a:pt x="238274" y="2055"/>
                  </a:cubicBezTo>
                  <a:cubicBezTo>
                    <a:pt x="240899" y="2055"/>
                    <a:pt x="242999" y="4178"/>
                    <a:pt x="242999" y="6780"/>
                  </a:cubicBezTo>
                  <a:lnTo>
                    <a:pt x="242999" y="18238"/>
                  </a:lnTo>
                  <a:cubicBezTo>
                    <a:pt x="242999" y="18352"/>
                    <a:pt x="242999" y="18444"/>
                    <a:pt x="242999" y="18535"/>
                  </a:cubicBezTo>
                  <a:lnTo>
                    <a:pt x="248180" y="18535"/>
                  </a:lnTo>
                  <a:cubicBezTo>
                    <a:pt x="248180" y="18444"/>
                    <a:pt x="248158" y="18352"/>
                    <a:pt x="248158" y="18238"/>
                  </a:cubicBezTo>
                  <a:lnTo>
                    <a:pt x="248158" y="6780"/>
                  </a:lnTo>
                  <a:cubicBezTo>
                    <a:pt x="248158" y="4178"/>
                    <a:pt x="250280" y="2055"/>
                    <a:pt x="252882" y="2055"/>
                  </a:cubicBezTo>
                  <a:cubicBezTo>
                    <a:pt x="255507" y="2055"/>
                    <a:pt x="257607" y="4178"/>
                    <a:pt x="257607" y="6780"/>
                  </a:cubicBezTo>
                  <a:lnTo>
                    <a:pt x="257607" y="18238"/>
                  </a:lnTo>
                  <a:cubicBezTo>
                    <a:pt x="257607" y="18352"/>
                    <a:pt x="257607" y="18444"/>
                    <a:pt x="257607" y="18535"/>
                  </a:cubicBezTo>
                  <a:lnTo>
                    <a:pt x="262789" y="18535"/>
                  </a:lnTo>
                  <a:cubicBezTo>
                    <a:pt x="262789" y="18444"/>
                    <a:pt x="262766" y="18352"/>
                    <a:pt x="262766" y="18238"/>
                  </a:cubicBezTo>
                  <a:lnTo>
                    <a:pt x="262766" y="6780"/>
                  </a:lnTo>
                  <a:cubicBezTo>
                    <a:pt x="262766" y="4178"/>
                    <a:pt x="264889" y="2055"/>
                    <a:pt x="267491" y="2055"/>
                  </a:cubicBezTo>
                  <a:cubicBezTo>
                    <a:pt x="270116" y="2055"/>
                    <a:pt x="272215" y="4178"/>
                    <a:pt x="272215" y="6780"/>
                  </a:cubicBezTo>
                  <a:lnTo>
                    <a:pt x="272215" y="18238"/>
                  </a:lnTo>
                  <a:cubicBezTo>
                    <a:pt x="272215" y="18352"/>
                    <a:pt x="272215" y="18444"/>
                    <a:pt x="272215" y="18535"/>
                  </a:cubicBezTo>
                  <a:lnTo>
                    <a:pt x="277397" y="18535"/>
                  </a:lnTo>
                  <a:cubicBezTo>
                    <a:pt x="277397" y="18444"/>
                    <a:pt x="277374" y="18352"/>
                    <a:pt x="277374" y="18238"/>
                  </a:cubicBezTo>
                  <a:lnTo>
                    <a:pt x="277374" y="6780"/>
                  </a:lnTo>
                  <a:cubicBezTo>
                    <a:pt x="277374" y="4178"/>
                    <a:pt x="279497" y="2055"/>
                    <a:pt x="282099" y="2055"/>
                  </a:cubicBezTo>
                  <a:cubicBezTo>
                    <a:pt x="283468" y="2055"/>
                    <a:pt x="284701" y="2649"/>
                    <a:pt x="285545" y="3562"/>
                  </a:cubicBezTo>
                  <a:lnTo>
                    <a:pt x="2855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 name="Google Shape;503;p16"/>
          <p:cNvSpPr/>
          <p:nvPr/>
        </p:nvSpPr>
        <p:spPr>
          <a:xfrm flipH="1" rot="-2231248">
            <a:off x="8145968" y="2535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 name="Google Shape;504;p16"/>
          <p:cNvGrpSpPr/>
          <p:nvPr/>
        </p:nvGrpSpPr>
        <p:grpSpPr>
          <a:xfrm>
            <a:off x="1058800" y="4136600"/>
            <a:ext cx="2419653" cy="571601"/>
            <a:chOff x="3962175" y="2857795"/>
            <a:chExt cx="3075700" cy="726580"/>
          </a:xfrm>
        </p:grpSpPr>
        <p:sp>
          <p:nvSpPr>
            <p:cNvPr id="505" name="Google Shape;505;p16"/>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6"/>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6"/>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16"/>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6"/>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6"/>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6"/>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6"/>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6"/>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6"/>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6"/>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6"/>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6"/>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6"/>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6"/>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6"/>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16"/>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16"/>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16"/>
            <p:cNvSpPr/>
            <p:nvPr/>
          </p:nvSpPr>
          <p:spPr>
            <a:xfrm>
              <a:off x="4046545" y="2857795"/>
              <a:ext cx="2817428" cy="356671"/>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7">
    <p:spTree>
      <p:nvGrpSpPr>
        <p:cNvPr id="524" name="Shape 524"/>
        <p:cNvGrpSpPr/>
        <p:nvPr/>
      </p:nvGrpSpPr>
      <p:grpSpPr>
        <a:xfrm>
          <a:off x="0" y="0"/>
          <a:ext cx="0" cy="0"/>
          <a:chOff x="0" y="0"/>
          <a:chExt cx="0" cy="0"/>
        </a:xfrm>
      </p:grpSpPr>
      <p:sp>
        <p:nvSpPr>
          <p:cNvPr id="525" name="Google Shape;525;p17"/>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26" name="Google Shape;526;p17"/>
          <p:cNvSpPr/>
          <p:nvPr/>
        </p:nvSpPr>
        <p:spPr>
          <a:xfrm>
            <a:off x="-1585100" y="4092075"/>
            <a:ext cx="5473875" cy="1056900"/>
          </a:xfrm>
          <a:custGeom>
            <a:rect b="b" l="l" r="r" t="t"/>
            <a:pathLst>
              <a:path extrusionOk="0" h="42276" w="218955">
                <a:moveTo>
                  <a:pt x="95422" y="1"/>
                </a:moveTo>
                <a:cubicBezTo>
                  <a:pt x="95236" y="1"/>
                  <a:pt x="95075" y="11"/>
                  <a:pt x="94940" y="33"/>
                </a:cubicBezTo>
                <a:cubicBezTo>
                  <a:pt x="92024" y="503"/>
                  <a:pt x="0" y="42275"/>
                  <a:pt x="0" y="42275"/>
                </a:cubicBezTo>
                <a:lnTo>
                  <a:pt x="218955" y="42275"/>
                </a:lnTo>
                <a:cubicBezTo>
                  <a:pt x="218955" y="42275"/>
                  <a:pt x="107185" y="1"/>
                  <a:pt x="95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 name="Google Shape;527;p17"/>
          <p:cNvGrpSpPr/>
          <p:nvPr/>
        </p:nvGrpSpPr>
        <p:grpSpPr>
          <a:xfrm flipH="1">
            <a:off x="2725088" y="4570312"/>
            <a:ext cx="718130" cy="647906"/>
            <a:chOff x="4219225" y="4330850"/>
            <a:chExt cx="853900" cy="770400"/>
          </a:xfrm>
        </p:grpSpPr>
        <p:grpSp>
          <p:nvGrpSpPr>
            <p:cNvPr id="528" name="Google Shape;528;p17"/>
            <p:cNvGrpSpPr/>
            <p:nvPr/>
          </p:nvGrpSpPr>
          <p:grpSpPr>
            <a:xfrm>
              <a:off x="4295625" y="4330850"/>
              <a:ext cx="777500" cy="770400"/>
              <a:chOff x="4295625" y="4330850"/>
              <a:chExt cx="777500" cy="770400"/>
            </a:xfrm>
          </p:grpSpPr>
          <p:sp>
            <p:nvSpPr>
              <p:cNvPr id="529" name="Google Shape;529;p17"/>
              <p:cNvSpPr/>
              <p:nvPr/>
            </p:nvSpPr>
            <p:spPr>
              <a:xfrm>
                <a:off x="4603250" y="4588300"/>
                <a:ext cx="408325" cy="293525"/>
              </a:xfrm>
              <a:custGeom>
                <a:rect b="b" l="l" r="r" t="t"/>
                <a:pathLst>
                  <a:path extrusionOk="0" h="11741" w="16333">
                    <a:moveTo>
                      <a:pt x="8167" y="0"/>
                    </a:moveTo>
                    <a:cubicBezTo>
                      <a:pt x="8167" y="0"/>
                      <a:pt x="5549" y="9185"/>
                      <a:pt x="0" y="9185"/>
                    </a:cubicBezTo>
                    <a:cubicBezTo>
                      <a:pt x="0" y="9185"/>
                      <a:pt x="3260" y="11740"/>
                      <a:pt x="8167" y="11740"/>
                    </a:cubicBezTo>
                    <a:cubicBezTo>
                      <a:pt x="13073" y="11740"/>
                      <a:pt x="16333" y="9185"/>
                      <a:pt x="16333" y="9185"/>
                    </a:cubicBezTo>
                    <a:cubicBezTo>
                      <a:pt x="10784" y="9185"/>
                      <a:pt x="8167" y="0"/>
                      <a:pt x="8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 name="Google Shape;530;p17"/>
              <p:cNvGrpSpPr/>
              <p:nvPr/>
            </p:nvGrpSpPr>
            <p:grpSpPr>
              <a:xfrm>
                <a:off x="4295625" y="4330850"/>
                <a:ext cx="777500" cy="770400"/>
                <a:chOff x="4295625" y="4330850"/>
                <a:chExt cx="777500" cy="770400"/>
              </a:xfrm>
            </p:grpSpPr>
            <p:sp>
              <p:nvSpPr>
                <p:cNvPr id="531" name="Google Shape;531;p17"/>
                <p:cNvSpPr/>
                <p:nvPr/>
              </p:nvSpPr>
              <p:spPr>
                <a:xfrm>
                  <a:off x="4637325" y="4508750"/>
                  <a:ext cx="340550" cy="244925"/>
                </a:xfrm>
                <a:custGeom>
                  <a:rect b="b" l="l" r="r" t="t"/>
                  <a:pathLst>
                    <a:path extrusionOk="0" h="9797" w="13622">
                      <a:moveTo>
                        <a:pt x="6804" y="0"/>
                      </a:moveTo>
                      <a:cubicBezTo>
                        <a:pt x="6804" y="0"/>
                        <a:pt x="4625" y="7665"/>
                        <a:pt x="1" y="7665"/>
                      </a:cubicBezTo>
                      <a:cubicBezTo>
                        <a:pt x="1" y="7665"/>
                        <a:pt x="2713" y="9797"/>
                        <a:pt x="6804" y="9797"/>
                      </a:cubicBezTo>
                      <a:cubicBezTo>
                        <a:pt x="10895" y="9797"/>
                        <a:pt x="13622" y="7665"/>
                        <a:pt x="13622" y="7665"/>
                      </a:cubicBezTo>
                      <a:cubicBezTo>
                        <a:pt x="8998" y="7665"/>
                        <a:pt x="6804" y="0"/>
                        <a:pt x="68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7"/>
                <p:cNvSpPr/>
                <p:nvPr/>
              </p:nvSpPr>
              <p:spPr>
                <a:xfrm>
                  <a:off x="4330900" y="4565175"/>
                  <a:ext cx="166175" cy="189675"/>
                </a:xfrm>
                <a:custGeom>
                  <a:rect b="b" l="l" r="r" t="t"/>
                  <a:pathLst>
                    <a:path extrusionOk="0" h="7587" w="6647">
                      <a:moveTo>
                        <a:pt x="3323" y="0"/>
                      </a:moveTo>
                      <a:cubicBezTo>
                        <a:pt x="3323" y="0"/>
                        <a:pt x="2461" y="6850"/>
                        <a:pt x="1" y="6850"/>
                      </a:cubicBezTo>
                      <a:cubicBezTo>
                        <a:pt x="1" y="6850"/>
                        <a:pt x="1286" y="7587"/>
                        <a:pt x="3323" y="7587"/>
                      </a:cubicBezTo>
                      <a:cubicBezTo>
                        <a:pt x="5361" y="7587"/>
                        <a:pt x="6646" y="6850"/>
                        <a:pt x="6646" y="6850"/>
                      </a:cubicBezTo>
                      <a:cubicBezTo>
                        <a:pt x="4186" y="6850"/>
                        <a:pt x="3323" y="0"/>
                        <a:pt x="3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 name="Google Shape;533;p17"/>
                <p:cNvGrpSpPr/>
                <p:nvPr/>
              </p:nvGrpSpPr>
              <p:grpSpPr>
                <a:xfrm>
                  <a:off x="4295625" y="4330850"/>
                  <a:ext cx="777500" cy="770400"/>
                  <a:chOff x="4295625" y="4330850"/>
                  <a:chExt cx="777500" cy="770400"/>
                </a:xfrm>
              </p:grpSpPr>
              <p:sp>
                <p:nvSpPr>
                  <p:cNvPr id="534" name="Google Shape;534;p17"/>
                  <p:cNvSpPr/>
                  <p:nvPr/>
                </p:nvSpPr>
                <p:spPr>
                  <a:xfrm>
                    <a:off x="4688275" y="4330850"/>
                    <a:ext cx="238675" cy="272750"/>
                  </a:xfrm>
                  <a:custGeom>
                    <a:rect b="b" l="l" r="r" t="t"/>
                    <a:pathLst>
                      <a:path extrusionOk="0" h="10910" w="9547">
                        <a:moveTo>
                          <a:pt x="4766" y="0"/>
                        </a:moveTo>
                        <a:cubicBezTo>
                          <a:pt x="4766" y="0"/>
                          <a:pt x="3543" y="9843"/>
                          <a:pt x="1" y="9843"/>
                        </a:cubicBezTo>
                        <a:cubicBezTo>
                          <a:pt x="1" y="9843"/>
                          <a:pt x="1850" y="10909"/>
                          <a:pt x="4766" y="10909"/>
                        </a:cubicBezTo>
                        <a:cubicBezTo>
                          <a:pt x="7697" y="10909"/>
                          <a:pt x="9546" y="9843"/>
                          <a:pt x="9546" y="9843"/>
                        </a:cubicBezTo>
                        <a:cubicBezTo>
                          <a:pt x="6004" y="9843"/>
                          <a:pt x="4766" y="0"/>
                          <a:pt x="4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7"/>
                  <p:cNvSpPr/>
                  <p:nvPr/>
                </p:nvSpPr>
                <p:spPr>
                  <a:xfrm>
                    <a:off x="4513550" y="4699175"/>
                    <a:ext cx="559575" cy="402075"/>
                  </a:xfrm>
                  <a:custGeom>
                    <a:rect b="b" l="l" r="r" t="t"/>
                    <a:pathLst>
                      <a:path extrusionOk="0" h="16083" w="22383">
                        <a:moveTo>
                          <a:pt x="11192" y="1"/>
                        </a:moveTo>
                        <a:cubicBezTo>
                          <a:pt x="11192" y="1"/>
                          <a:pt x="7618" y="12587"/>
                          <a:pt x="0" y="12587"/>
                        </a:cubicBezTo>
                        <a:cubicBezTo>
                          <a:pt x="0" y="12587"/>
                          <a:pt x="4483" y="16083"/>
                          <a:pt x="11192" y="16083"/>
                        </a:cubicBezTo>
                        <a:cubicBezTo>
                          <a:pt x="17916" y="16083"/>
                          <a:pt x="22383" y="12587"/>
                          <a:pt x="22383" y="12587"/>
                        </a:cubicBezTo>
                        <a:cubicBezTo>
                          <a:pt x="14781" y="12587"/>
                          <a:pt x="11192" y="1"/>
                          <a:pt x="1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7"/>
                  <p:cNvSpPr/>
                  <p:nvPr/>
                </p:nvSpPr>
                <p:spPr>
                  <a:xfrm>
                    <a:off x="4295625" y="4689000"/>
                    <a:ext cx="237100" cy="170475"/>
                  </a:xfrm>
                  <a:custGeom>
                    <a:rect b="b" l="l" r="r" t="t"/>
                    <a:pathLst>
                      <a:path extrusionOk="0" h="6819" w="9484">
                        <a:moveTo>
                          <a:pt x="4734" y="0"/>
                        </a:moveTo>
                        <a:cubicBezTo>
                          <a:pt x="4734" y="0"/>
                          <a:pt x="3214" y="5330"/>
                          <a:pt x="1" y="5330"/>
                        </a:cubicBezTo>
                        <a:cubicBezTo>
                          <a:pt x="1" y="5330"/>
                          <a:pt x="1882" y="6819"/>
                          <a:pt x="4734" y="6819"/>
                        </a:cubicBezTo>
                        <a:cubicBezTo>
                          <a:pt x="7587" y="6819"/>
                          <a:pt x="9484" y="5330"/>
                          <a:pt x="9484" y="5330"/>
                        </a:cubicBezTo>
                        <a:cubicBezTo>
                          <a:pt x="6255" y="5330"/>
                          <a:pt x="4734" y="0"/>
                          <a:pt x="4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7" name="Google Shape;537;p17"/>
            <p:cNvGrpSpPr/>
            <p:nvPr/>
          </p:nvGrpSpPr>
          <p:grpSpPr>
            <a:xfrm>
              <a:off x="4219225" y="4744250"/>
              <a:ext cx="389525" cy="357000"/>
              <a:chOff x="4219225" y="4744250"/>
              <a:chExt cx="389525" cy="357000"/>
            </a:xfrm>
          </p:grpSpPr>
          <p:sp>
            <p:nvSpPr>
              <p:cNvPr id="538" name="Google Shape;538;p17"/>
              <p:cNvSpPr/>
              <p:nvPr/>
            </p:nvSpPr>
            <p:spPr>
              <a:xfrm>
                <a:off x="4271725" y="4744250"/>
                <a:ext cx="284525" cy="204175"/>
              </a:xfrm>
              <a:custGeom>
                <a:rect b="b" l="l" r="r" t="t"/>
                <a:pathLst>
                  <a:path extrusionOk="0" h="8167" w="11381">
                    <a:moveTo>
                      <a:pt x="5690" y="0"/>
                    </a:moveTo>
                    <a:cubicBezTo>
                      <a:pt x="5690" y="0"/>
                      <a:pt x="3872" y="6396"/>
                      <a:pt x="1" y="6396"/>
                    </a:cubicBezTo>
                    <a:cubicBezTo>
                      <a:pt x="1" y="6396"/>
                      <a:pt x="2273" y="8167"/>
                      <a:pt x="5690" y="8167"/>
                    </a:cubicBezTo>
                    <a:cubicBezTo>
                      <a:pt x="9107" y="8167"/>
                      <a:pt x="11380" y="6396"/>
                      <a:pt x="11380" y="6396"/>
                    </a:cubicBezTo>
                    <a:cubicBezTo>
                      <a:pt x="7509" y="6396"/>
                      <a:pt x="5690" y="0"/>
                      <a:pt x="56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7"/>
              <p:cNvSpPr/>
              <p:nvPr/>
            </p:nvSpPr>
            <p:spPr>
              <a:xfrm>
                <a:off x="4219225" y="4821450"/>
                <a:ext cx="389525" cy="279800"/>
              </a:xfrm>
              <a:custGeom>
                <a:rect b="b" l="l" r="r" t="t"/>
                <a:pathLst>
                  <a:path extrusionOk="0" h="11192" w="15581">
                    <a:moveTo>
                      <a:pt x="7790" y="0"/>
                    </a:moveTo>
                    <a:cubicBezTo>
                      <a:pt x="7790" y="0"/>
                      <a:pt x="5298" y="8762"/>
                      <a:pt x="0" y="8762"/>
                    </a:cubicBezTo>
                    <a:cubicBezTo>
                      <a:pt x="0" y="8762"/>
                      <a:pt x="3120" y="11192"/>
                      <a:pt x="7790" y="11192"/>
                    </a:cubicBezTo>
                    <a:cubicBezTo>
                      <a:pt x="12461" y="11192"/>
                      <a:pt x="15581" y="8762"/>
                      <a:pt x="15581" y="8762"/>
                    </a:cubicBezTo>
                    <a:cubicBezTo>
                      <a:pt x="10283" y="8762"/>
                      <a:pt x="7790" y="0"/>
                      <a:pt x="77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 name="Google Shape;540;p17"/>
          <p:cNvGrpSpPr/>
          <p:nvPr/>
        </p:nvGrpSpPr>
        <p:grpSpPr>
          <a:xfrm>
            <a:off x="3802314" y="4529581"/>
            <a:ext cx="718130" cy="647906"/>
            <a:chOff x="4219225" y="4330850"/>
            <a:chExt cx="853900" cy="770400"/>
          </a:xfrm>
        </p:grpSpPr>
        <p:grpSp>
          <p:nvGrpSpPr>
            <p:cNvPr id="541" name="Google Shape;541;p17"/>
            <p:cNvGrpSpPr/>
            <p:nvPr/>
          </p:nvGrpSpPr>
          <p:grpSpPr>
            <a:xfrm>
              <a:off x="4295625" y="4330850"/>
              <a:ext cx="777500" cy="770400"/>
              <a:chOff x="4295625" y="4330850"/>
              <a:chExt cx="777500" cy="770400"/>
            </a:xfrm>
          </p:grpSpPr>
          <p:sp>
            <p:nvSpPr>
              <p:cNvPr id="542" name="Google Shape;542;p17"/>
              <p:cNvSpPr/>
              <p:nvPr/>
            </p:nvSpPr>
            <p:spPr>
              <a:xfrm>
                <a:off x="4603250" y="4588300"/>
                <a:ext cx="408325" cy="293525"/>
              </a:xfrm>
              <a:custGeom>
                <a:rect b="b" l="l" r="r" t="t"/>
                <a:pathLst>
                  <a:path extrusionOk="0" h="11741" w="16333">
                    <a:moveTo>
                      <a:pt x="8167" y="0"/>
                    </a:moveTo>
                    <a:cubicBezTo>
                      <a:pt x="8167" y="0"/>
                      <a:pt x="5549" y="9185"/>
                      <a:pt x="0" y="9185"/>
                    </a:cubicBezTo>
                    <a:cubicBezTo>
                      <a:pt x="0" y="9185"/>
                      <a:pt x="3260" y="11740"/>
                      <a:pt x="8167" y="11740"/>
                    </a:cubicBezTo>
                    <a:cubicBezTo>
                      <a:pt x="13073" y="11740"/>
                      <a:pt x="16333" y="9185"/>
                      <a:pt x="16333" y="9185"/>
                    </a:cubicBezTo>
                    <a:cubicBezTo>
                      <a:pt x="10784" y="9185"/>
                      <a:pt x="8167" y="0"/>
                      <a:pt x="8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 name="Google Shape;543;p17"/>
              <p:cNvGrpSpPr/>
              <p:nvPr/>
            </p:nvGrpSpPr>
            <p:grpSpPr>
              <a:xfrm>
                <a:off x="4295625" y="4330850"/>
                <a:ext cx="777500" cy="770400"/>
                <a:chOff x="4295625" y="4330850"/>
                <a:chExt cx="777500" cy="770400"/>
              </a:xfrm>
            </p:grpSpPr>
            <p:sp>
              <p:nvSpPr>
                <p:cNvPr id="544" name="Google Shape;544;p17"/>
                <p:cNvSpPr/>
                <p:nvPr/>
              </p:nvSpPr>
              <p:spPr>
                <a:xfrm>
                  <a:off x="4637325" y="4508750"/>
                  <a:ext cx="340550" cy="244925"/>
                </a:xfrm>
                <a:custGeom>
                  <a:rect b="b" l="l" r="r" t="t"/>
                  <a:pathLst>
                    <a:path extrusionOk="0" h="9797" w="13622">
                      <a:moveTo>
                        <a:pt x="6804" y="0"/>
                      </a:moveTo>
                      <a:cubicBezTo>
                        <a:pt x="6804" y="0"/>
                        <a:pt x="4625" y="7665"/>
                        <a:pt x="1" y="7665"/>
                      </a:cubicBezTo>
                      <a:cubicBezTo>
                        <a:pt x="1" y="7665"/>
                        <a:pt x="2713" y="9797"/>
                        <a:pt x="6804" y="9797"/>
                      </a:cubicBezTo>
                      <a:cubicBezTo>
                        <a:pt x="10895" y="9797"/>
                        <a:pt x="13622" y="7665"/>
                        <a:pt x="13622" y="7665"/>
                      </a:cubicBezTo>
                      <a:cubicBezTo>
                        <a:pt x="8998" y="7665"/>
                        <a:pt x="6804" y="0"/>
                        <a:pt x="68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7"/>
                <p:cNvSpPr/>
                <p:nvPr/>
              </p:nvSpPr>
              <p:spPr>
                <a:xfrm>
                  <a:off x="4330900" y="4565175"/>
                  <a:ext cx="166175" cy="189675"/>
                </a:xfrm>
                <a:custGeom>
                  <a:rect b="b" l="l" r="r" t="t"/>
                  <a:pathLst>
                    <a:path extrusionOk="0" h="7587" w="6647">
                      <a:moveTo>
                        <a:pt x="3323" y="0"/>
                      </a:moveTo>
                      <a:cubicBezTo>
                        <a:pt x="3323" y="0"/>
                        <a:pt x="2461" y="6850"/>
                        <a:pt x="1" y="6850"/>
                      </a:cubicBezTo>
                      <a:cubicBezTo>
                        <a:pt x="1" y="6850"/>
                        <a:pt x="1286" y="7587"/>
                        <a:pt x="3323" y="7587"/>
                      </a:cubicBezTo>
                      <a:cubicBezTo>
                        <a:pt x="5361" y="7587"/>
                        <a:pt x="6646" y="6850"/>
                        <a:pt x="6646" y="6850"/>
                      </a:cubicBezTo>
                      <a:cubicBezTo>
                        <a:pt x="4186" y="6850"/>
                        <a:pt x="3323" y="0"/>
                        <a:pt x="3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 name="Google Shape;546;p17"/>
                <p:cNvGrpSpPr/>
                <p:nvPr/>
              </p:nvGrpSpPr>
              <p:grpSpPr>
                <a:xfrm>
                  <a:off x="4295625" y="4330850"/>
                  <a:ext cx="777500" cy="770400"/>
                  <a:chOff x="4295625" y="4330850"/>
                  <a:chExt cx="777500" cy="770400"/>
                </a:xfrm>
              </p:grpSpPr>
              <p:sp>
                <p:nvSpPr>
                  <p:cNvPr id="547" name="Google Shape;547;p17"/>
                  <p:cNvSpPr/>
                  <p:nvPr/>
                </p:nvSpPr>
                <p:spPr>
                  <a:xfrm>
                    <a:off x="4688275" y="4330850"/>
                    <a:ext cx="238675" cy="272750"/>
                  </a:xfrm>
                  <a:custGeom>
                    <a:rect b="b" l="l" r="r" t="t"/>
                    <a:pathLst>
                      <a:path extrusionOk="0" h="10910" w="9547">
                        <a:moveTo>
                          <a:pt x="4766" y="0"/>
                        </a:moveTo>
                        <a:cubicBezTo>
                          <a:pt x="4766" y="0"/>
                          <a:pt x="3543" y="9843"/>
                          <a:pt x="1" y="9843"/>
                        </a:cubicBezTo>
                        <a:cubicBezTo>
                          <a:pt x="1" y="9843"/>
                          <a:pt x="1850" y="10909"/>
                          <a:pt x="4766" y="10909"/>
                        </a:cubicBezTo>
                        <a:cubicBezTo>
                          <a:pt x="7697" y="10909"/>
                          <a:pt x="9546" y="9843"/>
                          <a:pt x="9546" y="9843"/>
                        </a:cubicBezTo>
                        <a:cubicBezTo>
                          <a:pt x="6004" y="9843"/>
                          <a:pt x="4766" y="0"/>
                          <a:pt x="4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7"/>
                  <p:cNvSpPr/>
                  <p:nvPr/>
                </p:nvSpPr>
                <p:spPr>
                  <a:xfrm>
                    <a:off x="4513550" y="4699175"/>
                    <a:ext cx="559575" cy="402075"/>
                  </a:xfrm>
                  <a:custGeom>
                    <a:rect b="b" l="l" r="r" t="t"/>
                    <a:pathLst>
                      <a:path extrusionOk="0" h="16083" w="22383">
                        <a:moveTo>
                          <a:pt x="11192" y="1"/>
                        </a:moveTo>
                        <a:cubicBezTo>
                          <a:pt x="11192" y="1"/>
                          <a:pt x="7618" y="12587"/>
                          <a:pt x="0" y="12587"/>
                        </a:cubicBezTo>
                        <a:cubicBezTo>
                          <a:pt x="0" y="12587"/>
                          <a:pt x="4483" y="16083"/>
                          <a:pt x="11192" y="16083"/>
                        </a:cubicBezTo>
                        <a:cubicBezTo>
                          <a:pt x="17916" y="16083"/>
                          <a:pt x="22383" y="12587"/>
                          <a:pt x="22383" y="12587"/>
                        </a:cubicBezTo>
                        <a:cubicBezTo>
                          <a:pt x="14781" y="12587"/>
                          <a:pt x="11192" y="1"/>
                          <a:pt x="1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7"/>
                  <p:cNvSpPr/>
                  <p:nvPr/>
                </p:nvSpPr>
                <p:spPr>
                  <a:xfrm>
                    <a:off x="4295625" y="4689000"/>
                    <a:ext cx="237100" cy="170475"/>
                  </a:xfrm>
                  <a:custGeom>
                    <a:rect b="b" l="l" r="r" t="t"/>
                    <a:pathLst>
                      <a:path extrusionOk="0" h="6819" w="9484">
                        <a:moveTo>
                          <a:pt x="4734" y="0"/>
                        </a:moveTo>
                        <a:cubicBezTo>
                          <a:pt x="4734" y="0"/>
                          <a:pt x="3214" y="5330"/>
                          <a:pt x="1" y="5330"/>
                        </a:cubicBezTo>
                        <a:cubicBezTo>
                          <a:pt x="1" y="5330"/>
                          <a:pt x="1882" y="6819"/>
                          <a:pt x="4734" y="6819"/>
                        </a:cubicBezTo>
                        <a:cubicBezTo>
                          <a:pt x="7587" y="6819"/>
                          <a:pt x="9484" y="5330"/>
                          <a:pt x="9484" y="5330"/>
                        </a:cubicBezTo>
                        <a:cubicBezTo>
                          <a:pt x="6255" y="5330"/>
                          <a:pt x="4734" y="0"/>
                          <a:pt x="4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0" name="Google Shape;550;p17"/>
            <p:cNvGrpSpPr/>
            <p:nvPr/>
          </p:nvGrpSpPr>
          <p:grpSpPr>
            <a:xfrm>
              <a:off x="4219225" y="4744250"/>
              <a:ext cx="389525" cy="357000"/>
              <a:chOff x="4219225" y="4744250"/>
              <a:chExt cx="389525" cy="357000"/>
            </a:xfrm>
          </p:grpSpPr>
          <p:sp>
            <p:nvSpPr>
              <p:cNvPr id="551" name="Google Shape;551;p17"/>
              <p:cNvSpPr/>
              <p:nvPr/>
            </p:nvSpPr>
            <p:spPr>
              <a:xfrm>
                <a:off x="4271725" y="4744250"/>
                <a:ext cx="284525" cy="204175"/>
              </a:xfrm>
              <a:custGeom>
                <a:rect b="b" l="l" r="r" t="t"/>
                <a:pathLst>
                  <a:path extrusionOk="0" h="8167" w="11381">
                    <a:moveTo>
                      <a:pt x="5690" y="0"/>
                    </a:moveTo>
                    <a:cubicBezTo>
                      <a:pt x="5690" y="0"/>
                      <a:pt x="3872" y="6396"/>
                      <a:pt x="1" y="6396"/>
                    </a:cubicBezTo>
                    <a:cubicBezTo>
                      <a:pt x="1" y="6396"/>
                      <a:pt x="2273" y="8167"/>
                      <a:pt x="5690" y="8167"/>
                    </a:cubicBezTo>
                    <a:cubicBezTo>
                      <a:pt x="9107" y="8167"/>
                      <a:pt x="11380" y="6396"/>
                      <a:pt x="11380" y="6396"/>
                    </a:cubicBezTo>
                    <a:cubicBezTo>
                      <a:pt x="7509" y="6396"/>
                      <a:pt x="5690" y="0"/>
                      <a:pt x="56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7"/>
              <p:cNvSpPr/>
              <p:nvPr/>
            </p:nvSpPr>
            <p:spPr>
              <a:xfrm>
                <a:off x="4219225" y="4821450"/>
                <a:ext cx="389525" cy="279800"/>
              </a:xfrm>
              <a:custGeom>
                <a:rect b="b" l="l" r="r" t="t"/>
                <a:pathLst>
                  <a:path extrusionOk="0" h="11192" w="15581">
                    <a:moveTo>
                      <a:pt x="7790" y="0"/>
                    </a:moveTo>
                    <a:cubicBezTo>
                      <a:pt x="7790" y="0"/>
                      <a:pt x="5298" y="8762"/>
                      <a:pt x="0" y="8762"/>
                    </a:cubicBezTo>
                    <a:cubicBezTo>
                      <a:pt x="0" y="8762"/>
                      <a:pt x="3120" y="11192"/>
                      <a:pt x="7790" y="11192"/>
                    </a:cubicBezTo>
                    <a:cubicBezTo>
                      <a:pt x="12461" y="11192"/>
                      <a:pt x="15581" y="8762"/>
                      <a:pt x="15581" y="8762"/>
                    </a:cubicBezTo>
                    <a:cubicBezTo>
                      <a:pt x="10283" y="8762"/>
                      <a:pt x="7790" y="0"/>
                      <a:pt x="77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 name="Google Shape;553;p17"/>
          <p:cNvGrpSpPr/>
          <p:nvPr/>
        </p:nvGrpSpPr>
        <p:grpSpPr>
          <a:xfrm>
            <a:off x="5874375" y="4671325"/>
            <a:ext cx="389150" cy="536075"/>
            <a:chOff x="5354825" y="4565175"/>
            <a:chExt cx="389150" cy="536075"/>
          </a:xfrm>
        </p:grpSpPr>
        <p:sp>
          <p:nvSpPr>
            <p:cNvPr id="554" name="Google Shape;554;p17"/>
            <p:cNvSpPr/>
            <p:nvPr/>
          </p:nvSpPr>
          <p:spPr>
            <a:xfrm>
              <a:off x="5466500" y="4565175"/>
              <a:ext cx="165775" cy="189675"/>
            </a:xfrm>
            <a:custGeom>
              <a:rect b="b" l="l" r="r" t="t"/>
              <a:pathLst>
                <a:path extrusionOk="0" h="7587" w="6631">
                  <a:moveTo>
                    <a:pt x="3324" y="0"/>
                  </a:moveTo>
                  <a:cubicBezTo>
                    <a:pt x="3324" y="0"/>
                    <a:pt x="2462" y="6850"/>
                    <a:pt x="1" y="6850"/>
                  </a:cubicBezTo>
                  <a:cubicBezTo>
                    <a:pt x="1" y="6850"/>
                    <a:pt x="1286" y="7587"/>
                    <a:pt x="3324" y="7587"/>
                  </a:cubicBezTo>
                  <a:cubicBezTo>
                    <a:pt x="5346" y="7587"/>
                    <a:pt x="6631" y="6850"/>
                    <a:pt x="6631" y="6850"/>
                  </a:cubicBezTo>
                  <a:cubicBezTo>
                    <a:pt x="4170" y="6850"/>
                    <a:pt x="3324" y="0"/>
                    <a:pt x="3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 name="Google Shape;555;p17"/>
            <p:cNvGrpSpPr/>
            <p:nvPr/>
          </p:nvGrpSpPr>
          <p:grpSpPr>
            <a:xfrm>
              <a:off x="5354825" y="4689000"/>
              <a:ext cx="389150" cy="412250"/>
              <a:chOff x="5354825" y="4689000"/>
              <a:chExt cx="389150" cy="412250"/>
            </a:xfrm>
          </p:grpSpPr>
          <p:sp>
            <p:nvSpPr>
              <p:cNvPr id="556" name="Google Shape;556;p17"/>
              <p:cNvSpPr/>
              <p:nvPr/>
            </p:nvSpPr>
            <p:spPr>
              <a:xfrm>
                <a:off x="5430850" y="4689000"/>
                <a:ext cx="237100" cy="170475"/>
              </a:xfrm>
              <a:custGeom>
                <a:rect b="b" l="l" r="r" t="t"/>
                <a:pathLst>
                  <a:path extrusionOk="0" h="6819" w="9484">
                    <a:moveTo>
                      <a:pt x="4750" y="0"/>
                    </a:moveTo>
                    <a:cubicBezTo>
                      <a:pt x="4750" y="0"/>
                      <a:pt x="3229" y="5330"/>
                      <a:pt x="0" y="5330"/>
                    </a:cubicBezTo>
                    <a:cubicBezTo>
                      <a:pt x="0" y="5330"/>
                      <a:pt x="1897" y="6819"/>
                      <a:pt x="4750" y="6819"/>
                    </a:cubicBezTo>
                    <a:cubicBezTo>
                      <a:pt x="7587" y="6819"/>
                      <a:pt x="9483" y="5330"/>
                      <a:pt x="9483" y="5330"/>
                    </a:cubicBezTo>
                    <a:cubicBezTo>
                      <a:pt x="6270" y="5330"/>
                      <a:pt x="4750" y="0"/>
                      <a:pt x="4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7"/>
              <p:cNvSpPr/>
              <p:nvPr/>
            </p:nvSpPr>
            <p:spPr>
              <a:xfrm>
                <a:off x="5407325" y="4744250"/>
                <a:ext cx="284125" cy="204175"/>
              </a:xfrm>
              <a:custGeom>
                <a:rect b="b" l="l" r="r" t="t"/>
                <a:pathLst>
                  <a:path extrusionOk="0" h="8167" w="11365">
                    <a:moveTo>
                      <a:pt x="5691" y="0"/>
                    </a:moveTo>
                    <a:cubicBezTo>
                      <a:pt x="5691" y="0"/>
                      <a:pt x="3857" y="6396"/>
                      <a:pt x="1" y="6396"/>
                    </a:cubicBezTo>
                    <a:cubicBezTo>
                      <a:pt x="1" y="6396"/>
                      <a:pt x="2274" y="8167"/>
                      <a:pt x="5691" y="8167"/>
                    </a:cubicBezTo>
                    <a:cubicBezTo>
                      <a:pt x="9092" y="8167"/>
                      <a:pt x="11365" y="6396"/>
                      <a:pt x="11365" y="6396"/>
                    </a:cubicBezTo>
                    <a:cubicBezTo>
                      <a:pt x="7509" y="6396"/>
                      <a:pt x="5691" y="0"/>
                      <a:pt x="56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7"/>
              <p:cNvSpPr/>
              <p:nvPr/>
            </p:nvSpPr>
            <p:spPr>
              <a:xfrm>
                <a:off x="5354825" y="4821450"/>
                <a:ext cx="389150" cy="279800"/>
              </a:xfrm>
              <a:custGeom>
                <a:rect b="b" l="l" r="r" t="t"/>
                <a:pathLst>
                  <a:path extrusionOk="0" h="11192" w="15566">
                    <a:moveTo>
                      <a:pt x="7791" y="0"/>
                    </a:moveTo>
                    <a:cubicBezTo>
                      <a:pt x="7791" y="0"/>
                      <a:pt x="5283" y="8762"/>
                      <a:pt x="1" y="8762"/>
                    </a:cubicBezTo>
                    <a:cubicBezTo>
                      <a:pt x="1" y="8762"/>
                      <a:pt x="3104" y="11192"/>
                      <a:pt x="7791" y="11192"/>
                    </a:cubicBezTo>
                    <a:cubicBezTo>
                      <a:pt x="12462" y="11192"/>
                      <a:pt x="15565" y="8762"/>
                      <a:pt x="15565" y="8762"/>
                    </a:cubicBezTo>
                    <a:cubicBezTo>
                      <a:pt x="10283" y="8762"/>
                      <a:pt x="7791" y="0"/>
                      <a:pt x="7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9" name="Google Shape;559;p17"/>
          <p:cNvGrpSpPr/>
          <p:nvPr/>
        </p:nvGrpSpPr>
        <p:grpSpPr>
          <a:xfrm>
            <a:off x="5258275" y="4701550"/>
            <a:ext cx="389150" cy="536075"/>
            <a:chOff x="5354825" y="4565175"/>
            <a:chExt cx="389150" cy="536075"/>
          </a:xfrm>
        </p:grpSpPr>
        <p:sp>
          <p:nvSpPr>
            <p:cNvPr id="560" name="Google Shape;560;p17"/>
            <p:cNvSpPr/>
            <p:nvPr/>
          </p:nvSpPr>
          <p:spPr>
            <a:xfrm>
              <a:off x="5466500" y="4565175"/>
              <a:ext cx="165775" cy="189675"/>
            </a:xfrm>
            <a:custGeom>
              <a:rect b="b" l="l" r="r" t="t"/>
              <a:pathLst>
                <a:path extrusionOk="0" h="7587" w="6631">
                  <a:moveTo>
                    <a:pt x="3324" y="0"/>
                  </a:moveTo>
                  <a:cubicBezTo>
                    <a:pt x="3324" y="0"/>
                    <a:pt x="2462" y="6850"/>
                    <a:pt x="1" y="6850"/>
                  </a:cubicBezTo>
                  <a:cubicBezTo>
                    <a:pt x="1" y="6850"/>
                    <a:pt x="1286" y="7587"/>
                    <a:pt x="3324" y="7587"/>
                  </a:cubicBezTo>
                  <a:cubicBezTo>
                    <a:pt x="5346" y="7587"/>
                    <a:pt x="6631" y="6850"/>
                    <a:pt x="6631" y="6850"/>
                  </a:cubicBezTo>
                  <a:cubicBezTo>
                    <a:pt x="4170" y="6850"/>
                    <a:pt x="3324" y="0"/>
                    <a:pt x="3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 name="Google Shape;561;p17"/>
            <p:cNvGrpSpPr/>
            <p:nvPr/>
          </p:nvGrpSpPr>
          <p:grpSpPr>
            <a:xfrm>
              <a:off x="5354825" y="4689000"/>
              <a:ext cx="389150" cy="412250"/>
              <a:chOff x="5354825" y="4689000"/>
              <a:chExt cx="389150" cy="412250"/>
            </a:xfrm>
          </p:grpSpPr>
          <p:sp>
            <p:nvSpPr>
              <p:cNvPr id="562" name="Google Shape;562;p17"/>
              <p:cNvSpPr/>
              <p:nvPr/>
            </p:nvSpPr>
            <p:spPr>
              <a:xfrm>
                <a:off x="5430850" y="4689000"/>
                <a:ext cx="237100" cy="170475"/>
              </a:xfrm>
              <a:custGeom>
                <a:rect b="b" l="l" r="r" t="t"/>
                <a:pathLst>
                  <a:path extrusionOk="0" h="6819" w="9484">
                    <a:moveTo>
                      <a:pt x="4750" y="0"/>
                    </a:moveTo>
                    <a:cubicBezTo>
                      <a:pt x="4750" y="0"/>
                      <a:pt x="3229" y="5330"/>
                      <a:pt x="0" y="5330"/>
                    </a:cubicBezTo>
                    <a:cubicBezTo>
                      <a:pt x="0" y="5330"/>
                      <a:pt x="1897" y="6819"/>
                      <a:pt x="4750" y="6819"/>
                    </a:cubicBezTo>
                    <a:cubicBezTo>
                      <a:pt x="7587" y="6819"/>
                      <a:pt x="9483" y="5330"/>
                      <a:pt x="9483" y="5330"/>
                    </a:cubicBezTo>
                    <a:cubicBezTo>
                      <a:pt x="6270" y="5330"/>
                      <a:pt x="4750" y="0"/>
                      <a:pt x="4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7"/>
              <p:cNvSpPr/>
              <p:nvPr/>
            </p:nvSpPr>
            <p:spPr>
              <a:xfrm>
                <a:off x="5407325" y="4744250"/>
                <a:ext cx="284125" cy="204175"/>
              </a:xfrm>
              <a:custGeom>
                <a:rect b="b" l="l" r="r" t="t"/>
                <a:pathLst>
                  <a:path extrusionOk="0" h="8167" w="11365">
                    <a:moveTo>
                      <a:pt x="5691" y="0"/>
                    </a:moveTo>
                    <a:cubicBezTo>
                      <a:pt x="5691" y="0"/>
                      <a:pt x="3857" y="6396"/>
                      <a:pt x="1" y="6396"/>
                    </a:cubicBezTo>
                    <a:cubicBezTo>
                      <a:pt x="1" y="6396"/>
                      <a:pt x="2274" y="8167"/>
                      <a:pt x="5691" y="8167"/>
                    </a:cubicBezTo>
                    <a:cubicBezTo>
                      <a:pt x="9092" y="8167"/>
                      <a:pt x="11365" y="6396"/>
                      <a:pt x="11365" y="6396"/>
                    </a:cubicBezTo>
                    <a:cubicBezTo>
                      <a:pt x="7509" y="6396"/>
                      <a:pt x="5691" y="0"/>
                      <a:pt x="56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7"/>
              <p:cNvSpPr/>
              <p:nvPr/>
            </p:nvSpPr>
            <p:spPr>
              <a:xfrm>
                <a:off x="5354825" y="4821450"/>
                <a:ext cx="389150" cy="279800"/>
              </a:xfrm>
              <a:custGeom>
                <a:rect b="b" l="l" r="r" t="t"/>
                <a:pathLst>
                  <a:path extrusionOk="0" h="11192" w="15566">
                    <a:moveTo>
                      <a:pt x="7791" y="0"/>
                    </a:moveTo>
                    <a:cubicBezTo>
                      <a:pt x="7791" y="0"/>
                      <a:pt x="5283" y="8762"/>
                      <a:pt x="1" y="8762"/>
                    </a:cubicBezTo>
                    <a:cubicBezTo>
                      <a:pt x="1" y="8762"/>
                      <a:pt x="3104" y="11192"/>
                      <a:pt x="7791" y="11192"/>
                    </a:cubicBezTo>
                    <a:cubicBezTo>
                      <a:pt x="12462" y="11192"/>
                      <a:pt x="15565" y="8762"/>
                      <a:pt x="15565" y="8762"/>
                    </a:cubicBezTo>
                    <a:cubicBezTo>
                      <a:pt x="10283" y="8762"/>
                      <a:pt x="7791" y="0"/>
                      <a:pt x="7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5" name="Google Shape;565;p17"/>
          <p:cNvGrpSpPr/>
          <p:nvPr/>
        </p:nvGrpSpPr>
        <p:grpSpPr>
          <a:xfrm>
            <a:off x="6191769" y="4809213"/>
            <a:ext cx="255516" cy="351987"/>
            <a:chOff x="5354825" y="4565175"/>
            <a:chExt cx="389150" cy="536075"/>
          </a:xfrm>
        </p:grpSpPr>
        <p:sp>
          <p:nvSpPr>
            <p:cNvPr id="566" name="Google Shape;566;p17"/>
            <p:cNvSpPr/>
            <p:nvPr/>
          </p:nvSpPr>
          <p:spPr>
            <a:xfrm>
              <a:off x="5466500" y="4565175"/>
              <a:ext cx="165775" cy="189675"/>
            </a:xfrm>
            <a:custGeom>
              <a:rect b="b" l="l" r="r" t="t"/>
              <a:pathLst>
                <a:path extrusionOk="0" h="7587" w="6631">
                  <a:moveTo>
                    <a:pt x="3324" y="0"/>
                  </a:moveTo>
                  <a:cubicBezTo>
                    <a:pt x="3324" y="0"/>
                    <a:pt x="2462" y="6850"/>
                    <a:pt x="1" y="6850"/>
                  </a:cubicBezTo>
                  <a:cubicBezTo>
                    <a:pt x="1" y="6850"/>
                    <a:pt x="1286" y="7587"/>
                    <a:pt x="3324" y="7587"/>
                  </a:cubicBezTo>
                  <a:cubicBezTo>
                    <a:pt x="5346" y="7587"/>
                    <a:pt x="6631" y="6850"/>
                    <a:pt x="6631" y="6850"/>
                  </a:cubicBezTo>
                  <a:cubicBezTo>
                    <a:pt x="4170" y="6850"/>
                    <a:pt x="3324" y="0"/>
                    <a:pt x="3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 name="Google Shape;567;p17"/>
            <p:cNvGrpSpPr/>
            <p:nvPr/>
          </p:nvGrpSpPr>
          <p:grpSpPr>
            <a:xfrm>
              <a:off x="5354825" y="4689000"/>
              <a:ext cx="389150" cy="412250"/>
              <a:chOff x="5354825" y="4689000"/>
              <a:chExt cx="389150" cy="412250"/>
            </a:xfrm>
          </p:grpSpPr>
          <p:sp>
            <p:nvSpPr>
              <p:cNvPr id="568" name="Google Shape;568;p17"/>
              <p:cNvSpPr/>
              <p:nvPr/>
            </p:nvSpPr>
            <p:spPr>
              <a:xfrm>
                <a:off x="5430850" y="4689000"/>
                <a:ext cx="237100" cy="170475"/>
              </a:xfrm>
              <a:custGeom>
                <a:rect b="b" l="l" r="r" t="t"/>
                <a:pathLst>
                  <a:path extrusionOk="0" h="6819" w="9484">
                    <a:moveTo>
                      <a:pt x="4750" y="0"/>
                    </a:moveTo>
                    <a:cubicBezTo>
                      <a:pt x="4750" y="0"/>
                      <a:pt x="3229" y="5330"/>
                      <a:pt x="0" y="5330"/>
                    </a:cubicBezTo>
                    <a:cubicBezTo>
                      <a:pt x="0" y="5330"/>
                      <a:pt x="1897" y="6819"/>
                      <a:pt x="4750" y="6819"/>
                    </a:cubicBezTo>
                    <a:cubicBezTo>
                      <a:pt x="7587" y="6819"/>
                      <a:pt x="9483" y="5330"/>
                      <a:pt x="9483" y="5330"/>
                    </a:cubicBezTo>
                    <a:cubicBezTo>
                      <a:pt x="6270" y="5330"/>
                      <a:pt x="4750" y="0"/>
                      <a:pt x="4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7"/>
              <p:cNvSpPr/>
              <p:nvPr/>
            </p:nvSpPr>
            <p:spPr>
              <a:xfrm>
                <a:off x="5407325" y="4744250"/>
                <a:ext cx="284125" cy="204175"/>
              </a:xfrm>
              <a:custGeom>
                <a:rect b="b" l="l" r="r" t="t"/>
                <a:pathLst>
                  <a:path extrusionOk="0" h="8167" w="11365">
                    <a:moveTo>
                      <a:pt x="5691" y="0"/>
                    </a:moveTo>
                    <a:cubicBezTo>
                      <a:pt x="5691" y="0"/>
                      <a:pt x="3857" y="6396"/>
                      <a:pt x="1" y="6396"/>
                    </a:cubicBezTo>
                    <a:cubicBezTo>
                      <a:pt x="1" y="6396"/>
                      <a:pt x="2274" y="8167"/>
                      <a:pt x="5691" y="8167"/>
                    </a:cubicBezTo>
                    <a:cubicBezTo>
                      <a:pt x="9092" y="8167"/>
                      <a:pt x="11365" y="6396"/>
                      <a:pt x="11365" y="6396"/>
                    </a:cubicBezTo>
                    <a:cubicBezTo>
                      <a:pt x="7509" y="6396"/>
                      <a:pt x="5691" y="0"/>
                      <a:pt x="56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7"/>
              <p:cNvSpPr/>
              <p:nvPr/>
            </p:nvSpPr>
            <p:spPr>
              <a:xfrm>
                <a:off x="5354825" y="4821450"/>
                <a:ext cx="389150" cy="279800"/>
              </a:xfrm>
              <a:custGeom>
                <a:rect b="b" l="l" r="r" t="t"/>
                <a:pathLst>
                  <a:path extrusionOk="0" h="11192" w="15566">
                    <a:moveTo>
                      <a:pt x="7791" y="0"/>
                    </a:moveTo>
                    <a:cubicBezTo>
                      <a:pt x="7791" y="0"/>
                      <a:pt x="5283" y="8762"/>
                      <a:pt x="1" y="8762"/>
                    </a:cubicBezTo>
                    <a:cubicBezTo>
                      <a:pt x="1" y="8762"/>
                      <a:pt x="3104" y="11192"/>
                      <a:pt x="7791" y="11192"/>
                    </a:cubicBezTo>
                    <a:cubicBezTo>
                      <a:pt x="12462" y="11192"/>
                      <a:pt x="15565" y="8762"/>
                      <a:pt x="15565" y="8762"/>
                    </a:cubicBezTo>
                    <a:cubicBezTo>
                      <a:pt x="10283" y="8762"/>
                      <a:pt x="7791" y="0"/>
                      <a:pt x="7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71" name="Google Shape;571;p17"/>
          <p:cNvSpPr/>
          <p:nvPr/>
        </p:nvSpPr>
        <p:spPr>
          <a:xfrm>
            <a:off x="3509050" y="4671325"/>
            <a:ext cx="5675861" cy="859577"/>
          </a:xfrm>
          <a:custGeom>
            <a:rect b="b" l="l" r="r" t="t"/>
            <a:pathLst>
              <a:path extrusionOk="0" h="42276" w="218955">
                <a:moveTo>
                  <a:pt x="95422" y="1"/>
                </a:moveTo>
                <a:cubicBezTo>
                  <a:pt x="95236" y="1"/>
                  <a:pt x="95075" y="11"/>
                  <a:pt x="94940" y="33"/>
                </a:cubicBezTo>
                <a:cubicBezTo>
                  <a:pt x="92024" y="503"/>
                  <a:pt x="0" y="42275"/>
                  <a:pt x="0" y="42275"/>
                </a:cubicBezTo>
                <a:lnTo>
                  <a:pt x="218955" y="42275"/>
                </a:lnTo>
                <a:cubicBezTo>
                  <a:pt x="218955" y="42275"/>
                  <a:pt x="107185" y="1"/>
                  <a:pt x="95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7"/>
          <p:cNvSpPr/>
          <p:nvPr/>
        </p:nvSpPr>
        <p:spPr>
          <a:xfrm flipH="1" rot="-2231248">
            <a:off x="723343" y="28291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0_1_1_1">
    <p:spTree>
      <p:nvGrpSpPr>
        <p:cNvPr id="573" name="Shape 573"/>
        <p:cNvGrpSpPr/>
        <p:nvPr/>
      </p:nvGrpSpPr>
      <p:grpSpPr>
        <a:xfrm>
          <a:off x="0" y="0"/>
          <a:ext cx="0" cy="0"/>
          <a:chOff x="0" y="0"/>
          <a:chExt cx="0" cy="0"/>
        </a:xfrm>
      </p:grpSpPr>
      <p:sp>
        <p:nvSpPr>
          <p:cNvPr id="574" name="Google Shape;574;p18"/>
          <p:cNvSpPr txBox="1"/>
          <p:nvPr>
            <p:ph idx="1" type="body"/>
          </p:nvPr>
        </p:nvSpPr>
        <p:spPr>
          <a:xfrm>
            <a:off x="720025" y="1254600"/>
            <a:ext cx="7717500" cy="9828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Char char="●"/>
              <a:defRPr sz="14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sp>
        <p:nvSpPr>
          <p:cNvPr id="575" name="Google Shape;575;p18"/>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Abhaya Libre"/>
              <a:buNone/>
              <a:defRPr>
                <a:solidFill>
                  <a:schemeClr val="accent3"/>
                </a:solidFill>
              </a:defRPr>
            </a:lvl1pPr>
            <a:lvl2pPr lvl="1"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2pPr>
            <a:lvl3pPr lvl="2"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3pPr>
            <a:lvl4pPr lvl="3"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4pPr>
            <a:lvl5pPr lvl="4"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5pPr>
            <a:lvl6pPr lvl="5"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6pPr>
            <a:lvl7pPr lvl="6"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7pPr>
            <a:lvl8pPr lvl="7"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8pPr>
            <a:lvl9pPr lvl="8"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9pPr>
          </a:lstStyle>
          <a:p/>
        </p:txBody>
      </p:sp>
      <p:grpSp>
        <p:nvGrpSpPr>
          <p:cNvPr id="576" name="Google Shape;576;p18"/>
          <p:cNvGrpSpPr/>
          <p:nvPr/>
        </p:nvGrpSpPr>
        <p:grpSpPr>
          <a:xfrm flipH="1">
            <a:off x="-1588181" y="3716327"/>
            <a:ext cx="11543197" cy="859072"/>
            <a:chOff x="238675" y="2497700"/>
            <a:chExt cx="7138650" cy="531275"/>
          </a:xfrm>
        </p:grpSpPr>
        <p:sp>
          <p:nvSpPr>
            <p:cNvPr id="577" name="Google Shape;577;p18"/>
            <p:cNvSpPr/>
            <p:nvPr/>
          </p:nvSpPr>
          <p:spPr>
            <a:xfrm>
              <a:off x="238675" y="2497700"/>
              <a:ext cx="7138650" cy="41125"/>
            </a:xfrm>
            <a:custGeom>
              <a:rect b="b" l="l" r="r" t="t"/>
              <a:pathLst>
                <a:path extrusionOk="0" h="1645" w="285546">
                  <a:moveTo>
                    <a:pt x="1" y="1"/>
                  </a:moveTo>
                  <a:lnTo>
                    <a:pt x="1" y="1644"/>
                  </a:lnTo>
                  <a:lnTo>
                    <a:pt x="285545" y="1644"/>
                  </a:lnTo>
                  <a:lnTo>
                    <a:pt x="2855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8"/>
            <p:cNvSpPr/>
            <p:nvPr/>
          </p:nvSpPr>
          <p:spPr>
            <a:xfrm>
              <a:off x="238675" y="2565600"/>
              <a:ext cx="7138650" cy="463375"/>
            </a:xfrm>
            <a:custGeom>
              <a:rect b="b" l="l" r="r" t="t"/>
              <a:pathLst>
                <a:path extrusionOk="0" h="18535" w="285546">
                  <a:moveTo>
                    <a:pt x="1" y="1"/>
                  </a:moveTo>
                  <a:lnTo>
                    <a:pt x="1" y="18535"/>
                  </a:lnTo>
                  <a:lnTo>
                    <a:pt x="29057" y="18535"/>
                  </a:lnTo>
                  <a:cubicBezTo>
                    <a:pt x="29057" y="18444"/>
                    <a:pt x="29035" y="18352"/>
                    <a:pt x="29035" y="18238"/>
                  </a:cubicBezTo>
                  <a:lnTo>
                    <a:pt x="29035" y="6780"/>
                  </a:lnTo>
                  <a:cubicBezTo>
                    <a:pt x="29035" y="4178"/>
                    <a:pt x="31157" y="2055"/>
                    <a:pt x="33759" y="2055"/>
                  </a:cubicBezTo>
                  <a:cubicBezTo>
                    <a:pt x="36384" y="2055"/>
                    <a:pt x="38484" y="4178"/>
                    <a:pt x="38484" y="6780"/>
                  </a:cubicBezTo>
                  <a:lnTo>
                    <a:pt x="38484" y="18238"/>
                  </a:lnTo>
                  <a:cubicBezTo>
                    <a:pt x="38484" y="18352"/>
                    <a:pt x="38484" y="18444"/>
                    <a:pt x="38484" y="18535"/>
                  </a:cubicBezTo>
                  <a:lnTo>
                    <a:pt x="43666" y="18535"/>
                  </a:lnTo>
                  <a:cubicBezTo>
                    <a:pt x="43666" y="18444"/>
                    <a:pt x="43643" y="18352"/>
                    <a:pt x="43643" y="18238"/>
                  </a:cubicBezTo>
                  <a:lnTo>
                    <a:pt x="43643" y="6780"/>
                  </a:lnTo>
                  <a:cubicBezTo>
                    <a:pt x="43643" y="4178"/>
                    <a:pt x="45766" y="2055"/>
                    <a:pt x="48368" y="2055"/>
                  </a:cubicBezTo>
                  <a:cubicBezTo>
                    <a:pt x="50993" y="2055"/>
                    <a:pt x="53092" y="4178"/>
                    <a:pt x="53092" y="6780"/>
                  </a:cubicBezTo>
                  <a:lnTo>
                    <a:pt x="53092" y="18238"/>
                  </a:lnTo>
                  <a:cubicBezTo>
                    <a:pt x="53092" y="18352"/>
                    <a:pt x="53092" y="18444"/>
                    <a:pt x="53092" y="18535"/>
                  </a:cubicBezTo>
                  <a:lnTo>
                    <a:pt x="58274" y="18535"/>
                  </a:lnTo>
                  <a:cubicBezTo>
                    <a:pt x="58274" y="18444"/>
                    <a:pt x="58251" y="18352"/>
                    <a:pt x="58251" y="18238"/>
                  </a:cubicBezTo>
                  <a:lnTo>
                    <a:pt x="58251" y="6780"/>
                  </a:lnTo>
                  <a:cubicBezTo>
                    <a:pt x="58251" y="4178"/>
                    <a:pt x="60374" y="2055"/>
                    <a:pt x="62976" y="2055"/>
                  </a:cubicBezTo>
                  <a:cubicBezTo>
                    <a:pt x="65601" y="2055"/>
                    <a:pt x="67701" y="4178"/>
                    <a:pt x="67701" y="6780"/>
                  </a:cubicBezTo>
                  <a:lnTo>
                    <a:pt x="67701" y="18238"/>
                  </a:lnTo>
                  <a:cubicBezTo>
                    <a:pt x="67701" y="18352"/>
                    <a:pt x="67701" y="18444"/>
                    <a:pt x="67701" y="18535"/>
                  </a:cubicBezTo>
                  <a:lnTo>
                    <a:pt x="72882" y="18535"/>
                  </a:lnTo>
                  <a:cubicBezTo>
                    <a:pt x="72882" y="18444"/>
                    <a:pt x="72859" y="18352"/>
                    <a:pt x="72859" y="18238"/>
                  </a:cubicBezTo>
                  <a:lnTo>
                    <a:pt x="72859" y="6780"/>
                  </a:lnTo>
                  <a:cubicBezTo>
                    <a:pt x="72859" y="4178"/>
                    <a:pt x="74982" y="2055"/>
                    <a:pt x="77584" y="2055"/>
                  </a:cubicBezTo>
                  <a:cubicBezTo>
                    <a:pt x="80209" y="2055"/>
                    <a:pt x="82309" y="4178"/>
                    <a:pt x="82309" y="6780"/>
                  </a:cubicBezTo>
                  <a:lnTo>
                    <a:pt x="82309" y="18238"/>
                  </a:lnTo>
                  <a:cubicBezTo>
                    <a:pt x="82309" y="18352"/>
                    <a:pt x="82309" y="18444"/>
                    <a:pt x="82309" y="18535"/>
                  </a:cubicBezTo>
                  <a:lnTo>
                    <a:pt x="87490" y="18535"/>
                  </a:lnTo>
                  <a:cubicBezTo>
                    <a:pt x="87490" y="18444"/>
                    <a:pt x="87467" y="18352"/>
                    <a:pt x="87467" y="18238"/>
                  </a:cubicBezTo>
                  <a:lnTo>
                    <a:pt x="87467" y="6780"/>
                  </a:lnTo>
                  <a:cubicBezTo>
                    <a:pt x="87467" y="4178"/>
                    <a:pt x="89590" y="2055"/>
                    <a:pt x="92192" y="2055"/>
                  </a:cubicBezTo>
                  <a:cubicBezTo>
                    <a:pt x="94817" y="2055"/>
                    <a:pt x="96917" y="4178"/>
                    <a:pt x="96917" y="6780"/>
                  </a:cubicBezTo>
                  <a:lnTo>
                    <a:pt x="96917" y="18238"/>
                  </a:lnTo>
                  <a:cubicBezTo>
                    <a:pt x="96917" y="18352"/>
                    <a:pt x="96917" y="18444"/>
                    <a:pt x="96917" y="18535"/>
                  </a:cubicBezTo>
                  <a:lnTo>
                    <a:pt x="102098" y="18535"/>
                  </a:lnTo>
                  <a:cubicBezTo>
                    <a:pt x="102098" y="18444"/>
                    <a:pt x="102076" y="18352"/>
                    <a:pt x="102076" y="18238"/>
                  </a:cubicBezTo>
                  <a:lnTo>
                    <a:pt x="102076" y="6780"/>
                  </a:lnTo>
                  <a:cubicBezTo>
                    <a:pt x="102076" y="4178"/>
                    <a:pt x="104198" y="2055"/>
                    <a:pt x="106800" y="2055"/>
                  </a:cubicBezTo>
                  <a:cubicBezTo>
                    <a:pt x="109425" y="2055"/>
                    <a:pt x="111525" y="4178"/>
                    <a:pt x="111525" y="6780"/>
                  </a:cubicBezTo>
                  <a:lnTo>
                    <a:pt x="111525" y="18238"/>
                  </a:lnTo>
                  <a:cubicBezTo>
                    <a:pt x="111525" y="18352"/>
                    <a:pt x="111525" y="18444"/>
                    <a:pt x="111525" y="18535"/>
                  </a:cubicBezTo>
                  <a:lnTo>
                    <a:pt x="116707" y="18535"/>
                  </a:lnTo>
                  <a:cubicBezTo>
                    <a:pt x="116707" y="18444"/>
                    <a:pt x="116684" y="18352"/>
                    <a:pt x="116684" y="18238"/>
                  </a:cubicBezTo>
                  <a:lnTo>
                    <a:pt x="116684" y="6780"/>
                  </a:lnTo>
                  <a:cubicBezTo>
                    <a:pt x="116684" y="4178"/>
                    <a:pt x="118807" y="2055"/>
                    <a:pt x="121409" y="2055"/>
                  </a:cubicBezTo>
                  <a:cubicBezTo>
                    <a:pt x="124034" y="2055"/>
                    <a:pt x="126133" y="4178"/>
                    <a:pt x="126133" y="6780"/>
                  </a:cubicBezTo>
                  <a:lnTo>
                    <a:pt x="126133" y="18238"/>
                  </a:lnTo>
                  <a:cubicBezTo>
                    <a:pt x="126133" y="18352"/>
                    <a:pt x="126133" y="18444"/>
                    <a:pt x="126133" y="18535"/>
                  </a:cubicBezTo>
                  <a:lnTo>
                    <a:pt x="131315" y="18535"/>
                  </a:lnTo>
                  <a:cubicBezTo>
                    <a:pt x="131315" y="18444"/>
                    <a:pt x="131292" y="18352"/>
                    <a:pt x="131292" y="18238"/>
                  </a:cubicBezTo>
                  <a:lnTo>
                    <a:pt x="131292" y="6780"/>
                  </a:lnTo>
                  <a:cubicBezTo>
                    <a:pt x="131292" y="4178"/>
                    <a:pt x="133415" y="2055"/>
                    <a:pt x="136017" y="2055"/>
                  </a:cubicBezTo>
                  <a:cubicBezTo>
                    <a:pt x="138642" y="2055"/>
                    <a:pt x="140742" y="4178"/>
                    <a:pt x="140742" y="6780"/>
                  </a:cubicBezTo>
                  <a:lnTo>
                    <a:pt x="140742" y="18238"/>
                  </a:lnTo>
                  <a:cubicBezTo>
                    <a:pt x="140742" y="18352"/>
                    <a:pt x="140742" y="18444"/>
                    <a:pt x="140742" y="18535"/>
                  </a:cubicBezTo>
                  <a:lnTo>
                    <a:pt x="145923" y="18535"/>
                  </a:lnTo>
                  <a:cubicBezTo>
                    <a:pt x="145923" y="18444"/>
                    <a:pt x="145900" y="18352"/>
                    <a:pt x="145900" y="18238"/>
                  </a:cubicBezTo>
                  <a:lnTo>
                    <a:pt x="145900" y="6780"/>
                  </a:lnTo>
                  <a:cubicBezTo>
                    <a:pt x="145900" y="4178"/>
                    <a:pt x="148023" y="2055"/>
                    <a:pt x="150625" y="2055"/>
                  </a:cubicBezTo>
                  <a:cubicBezTo>
                    <a:pt x="153250" y="2055"/>
                    <a:pt x="155350" y="4178"/>
                    <a:pt x="155350" y="6780"/>
                  </a:cubicBezTo>
                  <a:lnTo>
                    <a:pt x="155350" y="18238"/>
                  </a:lnTo>
                  <a:cubicBezTo>
                    <a:pt x="155350" y="18352"/>
                    <a:pt x="155350" y="18444"/>
                    <a:pt x="155350" y="18535"/>
                  </a:cubicBezTo>
                  <a:lnTo>
                    <a:pt x="160531" y="18535"/>
                  </a:lnTo>
                  <a:cubicBezTo>
                    <a:pt x="160531" y="18444"/>
                    <a:pt x="160508" y="18352"/>
                    <a:pt x="160508" y="18238"/>
                  </a:cubicBezTo>
                  <a:lnTo>
                    <a:pt x="160508" y="6780"/>
                  </a:lnTo>
                  <a:cubicBezTo>
                    <a:pt x="160508" y="4178"/>
                    <a:pt x="162631" y="2055"/>
                    <a:pt x="165233" y="2055"/>
                  </a:cubicBezTo>
                  <a:cubicBezTo>
                    <a:pt x="167858" y="2055"/>
                    <a:pt x="169958" y="4178"/>
                    <a:pt x="169958" y="6780"/>
                  </a:cubicBezTo>
                  <a:lnTo>
                    <a:pt x="169958" y="18238"/>
                  </a:lnTo>
                  <a:cubicBezTo>
                    <a:pt x="169958" y="18352"/>
                    <a:pt x="169958" y="18444"/>
                    <a:pt x="169958" y="18535"/>
                  </a:cubicBezTo>
                  <a:lnTo>
                    <a:pt x="175139" y="18535"/>
                  </a:lnTo>
                  <a:cubicBezTo>
                    <a:pt x="175139" y="18444"/>
                    <a:pt x="175117" y="18352"/>
                    <a:pt x="175117" y="18238"/>
                  </a:cubicBezTo>
                  <a:lnTo>
                    <a:pt x="175117" y="6780"/>
                  </a:lnTo>
                  <a:cubicBezTo>
                    <a:pt x="175117" y="4178"/>
                    <a:pt x="177239" y="2055"/>
                    <a:pt x="179841" y="2055"/>
                  </a:cubicBezTo>
                  <a:cubicBezTo>
                    <a:pt x="182466" y="2055"/>
                    <a:pt x="184566" y="4178"/>
                    <a:pt x="184566" y="6780"/>
                  </a:cubicBezTo>
                  <a:lnTo>
                    <a:pt x="184566" y="18238"/>
                  </a:lnTo>
                  <a:cubicBezTo>
                    <a:pt x="184566" y="18352"/>
                    <a:pt x="184566" y="18444"/>
                    <a:pt x="184566" y="18535"/>
                  </a:cubicBezTo>
                  <a:lnTo>
                    <a:pt x="189748" y="18535"/>
                  </a:lnTo>
                  <a:cubicBezTo>
                    <a:pt x="189748" y="18444"/>
                    <a:pt x="189725" y="18352"/>
                    <a:pt x="189725" y="18238"/>
                  </a:cubicBezTo>
                  <a:lnTo>
                    <a:pt x="189725" y="6780"/>
                  </a:lnTo>
                  <a:cubicBezTo>
                    <a:pt x="189725" y="4178"/>
                    <a:pt x="191848" y="2055"/>
                    <a:pt x="194450" y="2055"/>
                  </a:cubicBezTo>
                  <a:cubicBezTo>
                    <a:pt x="197075" y="2055"/>
                    <a:pt x="199174" y="4178"/>
                    <a:pt x="199174" y="6780"/>
                  </a:cubicBezTo>
                  <a:lnTo>
                    <a:pt x="199174" y="18238"/>
                  </a:lnTo>
                  <a:cubicBezTo>
                    <a:pt x="199174" y="18352"/>
                    <a:pt x="199174" y="18444"/>
                    <a:pt x="199174" y="18535"/>
                  </a:cubicBezTo>
                  <a:lnTo>
                    <a:pt x="204356" y="18535"/>
                  </a:lnTo>
                  <a:cubicBezTo>
                    <a:pt x="204356" y="18444"/>
                    <a:pt x="204333" y="18352"/>
                    <a:pt x="204333" y="18238"/>
                  </a:cubicBezTo>
                  <a:lnTo>
                    <a:pt x="204333" y="6780"/>
                  </a:lnTo>
                  <a:cubicBezTo>
                    <a:pt x="204333" y="4178"/>
                    <a:pt x="206456" y="2055"/>
                    <a:pt x="209058" y="2055"/>
                  </a:cubicBezTo>
                  <a:cubicBezTo>
                    <a:pt x="211683" y="2055"/>
                    <a:pt x="213783" y="4178"/>
                    <a:pt x="213783" y="6780"/>
                  </a:cubicBezTo>
                  <a:lnTo>
                    <a:pt x="213783" y="18238"/>
                  </a:lnTo>
                  <a:cubicBezTo>
                    <a:pt x="213783" y="18352"/>
                    <a:pt x="213783" y="18444"/>
                    <a:pt x="213783" y="18535"/>
                  </a:cubicBezTo>
                  <a:lnTo>
                    <a:pt x="218964" y="18535"/>
                  </a:lnTo>
                  <a:cubicBezTo>
                    <a:pt x="218964" y="18444"/>
                    <a:pt x="218941" y="18352"/>
                    <a:pt x="218941" y="18238"/>
                  </a:cubicBezTo>
                  <a:lnTo>
                    <a:pt x="218941" y="6780"/>
                  </a:lnTo>
                  <a:cubicBezTo>
                    <a:pt x="218941" y="4178"/>
                    <a:pt x="221064" y="2055"/>
                    <a:pt x="223666" y="2055"/>
                  </a:cubicBezTo>
                  <a:cubicBezTo>
                    <a:pt x="226291" y="2055"/>
                    <a:pt x="228391" y="4178"/>
                    <a:pt x="228391" y="6780"/>
                  </a:cubicBezTo>
                  <a:lnTo>
                    <a:pt x="228391" y="18238"/>
                  </a:lnTo>
                  <a:cubicBezTo>
                    <a:pt x="228391" y="18352"/>
                    <a:pt x="228391" y="18444"/>
                    <a:pt x="228391" y="18535"/>
                  </a:cubicBezTo>
                  <a:lnTo>
                    <a:pt x="233572" y="18535"/>
                  </a:lnTo>
                  <a:cubicBezTo>
                    <a:pt x="233572" y="18444"/>
                    <a:pt x="233549" y="18352"/>
                    <a:pt x="233549" y="18238"/>
                  </a:cubicBezTo>
                  <a:lnTo>
                    <a:pt x="233549" y="6780"/>
                  </a:lnTo>
                  <a:cubicBezTo>
                    <a:pt x="233549" y="4178"/>
                    <a:pt x="235672" y="2055"/>
                    <a:pt x="238274" y="2055"/>
                  </a:cubicBezTo>
                  <a:cubicBezTo>
                    <a:pt x="240899" y="2055"/>
                    <a:pt x="242999" y="4178"/>
                    <a:pt x="242999" y="6780"/>
                  </a:cubicBezTo>
                  <a:lnTo>
                    <a:pt x="242999" y="18238"/>
                  </a:lnTo>
                  <a:cubicBezTo>
                    <a:pt x="242999" y="18352"/>
                    <a:pt x="242999" y="18444"/>
                    <a:pt x="242999" y="18535"/>
                  </a:cubicBezTo>
                  <a:lnTo>
                    <a:pt x="248180" y="18535"/>
                  </a:lnTo>
                  <a:cubicBezTo>
                    <a:pt x="248180" y="18444"/>
                    <a:pt x="248158" y="18352"/>
                    <a:pt x="248158" y="18238"/>
                  </a:cubicBezTo>
                  <a:lnTo>
                    <a:pt x="248158" y="6780"/>
                  </a:lnTo>
                  <a:cubicBezTo>
                    <a:pt x="248158" y="4178"/>
                    <a:pt x="250280" y="2055"/>
                    <a:pt x="252882" y="2055"/>
                  </a:cubicBezTo>
                  <a:cubicBezTo>
                    <a:pt x="255507" y="2055"/>
                    <a:pt x="257607" y="4178"/>
                    <a:pt x="257607" y="6780"/>
                  </a:cubicBezTo>
                  <a:lnTo>
                    <a:pt x="257607" y="18238"/>
                  </a:lnTo>
                  <a:cubicBezTo>
                    <a:pt x="257607" y="18352"/>
                    <a:pt x="257607" y="18444"/>
                    <a:pt x="257607" y="18535"/>
                  </a:cubicBezTo>
                  <a:lnTo>
                    <a:pt x="262789" y="18535"/>
                  </a:lnTo>
                  <a:cubicBezTo>
                    <a:pt x="262789" y="18444"/>
                    <a:pt x="262766" y="18352"/>
                    <a:pt x="262766" y="18238"/>
                  </a:cubicBezTo>
                  <a:lnTo>
                    <a:pt x="262766" y="6780"/>
                  </a:lnTo>
                  <a:cubicBezTo>
                    <a:pt x="262766" y="4178"/>
                    <a:pt x="264889" y="2055"/>
                    <a:pt x="267491" y="2055"/>
                  </a:cubicBezTo>
                  <a:cubicBezTo>
                    <a:pt x="270116" y="2055"/>
                    <a:pt x="272215" y="4178"/>
                    <a:pt x="272215" y="6780"/>
                  </a:cubicBezTo>
                  <a:lnTo>
                    <a:pt x="272215" y="18238"/>
                  </a:lnTo>
                  <a:cubicBezTo>
                    <a:pt x="272215" y="18352"/>
                    <a:pt x="272215" y="18444"/>
                    <a:pt x="272215" y="18535"/>
                  </a:cubicBezTo>
                  <a:lnTo>
                    <a:pt x="277397" y="18535"/>
                  </a:lnTo>
                  <a:cubicBezTo>
                    <a:pt x="277397" y="18444"/>
                    <a:pt x="277374" y="18352"/>
                    <a:pt x="277374" y="18238"/>
                  </a:cubicBezTo>
                  <a:lnTo>
                    <a:pt x="277374" y="6780"/>
                  </a:lnTo>
                  <a:cubicBezTo>
                    <a:pt x="277374" y="4178"/>
                    <a:pt x="279497" y="2055"/>
                    <a:pt x="282099" y="2055"/>
                  </a:cubicBezTo>
                  <a:cubicBezTo>
                    <a:pt x="283468" y="2055"/>
                    <a:pt x="284701" y="2649"/>
                    <a:pt x="285545" y="3562"/>
                  </a:cubicBezTo>
                  <a:lnTo>
                    <a:pt x="2855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 name="Google Shape;579;p18"/>
          <p:cNvSpPr/>
          <p:nvPr/>
        </p:nvSpPr>
        <p:spPr>
          <a:xfrm flipH="1">
            <a:off x="-2399200" y="3508588"/>
            <a:ext cx="12354226" cy="1111684"/>
          </a:xfrm>
          <a:custGeom>
            <a:rect b="b" l="l" r="r" t="t"/>
            <a:pathLst>
              <a:path extrusionOk="0" h="25674" w="285317">
                <a:moveTo>
                  <a:pt x="17986" y="1"/>
                </a:moveTo>
                <a:cubicBezTo>
                  <a:pt x="17752" y="1"/>
                  <a:pt x="17518" y="144"/>
                  <a:pt x="17439" y="429"/>
                </a:cubicBezTo>
                <a:lnTo>
                  <a:pt x="15498" y="6797"/>
                </a:lnTo>
                <a:cubicBezTo>
                  <a:pt x="13376" y="6866"/>
                  <a:pt x="11321" y="7003"/>
                  <a:pt x="9358" y="7208"/>
                </a:cubicBezTo>
                <a:lnTo>
                  <a:pt x="7578" y="1342"/>
                </a:lnTo>
                <a:cubicBezTo>
                  <a:pt x="7498" y="1057"/>
                  <a:pt x="7264" y="914"/>
                  <a:pt x="7030" y="914"/>
                </a:cubicBezTo>
                <a:cubicBezTo>
                  <a:pt x="6796" y="914"/>
                  <a:pt x="6562" y="1057"/>
                  <a:pt x="6482" y="1342"/>
                </a:cubicBezTo>
                <a:lnTo>
                  <a:pt x="4497" y="7893"/>
                </a:lnTo>
                <a:cubicBezTo>
                  <a:pt x="2922" y="8167"/>
                  <a:pt x="1438" y="8486"/>
                  <a:pt x="0" y="8897"/>
                </a:cubicBezTo>
                <a:lnTo>
                  <a:pt x="0" y="25674"/>
                </a:lnTo>
                <a:lnTo>
                  <a:pt x="285316" y="25674"/>
                </a:lnTo>
                <a:lnTo>
                  <a:pt x="285316" y="13531"/>
                </a:lnTo>
                <a:cubicBezTo>
                  <a:pt x="284038" y="13622"/>
                  <a:pt x="282691" y="13713"/>
                  <a:pt x="281208" y="13850"/>
                </a:cubicBezTo>
                <a:lnTo>
                  <a:pt x="279222" y="7277"/>
                </a:lnTo>
                <a:cubicBezTo>
                  <a:pt x="279165" y="7083"/>
                  <a:pt x="278999" y="6986"/>
                  <a:pt x="278834" y="6986"/>
                </a:cubicBezTo>
                <a:cubicBezTo>
                  <a:pt x="278668" y="6986"/>
                  <a:pt x="278503" y="7083"/>
                  <a:pt x="278446" y="7277"/>
                </a:cubicBezTo>
                <a:lnTo>
                  <a:pt x="276300" y="14330"/>
                </a:lnTo>
                <a:cubicBezTo>
                  <a:pt x="275045" y="14467"/>
                  <a:pt x="273721" y="14603"/>
                  <a:pt x="272306" y="14763"/>
                </a:cubicBezTo>
                <a:lnTo>
                  <a:pt x="270457" y="8646"/>
                </a:lnTo>
                <a:cubicBezTo>
                  <a:pt x="270400" y="8452"/>
                  <a:pt x="270235" y="8355"/>
                  <a:pt x="270069" y="8355"/>
                </a:cubicBezTo>
                <a:cubicBezTo>
                  <a:pt x="269904" y="8355"/>
                  <a:pt x="269738" y="8452"/>
                  <a:pt x="269681" y="8646"/>
                </a:cubicBezTo>
                <a:lnTo>
                  <a:pt x="267650" y="15334"/>
                </a:lnTo>
                <a:cubicBezTo>
                  <a:pt x="266485" y="15471"/>
                  <a:pt x="265276" y="15608"/>
                  <a:pt x="264020" y="15768"/>
                </a:cubicBezTo>
                <a:cubicBezTo>
                  <a:pt x="261030" y="16156"/>
                  <a:pt x="258314" y="16498"/>
                  <a:pt x="255803" y="16840"/>
                </a:cubicBezTo>
                <a:lnTo>
                  <a:pt x="254571" y="12755"/>
                </a:lnTo>
                <a:cubicBezTo>
                  <a:pt x="254514" y="12561"/>
                  <a:pt x="254348" y="12464"/>
                  <a:pt x="254183" y="12464"/>
                </a:cubicBezTo>
                <a:cubicBezTo>
                  <a:pt x="254017" y="12464"/>
                  <a:pt x="253852" y="12561"/>
                  <a:pt x="253795" y="12755"/>
                </a:cubicBezTo>
                <a:lnTo>
                  <a:pt x="252425" y="17297"/>
                </a:lnTo>
                <a:cubicBezTo>
                  <a:pt x="250416" y="17571"/>
                  <a:pt x="248590" y="17822"/>
                  <a:pt x="246901" y="18050"/>
                </a:cubicBezTo>
                <a:lnTo>
                  <a:pt x="245532" y="13576"/>
                </a:lnTo>
                <a:cubicBezTo>
                  <a:pt x="245475" y="13382"/>
                  <a:pt x="245309" y="13285"/>
                  <a:pt x="245144" y="13285"/>
                </a:cubicBezTo>
                <a:cubicBezTo>
                  <a:pt x="244978" y="13285"/>
                  <a:pt x="244813" y="13382"/>
                  <a:pt x="244756" y="13576"/>
                </a:cubicBezTo>
                <a:lnTo>
                  <a:pt x="243226" y="18598"/>
                </a:lnTo>
                <a:cubicBezTo>
                  <a:pt x="228390" y="20789"/>
                  <a:pt x="225719" y="21634"/>
                  <a:pt x="216452" y="21862"/>
                </a:cubicBezTo>
                <a:cubicBezTo>
                  <a:pt x="215292" y="21891"/>
                  <a:pt x="214213" y="21904"/>
                  <a:pt x="213204" y="21904"/>
                </a:cubicBezTo>
                <a:cubicBezTo>
                  <a:pt x="198249" y="21904"/>
                  <a:pt x="198516" y="18933"/>
                  <a:pt x="174226" y="18826"/>
                </a:cubicBezTo>
                <a:cubicBezTo>
                  <a:pt x="173569" y="18821"/>
                  <a:pt x="172926" y="18819"/>
                  <a:pt x="172296" y="18819"/>
                </a:cubicBezTo>
                <a:cubicBezTo>
                  <a:pt x="166993" y="18819"/>
                  <a:pt x="162591" y="18980"/>
                  <a:pt x="158225" y="19123"/>
                </a:cubicBezTo>
                <a:lnTo>
                  <a:pt x="156353" y="12937"/>
                </a:lnTo>
                <a:cubicBezTo>
                  <a:pt x="156296" y="12743"/>
                  <a:pt x="156125" y="12646"/>
                  <a:pt x="155954" y="12646"/>
                </a:cubicBezTo>
                <a:cubicBezTo>
                  <a:pt x="155783" y="12646"/>
                  <a:pt x="155612" y="12743"/>
                  <a:pt x="155554" y="12937"/>
                </a:cubicBezTo>
                <a:lnTo>
                  <a:pt x="153637" y="19260"/>
                </a:lnTo>
                <a:cubicBezTo>
                  <a:pt x="152359" y="19305"/>
                  <a:pt x="151058" y="19328"/>
                  <a:pt x="149711" y="19351"/>
                </a:cubicBezTo>
                <a:lnTo>
                  <a:pt x="147588" y="12389"/>
                </a:lnTo>
                <a:cubicBezTo>
                  <a:pt x="147531" y="12195"/>
                  <a:pt x="147360" y="12098"/>
                  <a:pt x="147189" y="12098"/>
                </a:cubicBezTo>
                <a:cubicBezTo>
                  <a:pt x="147018" y="12098"/>
                  <a:pt x="146847" y="12195"/>
                  <a:pt x="146790" y="12389"/>
                </a:cubicBezTo>
                <a:lnTo>
                  <a:pt x="144644" y="19420"/>
                </a:lnTo>
                <a:cubicBezTo>
                  <a:pt x="143206" y="19420"/>
                  <a:pt x="141700" y="19397"/>
                  <a:pt x="140125" y="19374"/>
                </a:cubicBezTo>
                <a:lnTo>
                  <a:pt x="138002" y="12389"/>
                </a:lnTo>
                <a:cubicBezTo>
                  <a:pt x="137945" y="12195"/>
                  <a:pt x="137774" y="12098"/>
                  <a:pt x="137602" y="12098"/>
                </a:cubicBezTo>
                <a:cubicBezTo>
                  <a:pt x="137431" y="12098"/>
                  <a:pt x="137260" y="12195"/>
                  <a:pt x="137203" y="12389"/>
                </a:cubicBezTo>
                <a:lnTo>
                  <a:pt x="135103" y="19260"/>
                </a:lnTo>
                <a:cubicBezTo>
                  <a:pt x="134464" y="19237"/>
                  <a:pt x="133825" y="19214"/>
                  <a:pt x="133140" y="19191"/>
                </a:cubicBezTo>
                <a:cubicBezTo>
                  <a:pt x="131382" y="19123"/>
                  <a:pt x="129671" y="19054"/>
                  <a:pt x="128027" y="18963"/>
                </a:cubicBezTo>
                <a:lnTo>
                  <a:pt x="125950" y="12115"/>
                </a:lnTo>
                <a:cubicBezTo>
                  <a:pt x="125893" y="11921"/>
                  <a:pt x="125722" y="11824"/>
                  <a:pt x="125551" y="11824"/>
                </a:cubicBezTo>
                <a:cubicBezTo>
                  <a:pt x="125379" y="11824"/>
                  <a:pt x="125208" y="11921"/>
                  <a:pt x="125151" y="12115"/>
                </a:cubicBezTo>
                <a:lnTo>
                  <a:pt x="123165" y="18666"/>
                </a:lnTo>
                <a:cubicBezTo>
                  <a:pt x="121362" y="18552"/>
                  <a:pt x="119650" y="18415"/>
                  <a:pt x="118007" y="18278"/>
                </a:cubicBezTo>
                <a:lnTo>
                  <a:pt x="115542" y="10198"/>
                </a:lnTo>
                <a:cubicBezTo>
                  <a:pt x="115485" y="10004"/>
                  <a:pt x="115313" y="9907"/>
                  <a:pt x="115142" y="9907"/>
                </a:cubicBezTo>
                <a:cubicBezTo>
                  <a:pt x="114971" y="9907"/>
                  <a:pt x="114800" y="10004"/>
                  <a:pt x="114743" y="10198"/>
                </a:cubicBezTo>
                <a:lnTo>
                  <a:pt x="112437" y="17776"/>
                </a:lnTo>
                <a:cubicBezTo>
                  <a:pt x="110360" y="17571"/>
                  <a:pt x="108375" y="17365"/>
                  <a:pt x="106457" y="17160"/>
                </a:cubicBezTo>
                <a:lnTo>
                  <a:pt x="104517" y="10814"/>
                </a:lnTo>
                <a:cubicBezTo>
                  <a:pt x="104460" y="10609"/>
                  <a:pt x="104289" y="10506"/>
                  <a:pt x="104118" y="10506"/>
                </a:cubicBezTo>
                <a:cubicBezTo>
                  <a:pt x="103946" y="10506"/>
                  <a:pt x="103775" y="10609"/>
                  <a:pt x="103718" y="10814"/>
                </a:cubicBezTo>
                <a:lnTo>
                  <a:pt x="101938" y="16658"/>
                </a:lnTo>
                <a:cubicBezTo>
                  <a:pt x="83449" y="14558"/>
                  <a:pt x="72288" y="12321"/>
                  <a:pt x="63272" y="10495"/>
                </a:cubicBezTo>
                <a:lnTo>
                  <a:pt x="61902" y="6044"/>
                </a:lnTo>
                <a:cubicBezTo>
                  <a:pt x="61822" y="5759"/>
                  <a:pt x="61588" y="5616"/>
                  <a:pt x="61354" y="5616"/>
                </a:cubicBezTo>
                <a:cubicBezTo>
                  <a:pt x="61120" y="5616"/>
                  <a:pt x="60887" y="5759"/>
                  <a:pt x="60807" y="6044"/>
                </a:cubicBezTo>
                <a:lnTo>
                  <a:pt x="59665" y="9764"/>
                </a:lnTo>
                <a:cubicBezTo>
                  <a:pt x="57999" y="9422"/>
                  <a:pt x="56379" y="9125"/>
                  <a:pt x="54781" y="8829"/>
                </a:cubicBezTo>
                <a:lnTo>
                  <a:pt x="53137" y="3442"/>
                </a:lnTo>
                <a:cubicBezTo>
                  <a:pt x="53057" y="3157"/>
                  <a:pt x="52823" y="3014"/>
                  <a:pt x="52590" y="3014"/>
                </a:cubicBezTo>
                <a:cubicBezTo>
                  <a:pt x="52356" y="3014"/>
                  <a:pt x="52122" y="3157"/>
                  <a:pt x="52042" y="3442"/>
                </a:cubicBezTo>
                <a:lnTo>
                  <a:pt x="50604" y="8121"/>
                </a:lnTo>
                <a:cubicBezTo>
                  <a:pt x="48915" y="7847"/>
                  <a:pt x="47203" y="7619"/>
                  <a:pt x="45400" y="7413"/>
                </a:cubicBezTo>
                <a:lnTo>
                  <a:pt x="43551" y="1342"/>
                </a:lnTo>
                <a:cubicBezTo>
                  <a:pt x="43471" y="1057"/>
                  <a:pt x="43237" y="914"/>
                  <a:pt x="43003" y="914"/>
                </a:cubicBezTo>
                <a:cubicBezTo>
                  <a:pt x="42769" y="914"/>
                  <a:pt x="42535" y="1057"/>
                  <a:pt x="42455" y="1342"/>
                </a:cubicBezTo>
                <a:lnTo>
                  <a:pt x="40720" y="7003"/>
                </a:lnTo>
                <a:cubicBezTo>
                  <a:pt x="37844" y="6797"/>
                  <a:pt x="34717" y="6660"/>
                  <a:pt x="31202" y="6637"/>
                </a:cubicBezTo>
                <a:cubicBezTo>
                  <a:pt x="29633" y="6628"/>
                  <a:pt x="28099" y="6622"/>
                  <a:pt x="26598" y="6622"/>
                </a:cubicBezTo>
                <a:cubicBezTo>
                  <a:pt x="24476" y="6622"/>
                  <a:pt x="22421" y="6634"/>
                  <a:pt x="20429" y="6660"/>
                </a:cubicBezTo>
                <a:lnTo>
                  <a:pt x="18534" y="429"/>
                </a:lnTo>
                <a:cubicBezTo>
                  <a:pt x="18454" y="144"/>
                  <a:pt x="18220" y="1"/>
                  <a:pt x="179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8"/>
          <p:cNvSpPr/>
          <p:nvPr/>
        </p:nvSpPr>
        <p:spPr>
          <a:xfrm>
            <a:off x="-229425" y="4624127"/>
            <a:ext cx="9418794" cy="572736"/>
          </a:xfrm>
          <a:custGeom>
            <a:rect b="b" l="l" r="r" t="t"/>
            <a:pathLst>
              <a:path extrusionOk="0" h="46413" w="331356">
                <a:moveTo>
                  <a:pt x="1" y="1"/>
                </a:moveTo>
                <a:lnTo>
                  <a:pt x="1" y="46412"/>
                </a:lnTo>
                <a:lnTo>
                  <a:pt x="331356" y="46412"/>
                </a:lnTo>
                <a:lnTo>
                  <a:pt x="3313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8"/>
          <p:cNvSpPr/>
          <p:nvPr/>
        </p:nvSpPr>
        <p:spPr>
          <a:xfrm>
            <a:off x="-193328" y="4624129"/>
            <a:ext cx="2404522" cy="529572"/>
          </a:xfrm>
          <a:custGeom>
            <a:rect b="b" l="l" r="r" t="t"/>
            <a:pathLst>
              <a:path extrusionOk="0" h="46413" w="177685">
                <a:moveTo>
                  <a:pt x="53027" y="1"/>
                </a:moveTo>
                <a:cubicBezTo>
                  <a:pt x="53027" y="1"/>
                  <a:pt x="79109" y="2070"/>
                  <a:pt x="70927" y="2540"/>
                </a:cubicBezTo>
                <a:cubicBezTo>
                  <a:pt x="62761" y="3026"/>
                  <a:pt x="21224" y="5706"/>
                  <a:pt x="20644" y="7838"/>
                </a:cubicBezTo>
                <a:cubicBezTo>
                  <a:pt x="20064" y="9969"/>
                  <a:pt x="61977" y="9076"/>
                  <a:pt x="62369" y="12462"/>
                </a:cubicBezTo>
                <a:cubicBezTo>
                  <a:pt x="62761" y="15847"/>
                  <a:pt x="1" y="12462"/>
                  <a:pt x="1458" y="16098"/>
                </a:cubicBezTo>
                <a:cubicBezTo>
                  <a:pt x="2932" y="19750"/>
                  <a:pt x="51851" y="19202"/>
                  <a:pt x="51459" y="21380"/>
                </a:cubicBezTo>
                <a:cubicBezTo>
                  <a:pt x="51295" y="22331"/>
                  <a:pt x="42835" y="22437"/>
                  <a:pt x="33312" y="22437"/>
                </a:cubicBezTo>
                <a:cubicBezTo>
                  <a:pt x="30561" y="22437"/>
                  <a:pt x="27722" y="22428"/>
                  <a:pt x="24968" y="22428"/>
                </a:cubicBezTo>
                <a:cubicBezTo>
                  <a:pt x="15398" y="22428"/>
                  <a:pt x="6865" y="22536"/>
                  <a:pt x="6694" y="23496"/>
                </a:cubicBezTo>
                <a:cubicBezTo>
                  <a:pt x="6302" y="25691"/>
                  <a:pt x="55362" y="31240"/>
                  <a:pt x="52635" y="32964"/>
                </a:cubicBezTo>
                <a:cubicBezTo>
                  <a:pt x="51598" y="33619"/>
                  <a:pt x="46686" y="33692"/>
                  <a:pt x="40946" y="33692"/>
                </a:cubicBezTo>
                <a:cubicBezTo>
                  <a:pt x="39300" y="33692"/>
                  <a:pt x="37585" y="33686"/>
                  <a:pt x="35874" y="33686"/>
                </a:cubicBezTo>
                <a:cubicBezTo>
                  <a:pt x="27866" y="33686"/>
                  <a:pt x="19940" y="33818"/>
                  <a:pt x="19468" y="35315"/>
                </a:cubicBezTo>
                <a:cubicBezTo>
                  <a:pt x="18559" y="38246"/>
                  <a:pt x="53811" y="46412"/>
                  <a:pt x="53811" y="46412"/>
                </a:cubicBezTo>
                <a:lnTo>
                  <a:pt x="123875" y="46412"/>
                </a:lnTo>
                <a:cubicBezTo>
                  <a:pt x="123875" y="46412"/>
                  <a:pt x="159126" y="38246"/>
                  <a:pt x="158202" y="35315"/>
                </a:cubicBezTo>
                <a:cubicBezTo>
                  <a:pt x="157729" y="33818"/>
                  <a:pt x="149803" y="33686"/>
                  <a:pt x="141795" y="33686"/>
                </a:cubicBezTo>
                <a:cubicBezTo>
                  <a:pt x="140085" y="33686"/>
                  <a:pt x="138370" y="33692"/>
                  <a:pt x="136724" y="33692"/>
                </a:cubicBezTo>
                <a:cubicBezTo>
                  <a:pt x="130984" y="33692"/>
                  <a:pt x="126072" y="33619"/>
                  <a:pt x="125035" y="32964"/>
                </a:cubicBezTo>
                <a:cubicBezTo>
                  <a:pt x="122307" y="31240"/>
                  <a:pt x="171368" y="25691"/>
                  <a:pt x="170976" y="23496"/>
                </a:cubicBezTo>
                <a:cubicBezTo>
                  <a:pt x="170811" y="22536"/>
                  <a:pt x="162283" y="22428"/>
                  <a:pt x="152713" y="22428"/>
                </a:cubicBezTo>
                <a:cubicBezTo>
                  <a:pt x="149960" y="22428"/>
                  <a:pt x="147120" y="22437"/>
                  <a:pt x="144369" y="22437"/>
                </a:cubicBezTo>
                <a:cubicBezTo>
                  <a:pt x="134846" y="22437"/>
                  <a:pt x="126381" y="22331"/>
                  <a:pt x="126210" y="21380"/>
                </a:cubicBezTo>
                <a:cubicBezTo>
                  <a:pt x="125818" y="19202"/>
                  <a:pt x="174738" y="19750"/>
                  <a:pt x="176211" y="16098"/>
                </a:cubicBezTo>
                <a:cubicBezTo>
                  <a:pt x="177685" y="12462"/>
                  <a:pt x="114909" y="15847"/>
                  <a:pt x="115301" y="12462"/>
                </a:cubicBezTo>
                <a:cubicBezTo>
                  <a:pt x="115693" y="9076"/>
                  <a:pt x="157622" y="9969"/>
                  <a:pt x="157026" y="7838"/>
                </a:cubicBezTo>
                <a:cubicBezTo>
                  <a:pt x="156446" y="5706"/>
                  <a:pt x="114909" y="3026"/>
                  <a:pt x="106743" y="2540"/>
                </a:cubicBezTo>
                <a:cubicBezTo>
                  <a:pt x="98561" y="2070"/>
                  <a:pt x="124643" y="1"/>
                  <a:pt x="124643"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8"/>
          <p:cNvSpPr/>
          <p:nvPr/>
        </p:nvSpPr>
        <p:spPr>
          <a:xfrm flipH="1" rot="-2231248">
            <a:off x="493256" y="4095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23">
    <p:spTree>
      <p:nvGrpSpPr>
        <p:cNvPr id="583" name="Shape 583"/>
        <p:cNvGrpSpPr/>
        <p:nvPr/>
      </p:nvGrpSpPr>
      <p:grpSpPr>
        <a:xfrm>
          <a:off x="0" y="0"/>
          <a:ext cx="0" cy="0"/>
          <a:chOff x="0" y="0"/>
          <a:chExt cx="0" cy="0"/>
        </a:xfrm>
      </p:grpSpPr>
      <p:sp>
        <p:nvSpPr>
          <p:cNvPr id="584" name="Google Shape;584;p19"/>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Abhaya Libre"/>
              <a:buNone/>
              <a:defRPr>
                <a:solidFill>
                  <a:schemeClr val="accent3"/>
                </a:solidFill>
              </a:defRPr>
            </a:lvl1pPr>
            <a:lvl2pPr lvl="1"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2pPr>
            <a:lvl3pPr lvl="2"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3pPr>
            <a:lvl4pPr lvl="3"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4pPr>
            <a:lvl5pPr lvl="4"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5pPr>
            <a:lvl6pPr lvl="5"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6pPr>
            <a:lvl7pPr lvl="6"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7pPr>
            <a:lvl8pPr lvl="7"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8pPr>
            <a:lvl9pPr lvl="8"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9pPr>
          </a:lstStyle>
          <a:p/>
        </p:txBody>
      </p:sp>
      <p:sp>
        <p:nvSpPr>
          <p:cNvPr id="585" name="Google Shape;585;p19"/>
          <p:cNvSpPr txBox="1"/>
          <p:nvPr>
            <p:ph idx="1" type="body"/>
          </p:nvPr>
        </p:nvSpPr>
        <p:spPr>
          <a:xfrm>
            <a:off x="4628150" y="1168600"/>
            <a:ext cx="3518100" cy="2838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30200" lvl="1" marL="914400" rtl="0">
              <a:lnSpc>
                <a:spcPct val="100000"/>
              </a:lnSpc>
              <a:spcBef>
                <a:spcPts val="0"/>
              </a:spcBef>
              <a:spcAft>
                <a:spcPts val="0"/>
              </a:spcAft>
              <a:buSzPts val="1600"/>
              <a:buChar char="○"/>
              <a:defRPr sz="1600"/>
            </a:lvl2pPr>
            <a:lvl3pPr indent="-330200" lvl="2" marL="1371600" rtl="0">
              <a:lnSpc>
                <a:spcPct val="100000"/>
              </a:lnSpc>
              <a:spcBef>
                <a:spcPts val="0"/>
              </a:spcBef>
              <a:spcAft>
                <a:spcPts val="0"/>
              </a:spcAft>
              <a:buSzPts val="1600"/>
              <a:buChar char="■"/>
              <a:defRPr sz="1600"/>
            </a:lvl3pPr>
            <a:lvl4pPr indent="-330200" lvl="3" marL="1828800" rtl="0">
              <a:lnSpc>
                <a:spcPct val="100000"/>
              </a:lnSpc>
              <a:spcBef>
                <a:spcPts val="0"/>
              </a:spcBef>
              <a:spcAft>
                <a:spcPts val="0"/>
              </a:spcAft>
              <a:buSzPts val="1600"/>
              <a:buChar char="●"/>
              <a:defRPr sz="1600"/>
            </a:lvl4pPr>
            <a:lvl5pPr indent="-330200" lvl="4" marL="2286000" rtl="0">
              <a:lnSpc>
                <a:spcPct val="100000"/>
              </a:lnSpc>
              <a:spcBef>
                <a:spcPts val="0"/>
              </a:spcBef>
              <a:spcAft>
                <a:spcPts val="0"/>
              </a:spcAft>
              <a:buSzPts val="1600"/>
              <a:buChar char="○"/>
              <a:defRPr sz="1600"/>
            </a:lvl5pPr>
            <a:lvl6pPr indent="-330200" lvl="5" marL="2743200" rtl="0">
              <a:lnSpc>
                <a:spcPct val="100000"/>
              </a:lnSpc>
              <a:spcBef>
                <a:spcPts val="0"/>
              </a:spcBef>
              <a:spcAft>
                <a:spcPts val="0"/>
              </a:spcAft>
              <a:buSzPts val="1600"/>
              <a:buChar char="■"/>
              <a:defRPr sz="1600"/>
            </a:lvl6pPr>
            <a:lvl7pPr indent="-330200" lvl="6" marL="3200400" rtl="0">
              <a:lnSpc>
                <a:spcPct val="100000"/>
              </a:lnSpc>
              <a:spcBef>
                <a:spcPts val="0"/>
              </a:spcBef>
              <a:spcAft>
                <a:spcPts val="0"/>
              </a:spcAft>
              <a:buSzPts val="1600"/>
              <a:buChar char="●"/>
              <a:defRPr sz="1600"/>
            </a:lvl7pPr>
            <a:lvl8pPr indent="-330200" lvl="7" marL="3657600" rtl="0">
              <a:lnSpc>
                <a:spcPct val="100000"/>
              </a:lnSpc>
              <a:spcBef>
                <a:spcPts val="0"/>
              </a:spcBef>
              <a:spcAft>
                <a:spcPts val="0"/>
              </a:spcAft>
              <a:buSzPts val="1600"/>
              <a:buChar char="○"/>
              <a:defRPr sz="1600"/>
            </a:lvl8pPr>
            <a:lvl9pPr indent="-330200" lvl="8" marL="4114800" rtl="0">
              <a:lnSpc>
                <a:spcPct val="100000"/>
              </a:lnSpc>
              <a:spcBef>
                <a:spcPts val="0"/>
              </a:spcBef>
              <a:spcAft>
                <a:spcPts val="0"/>
              </a:spcAft>
              <a:buSzPts val="1600"/>
              <a:buChar char="■"/>
              <a:defRPr sz="1600"/>
            </a:lvl9pPr>
          </a:lstStyle>
          <a:p/>
        </p:txBody>
      </p:sp>
      <p:sp>
        <p:nvSpPr>
          <p:cNvPr id="586" name="Google Shape;586;p19"/>
          <p:cNvSpPr txBox="1"/>
          <p:nvPr>
            <p:ph idx="2" type="body"/>
          </p:nvPr>
        </p:nvSpPr>
        <p:spPr>
          <a:xfrm>
            <a:off x="1050025" y="1168600"/>
            <a:ext cx="3518100" cy="2838300"/>
          </a:xfrm>
          <a:prstGeom prst="rect">
            <a:avLst/>
          </a:prstGeom>
        </p:spPr>
        <p:txBody>
          <a:bodyPr anchorCtr="0" anchor="t" bIns="91425" lIns="91425" spcFirstLastPara="1" rIns="91425" wrap="square" tIns="91425">
            <a:noAutofit/>
          </a:bodyPr>
          <a:lstStyle>
            <a:lvl1pPr indent="-323850" lvl="0" marL="457200" rtl="0">
              <a:lnSpc>
                <a:spcPct val="100000"/>
              </a:lnSpc>
              <a:spcBef>
                <a:spcPts val="0"/>
              </a:spcBef>
              <a:spcAft>
                <a:spcPts val="0"/>
              </a:spcAft>
              <a:buClr>
                <a:schemeClr val="accent1"/>
              </a:buClr>
              <a:buSzPts val="1500"/>
              <a:buChar char="●"/>
              <a:defRPr sz="1400"/>
            </a:lvl1pPr>
            <a:lvl2pPr indent="-330200" lvl="1" marL="914400" rtl="0">
              <a:lnSpc>
                <a:spcPct val="100000"/>
              </a:lnSpc>
              <a:spcBef>
                <a:spcPts val="0"/>
              </a:spcBef>
              <a:spcAft>
                <a:spcPts val="0"/>
              </a:spcAft>
              <a:buSzPts val="1600"/>
              <a:buChar char="○"/>
              <a:defRPr sz="1600"/>
            </a:lvl2pPr>
            <a:lvl3pPr indent="-330200" lvl="2" marL="1371600" rtl="0">
              <a:lnSpc>
                <a:spcPct val="100000"/>
              </a:lnSpc>
              <a:spcBef>
                <a:spcPts val="0"/>
              </a:spcBef>
              <a:spcAft>
                <a:spcPts val="0"/>
              </a:spcAft>
              <a:buSzPts val="1600"/>
              <a:buChar char="■"/>
              <a:defRPr sz="1600"/>
            </a:lvl3pPr>
            <a:lvl4pPr indent="-330200" lvl="3" marL="1828800" rtl="0">
              <a:lnSpc>
                <a:spcPct val="100000"/>
              </a:lnSpc>
              <a:spcBef>
                <a:spcPts val="0"/>
              </a:spcBef>
              <a:spcAft>
                <a:spcPts val="0"/>
              </a:spcAft>
              <a:buSzPts val="1600"/>
              <a:buChar char="●"/>
              <a:defRPr sz="1600"/>
            </a:lvl4pPr>
            <a:lvl5pPr indent="-330200" lvl="4" marL="2286000" rtl="0">
              <a:lnSpc>
                <a:spcPct val="100000"/>
              </a:lnSpc>
              <a:spcBef>
                <a:spcPts val="0"/>
              </a:spcBef>
              <a:spcAft>
                <a:spcPts val="0"/>
              </a:spcAft>
              <a:buSzPts val="1600"/>
              <a:buChar char="○"/>
              <a:defRPr sz="1600"/>
            </a:lvl5pPr>
            <a:lvl6pPr indent="-330200" lvl="5" marL="2743200" rtl="0">
              <a:lnSpc>
                <a:spcPct val="100000"/>
              </a:lnSpc>
              <a:spcBef>
                <a:spcPts val="0"/>
              </a:spcBef>
              <a:spcAft>
                <a:spcPts val="0"/>
              </a:spcAft>
              <a:buSzPts val="1600"/>
              <a:buChar char="■"/>
              <a:defRPr sz="1600"/>
            </a:lvl6pPr>
            <a:lvl7pPr indent="-330200" lvl="6" marL="3200400" rtl="0">
              <a:lnSpc>
                <a:spcPct val="100000"/>
              </a:lnSpc>
              <a:spcBef>
                <a:spcPts val="0"/>
              </a:spcBef>
              <a:spcAft>
                <a:spcPts val="0"/>
              </a:spcAft>
              <a:buSzPts val="1600"/>
              <a:buChar char="●"/>
              <a:defRPr sz="1600"/>
            </a:lvl7pPr>
            <a:lvl8pPr indent="-330200" lvl="7" marL="3657600" rtl="0">
              <a:lnSpc>
                <a:spcPct val="100000"/>
              </a:lnSpc>
              <a:spcBef>
                <a:spcPts val="0"/>
              </a:spcBef>
              <a:spcAft>
                <a:spcPts val="0"/>
              </a:spcAft>
              <a:buSzPts val="1600"/>
              <a:buChar char="○"/>
              <a:defRPr sz="1600"/>
            </a:lvl8pPr>
            <a:lvl9pPr indent="-330200" lvl="8" marL="4114800" rtl="0">
              <a:lnSpc>
                <a:spcPct val="100000"/>
              </a:lnSpc>
              <a:spcBef>
                <a:spcPts val="0"/>
              </a:spcBef>
              <a:spcAft>
                <a:spcPts val="0"/>
              </a:spcAft>
              <a:buSzPts val="1600"/>
              <a:buChar char="■"/>
              <a:defRPr sz="1600"/>
            </a:lvl9pPr>
          </a:lstStyle>
          <a:p/>
        </p:txBody>
      </p:sp>
      <p:sp>
        <p:nvSpPr>
          <p:cNvPr id="587" name="Google Shape;587;p19"/>
          <p:cNvSpPr/>
          <p:nvPr/>
        </p:nvSpPr>
        <p:spPr>
          <a:xfrm flipH="1" rot="10800000">
            <a:off x="6329075" y="10607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9"/>
          <p:cNvSpPr/>
          <p:nvPr/>
        </p:nvSpPr>
        <p:spPr>
          <a:xfrm flipH="1" rot="-2231248">
            <a:off x="6927193" y="3076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9"/>
          <p:cNvSpPr/>
          <p:nvPr/>
        </p:nvSpPr>
        <p:spPr>
          <a:xfrm flipH="1" rot="-2231248">
            <a:off x="7718143" y="3076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
  <p:cSld name="CUSTOM_2_2_1_1_1">
    <p:spTree>
      <p:nvGrpSpPr>
        <p:cNvPr id="590" name="Shape 590"/>
        <p:cNvGrpSpPr/>
        <p:nvPr/>
      </p:nvGrpSpPr>
      <p:grpSpPr>
        <a:xfrm>
          <a:off x="0" y="0"/>
          <a:ext cx="0" cy="0"/>
          <a:chOff x="0" y="0"/>
          <a:chExt cx="0" cy="0"/>
        </a:xfrm>
      </p:grpSpPr>
      <p:sp>
        <p:nvSpPr>
          <p:cNvPr id="591" name="Google Shape;591;p20"/>
          <p:cNvSpPr txBox="1"/>
          <p:nvPr>
            <p:ph idx="1" type="subTitle"/>
          </p:nvPr>
        </p:nvSpPr>
        <p:spPr>
          <a:xfrm>
            <a:off x="776477" y="1579825"/>
            <a:ext cx="2439300" cy="371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gn="ctr">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gn="ctr">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gn="ctr">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gn="ctr">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gn="ctr">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gn="ctr">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gn="ctr">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gn="ctr">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592" name="Google Shape;592;p20"/>
          <p:cNvSpPr txBox="1"/>
          <p:nvPr>
            <p:ph idx="2" type="subTitle"/>
          </p:nvPr>
        </p:nvSpPr>
        <p:spPr>
          <a:xfrm>
            <a:off x="786675" y="1904003"/>
            <a:ext cx="2439300" cy="107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0"/>
              </a:spcBef>
              <a:spcAft>
                <a:spcPts val="0"/>
              </a:spcAft>
              <a:buNone/>
              <a:defRPr sz="1400"/>
            </a:lvl2pPr>
            <a:lvl3pPr lvl="2" rtl="0" algn="ctr">
              <a:lnSpc>
                <a:spcPct val="100000"/>
              </a:lnSpc>
              <a:spcBef>
                <a:spcPts val="0"/>
              </a:spcBef>
              <a:spcAft>
                <a:spcPts val="0"/>
              </a:spcAft>
              <a:buNone/>
              <a:defRPr sz="1400"/>
            </a:lvl3pPr>
            <a:lvl4pPr lvl="3" rtl="0" algn="ctr">
              <a:lnSpc>
                <a:spcPct val="100000"/>
              </a:lnSpc>
              <a:spcBef>
                <a:spcPts val="0"/>
              </a:spcBef>
              <a:spcAft>
                <a:spcPts val="0"/>
              </a:spcAft>
              <a:buNone/>
              <a:defRPr sz="1400"/>
            </a:lvl4pPr>
            <a:lvl5pPr lvl="4" rtl="0" algn="ctr">
              <a:lnSpc>
                <a:spcPct val="100000"/>
              </a:lnSpc>
              <a:spcBef>
                <a:spcPts val="0"/>
              </a:spcBef>
              <a:spcAft>
                <a:spcPts val="0"/>
              </a:spcAft>
              <a:buNone/>
              <a:defRPr sz="1400"/>
            </a:lvl5pPr>
            <a:lvl6pPr lvl="5" rtl="0" algn="ctr">
              <a:lnSpc>
                <a:spcPct val="100000"/>
              </a:lnSpc>
              <a:spcBef>
                <a:spcPts val="0"/>
              </a:spcBef>
              <a:spcAft>
                <a:spcPts val="0"/>
              </a:spcAft>
              <a:buNone/>
              <a:defRPr sz="1400"/>
            </a:lvl6pPr>
            <a:lvl7pPr lvl="6" rtl="0" algn="ctr">
              <a:lnSpc>
                <a:spcPct val="100000"/>
              </a:lnSpc>
              <a:spcBef>
                <a:spcPts val="0"/>
              </a:spcBef>
              <a:spcAft>
                <a:spcPts val="0"/>
              </a:spcAft>
              <a:buNone/>
              <a:defRPr sz="1400"/>
            </a:lvl7pPr>
            <a:lvl8pPr lvl="7" rtl="0" algn="ctr">
              <a:lnSpc>
                <a:spcPct val="100000"/>
              </a:lnSpc>
              <a:spcBef>
                <a:spcPts val="0"/>
              </a:spcBef>
              <a:spcAft>
                <a:spcPts val="0"/>
              </a:spcAft>
              <a:buNone/>
              <a:defRPr sz="1400"/>
            </a:lvl8pPr>
            <a:lvl9pPr lvl="8" rtl="0" algn="ctr">
              <a:lnSpc>
                <a:spcPct val="100000"/>
              </a:lnSpc>
              <a:spcBef>
                <a:spcPts val="0"/>
              </a:spcBef>
              <a:spcAft>
                <a:spcPts val="0"/>
              </a:spcAft>
              <a:buNone/>
              <a:defRPr sz="1400"/>
            </a:lvl9pPr>
          </a:lstStyle>
          <a:p/>
        </p:txBody>
      </p:sp>
      <p:sp>
        <p:nvSpPr>
          <p:cNvPr id="593" name="Google Shape;593;p20"/>
          <p:cNvSpPr txBox="1"/>
          <p:nvPr>
            <p:ph idx="3" type="subTitle"/>
          </p:nvPr>
        </p:nvSpPr>
        <p:spPr>
          <a:xfrm>
            <a:off x="3357475" y="1579825"/>
            <a:ext cx="2439300" cy="371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gn="ctr">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gn="ctr">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gn="ctr">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gn="ctr">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gn="ctr">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gn="ctr">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gn="ctr">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gn="ctr">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594" name="Google Shape;594;p20"/>
          <p:cNvSpPr txBox="1"/>
          <p:nvPr>
            <p:ph idx="4" type="subTitle"/>
          </p:nvPr>
        </p:nvSpPr>
        <p:spPr>
          <a:xfrm>
            <a:off x="3367675" y="1904002"/>
            <a:ext cx="2439300" cy="107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0"/>
              </a:spcBef>
              <a:spcAft>
                <a:spcPts val="0"/>
              </a:spcAft>
              <a:buNone/>
              <a:defRPr sz="1400"/>
            </a:lvl2pPr>
            <a:lvl3pPr lvl="2" rtl="0" algn="ctr">
              <a:lnSpc>
                <a:spcPct val="100000"/>
              </a:lnSpc>
              <a:spcBef>
                <a:spcPts val="0"/>
              </a:spcBef>
              <a:spcAft>
                <a:spcPts val="0"/>
              </a:spcAft>
              <a:buNone/>
              <a:defRPr sz="1400"/>
            </a:lvl3pPr>
            <a:lvl4pPr lvl="3" rtl="0" algn="ctr">
              <a:lnSpc>
                <a:spcPct val="100000"/>
              </a:lnSpc>
              <a:spcBef>
                <a:spcPts val="0"/>
              </a:spcBef>
              <a:spcAft>
                <a:spcPts val="0"/>
              </a:spcAft>
              <a:buNone/>
              <a:defRPr sz="1400"/>
            </a:lvl4pPr>
            <a:lvl5pPr lvl="4" rtl="0" algn="ctr">
              <a:lnSpc>
                <a:spcPct val="100000"/>
              </a:lnSpc>
              <a:spcBef>
                <a:spcPts val="0"/>
              </a:spcBef>
              <a:spcAft>
                <a:spcPts val="0"/>
              </a:spcAft>
              <a:buNone/>
              <a:defRPr sz="1400"/>
            </a:lvl5pPr>
            <a:lvl6pPr lvl="5" rtl="0" algn="ctr">
              <a:lnSpc>
                <a:spcPct val="100000"/>
              </a:lnSpc>
              <a:spcBef>
                <a:spcPts val="0"/>
              </a:spcBef>
              <a:spcAft>
                <a:spcPts val="0"/>
              </a:spcAft>
              <a:buNone/>
              <a:defRPr sz="1400"/>
            </a:lvl6pPr>
            <a:lvl7pPr lvl="6" rtl="0" algn="ctr">
              <a:lnSpc>
                <a:spcPct val="100000"/>
              </a:lnSpc>
              <a:spcBef>
                <a:spcPts val="0"/>
              </a:spcBef>
              <a:spcAft>
                <a:spcPts val="0"/>
              </a:spcAft>
              <a:buNone/>
              <a:defRPr sz="1400"/>
            </a:lvl7pPr>
            <a:lvl8pPr lvl="7" rtl="0" algn="ctr">
              <a:lnSpc>
                <a:spcPct val="100000"/>
              </a:lnSpc>
              <a:spcBef>
                <a:spcPts val="0"/>
              </a:spcBef>
              <a:spcAft>
                <a:spcPts val="0"/>
              </a:spcAft>
              <a:buNone/>
              <a:defRPr sz="1400"/>
            </a:lvl8pPr>
            <a:lvl9pPr lvl="8" rtl="0" algn="ctr">
              <a:lnSpc>
                <a:spcPct val="100000"/>
              </a:lnSpc>
              <a:spcBef>
                <a:spcPts val="0"/>
              </a:spcBef>
              <a:spcAft>
                <a:spcPts val="0"/>
              </a:spcAft>
              <a:buNone/>
              <a:defRPr sz="1400"/>
            </a:lvl9pPr>
          </a:lstStyle>
          <a:p/>
        </p:txBody>
      </p:sp>
      <p:sp>
        <p:nvSpPr>
          <p:cNvPr id="595" name="Google Shape;595;p20"/>
          <p:cNvSpPr txBox="1"/>
          <p:nvPr>
            <p:ph idx="5" type="subTitle"/>
          </p:nvPr>
        </p:nvSpPr>
        <p:spPr>
          <a:xfrm>
            <a:off x="5938475" y="1579825"/>
            <a:ext cx="2418900" cy="371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gn="ctr">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gn="ctr">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gn="ctr">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gn="ctr">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gn="ctr">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gn="ctr">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gn="ctr">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gn="ctr">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596" name="Google Shape;596;p20"/>
          <p:cNvSpPr txBox="1"/>
          <p:nvPr>
            <p:ph idx="6" type="subTitle"/>
          </p:nvPr>
        </p:nvSpPr>
        <p:spPr>
          <a:xfrm>
            <a:off x="5948675" y="1904003"/>
            <a:ext cx="2418900" cy="107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0"/>
              </a:spcBef>
              <a:spcAft>
                <a:spcPts val="0"/>
              </a:spcAft>
              <a:buNone/>
              <a:defRPr sz="1400"/>
            </a:lvl2pPr>
            <a:lvl3pPr lvl="2" rtl="0" algn="ctr">
              <a:lnSpc>
                <a:spcPct val="100000"/>
              </a:lnSpc>
              <a:spcBef>
                <a:spcPts val="0"/>
              </a:spcBef>
              <a:spcAft>
                <a:spcPts val="0"/>
              </a:spcAft>
              <a:buNone/>
              <a:defRPr sz="1400"/>
            </a:lvl3pPr>
            <a:lvl4pPr lvl="3" rtl="0" algn="ctr">
              <a:lnSpc>
                <a:spcPct val="100000"/>
              </a:lnSpc>
              <a:spcBef>
                <a:spcPts val="0"/>
              </a:spcBef>
              <a:spcAft>
                <a:spcPts val="0"/>
              </a:spcAft>
              <a:buNone/>
              <a:defRPr sz="1400"/>
            </a:lvl4pPr>
            <a:lvl5pPr lvl="4" rtl="0" algn="ctr">
              <a:lnSpc>
                <a:spcPct val="100000"/>
              </a:lnSpc>
              <a:spcBef>
                <a:spcPts val="0"/>
              </a:spcBef>
              <a:spcAft>
                <a:spcPts val="0"/>
              </a:spcAft>
              <a:buNone/>
              <a:defRPr sz="1400"/>
            </a:lvl5pPr>
            <a:lvl6pPr lvl="5" rtl="0" algn="ctr">
              <a:lnSpc>
                <a:spcPct val="100000"/>
              </a:lnSpc>
              <a:spcBef>
                <a:spcPts val="0"/>
              </a:spcBef>
              <a:spcAft>
                <a:spcPts val="0"/>
              </a:spcAft>
              <a:buNone/>
              <a:defRPr sz="1400"/>
            </a:lvl6pPr>
            <a:lvl7pPr lvl="6" rtl="0" algn="ctr">
              <a:lnSpc>
                <a:spcPct val="100000"/>
              </a:lnSpc>
              <a:spcBef>
                <a:spcPts val="0"/>
              </a:spcBef>
              <a:spcAft>
                <a:spcPts val="0"/>
              </a:spcAft>
              <a:buNone/>
              <a:defRPr sz="1400"/>
            </a:lvl7pPr>
            <a:lvl8pPr lvl="7" rtl="0" algn="ctr">
              <a:lnSpc>
                <a:spcPct val="100000"/>
              </a:lnSpc>
              <a:spcBef>
                <a:spcPts val="0"/>
              </a:spcBef>
              <a:spcAft>
                <a:spcPts val="0"/>
              </a:spcAft>
              <a:buNone/>
              <a:defRPr sz="1400"/>
            </a:lvl8pPr>
            <a:lvl9pPr lvl="8" rtl="0" algn="ctr">
              <a:lnSpc>
                <a:spcPct val="100000"/>
              </a:lnSpc>
              <a:spcBef>
                <a:spcPts val="0"/>
              </a:spcBef>
              <a:spcAft>
                <a:spcPts val="0"/>
              </a:spcAft>
              <a:buNone/>
              <a:defRPr sz="1400"/>
            </a:lvl9pPr>
          </a:lstStyle>
          <a:p/>
        </p:txBody>
      </p:sp>
      <p:sp>
        <p:nvSpPr>
          <p:cNvPr id="597" name="Google Shape;597;p20"/>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98" name="Google Shape;598;p20"/>
          <p:cNvSpPr/>
          <p:nvPr/>
        </p:nvSpPr>
        <p:spPr>
          <a:xfrm>
            <a:off x="5878875" y="298375"/>
            <a:ext cx="3038325" cy="293979"/>
          </a:xfrm>
          <a:custGeom>
            <a:rect b="b" l="l" r="r" t="t"/>
            <a:pathLst>
              <a:path extrusionOk="0" h="3413" w="121533">
                <a:moveTo>
                  <a:pt x="3294" y="2308"/>
                </a:moveTo>
                <a:cubicBezTo>
                  <a:pt x="8457" y="2208"/>
                  <a:pt x="15016" y="967"/>
                  <a:pt x="19888" y="1341"/>
                </a:cubicBezTo>
                <a:cubicBezTo>
                  <a:pt x="28034" y="1971"/>
                  <a:pt x="29758" y="137"/>
                  <a:pt x="36801" y="621"/>
                </a:cubicBezTo>
                <a:cubicBezTo>
                  <a:pt x="44966" y="1223"/>
                  <a:pt x="55457" y="1314"/>
                  <a:pt x="61551" y="1150"/>
                </a:cubicBezTo>
                <a:cubicBezTo>
                  <a:pt x="69068" y="958"/>
                  <a:pt x="74232" y="0"/>
                  <a:pt x="81439" y="767"/>
                </a:cubicBezTo>
                <a:cubicBezTo>
                  <a:pt x="84887" y="1150"/>
                  <a:pt x="81119" y="1825"/>
                  <a:pt x="90680" y="1104"/>
                </a:cubicBezTo>
                <a:cubicBezTo>
                  <a:pt x="94292" y="830"/>
                  <a:pt x="95688" y="812"/>
                  <a:pt x="99921" y="958"/>
                </a:cubicBezTo>
                <a:cubicBezTo>
                  <a:pt x="107119" y="1250"/>
                  <a:pt x="115576" y="1104"/>
                  <a:pt x="121533" y="1250"/>
                </a:cubicBezTo>
                <a:cubicBezTo>
                  <a:pt x="116679" y="1442"/>
                  <a:pt x="103515" y="1150"/>
                  <a:pt x="95378" y="1679"/>
                </a:cubicBezTo>
                <a:cubicBezTo>
                  <a:pt x="85352" y="2254"/>
                  <a:pt x="79559" y="2545"/>
                  <a:pt x="69378" y="2062"/>
                </a:cubicBezTo>
                <a:cubicBezTo>
                  <a:pt x="61396" y="1633"/>
                  <a:pt x="51680" y="1487"/>
                  <a:pt x="43534" y="1779"/>
                </a:cubicBezTo>
                <a:cubicBezTo>
                  <a:pt x="34767" y="2016"/>
                  <a:pt x="30069" y="3412"/>
                  <a:pt x="20672" y="2646"/>
                </a:cubicBezTo>
                <a:cubicBezTo>
                  <a:pt x="16448" y="2254"/>
                  <a:pt x="14879" y="2254"/>
                  <a:pt x="10656" y="2354"/>
                </a:cubicBezTo>
                <a:cubicBezTo>
                  <a:pt x="7837" y="2400"/>
                  <a:pt x="4388" y="2500"/>
                  <a:pt x="0" y="244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0"/>
          <p:cNvSpPr/>
          <p:nvPr/>
        </p:nvSpPr>
        <p:spPr>
          <a:xfrm flipH="1" rot="-2231248">
            <a:off x="7888443" y="388172"/>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600" name="Shape 600"/>
        <p:cNvGrpSpPr/>
        <p:nvPr/>
      </p:nvGrpSpPr>
      <p:grpSpPr>
        <a:xfrm>
          <a:off x="0" y="0"/>
          <a:ext cx="0" cy="0"/>
          <a:chOff x="0" y="0"/>
          <a:chExt cx="0" cy="0"/>
        </a:xfrm>
      </p:grpSpPr>
      <p:sp>
        <p:nvSpPr>
          <p:cNvPr id="601" name="Google Shape;601;p21"/>
          <p:cNvSpPr txBox="1"/>
          <p:nvPr>
            <p:ph hasCustomPrompt="1" type="title"/>
          </p:nvPr>
        </p:nvSpPr>
        <p:spPr>
          <a:xfrm>
            <a:off x="5283725" y="1709325"/>
            <a:ext cx="3098700" cy="6786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4800"/>
              <a:buNone/>
              <a:defRPr i="1" sz="39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02" name="Google Shape;602;p21"/>
          <p:cNvSpPr txBox="1"/>
          <p:nvPr>
            <p:ph hasCustomPrompt="1" idx="2" type="title"/>
          </p:nvPr>
        </p:nvSpPr>
        <p:spPr>
          <a:xfrm>
            <a:off x="3022650" y="539500"/>
            <a:ext cx="3098700" cy="6786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4800"/>
              <a:buNone/>
              <a:defRPr i="1" sz="39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03" name="Google Shape;603;p21"/>
          <p:cNvSpPr txBox="1"/>
          <p:nvPr>
            <p:ph hasCustomPrompt="1" idx="3" type="title"/>
          </p:nvPr>
        </p:nvSpPr>
        <p:spPr>
          <a:xfrm>
            <a:off x="713225" y="1709325"/>
            <a:ext cx="3098700" cy="6786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4800"/>
              <a:buNone/>
              <a:defRPr i="1" sz="39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04" name="Google Shape;604;p21"/>
          <p:cNvSpPr txBox="1"/>
          <p:nvPr>
            <p:ph idx="1" type="subTitle"/>
          </p:nvPr>
        </p:nvSpPr>
        <p:spPr>
          <a:xfrm>
            <a:off x="5283719" y="2387925"/>
            <a:ext cx="3098700" cy="411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4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605" name="Google Shape;605;p21"/>
          <p:cNvSpPr txBox="1"/>
          <p:nvPr>
            <p:ph idx="4" type="subTitle"/>
          </p:nvPr>
        </p:nvSpPr>
        <p:spPr>
          <a:xfrm>
            <a:off x="713219" y="2387925"/>
            <a:ext cx="3098700" cy="411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4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606" name="Google Shape;606;p21"/>
          <p:cNvSpPr txBox="1"/>
          <p:nvPr>
            <p:ph idx="5" type="subTitle"/>
          </p:nvPr>
        </p:nvSpPr>
        <p:spPr>
          <a:xfrm>
            <a:off x="3022644" y="1218100"/>
            <a:ext cx="3098700" cy="411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4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grpSp>
        <p:nvGrpSpPr>
          <p:cNvPr id="607" name="Google Shape;607;p21"/>
          <p:cNvGrpSpPr/>
          <p:nvPr/>
        </p:nvGrpSpPr>
        <p:grpSpPr>
          <a:xfrm>
            <a:off x="0" y="3082575"/>
            <a:ext cx="10239825" cy="1559525"/>
            <a:chOff x="0" y="3082575"/>
            <a:chExt cx="10239825" cy="1559525"/>
          </a:xfrm>
        </p:grpSpPr>
        <p:sp>
          <p:nvSpPr>
            <p:cNvPr id="608" name="Google Shape;608;p21"/>
            <p:cNvSpPr/>
            <p:nvPr/>
          </p:nvSpPr>
          <p:spPr>
            <a:xfrm flipH="1">
              <a:off x="4956100" y="3082575"/>
              <a:ext cx="5283725" cy="1559525"/>
            </a:xfrm>
            <a:custGeom>
              <a:rect b="b" l="l" r="r" t="t"/>
              <a:pathLst>
                <a:path extrusionOk="0" h="62381" w="211349">
                  <a:moveTo>
                    <a:pt x="203796" y="1"/>
                  </a:moveTo>
                  <a:lnTo>
                    <a:pt x="203796" y="10608"/>
                  </a:lnTo>
                  <a:lnTo>
                    <a:pt x="187321" y="10608"/>
                  </a:lnTo>
                  <a:lnTo>
                    <a:pt x="187321" y="58995"/>
                  </a:lnTo>
                  <a:lnTo>
                    <a:pt x="179392" y="58995"/>
                  </a:lnTo>
                  <a:lnTo>
                    <a:pt x="179392" y="25158"/>
                  </a:lnTo>
                  <a:lnTo>
                    <a:pt x="155664" y="25158"/>
                  </a:lnTo>
                  <a:lnTo>
                    <a:pt x="155664" y="37630"/>
                  </a:lnTo>
                  <a:lnTo>
                    <a:pt x="141145" y="37630"/>
                  </a:lnTo>
                  <a:lnTo>
                    <a:pt x="141145" y="54572"/>
                  </a:lnTo>
                  <a:lnTo>
                    <a:pt x="116425" y="54572"/>
                  </a:lnTo>
                  <a:lnTo>
                    <a:pt x="116425" y="37630"/>
                  </a:lnTo>
                  <a:lnTo>
                    <a:pt x="97768" y="37630"/>
                  </a:lnTo>
                  <a:lnTo>
                    <a:pt x="97768" y="48644"/>
                  </a:lnTo>
                  <a:lnTo>
                    <a:pt x="87552" y="48644"/>
                  </a:lnTo>
                  <a:lnTo>
                    <a:pt x="87552" y="32831"/>
                  </a:lnTo>
                  <a:lnTo>
                    <a:pt x="58544" y="32831"/>
                  </a:lnTo>
                  <a:lnTo>
                    <a:pt x="58544" y="48298"/>
                  </a:lnTo>
                  <a:lnTo>
                    <a:pt x="46838" y="48298"/>
                  </a:lnTo>
                  <a:lnTo>
                    <a:pt x="46838" y="60019"/>
                  </a:lnTo>
                  <a:lnTo>
                    <a:pt x="41061" y="60019"/>
                  </a:lnTo>
                  <a:lnTo>
                    <a:pt x="41061" y="21231"/>
                  </a:lnTo>
                  <a:lnTo>
                    <a:pt x="20117" y="21231"/>
                  </a:lnTo>
                  <a:lnTo>
                    <a:pt x="20117" y="51006"/>
                  </a:lnTo>
                  <a:lnTo>
                    <a:pt x="14309" y="51006"/>
                  </a:lnTo>
                  <a:lnTo>
                    <a:pt x="14309" y="42054"/>
                  </a:lnTo>
                  <a:lnTo>
                    <a:pt x="1" y="42054"/>
                  </a:lnTo>
                  <a:lnTo>
                    <a:pt x="1" y="61959"/>
                  </a:lnTo>
                  <a:lnTo>
                    <a:pt x="211349" y="62381"/>
                  </a:lnTo>
                  <a:lnTo>
                    <a:pt x="2113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1"/>
            <p:cNvSpPr/>
            <p:nvPr/>
          </p:nvSpPr>
          <p:spPr>
            <a:xfrm>
              <a:off x="0" y="3082575"/>
              <a:ext cx="5283725" cy="1559525"/>
            </a:xfrm>
            <a:custGeom>
              <a:rect b="b" l="l" r="r" t="t"/>
              <a:pathLst>
                <a:path extrusionOk="0" h="62381" w="211349">
                  <a:moveTo>
                    <a:pt x="203796" y="1"/>
                  </a:moveTo>
                  <a:lnTo>
                    <a:pt x="203796" y="10608"/>
                  </a:lnTo>
                  <a:lnTo>
                    <a:pt x="187321" y="10608"/>
                  </a:lnTo>
                  <a:lnTo>
                    <a:pt x="187321" y="58995"/>
                  </a:lnTo>
                  <a:lnTo>
                    <a:pt x="179392" y="58995"/>
                  </a:lnTo>
                  <a:lnTo>
                    <a:pt x="179392" y="25158"/>
                  </a:lnTo>
                  <a:lnTo>
                    <a:pt x="155664" y="25158"/>
                  </a:lnTo>
                  <a:lnTo>
                    <a:pt x="155664" y="37630"/>
                  </a:lnTo>
                  <a:lnTo>
                    <a:pt x="141145" y="37630"/>
                  </a:lnTo>
                  <a:lnTo>
                    <a:pt x="141145" y="54572"/>
                  </a:lnTo>
                  <a:lnTo>
                    <a:pt x="116425" y="54572"/>
                  </a:lnTo>
                  <a:lnTo>
                    <a:pt x="116425" y="37630"/>
                  </a:lnTo>
                  <a:lnTo>
                    <a:pt x="97768" y="37630"/>
                  </a:lnTo>
                  <a:lnTo>
                    <a:pt x="97768" y="48644"/>
                  </a:lnTo>
                  <a:lnTo>
                    <a:pt x="87552" y="48644"/>
                  </a:lnTo>
                  <a:lnTo>
                    <a:pt x="87552" y="32831"/>
                  </a:lnTo>
                  <a:lnTo>
                    <a:pt x="58544" y="32831"/>
                  </a:lnTo>
                  <a:lnTo>
                    <a:pt x="58544" y="48298"/>
                  </a:lnTo>
                  <a:lnTo>
                    <a:pt x="46838" y="48298"/>
                  </a:lnTo>
                  <a:lnTo>
                    <a:pt x="46838" y="60019"/>
                  </a:lnTo>
                  <a:lnTo>
                    <a:pt x="41061" y="60019"/>
                  </a:lnTo>
                  <a:lnTo>
                    <a:pt x="41061" y="21231"/>
                  </a:lnTo>
                  <a:lnTo>
                    <a:pt x="20117" y="21231"/>
                  </a:lnTo>
                  <a:lnTo>
                    <a:pt x="20117" y="51006"/>
                  </a:lnTo>
                  <a:lnTo>
                    <a:pt x="14309" y="51006"/>
                  </a:lnTo>
                  <a:lnTo>
                    <a:pt x="14309" y="42054"/>
                  </a:lnTo>
                  <a:lnTo>
                    <a:pt x="1" y="42054"/>
                  </a:lnTo>
                  <a:lnTo>
                    <a:pt x="1" y="61959"/>
                  </a:lnTo>
                  <a:lnTo>
                    <a:pt x="211349" y="62381"/>
                  </a:lnTo>
                  <a:lnTo>
                    <a:pt x="2113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 name="Google Shape;610;p21"/>
          <p:cNvGrpSpPr/>
          <p:nvPr/>
        </p:nvGrpSpPr>
        <p:grpSpPr>
          <a:xfrm>
            <a:off x="-93825" y="2947575"/>
            <a:ext cx="4603675" cy="1665225"/>
            <a:chOff x="-1985125" y="2575175"/>
            <a:chExt cx="4603675" cy="1665225"/>
          </a:xfrm>
        </p:grpSpPr>
        <p:grpSp>
          <p:nvGrpSpPr>
            <p:cNvPr id="611" name="Google Shape;611;p21"/>
            <p:cNvGrpSpPr/>
            <p:nvPr/>
          </p:nvGrpSpPr>
          <p:grpSpPr>
            <a:xfrm>
              <a:off x="-1985125" y="2976900"/>
              <a:ext cx="1045700" cy="1248450"/>
              <a:chOff x="1367675" y="2976900"/>
              <a:chExt cx="1045700" cy="1248450"/>
            </a:xfrm>
          </p:grpSpPr>
          <p:sp>
            <p:nvSpPr>
              <p:cNvPr id="612" name="Google Shape;612;p21"/>
              <p:cNvSpPr/>
              <p:nvPr/>
            </p:nvSpPr>
            <p:spPr>
              <a:xfrm>
                <a:off x="1367675" y="2976900"/>
                <a:ext cx="1045700" cy="527000"/>
              </a:xfrm>
              <a:custGeom>
                <a:rect b="b" l="l" r="r" t="t"/>
                <a:pathLst>
                  <a:path extrusionOk="0" h="21080" w="41828">
                    <a:moveTo>
                      <a:pt x="16145" y="1"/>
                    </a:moveTo>
                    <a:lnTo>
                      <a:pt x="12112" y="1896"/>
                    </a:lnTo>
                    <a:lnTo>
                      <a:pt x="13121" y="1"/>
                    </a:lnTo>
                    <a:lnTo>
                      <a:pt x="13121" y="1"/>
                    </a:lnTo>
                    <a:cubicBezTo>
                      <a:pt x="6606" y="226"/>
                      <a:pt x="4484" y="2017"/>
                      <a:pt x="4484" y="2017"/>
                    </a:cubicBezTo>
                    <a:lnTo>
                      <a:pt x="12112" y="4258"/>
                    </a:lnTo>
                    <a:lnTo>
                      <a:pt x="14354" y="3702"/>
                    </a:lnTo>
                    <a:lnTo>
                      <a:pt x="13677" y="4710"/>
                    </a:lnTo>
                    <a:lnTo>
                      <a:pt x="16822" y="5823"/>
                    </a:lnTo>
                    <a:lnTo>
                      <a:pt x="18943" y="4710"/>
                    </a:lnTo>
                    <a:lnTo>
                      <a:pt x="17830" y="6169"/>
                    </a:lnTo>
                    <a:lnTo>
                      <a:pt x="24224" y="8065"/>
                    </a:lnTo>
                    <a:cubicBezTo>
                      <a:pt x="24224" y="8065"/>
                      <a:pt x="17377" y="7147"/>
                      <a:pt x="12663" y="7147"/>
                    </a:cubicBezTo>
                    <a:cubicBezTo>
                      <a:pt x="11683" y="7147"/>
                      <a:pt x="10796" y="7187"/>
                      <a:pt x="10081" y="7283"/>
                    </a:cubicBezTo>
                    <a:cubicBezTo>
                      <a:pt x="5944" y="7839"/>
                      <a:pt x="1" y="15031"/>
                      <a:pt x="1" y="15031"/>
                    </a:cubicBezTo>
                    <a:lnTo>
                      <a:pt x="4033" y="13451"/>
                    </a:lnTo>
                    <a:lnTo>
                      <a:pt x="6500" y="11210"/>
                    </a:lnTo>
                    <a:lnTo>
                      <a:pt x="5944" y="13120"/>
                    </a:lnTo>
                    <a:lnTo>
                      <a:pt x="8848" y="12774"/>
                    </a:lnTo>
                    <a:lnTo>
                      <a:pt x="10758" y="10533"/>
                    </a:lnTo>
                    <a:lnTo>
                      <a:pt x="9750" y="12564"/>
                    </a:lnTo>
                    <a:lnTo>
                      <a:pt x="11766" y="12112"/>
                    </a:lnTo>
                    <a:lnTo>
                      <a:pt x="12443" y="10653"/>
                    </a:lnTo>
                    <a:lnTo>
                      <a:pt x="12443" y="11992"/>
                    </a:lnTo>
                    <a:lnTo>
                      <a:pt x="18492" y="10533"/>
                    </a:lnTo>
                    <a:lnTo>
                      <a:pt x="19169" y="8863"/>
                    </a:lnTo>
                    <a:lnTo>
                      <a:pt x="19395" y="10096"/>
                    </a:lnTo>
                    <a:lnTo>
                      <a:pt x="22991" y="9645"/>
                    </a:lnTo>
                    <a:lnTo>
                      <a:pt x="22991" y="9645"/>
                    </a:lnTo>
                    <a:cubicBezTo>
                      <a:pt x="14234" y="11887"/>
                      <a:pt x="10758" y="19395"/>
                      <a:pt x="10758" y="19395"/>
                    </a:cubicBezTo>
                    <a:lnTo>
                      <a:pt x="16822" y="16265"/>
                    </a:lnTo>
                    <a:cubicBezTo>
                      <a:pt x="16927" y="14806"/>
                      <a:pt x="18056" y="13000"/>
                      <a:pt x="18056" y="13000"/>
                    </a:cubicBezTo>
                    <a:lnTo>
                      <a:pt x="18056" y="15362"/>
                    </a:lnTo>
                    <a:lnTo>
                      <a:pt x="19500" y="14354"/>
                    </a:lnTo>
                    <a:lnTo>
                      <a:pt x="20523" y="11992"/>
                    </a:lnTo>
                    <a:lnTo>
                      <a:pt x="20523" y="13346"/>
                    </a:lnTo>
                    <a:lnTo>
                      <a:pt x="24224" y="10653"/>
                    </a:lnTo>
                    <a:lnTo>
                      <a:pt x="26571" y="13346"/>
                    </a:lnTo>
                    <a:lnTo>
                      <a:pt x="27128" y="12338"/>
                    </a:lnTo>
                    <a:lnTo>
                      <a:pt x="27249" y="14460"/>
                    </a:lnTo>
                    <a:lnTo>
                      <a:pt x="29039" y="17047"/>
                    </a:lnTo>
                    <a:lnTo>
                      <a:pt x="29821" y="16370"/>
                    </a:lnTo>
                    <a:lnTo>
                      <a:pt x="29716" y="17935"/>
                    </a:lnTo>
                    <a:lnTo>
                      <a:pt x="31958" y="21080"/>
                    </a:lnTo>
                    <a:lnTo>
                      <a:pt x="32063" y="15588"/>
                    </a:lnTo>
                    <a:cubicBezTo>
                      <a:pt x="32063" y="14911"/>
                      <a:pt x="30167" y="14354"/>
                      <a:pt x="30167" y="14354"/>
                    </a:cubicBezTo>
                    <a:lnTo>
                      <a:pt x="31401" y="14129"/>
                    </a:lnTo>
                    <a:cubicBezTo>
                      <a:pt x="29490" y="10984"/>
                      <a:pt x="26797" y="10427"/>
                      <a:pt x="26797" y="10427"/>
                    </a:cubicBezTo>
                    <a:cubicBezTo>
                      <a:pt x="27070" y="10395"/>
                      <a:pt x="27320" y="10381"/>
                      <a:pt x="27548" y="10381"/>
                    </a:cubicBezTo>
                    <a:cubicBezTo>
                      <a:pt x="28916" y="10381"/>
                      <a:pt x="29490" y="10879"/>
                      <a:pt x="29490" y="10879"/>
                    </a:cubicBezTo>
                    <a:lnTo>
                      <a:pt x="29821" y="10202"/>
                    </a:lnTo>
                    <a:lnTo>
                      <a:pt x="30604" y="10879"/>
                    </a:lnTo>
                    <a:lnTo>
                      <a:pt x="32409" y="11541"/>
                    </a:lnTo>
                    <a:lnTo>
                      <a:pt x="32409" y="11541"/>
                    </a:lnTo>
                    <a:lnTo>
                      <a:pt x="32184" y="9690"/>
                    </a:lnTo>
                    <a:lnTo>
                      <a:pt x="33192" y="11661"/>
                    </a:lnTo>
                    <a:lnTo>
                      <a:pt x="35208" y="11992"/>
                    </a:lnTo>
                    <a:lnTo>
                      <a:pt x="34756" y="9690"/>
                    </a:lnTo>
                    <a:lnTo>
                      <a:pt x="36216" y="12338"/>
                    </a:lnTo>
                    <a:lnTo>
                      <a:pt x="40022" y="13903"/>
                    </a:lnTo>
                    <a:cubicBezTo>
                      <a:pt x="39691" y="11766"/>
                      <a:pt x="36998" y="8742"/>
                      <a:pt x="36998" y="8742"/>
                    </a:cubicBezTo>
                    <a:lnTo>
                      <a:pt x="34982" y="8637"/>
                    </a:lnTo>
                    <a:lnTo>
                      <a:pt x="35885" y="7403"/>
                    </a:lnTo>
                    <a:cubicBezTo>
                      <a:pt x="35054" y="7247"/>
                      <a:pt x="34183" y="7184"/>
                      <a:pt x="33322" y="7184"/>
                    </a:cubicBezTo>
                    <a:cubicBezTo>
                      <a:pt x="29874" y="7184"/>
                      <a:pt x="26571" y="8185"/>
                      <a:pt x="26571" y="8185"/>
                    </a:cubicBezTo>
                    <a:lnTo>
                      <a:pt x="33523" y="5944"/>
                    </a:lnTo>
                    <a:lnTo>
                      <a:pt x="33192" y="4815"/>
                    </a:lnTo>
                    <a:lnTo>
                      <a:pt x="33192" y="4815"/>
                    </a:lnTo>
                    <a:lnTo>
                      <a:pt x="35208" y="5718"/>
                    </a:lnTo>
                    <a:lnTo>
                      <a:pt x="41828" y="6952"/>
                    </a:lnTo>
                    <a:lnTo>
                      <a:pt x="37344" y="3356"/>
                    </a:lnTo>
                    <a:lnTo>
                      <a:pt x="34982" y="3927"/>
                    </a:lnTo>
                    <a:lnTo>
                      <a:pt x="35990" y="2799"/>
                    </a:lnTo>
                    <a:cubicBezTo>
                      <a:pt x="35990" y="2799"/>
                      <a:pt x="35208" y="2348"/>
                      <a:pt x="32966" y="2242"/>
                    </a:cubicBezTo>
                    <a:cubicBezTo>
                      <a:pt x="32941" y="2241"/>
                      <a:pt x="32916" y="2240"/>
                      <a:pt x="32891" y="2240"/>
                    </a:cubicBezTo>
                    <a:cubicBezTo>
                      <a:pt x="30621" y="2240"/>
                      <a:pt x="26015" y="7508"/>
                      <a:pt x="26015" y="7508"/>
                    </a:cubicBezTo>
                    <a:cubicBezTo>
                      <a:pt x="26015" y="7508"/>
                      <a:pt x="26015" y="5718"/>
                      <a:pt x="25563" y="4153"/>
                    </a:cubicBezTo>
                    <a:cubicBezTo>
                      <a:pt x="25112" y="2573"/>
                      <a:pt x="22991" y="1686"/>
                      <a:pt x="22991" y="1686"/>
                    </a:cubicBezTo>
                    <a:lnTo>
                      <a:pt x="22991" y="1686"/>
                    </a:lnTo>
                    <a:lnTo>
                      <a:pt x="24224" y="6952"/>
                    </a:lnTo>
                    <a:cubicBezTo>
                      <a:pt x="23322" y="4936"/>
                      <a:pt x="21636" y="3250"/>
                      <a:pt x="21636" y="3250"/>
                    </a:cubicBezTo>
                    <a:lnTo>
                      <a:pt x="19064" y="2919"/>
                    </a:lnTo>
                    <a:lnTo>
                      <a:pt x="20177" y="2468"/>
                    </a:lnTo>
                    <a:cubicBezTo>
                      <a:pt x="18943" y="1114"/>
                      <a:pt x="16145" y="1"/>
                      <a:pt x="16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1"/>
              <p:cNvSpPr/>
              <p:nvPr/>
            </p:nvSpPr>
            <p:spPr>
              <a:xfrm>
                <a:off x="1687025" y="3243200"/>
                <a:ext cx="286275" cy="982150"/>
              </a:xfrm>
              <a:custGeom>
                <a:rect b="b" l="l" r="r" t="t"/>
                <a:pathLst>
                  <a:path extrusionOk="0" h="39286" w="11451">
                    <a:moveTo>
                      <a:pt x="11450" y="1"/>
                    </a:moveTo>
                    <a:cubicBezTo>
                      <a:pt x="11450" y="2"/>
                      <a:pt x="1926" y="12369"/>
                      <a:pt x="0" y="39285"/>
                    </a:cubicBezTo>
                    <a:lnTo>
                      <a:pt x="3912" y="39285"/>
                    </a:lnTo>
                    <a:cubicBezTo>
                      <a:pt x="3912" y="39285"/>
                      <a:pt x="1881" y="19275"/>
                      <a:pt x="114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 name="Google Shape;614;p21"/>
            <p:cNvGrpSpPr/>
            <p:nvPr/>
          </p:nvGrpSpPr>
          <p:grpSpPr>
            <a:xfrm>
              <a:off x="-217625" y="3328600"/>
              <a:ext cx="748175" cy="893000"/>
              <a:chOff x="-217625" y="3328600"/>
              <a:chExt cx="748175" cy="893000"/>
            </a:xfrm>
          </p:grpSpPr>
          <p:sp>
            <p:nvSpPr>
              <p:cNvPr id="615" name="Google Shape;615;p21"/>
              <p:cNvSpPr/>
              <p:nvPr/>
            </p:nvSpPr>
            <p:spPr>
              <a:xfrm>
                <a:off x="-217625" y="3328600"/>
                <a:ext cx="748175" cy="376925"/>
              </a:xfrm>
              <a:custGeom>
                <a:rect b="b" l="l" r="r" t="t"/>
                <a:pathLst>
                  <a:path extrusionOk="0" h="15077" w="29927">
                    <a:moveTo>
                      <a:pt x="11556" y="0"/>
                    </a:moveTo>
                    <a:lnTo>
                      <a:pt x="8667" y="1370"/>
                    </a:lnTo>
                    <a:lnTo>
                      <a:pt x="9389" y="0"/>
                    </a:lnTo>
                    <a:lnTo>
                      <a:pt x="9389" y="0"/>
                    </a:lnTo>
                    <a:cubicBezTo>
                      <a:pt x="4740" y="166"/>
                      <a:pt x="3221" y="1445"/>
                      <a:pt x="3221" y="1445"/>
                    </a:cubicBezTo>
                    <a:lnTo>
                      <a:pt x="8667" y="3055"/>
                    </a:lnTo>
                    <a:lnTo>
                      <a:pt x="10277" y="2648"/>
                    </a:lnTo>
                    <a:lnTo>
                      <a:pt x="10277" y="2648"/>
                    </a:lnTo>
                    <a:lnTo>
                      <a:pt x="9796" y="3371"/>
                    </a:lnTo>
                    <a:lnTo>
                      <a:pt x="12037" y="4183"/>
                    </a:lnTo>
                    <a:lnTo>
                      <a:pt x="13557" y="3371"/>
                    </a:lnTo>
                    <a:lnTo>
                      <a:pt x="12760" y="4424"/>
                    </a:lnTo>
                    <a:lnTo>
                      <a:pt x="17334" y="5778"/>
                    </a:lnTo>
                    <a:cubicBezTo>
                      <a:pt x="17334" y="5778"/>
                      <a:pt x="12460" y="5121"/>
                      <a:pt x="9093" y="5121"/>
                    </a:cubicBezTo>
                    <a:cubicBezTo>
                      <a:pt x="8382" y="5121"/>
                      <a:pt x="7739" y="5150"/>
                      <a:pt x="7223" y="5221"/>
                    </a:cubicBezTo>
                    <a:cubicBezTo>
                      <a:pt x="4259" y="5627"/>
                      <a:pt x="1" y="10758"/>
                      <a:pt x="1" y="10758"/>
                    </a:cubicBezTo>
                    <a:lnTo>
                      <a:pt x="2890" y="9630"/>
                    </a:lnTo>
                    <a:lnTo>
                      <a:pt x="4665" y="8020"/>
                    </a:lnTo>
                    <a:lnTo>
                      <a:pt x="4259" y="9389"/>
                    </a:lnTo>
                    <a:lnTo>
                      <a:pt x="6350" y="9148"/>
                    </a:lnTo>
                    <a:lnTo>
                      <a:pt x="7704" y="7538"/>
                    </a:lnTo>
                    <a:lnTo>
                      <a:pt x="6982" y="8983"/>
                    </a:lnTo>
                    <a:lnTo>
                      <a:pt x="8426" y="8667"/>
                    </a:lnTo>
                    <a:lnTo>
                      <a:pt x="8908" y="7629"/>
                    </a:lnTo>
                    <a:lnTo>
                      <a:pt x="8908" y="8591"/>
                    </a:lnTo>
                    <a:lnTo>
                      <a:pt x="13241" y="7538"/>
                    </a:lnTo>
                    <a:lnTo>
                      <a:pt x="13723" y="6350"/>
                    </a:lnTo>
                    <a:lnTo>
                      <a:pt x="13888" y="7222"/>
                    </a:lnTo>
                    <a:lnTo>
                      <a:pt x="16446" y="6906"/>
                    </a:lnTo>
                    <a:lnTo>
                      <a:pt x="16446" y="6906"/>
                    </a:lnTo>
                    <a:cubicBezTo>
                      <a:pt x="10187" y="8501"/>
                      <a:pt x="7704" y="13888"/>
                      <a:pt x="7704" y="13888"/>
                    </a:cubicBezTo>
                    <a:lnTo>
                      <a:pt x="12037" y="11631"/>
                    </a:lnTo>
                    <a:cubicBezTo>
                      <a:pt x="12113" y="10593"/>
                      <a:pt x="12925" y="9314"/>
                      <a:pt x="12925" y="9314"/>
                    </a:cubicBezTo>
                    <a:lnTo>
                      <a:pt x="12925" y="10999"/>
                    </a:lnTo>
                    <a:lnTo>
                      <a:pt x="13963" y="10277"/>
                    </a:lnTo>
                    <a:lnTo>
                      <a:pt x="14686" y="8591"/>
                    </a:lnTo>
                    <a:lnTo>
                      <a:pt x="14686" y="9554"/>
                    </a:lnTo>
                    <a:lnTo>
                      <a:pt x="17334" y="7629"/>
                    </a:lnTo>
                    <a:lnTo>
                      <a:pt x="19019" y="9554"/>
                    </a:lnTo>
                    <a:lnTo>
                      <a:pt x="19410" y="8832"/>
                    </a:lnTo>
                    <a:lnTo>
                      <a:pt x="19500" y="10352"/>
                    </a:lnTo>
                    <a:lnTo>
                      <a:pt x="20779" y="12202"/>
                    </a:lnTo>
                    <a:lnTo>
                      <a:pt x="21336" y="11721"/>
                    </a:lnTo>
                    <a:lnTo>
                      <a:pt x="21261" y="12834"/>
                    </a:lnTo>
                    <a:lnTo>
                      <a:pt x="22855" y="15076"/>
                    </a:lnTo>
                    <a:lnTo>
                      <a:pt x="22946" y="11149"/>
                    </a:lnTo>
                    <a:cubicBezTo>
                      <a:pt x="22946" y="10668"/>
                      <a:pt x="21577" y="10277"/>
                      <a:pt x="21577" y="10277"/>
                    </a:cubicBezTo>
                    <a:lnTo>
                      <a:pt x="22464" y="10111"/>
                    </a:lnTo>
                    <a:cubicBezTo>
                      <a:pt x="21095" y="7869"/>
                      <a:pt x="19169" y="7463"/>
                      <a:pt x="19169" y="7463"/>
                    </a:cubicBezTo>
                    <a:cubicBezTo>
                      <a:pt x="19370" y="7439"/>
                      <a:pt x="19553" y="7428"/>
                      <a:pt x="19720" y="7428"/>
                    </a:cubicBezTo>
                    <a:cubicBezTo>
                      <a:pt x="20690" y="7428"/>
                      <a:pt x="21095" y="7779"/>
                      <a:pt x="21095" y="7779"/>
                    </a:cubicBezTo>
                    <a:lnTo>
                      <a:pt x="21336" y="7298"/>
                    </a:lnTo>
                    <a:lnTo>
                      <a:pt x="21908" y="7779"/>
                    </a:lnTo>
                    <a:lnTo>
                      <a:pt x="23186" y="8260"/>
                    </a:lnTo>
                    <a:lnTo>
                      <a:pt x="23021" y="6936"/>
                    </a:lnTo>
                    <a:lnTo>
                      <a:pt x="23743" y="8351"/>
                    </a:lnTo>
                    <a:lnTo>
                      <a:pt x="25188" y="8591"/>
                    </a:lnTo>
                    <a:lnTo>
                      <a:pt x="24872" y="6936"/>
                    </a:lnTo>
                    <a:lnTo>
                      <a:pt x="24872" y="6936"/>
                    </a:lnTo>
                    <a:lnTo>
                      <a:pt x="25910" y="8832"/>
                    </a:lnTo>
                    <a:lnTo>
                      <a:pt x="28633" y="9946"/>
                    </a:lnTo>
                    <a:cubicBezTo>
                      <a:pt x="28392" y="8426"/>
                      <a:pt x="26466" y="6259"/>
                      <a:pt x="26466" y="6259"/>
                    </a:cubicBezTo>
                    <a:lnTo>
                      <a:pt x="25022" y="6184"/>
                    </a:lnTo>
                    <a:lnTo>
                      <a:pt x="25669" y="5296"/>
                    </a:lnTo>
                    <a:cubicBezTo>
                      <a:pt x="25083" y="5186"/>
                      <a:pt x="24468" y="5142"/>
                      <a:pt x="23859" y="5142"/>
                    </a:cubicBezTo>
                    <a:cubicBezTo>
                      <a:pt x="21391" y="5142"/>
                      <a:pt x="19019" y="5868"/>
                      <a:pt x="19019" y="5868"/>
                    </a:cubicBezTo>
                    <a:lnTo>
                      <a:pt x="23984" y="4258"/>
                    </a:lnTo>
                    <a:lnTo>
                      <a:pt x="23743" y="3461"/>
                    </a:lnTo>
                    <a:lnTo>
                      <a:pt x="25188" y="4093"/>
                    </a:lnTo>
                    <a:lnTo>
                      <a:pt x="29927" y="4980"/>
                    </a:lnTo>
                    <a:lnTo>
                      <a:pt x="26707" y="2408"/>
                    </a:lnTo>
                    <a:lnTo>
                      <a:pt x="25022" y="2814"/>
                    </a:lnTo>
                    <a:lnTo>
                      <a:pt x="25744" y="2016"/>
                    </a:lnTo>
                    <a:cubicBezTo>
                      <a:pt x="25744" y="2016"/>
                      <a:pt x="25188" y="1685"/>
                      <a:pt x="23578" y="1610"/>
                    </a:cubicBezTo>
                    <a:cubicBezTo>
                      <a:pt x="23562" y="1610"/>
                      <a:pt x="23547" y="1609"/>
                      <a:pt x="23531" y="1609"/>
                    </a:cubicBezTo>
                    <a:cubicBezTo>
                      <a:pt x="21918" y="1609"/>
                      <a:pt x="18612" y="5387"/>
                      <a:pt x="18612" y="5387"/>
                    </a:cubicBezTo>
                    <a:cubicBezTo>
                      <a:pt x="18612" y="5387"/>
                      <a:pt x="18612" y="4093"/>
                      <a:pt x="18297" y="2979"/>
                    </a:cubicBezTo>
                    <a:cubicBezTo>
                      <a:pt x="17966" y="1851"/>
                      <a:pt x="16446" y="1204"/>
                      <a:pt x="16446" y="1204"/>
                    </a:cubicBezTo>
                    <a:lnTo>
                      <a:pt x="16446" y="1204"/>
                    </a:lnTo>
                    <a:lnTo>
                      <a:pt x="17334" y="4980"/>
                    </a:lnTo>
                    <a:cubicBezTo>
                      <a:pt x="16687" y="3536"/>
                      <a:pt x="15483" y="2332"/>
                      <a:pt x="15483" y="2332"/>
                    </a:cubicBezTo>
                    <a:lnTo>
                      <a:pt x="13647" y="2092"/>
                    </a:lnTo>
                    <a:lnTo>
                      <a:pt x="14445" y="1776"/>
                    </a:lnTo>
                    <a:cubicBezTo>
                      <a:pt x="13557" y="813"/>
                      <a:pt x="11556" y="0"/>
                      <a:pt x="115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1"/>
              <p:cNvSpPr/>
              <p:nvPr/>
            </p:nvSpPr>
            <p:spPr>
              <a:xfrm>
                <a:off x="11075" y="3519300"/>
                <a:ext cx="204650" cy="702300"/>
              </a:xfrm>
              <a:custGeom>
                <a:rect b="b" l="l" r="r" t="t"/>
                <a:pathLst>
                  <a:path extrusionOk="0" h="28092" w="8186">
                    <a:moveTo>
                      <a:pt x="8186" y="1"/>
                    </a:moveTo>
                    <a:cubicBezTo>
                      <a:pt x="8185" y="1"/>
                      <a:pt x="1385" y="8848"/>
                      <a:pt x="1" y="28091"/>
                    </a:cubicBezTo>
                    <a:lnTo>
                      <a:pt x="2799" y="28091"/>
                    </a:lnTo>
                    <a:cubicBezTo>
                      <a:pt x="2799" y="28091"/>
                      <a:pt x="1340" y="13782"/>
                      <a:pt x="8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21"/>
            <p:cNvGrpSpPr/>
            <p:nvPr/>
          </p:nvGrpSpPr>
          <p:grpSpPr>
            <a:xfrm>
              <a:off x="1572825" y="3497475"/>
              <a:ext cx="1045725" cy="738775"/>
              <a:chOff x="1572825" y="3497475"/>
              <a:chExt cx="1045725" cy="738775"/>
            </a:xfrm>
          </p:grpSpPr>
          <p:sp>
            <p:nvSpPr>
              <p:cNvPr id="618" name="Google Shape;618;p21"/>
              <p:cNvSpPr/>
              <p:nvPr/>
            </p:nvSpPr>
            <p:spPr>
              <a:xfrm>
                <a:off x="1572825" y="3497475"/>
                <a:ext cx="1045725" cy="527025"/>
              </a:xfrm>
              <a:custGeom>
                <a:rect b="b" l="l" r="r" t="t"/>
                <a:pathLst>
                  <a:path extrusionOk="0" h="21081" w="41829">
                    <a:moveTo>
                      <a:pt x="16160" y="1"/>
                    </a:moveTo>
                    <a:lnTo>
                      <a:pt x="12113" y="1912"/>
                    </a:lnTo>
                    <a:lnTo>
                      <a:pt x="13121" y="1"/>
                    </a:lnTo>
                    <a:lnTo>
                      <a:pt x="13121" y="1"/>
                    </a:lnTo>
                    <a:cubicBezTo>
                      <a:pt x="6621" y="227"/>
                      <a:pt x="4485" y="2017"/>
                      <a:pt x="4485" y="2017"/>
                    </a:cubicBezTo>
                    <a:lnTo>
                      <a:pt x="12113" y="4259"/>
                    </a:lnTo>
                    <a:lnTo>
                      <a:pt x="14355" y="3702"/>
                    </a:lnTo>
                    <a:lnTo>
                      <a:pt x="14355" y="3702"/>
                    </a:lnTo>
                    <a:lnTo>
                      <a:pt x="13693" y="4710"/>
                    </a:lnTo>
                    <a:lnTo>
                      <a:pt x="16822" y="5839"/>
                    </a:lnTo>
                    <a:lnTo>
                      <a:pt x="18959" y="4710"/>
                    </a:lnTo>
                    <a:lnTo>
                      <a:pt x="18959" y="4710"/>
                    </a:lnTo>
                    <a:lnTo>
                      <a:pt x="17830" y="6170"/>
                    </a:lnTo>
                    <a:lnTo>
                      <a:pt x="24225" y="8080"/>
                    </a:lnTo>
                    <a:cubicBezTo>
                      <a:pt x="24225" y="8080"/>
                      <a:pt x="17424" y="7157"/>
                      <a:pt x="12715" y="7157"/>
                    </a:cubicBezTo>
                    <a:cubicBezTo>
                      <a:pt x="11721" y="7157"/>
                      <a:pt x="10820" y="7198"/>
                      <a:pt x="10097" y="7298"/>
                    </a:cubicBezTo>
                    <a:cubicBezTo>
                      <a:pt x="5944" y="7855"/>
                      <a:pt x="1" y="15032"/>
                      <a:pt x="1" y="15032"/>
                    </a:cubicBezTo>
                    <a:lnTo>
                      <a:pt x="4048" y="13467"/>
                    </a:lnTo>
                    <a:lnTo>
                      <a:pt x="6516" y="11225"/>
                    </a:lnTo>
                    <a:lnTo>
                      <a:pt x="5944" y="13121"/>
                    </a:lnTo>
                    <a:lnTo>
                      <a:pt x="8863" y="12790"/>
                    </a:lnTo>
                    <a:lnTo>
                      <a:pt x="10774" y="10548"/>
                    </a:lnTo>
                    <a:lnTo>
                      <a:pt x="9766" y="12564"/>
                    </a:lnTo>
                    <a:lnTo>
                      <a:pt x="9766" y="12564"/>
                    </a:lnTo>
                    <a:lnTo>
                      <a:pt x="11782" y="12113"/>
                    </a:lnTo>
                    <a:lnTo>
                      <a:pt x="12459" y="10653"/>
                    </a:lnTo>
                    <a:lnTo>
                      <a:pt x="12459" y="12007"/>
                    </a:lnTo>
                    <a:lnTo>
                      <a:pt x="18507" y="10548"/>
                    </a:lnTo>
                    <a:lnTo>
                      <a:pt x="19184" y="8863"/>
                    </a:lnTo>
                    <a:lnTo>
                      <a:pt x="19410" y="10097"/>
                    </a:lnTo>
                    <a:lnTo>
                      <a:pt x="22991" y="9645"/>
                    </a:lnTo>
                    <a:lnTo>
                      <a:pt x="22991" y="9645"/>
                    </a:lnTo>
                    <a:cubicBezTo>
                      <a:pt x="14249" y="11887"/>
                      <a:pt x="10774" y="19410"/>
                      <a:pt x="10774" y="19410"/>
                    </a:cubicBezTo>
                    <a:lnTo>
                      <a:pt x="16822" y="16265"/>
                    </a:lnTo>
                    <a:cubicBezTo>
                      <a:pt x="16942" y="14806"/>
                      <a:pt x="18056" y="13016"/>
                      <a:pt x="18056" y="13016"/>
                    </a:cubicBezTo>
                    <a:lnTo>
                      <a:pt x="18056" y="15363"/>
                    </a:lnTo>
                    <a:lnTo>
                      <a:pt x="19515" y="14355"/>
                    </a:lnTo>
                    <a:lnTo>
                      <a:pt x="20523" y="12007"/>
                    </a:lnTo>
                    <a:lnTo>
                      <a:pt x="20523" y="13347"/>
                    </a:lnTo>
                    <a:lnTo>
                      <a:pt x="24225" y="10653"/>
                    </a:lnTo>
                    <a:lnTo>
                      <a:pt x="26587" y="13347"/>
                    </a:lnTo>
                    <a:lnTo>
                      <a:pt x="27144" y="12338"/>
                    </a:lnTo>
                    <a:lnTo>
                      <a:pt x="27264" y="14475"/>
                    </a:lnTo>
                    <a:lnTo>
                      <a:pt x="29054" y="17048"/>
                    </a:lnTo>
                    <a:lnTo>
                      <a:pt x="29837" y="16371"/>
                    </a:lnTo>
                    <a:lnTo>
                      <a:pt x="29716" y="17951"/>
                    </a:lnTo>
                    <a:lnTo>
                      <a:pt x="31973" y="21080"/>
                    </a:lnTo>
                    <a:lnTo>
                      <a:pt x="32079" y="15588"/>
                    </a:lnTo>
                    <a:cubicBezTo>
                      <a:pt x="32079" y="14926"/>
                      <a:pt x="30168" y="14355"/>
                      <a:pt x="30168" y="14355"/>
                    </a:cubicBezTo>
                    <a:lnTo>
                      <a:pt x="31401" y="14129"/>
                    </a:lnTo>
                    <a:cubicBezTo>
                      <a:pt x="29506" y="10999"/>
                      <a:pt x="26813" y="10428"/>
                      <a:pt x="26813" y="10428"/>
                    </a:cubicBezTo>
                    <a:cubicBezTo>
                      <a:pt x="27083" y="10395"/>
                      <a:pt x="27332" y="10382"/>
                      <a:pt x="27559" y="10382"/>
                    </a:cubicBezTo>
                    <a:cubicBezTo>
                      <a:pt x="28920" y="10382"/>
                      <a:pt x="29506" y="10879"/>
                      <a:pt x="29506" y="10879"/>
                    </a:cubicBezTo>
                    <a:lnTo>
                      <a:pt x="29837" y="10202"/>
                    </a:lnTo>
                    <a:lnTo>
                      <a:pt x="30619" y="10879"/>
                    </a:lnTo>
                    <a:lnTo>
                      <a:pt x="32410" y="11556"/>
                    </a:lnTo>
                    <a:lnTo>
                      <a:pt x="32410" y="11556"/>
                    </a:lnTo>
                    <a:lnTo>
                      <a:pt x="32184" y="9705"/>
                    </a:lnTo>
                    <a:lnTo>
                      <a:pt x="33207" y="11661"/>
                    </a:lnTo>
                    <a:lnTo>
                      <a:pt x="35223" y="12007"/>
                    </a:lnTo>
                    <a:lnTo>
                      <a:pt x="34772" y="9705"/>
                    </a:lnTo>
                    <a:lnTo>
                      <a:pt x="36231" y="12338"/>
                    </a:lnTo>
                    <a:lnTo>
                      <a:pt x="40038" y="13903"/>
                    </a:lnTo>
                    <a:cubicBezTo>
                      <a:pt x="39707" y="11782"/>
                      <a:pt x="37014" y="8758"/>
                      <a:pt x="37014" y="8758"/>
                    </a:cubicBezTo>
                    <a:lnTo>
                      <a:pt x="34997" y="8637"/>
                    </a:lnTo>
                    <a:lnTo>
                      <a:pt x="35885" y="7403"/>
                    </a:lnTo>
                    <a:cubicBezTo>
                      <a:pt x="35058" y="7247"/>
                      <a:pt x="34189" y="7184"/>
                      <a:pt x="33329" y="7184"/>
                    </a:cubicBezTo>
                    <a:cubicBezTo>
                      <a:pt x="29890" y="7184"/>
                      <a:pt x="26587" y="8186"/>
                      <a:pt x="26587" y="8186"/>
                    </a:cubicBezTo>
                    <a:lnTo>
                      <a:pt x="33538" y="5944"/>
                    </a:lnTo>
                    <a:lnTo>
                      <a:pt x="33207" y="4831"/>
                    </a:lnTo>
                    <a:lnTo>
                      <a:pt x="35223" y="5718"/>
                    </a:lnTo>
                    <a:lnTo>
                      <a:pt x="41828" y="6952"/>
                    </a:lnTo>
                    <a:lnTo>
                      <a:pt x="37345" y="3371"/>
                    </a:lnTo>
                    <a:lnTo>
                      <a:pt x="34997" y="3928"/>
                    </a:lnTo>
                    <a:lnTo>
                      <a:pt x="34997" y="3928"/>
                    </a:lnTo>
                    <a:lnTo>
                      <a:pt x="36005" y="2814"/>
                    </a:lnTo>
                    <a:cubicBezTo>
                      <a:pt x="36005" y="2814"/>
                      <a:pt x="35223" y="2363"/>
                      <a:pt x="32981" y="2243"/>
                    </a:cubicBezTo>
                    <a:cubicBezTo>
                      <a:pt x="32960" y="2242"/>
                      <a:pt x="32938" y="2241"/>
                      <a:pt x="32915" y="2241"/>
                    </a:cubicBezTo>
                    <a:cubicBezTo>
                      <a:pt x="30649" y="2241"/>
                      <a:pt x="26030" y="7524"/>
                      <a:pt x="26030" y="7524"/>
                    </a:cubicBezTo>
                    <a:cubicBezTo>
                      <a:pt x="26030" y="7524"/>
                      <a:pt x="26030" y="5718"/>
                      <a:pt x="25579" y="4154"/>
                    </a:cubicBezTo>
                    <a:cubicBezTo>
                      <a:pt x="25127" y="2589"/>
                      <a:pt x="22991" y="1686"/>
                      <a:pt x="22991" y="1686"/>
                    </a:cubicBezTo>
                    <a:lnTo>
                      <a:pt x="22991" y="1686"/>
                    </a:lnTo>
                    <a:lnTo>
                      <a:pt x="24225" y="6952"/>
                    </a:lnTo>
                    <a:cubicBezTo>
                      <a:pt x="23337" y="4936"/>
                      <a:pt x="21652" y="3251"/>
                      <a:pt x="21652" y="3251"/>
                    </a:cubicBezTo>
                    <a:lnTo>
                      <a:pt x="19064" y="2920"/>
                    </a:lnTo>
                    <a:lnTo>
                      <a:pt x="20192" y="2468"/>
                    </a:lnTo>
                    <a:cubicBezTo>
                      <a:pt x="18959" y="1129"/>
                      <a:pt x="16160" y="1"/>
                      <a:pt x="161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1"/>
              <p:cNvSpPr/>
              <p:nvPr/>
            </p:nvSpPr>
            <p:spPr>
              <a:xfrm>
                <a:off x="1976050" y="3763800"/>
                <a:ext cx="202400" cy="472450"/>
              </a:xfrm>
              <a:custGeom>
                <a:rect b="b" l="l" r="r" t="t"/>
                <a:pathLst>
                  <a:path extrusionOk="0" h="18898" w="8096">
                    <a:moveTo>
                      <a:pt x="8096" y="0"/>
                    </a:moveTo>
                    <a:cubicBezTo>
                      <a:pt x="8095" y="1"/>
                      <a:pt x="3446" y="6050"/>
                      <a:pt x="1" y="18898"/>
                    </a:cubicBezTo>
                    <a:lnTo>
                      <a:pt x="1867" y="18898"/>
                    </a:lnTo>
                    <a:cubicBezTo>
                      <a:pt x="2980" y="13045"/>
                      <a:pt x="4891" y="6485"/>
                      <a:pt x="8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 name="Google Shape;620;p21"/>
            <p:cNvGrpSpPr/>
            <p:nvPr/>
          </p:nvGrpSpPr>
          <p:grpSpPr>
            <a:xfrm>
              <a:off x="-1030475" y="2575175"/>
              <a:ext cx="1113800" cy="1659575"/>
              <a:chOff x="2322325" y="2575175"/>
              <a:chExt cx="1113800" cy="1659575"/>
            </a:xfrm>
          </p:grpSpPr>
          <p:sp>
            <p:nvSpPr>
              <p:cNvPr id="621" name="Google Shape;621;p21"/>
              <p:cNvSpPr/>
              <p:nvPr/>
            </p:nvSpPr>
            <p:spPr>
              <a:xfrm>
                <a:off x="2322325" y="2575175"/>
                <a:ext cx="1113800" cy="561600"/>
              </a:xfrm>
              <a:custGeom>
                <a:rect b="b" l="l" r="r" t="t"/>
                <a:pathLst>
                  <a:path extrusionOk="0" h="22464" w="44552">
                    <a:moveTo>
                      <a:pt x="27354" y="1"/>
                    </a:moveTo>
                    <a:cubicBezTo>
                      <a:pt x="27354" y="1"/>
                      <a:pt x="24360" y="1204"/>
                      <a:pt x="23051" y="2634"/>
                    </a:cubicBezTo>
                    <a:lnTo>
                      <a:pt x="24240" y="3115"/>
                    </a:lnTo>
                    <a:lnTo>
                      <a:pt x="21501" y="3476"/>
                    </a:lnTo>
                    <a:cubicBezTo>
                      <a:pt x="21501" y="3476"/>
                      <a:pt x="19711" y="5267"/>
                      <a:pt x="18748" y="7418"/>
                    </a:cubicBezTo>
                    <a:lnTo>
                      <a:pt x="20057" y="1806"/>
                    </a:lnTo>
                    <a:lnTo>
                      <a:pt x="20057" y="1806"/>
                    </a:lnTo>
                    <a:cubicBezTo>
                      <a:pt x="20057" y="1806"/>
                      <a:pt x="17800" y="2754"/>
                      <a:pt x="17319" y="4424"/>
                    </a:cubicBezTo>
                    <a:cubicBezTo>
                      <a:pt x="16837" y="6094"/>
                      <a:pt x="16837" y="8005"/>
                      <a:pt x="16837" y="8005"/>
                    </a:cubicBezTo>
                    <a:cubicBezTo>
                      <a:pt x="16837" y="8005"/>
                      <a:pt x="11930" y="2391"/>
                      <a:pt x="9510" y="2391"/>
                    </a:cubicBezTo>
                    <a:cubicBezTo>
                      <a:pt x="9485" y="2391"/>
                      <a:pt x="9459" y="2392"/>
                      <a:pt x="9435" y="2393"/>
                    </a:cubicBezTo>
                    <a:cubicBezTo>
                      <a:pt x="7042" y="2513"/>
                      <a:pt x="6200" y="2995"/>
                      <a:pt x="6200" y="2995"/>
                    </a:cubicBezTo>
                    <a:lnTo>
                      <a:pt x="7283" y="4183"/>
                    </a:lnTo>
                    <a:lnTo>
                      <a:pt x="7283" y="4183"/>
                    </a:lnTo>
                    <a:lnTo>
                      <a:pt x="4770" y="3597"/>
                    </a:lnTo>
                    <a:lnTo>
                      <a:pt x="1" y="7418"/>
                    </a:lnTo>
                    <a:lnTo>
                      <a:pt x="7042" y="6094"/>
                    </a:lnTo>
                    <a:lnTo>
                      <a:pt x="9194" y="5146"/>
                    </a:lnTo>
                    <a:lnTo>
                      <a:pt x="8833" y="6335"/>
                    </a:lnTo>
                    <a:lnTo>
                      <a:pt x="16235" y="8727"/>
                    </a:lnTo>
                    <a:cubicBezTo>
                      <a:pt x="16235" y="8727"/>
                      <a:pt x="12708" y="7654"/>
                      <a:pt x="9030" y="7654"/>
                    </a:cubicBezTo>
                    <a:cubicBezTo>
                      <a:pt x="8119" y="7654"/>
                      <a:pt x="7198" y="7720"/>
                      <a:pt x="6320" y="7885"/>
                    </a:cubicBezTo>
                    <a:lnTo>
                      <a:pt x="7283" y="9209"/>
                    </a:lnTo>
                    <a:lnTo>
                      <a:pt x="5131" y="9329"/>
                    </a:lnTo>
                    <a:cubicBezTo>
                      <a:pt x="5131" y="9329"/>
                      <a:pt x="2273" y="12549"/>
                      <a:pt x="1912" y="14821"/>
                    </a:cubicBezTo>
                    <a:lnTo>
                      <a:pt x="5974" y="13151"/>
                    </a:lnTo>
                    <a:lnTo>
                      <a:pt x="7524" y="10337"/>
                    </a:lnTo>
                    <a:lnTo>
                      <a:pt x="7042" y="12790"/>
                    </a:lnTo>
                    <a:lnTo>
                      <a:pt x="7042" y="12790"/>
                    </a:lnTo>
                    <a:lnTo>
                      <a:pt x="9194" y="12428"/>
                    </a:lnTo>
                    <a:lnTo>
                      <a:pt x="10262" y="10337"/>
                    </a:lnTo>
                    <a:lnTo>
                      <a:pt x="10262" y="10337"/>
                    </a:lnTo>
                    <a:lnTo>
                      <a:pt x="10036" y="12308"/>
                    </a:lnTo>
                    <a:lnTo>
                      <a:pt x="11947" y="11601"/>
                    </a:lnTo>
                    <a:lnTo>
                      <a:pt x="12775" y="10879"/>
                    </a:lnTo>
                    <a:lnTo>
                      <a:pt x="13136" y="11601"/>
                    </a:lnTo>
                    <a:cubicBezTo>
                      <a:pt x="13136" y="11601"/>
                      <a:pt x="13755" y="11070"/>
                      <a:pt x="15201" y="11070"/>
                    </a:cubicBezTo>
                    <a:cubicBezTo>
                      <a:pt x="15442" y="11070"/>
                      <a:pt x="15707" y="11085"/>
                      <a:pt x="15995" y="11119"/>
                    </a:cubicBezTo>
                    <a:cubicBezTo>
                      <a:pt x="15995" y="11119"/>
                      <a:pt x="13136" y="11706"/>
                      <a:pt x="11105" y="15061"/>
                    </a:cubicBezTo>
                    <a:lnTo>
                      <a:pt x="12414" y="15302"/>
                    </a:lnTo>
                    <a:cubicBezTo>
                      <a:pt x="12414" y="15302"/>
                      <a:pt x="10382" y="15889"/>
                      <a:pt x="10382" y="16611"/>
                    </a:cubicBezTo>
                    <a:lnTo>
                      <a:pt x="10503" y="22464"/>
                    </a:lnTo>
                    <a:lnTo>
                      <a:pt x="12895" y="19124"/>
                    </a:lnTo>
                    <a:lnTo>
                      <a:pt x="12775" y="17439"/>
                    </a:lnTo>
                    <a:lnTo>
                      <a:pt x="13617" y="18161"/>
                    </a:lnTo>
                    <a:lnTo>
                      <a:pt x="15528" y="15423"/>
                    </a:lnTo>
                    <a:lnTo>
                      <a:pt x="15648" y="13151"/>
                    </a:lnTo>
                    <a:lnTo>
                      <a:pt x="16235" y="14219"/>
                    </a:lnTo>
                    <a:lnTo>
                      <a:pt x="18748" y="11360"/>
                    </a:lnTo>
                    <a:lnTo>
                      <a:pt x="22690" y="14219"/>
                    </a:lnTo>
                    <a:lnTo>
                      <a:pt x="22690" y="12790"/>
                    </a:lnTo>
                    <a:lnTo>
                      <a:pt x="23758" y="15302"/>
                    </a:lnTo>
                    <a:lnTo>
                      <a:pt x="25323" y="16370"/>
                    </a:lnTo>
                    <a:lnTo>
                      <a:pt x="25323" y="13858"/>
                    </a:lnTo>
                    <a:cubicBezTo>
                      <a:pt x="25323" y="13858"/>
                      <a:pt x="26512" y="15769"/>
                      <a:pt x="26632" y="17333"/>
                    </a:cubicBezTo>
                    <a:lnTo>
                      <a:pt x="33087" y="20674"/>
                    </a:lnTo>
                    <a:cubicBezTo>
                      <a:pt x="33087" y="20674"/>
                      <a:pt x="29385" y="12669"/>
                      <a:pt x="20057" y="10277"/>
                    </a:cubicBezTo>
                    <a:lnTo>
                      <a:pt x="20057" y="10277"/>
                    </a:lnTo>
                    <a:lnTo>
                      <a:pt x="23879" y="10758"/>
                    </a:lnTo>
                    <a:lnTo>
                      <a:pt x="24119" y="9449"/>
                    </a:lnTo>
                    <a:lnTo>
                      <a:pt x="24841" y="11240"/>
                    </a:lnTo>
                    <a:lnTo>
                      <a:pt x="31296" y="12790"/>
                    </a:lnTo>
                    <a:lnTo>
                      <a:pt x="31296" y="11360"/>
                    </a:lnTo>
                    <a:lnTo>
                      <a:pt x="32003" y="12910"/>
                    </a:lnTo>
                    <a:lnTo>
                      <a:pt x="34155" y="13391"/>
                    </a:lnTo>
                    <a:lnTo>
                      <a:pt x="33087" y="11240"/>
                    </a:lnTo>
                    <a:lnTo>
                      <a:pt x="33087" y="11240"/>
                    </a:lnTo>
                    <a:lnTo>
                      <a:pt x="35118" y="13617"/>
                    </a:lnTo>
                    <a:lnTo>
                      <a:pt x="38217" y="13978"/>
                    </a:lnTo>
                    <a:lnTo>
                      <a:pt x="37615" y="11947"/>
                    </a:lnTo>
                    <a:lnTo>
                      <a:pt x="40248" y="14339"/>
                    </a:lnTo>
                    <a:lnTo>
                      <a:pt x="44551" y="16009"/>
                    </a:lnTo>
                    <a:cubicBezTo>
                      <a:pt x="44551" y="16009"/>
                      <a:pt x="38217" y="8366"/>
                      <a:pt x="33794" y="7764"/>
                    </a:cubicBezTo>
                    <a:cubicBezTo>
                      <a:pt x="33043" y="7664"/>
                      <a:pt x="32111" y="7623"/>
                      <a:pt x="31083" y="7623"/>
                    </a:cubicBezTo>
                    <a:cubicBezTo>
                      <a:pt x="26071" y="7623"/>
                      <a:pt x="18748" y="8607"/>
                      <a:pt x="18748" y="8607"/>
                    </a:cubicBezTo>
                    <a:lnTo>
                      <a:pt x="25564" y="6576"/>
                    </a:lnTo>
                    <a:lnTo>
                      <a:pt x="24360" y="5026"/>
                    </a:lnTo>
                    <a:lnTo>
                      <a:pt x="26632" y="6215"/>
                    </a:lnTo>
                    <a:lnTo>
                      <a:pt x="29972" y="5026"/>
                    </a:lnTo>
                    <a:lnTo>
                      <a:pt x="29265" y="3943"/>
                    </a:lnTo>
                    <a:lnTo>
                      <a:pt x="31642" y="4544"/>
                    </a:lnTo>
                    <a:lnTo>
                      <a:pt x="39767" y="2152"/>
                    </a:lnTo>
                    <a:cubicBezTo>
                      <a:pt x="39767" y="2152"/>
                      <a:pt x="37495" y="241"/>
                      <a:pt x="30574" y="1"/>
                    </a:cubicBezTo>
                    <a:lnTo>
                      <a:pt x="30574" y="1"/>
                    </a:lnTo>
                    <a:lnTo>
                      <a:pt x="31642" y="2032"/>
                    </a:lnTo>
                    <a:lnTo>
                      <a:pt x="31642" y="2032"/>
                    </a:lnTo>
                    <a:lnTo>
                      <a:pt x="273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1"/>
              <p:cNvSpPr/>
              <p:nvPr/>
            </p:nvSpPr>
            <p:spPr>
              <a:xfrm>
                <a:off x="2775975" y="2844125"/>
                <a:ext cx="283250" cy="1390625"/>
              </a:xfrm>
              <a:custGeom>
                <a:rect b="b" l="l" r="r" t="t"/>
                <a:pathLst>
                  <a:path extrusionOk="0" h="55625" w="11330">
                    <a:moveTo>
                      <a:pt x="0" y="0"/>
                    </a:moveTo>
                    <a:lnTo>
                      <a:pt x="0" y="0"/>
                    </a:lnTo>
                    <a:cubicBezTo>
                      <a:pt x="9464" y="27293"/>
                      <a:pt x="7448" y="55625"/>
                      <a:pt x="7448" y="55625"/>
                    </a:cubicBezTo>
                    <a:lnTo>
                      <a:pt x="11330" y="55625"/>
                    </a:lnTo>
                    <a:cubicBezTo>
                      <a:pt x="9419" y="17530"/>
                      <a:pt x="1" y="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 name="Google Shape;623;p21"/>
            <p:cNvGrpSpPr/>
            <p:nvPr/>
          </p:nvGrpSpPr>
          <p:grpSpPr>
            <a:xfrm>
              <a:off x="-522300" y="3118325"/>
              <a:ext cx="694400" cy="1122075"/>
              <a:chOff x="2830500" y="3118325"/>
              <a:chExt cx="694400" cy="1122075"/>
            </a:xfrm>
          </p:grpSpPr>
          <p:sp>
            <p:nvSpPr>
              <p:cNvPr id="624" name="Google Shape;624;p21"/>
              <p:cNvSpPr/>
              <p:nvPr/>
            </p:nvSpPr>
            <p:spPr>
              <a:xfrm>
                <a:off x="2830500" y="3118325"/>
                <a:ext cx="694400" cy="379925"/>
              </a:xfrm>
              <a:custGeom>
                <a:rect b="b" l="l" r="r" t="t"/>
                <a:pathLst>
                  <a:path extrusionOk="0" h="15197" w="27776">
                    <a:moveTo>
                      <a:pt x="10713" y="1"/>
                    </a:moveTo>
                    <a:lnTo>
                      <a:pt x="8035" y="1385"/>
                    </a:lnTo>
                    <a:lnTo>
                      <a:pt x="8712" y="1"/>
                    </a:lnTo>
                    <a:lnTo>
                      <a:pt x="8712" y="1"/>
                    </a:lnTo>
                    <a:cubicBezTo>
                      <a:pt x="4394" y="166"/>
                      <a:pt x="2965" y="1460"/>
                      <a:pt x="2965" y="1460"/>
                    </a:cubicBezTo>
                    <a:lnTo>
                      <a:pt x="8035" y="3070"/>
                    </a:lnTo>
                    <a:lnTo>
                      <a:pt x="9525" y="2679"/>
                    </a:lnTo>
                    <a:lnTo>
                      <a:pt x="9525" y="2679"/>
                    </a:lnTo>
                    <a:lnTo>
                      <a:pt x="9073" y="3401"/>
                    </a:lnTo>
                    <a:lnTo>
                      <a:pt x="11165" y="4214"/>
                    </a:lnTo>
                    <a:lnTo>
                      <a:pt x="12579" y="3401"/>
                    </a:lnTo>
                    <a:lnTo>
                      <a:pt x="11842" y="4454"/>
                    </a:lnTo>
                    <a:lnTo>
                      <a:pt x="16085" y="5823"/>
                    </a:lnTo>
                    <a:cubicBezTo>
                      <a:pt x="16085" y="5823"/>
                      <a:pt x="11501" y="5158"/>
                      <a:pt x="8372" y="5158"/>
                    </a:cubicBezTo>
                    <a:cubicBezTo>
                      <a:pt x="7736" y="5158"/>
                      <a:pt x="7161" y="5186"/>
                      <a:pt x="6696" y="5252"/>
                    </a:cubicBezTo>
                    <a:cubicBezTo>
                      <a:pt x="3943" y="5658"/>
                      <a:pt x="1" y="10834"/>
                      <a:pt x="1" y="10834"/>
                    </a:cubicBezTo>
                    <a:lnTo>
                      <a:pt x="2679" y="9705"/>
                    </a:lnTo>
                    <a:lnTo>
                      <a:pt x="4319" y="8080"/>
                    </a:lnTo>
                    <a:lnTo>
                      <a:pt x="3943" y="9450"/>
                    </a:lnTo>
                    <a:lnTo>
                      <a:pt x="5884" y="9209"/>
                    </a:lnTo>
                    <a:lnTo>
                      <a:pt x="7147" y="7599"/>
                    </a:lnTo>
                    <a:lnTo>
                      <a:pt x="6470" y="9058"/>
                    </a:lnTo>
                    <a:lnTo>
                      <a:pt x="7809" y="8727"/>
                    </a:lnTo>
                    <a:lnTo>
                      <a:pt x="8261" y="7674"/>
                    </a:lnTo>
                    <a:lnTo>
                      <a:pt x="8261" y="8652"/>
                    </a:lnTo>
                    <a:lnTo>
                      <a:pt x="12278" y="7599"/>
                    </a:lnTo>
                    <a:lnTo>
                      <a:pt x="12729" y="6395"/>
                    </a:lnTo>
                    <a:lnTo>
                      <a:pt x="12880" y="7283"/>
                    </a:lnTo>
                    <a:lnTo>
                      <a:pt x="15257" y="6952"/>
                    </a:lnTo>
                    <a:lnTo>
                      <a:pt x="15257" y="6952"/>
                    </a:lnTo>
                    <a:cubicBezTo>
                      <a:pt x="9449" y="8562"/>
                      <a:pt x="7147" y="13978"/>
                      <a:pt x="7147" y="13978"/>
                    </a:cubicBezTo>
                    <a:lnTo>
                      <a:pt x="11165" y="11721"/>
                    </a:lnTo>
                    <a:cubicBezTo>
                      <a:pt x="11240" y="10668"/>
                      <a:pt x="11977" y="9374"/>
                      <a:pt x="11977" y="9374"/>
                    </a:cubicBezTo>
                    <a:lnTo>
                      <a:pt x="11977" y="11074"/>
                    </a:lnTo>
                    <a:lnTo>
                      <a:pt x="12955" y="10352"/>
                    </a:lnTo>
                    <a:lnTo>
                      <a:pt x="13617" y="8652"/>
                    </a:lnTo>
                    <a:lnTo>
                      <a:pt x="13617" y="9615"/>
                    </a:lnTo>
                    <a:lnTo>
                      <a:pt x="16085" y="7674"/>
                    </a:lnTo>
                    <a:lnTo>
                      <a:pt x="17649" y="9615"/>
                    </a:lnTo>
                    <a:lnTo>
                      <a:pt x="18011" y="8893"/>
                    </a:lnTo>
                    <a:lnTo>
                      <a:pt x="18086" y="10427"/>
                    </a:lnTo>
                    <a:lnTo>
                      <a:pt x="19289" y="12278"/>
                    </a:lnTo>
                    <a:lnTo>
                      <a:pt x="19801" y="11797"/>
                    </a:lnTo>
                    <a:lnTo>
                      <a:pt x="19726" y="12925"/>
                    </a:lnTo>
                    <a:lnTo>
                      <a:pt x="21215" y="15197"/>
                    </a:lnTo>
                    <a:lnTo>
                      <a:pt x="21291" y="11240"/>
                    </a:lnTo>
                    <a:cubicBezTo>
                      <a:pt x="21291" y="10743"/>
                      <a:pt x="20027" y="10352"/>
                      <a:pt x="20027" y="10352"/>
                    </a:cubicBezTo>
                    <a:lnTo>
                      <a:pt x="20839" y="10187"/>
                    </a:lnTo>
                    <a:cubicBezTo>
                      <a:pt x="19575" y="7915"/>
                      <a:pt x="17800" y="7524"/>
                      <a:pt x="17800" y="7524"/>
                    </a:cubicBezTo>
                    <a:cubicBezTo>
                      <a:pt x="17985" y="7499"/>
                      <a:pt x="18154" y="7489"/>
                      <a:pt x="18308" y="7489"/>
                    </a:cubicBezTo>
                    <a:cubicBezTo>
                      <a:pt x="19203" y="7489"/>
                      <a:pt x="19575" y="7840"/>
                      <a:pt x="19575" y="7840"/>
                    </a:cubicBezTo>
                    <a:lnTo>
                      <a:pt x="19801" y="7358"/>
                    </a:lnTo>
                    <a:lnTo>
                      <a:pt x="20328" y="7840"/>
                    </a:lnTo>
                    <a:lnTo>
                      <a:pt x="21516" y="8321"/>
                    </a:lnTo>
                    <a:lnTo>
                      <a:pt x="21366" y="6997"/>
                    </a:lnTo>
                    <a:lnTo>
                      <a:pt x="22043" y="8411"/>
                    </a:lnTo>
                    <a:lnTo>
                      <a:pt x="23382" y="8652"/>
                    </a:lnTo>
                    <a:lnTo>
                      <a:pt x="23081" y="6997"/>
                    </a:lnTo>
                    <a:lnTo>
                      <a:pt x="24044" y="8893"/>
                    </a:lnTo>
                    <a:lnTo>
                      <a:pt x="26587" y="10021"/>
                    </a:lnTo>
                    <a:cubicBezTo>
                      <a:pt x="26361" y="8487"/>
                      <a:pt x="24571" y="6305"/>
                      <a:pt x="24571" y="6305"/>
                    </a:cubicBezTo>
                    <a:lnTo>
                      <a:pt x="23231" y="6230"/>
                    </a:lnTo>
                    <a:lnTo>
                      <a:pt x="23818" y="5342"/>
                    </a:lnTo>
                    <a:cubicBezTo>
                      <a:pt x="23262" y="5226"/>
                      <a:pt x="22678" y="5180"/>
                      <a:pt x="22101" y="5180"/>
                    </a:cubicBezTo>
                    <a:cubicBezTo>
                      <a:pt x="19824" y="5180"/>
                      <a:pt x="17649" y="5899"/>
                      <a:pt x="17649" y="5899"/>
                    </a:cubicBezTo>
                    <a:lnTo>
                      <a:pt x="22253" y="4289"/>
                    </a:lnTo>
                    <a:lnTo>
                      <a:pt x="22043" y="3476"/>
                    </a:lnTo>
                    <a:lnTo>
                      <a:pt x="23382" y="4123"/>
                    </a:lnTo>
                    <a:lnTo>
                      <a:pt x="27775" y="5011"/>
                    </a:lnTo>
                    <a:lnTo>
                      <a:pt x="24796" y="2438"/>
                    </a:lnTo>
                    <a:lnTo>
                      <a:pt x="23231" y="2829"/>
                    </a:lnTo>
                    <a:lnTo>
                      <a:pt x="23893" y="2032"/>
                    </a:lnTo>
                    <a:cubicBezTo>
                      <a:pt x="23893" y="2032"/>
                      <a:pt x="23382" y="1701"/>
                      <a:pt x="21892" y="1626"/>
                    </a:cubicBezTo>
                    <a:cubicBezTo>
                      <a:pt x="21875" y="1625"/>
                      <a:pt x="21858" y="1624"/>
                      <a:pt x="21840" y="1624"/>
                    </a:cubicBezTo>
                    <a:cubicBezTo>
                      <a:pt x="20331" y="1624"/>
                      <a:pt x="17273" y="5417"/>
                      <a:pt x="17273" y="5417"/>
                    </a:cubicBezTo>
                    <a:cubicBezTo>
                      <a:pt x="17273" y="5417"/>
                      <a:pt x="17273" y="4123"/>
                      <a:pt x="16972" y="2995"/>
                    </a:cubicBezTo>
                    <a:cubicBezTo>
                      <a:pt x="16671" y="1866"/>
                      <a:pt x="15257" y="1220"/>
                      <a:pt x="15257" y="1219"/>
                    </a:cubicBezTo>
                    <a:lnTo>
                      <a:pt x="15257" y="1219"/>
                    </a:lnTo>
                    <a:lnTo>
                      <a:pt x="16085" y="5011"/>
                    </a:lnTo>
                    <a:cubicBezTo>
                      <a:pt x="15483" y="3567"/>
                      <a:pt x="14369" y="2348"/>
                      <a:pt x="14369" y="2348"/>
                    </a:cubicBezTo>
                    <a:lnTo>
                      <a:pt x="12654" y="2107"/>
                    </a:lnTo>
                    <a:lnTo>
                      <a:pt x="13391" y="1791"/>
                    </a:lnTo>
                    <a:cubicBezTo>
                      <a:pt x="12579" y="813"/>
                      <a:pt x="10713" y="1"/>
                      <a:pt x="107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1"/>
              <p:cNvSpPr/>
              <p:nvPr/>
            </p:nvSpPr>
            <p:spPr>
              <a:xfrm>
                <a:off x="3065225" y="3300375"/>
                <a:ext cx="176800" cy="940025"/>
              </a:xfrm>
              <a:custGeom>
                <a:rect b="b" l="l" r="r" t="t"/>
                <a:pathLst>
                  <a:path extrusionOk="0" h="37601" w="7072">
                    <a:moveTo>
                      <a:pt x="7072" y="1"/>
                    </a:moveTo>
                    <a:cubicBezTo>
                      <a:pt x="7071" y="2"/>
                      <a:pt x="1189" y="11843"/>
                      <a:pt x="0" y="37600"/>
                    </a:cubicBezTo>
                    <a:lnTo>
                      <a:pt x="2423" y="37600"/>
                    </a:lnTo>
                    <a:cubicBezTo>
                      <a:pt x="2423" y="37600"/>
                      <a:pt x="1159" y="18447"/>
                      <a:pt x="7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 name="Google Shape;626;p21"/>
            <p:cNvGrpSpPr/>
            <p:nvPr/>
          </p:nvGrpSpPr>
          <p:grpSpPr>
            <a:xfrm>
              <a:off x="156650" y="3061150"/>
              <a:ext cx="779400" cy="1161200"/>
              <a:chOff x="156650" y="3061150"/>
              <a:chExt cx="779400" cy="1161200"/>
            </a:xfrm>
          </p:grpSpPr>
          <p:sp>
            <p:nvSpPr>
              <p:cNvPr id="627" name="Google Shape;627;p21"/>
              <p:cNvSpPr/>
              <p:nvPr/>
            </p:nvSpPr>
            <p:spPr>
              <a:xfrm>
                <a:off x="156650" y="3061150"/>
                <a:ext cx="779400" cy="392725"/>
              </a:xfrm>
              <a:custGeom>
                <a:rect b="b" l="l" r="r" t="t"/>
                <a:pathLst>
                  <a:path extrusionOk="0" h="15709" w="31176">
                    <a:moveTo>
                      <a:pt x="12022" y="1"/>
                    </a:moveTo>
                    <a:lnTo>
                      <a:pt x="9013" y="1415"/>
                    </a:lnTo>
                    <a:lnTo>
                      <a:pt x="9013" y="1415"/>
                    </a:lnTo>
                    <a:lnTo>
                      <a:pt x="9765" y="1"/>
                    </a:lnTo>
                    <a:lnTo>
                      <a:pt x="9765" y="1"/>
                    </a:lnTo>
                    <a:cubicBezTo>
                      <a:pt x="4920" y="166"/>
                      <a:pt x="3341" y="1505"/>
                      <a:pt x="3341" y="1505"/>
                    </a:cubicBezTo>
                    <a:lnTo>
                      <a:pt x="9013" y="3175"/>
                    </a:lnTo>
                    <a:lnTo>
                      <a:pt x="10698" y="2754"/>
                    </a:lnTo>
                    <a:lnTo>
                      <a:pt x="10186" y="3506"/>
                    </a:lnTo>
                    <a:lnTo>
                      <a:pt x="12534" y="4334"/>
                    </a:lnTo>
                    <a:lnTo>
                      <a:pt x="14113" y="3506"/>
                    </a:lnTo>
                    <a:lnTo>
                      <a:pt x="13286" y="4590"/>
                    </a:lnTo>
                    <a:lnTo>
                      <a:pt x="18040" y="6019"/>
                    </a:lnTo>
                    <a:cubicBezTo>
                      <a:pt x="18040" y="6019"/>
                      <a:pt x="12955" y="5329"/>
                      <a:pt x="9451" y="5329"/>
                    </a:cubicBezTo>
                    <a:cubicBezTo>
                      <a:pt x="8719" y="5329"/>
                      <a:pt x="8056" y="5360"/>
                      <a:pt x="7523" y="5432"/>
                    </a:cubicBezTo>
                    <a:cubicBezTo>
                      <a:pt x="4424" y="5839"/>
                      <a:pt x="0" y="11195"/>
                      <a:pt x="0" y="11195"/>
                    </a:cubicBezTo>
                    <a:lnTo>
                      <a:pt x="3010" y="10021"/>
                    </a:lnTo>
                    <a:lnTo>
                      <a:pt x="4845" y="8351"/>
                    </a:lnTo>
                    <a:lnTo>
                      <a:pt x="4845" y="8351"/>
                    </a:lnTo>
                    <a:lnTo>
                      <a:pt x="4424" y="9781"/>
                    </a:lnTo>
                    <a:lnTo>
                      <a:pt x="6590" y="9525"/>
                    </a:lnTo>
                    <a:lnTo>
                      <a:pt x="8020" y="7855"/>
                    </a:lnTo>
                    <a:lnTo>
                      <a:pt x="7268" y="9359"/>
                    </a:lnTo>
                    <a:lnTo>
                      <a:pt x="8772" y="9028"/>
                    </a:lnTo>
                    <a:lnTo>
                      <a:pt x="9269" y="7930"/>
                    </a:lnTo>
                    <a:lnTo>
                      <a:pt x="9269" y="8938"/>
                    </a:lnTo>
                    <a:lnTo>
                      <a:pt x="13782" y="7855"/>
                    </a:lnTo>
                    <a:lnTo>
                      <a:pt x="14279" y="6591"/>
                    </a:lnTo>
                    <a:lnTo>
                      <a:pt x="14459" y="7524"/>
                    </a:lnTo>
                    <a:lnTo>
                      <a:pt x="17123" y="7178"/>
                    </a:lnTo>
                    <a:lnTo>
                      <a:pt x="17123" y="7178"/>
                    </a:lnTo>
                    <a:cubicBezTo>
                      <a:pt x="10608" y="8848"/>
                      <a:pt x="8020" y="14460"/>
                      <a:pt x="8020" y="14460"/>
                    </a:cubicBezTo>
                    <a:lnTo>
                      <a:pt x="12534" y="12113"/>
                    </a:lnTo>
                    <a:cubicBezTo>
                      <a:pt x="12609" y="11029"/>
                      <a:pt x="13451" y="9690"/>
                      <a:pt x="13451" y="9690"/>
                    </a:cubicBezTo>
                    <a:lnTo>
                      <a:pt x="13451" y="11451"/>
                    </a:lnTo>
                    <a:lnTo>
                      <a:pt x="14535" y="10698"/>
                    </a:lnTo>
                    <a:lnTo>
                      <a:pt x="15287" y="8938"/>
                    </a:lnTo>
                    <a:lnTo>
                      <a:pt x="15287" y="9946"/>
                    </a:lnTo>
                    <a:lnTo>
                      <a:pt x="18040" y="7930"/>
                    </a:lnTo>
                    <a:lnTo>
                      <a:pt x="19801" y="9946"/>
                    </a:lnTo>
                    <a:lnTo>
                      <a:pt x="20222" y="9194"/>
                    </a:lnTo>
                    <a:lnTo>
                      <a:pt x="20297" y="10774"/>
                    </a:lnTo>
                    <a:lnTo>
                      <a:pt x="21636" y="12699"/>
                    </a:lnTo>
                    <a:lnTo>
                      <a:pt x="22223" y="12203"/>
                    </a:lnTo>
                    <a:lnTo>
                      <a:pt x="22148" y="13361"/>
                    </a:lnTo>
                    <a:lnTo>
                      <a:pt x="23818" y="15709"/>
                    </a:lnTo>
                    <a:lnTo>
                      <a:pt x="23893" y="11616"/>
                    </a:lnTo>
                    <a:cubicBezTo>
                      <a:pt x="23893" y="11105"/>
                      <a:pt x="22479" y="10698"/>
                      <a:pt x="22479" y="10698"/>
                    </a:cubicBezTo>
                    <a:lnTo>
                      <a:pt x="23397" y="10533"/>
                    </a:lnTo>
                    <a:cubicBezTo>
                      <a:pt x="21982" y="8186"/>
                      <a:pt x="19966" y="7764"/>
                      <a:pt x="19966" y="7764"/>
                    </a:cubicBezTo>
                    <a:cubicBezTo>
                      <a:pt x="20170" y="7741"/>
                      <a:pt x="20357" y="7731"/>
                      <a:pt x="20528" y="7731"/>
                    </a:cubicBezTo>
                    <a:cubicBezTo>
                      <a:pt x="21551" y="7731"/>
                      <a:pt x="21982" y="8095"/>
                      <a:pt x="21982" y="8095"/>
                    </a:cubicBezTo>
                    <a:lnTo>
                      <a:pt x="22223" y="7599"/>
                    </a:lnTo>
                    <a:lnTo>
                      <a:pt x="22810" y="8095"/>
                    </a:lnTo>
                    <a:lnTo>
                      <a:pt x="24149" y="8607"/>
                    </a:lnTo>
                    <a:lnTo>
                      <a:pt x="23983" y="7223"/>
                    </a:lnTo>
                    <a:lnTo>
                      <a:pt x="23983" y="7223"/>
                    </a:lnTo>
                    <a:lnTo>
                      <a:pt x="24736" y="8682"/>
                    </a:lnTo>
                    <a:lnTo>
                      <a:pt x="26240" y="8938"/>
                    </a:lnTo>
                    <a:lnTo>
                      <a:pt x="25909" y="7223"/>
                    </a:lnTo>
                    <a:lnTo>
                      <a:pt x="26993" y="9194"/>
                    </a:lnTo>
                    <a:lnTo>
                      <a:pt x="29836" y="10352"/>
                    </a:lnTo>
                    <a:cubicBezTo>
                      <a:pt x="29580" y="8772"/>
                      <a:pt x="27579" y="6516"/>
                      <a:pt x="27579" y="6516"/>
                    </a:cubicBezTo>
                    <a:lnTo>
                      <a:pt x="26075" y="6425"/>
                    </a:lnTo>
                    <a:lnTo>
                      <a:pt x="26737" y="5508"/>
                    </a:lnTo>
                    <a:cubicBezTo>
                      <a:pt x="26120" y="5390"/>
                      <a:pt x="25472" y="5343"/>
                      <a:pt x="24831" y="5343"/>
                    </a:cubicBezTo>
                    <a:cubicBezTo>
                      <a:pt x="22266" y="5343"/>
                      <a:pt x="19801" y="6094"/>
                      <a:pt x="19801" y="6094"/>
                    </a:cubicBezTo>
                    <a:lnTo>
                      <a:pt x="24991" y="4424"/>
                    </a:lnTo>
                    <a:lnTo>
                      <a:pt x="24736" y="3582"/>
                    </a:lnTo>
                    <a:lnTo>
                      <a:pt x="26240" y="4259"/>
                    </a:lnTo>
                    <a:lnTo>
                      <a:pt x="31175" y="5177"/>
                    </a:lnTo>
                    <a:lnTo>
                      <a:pt x="27820" y="2498"/>
                    </a:lnTo>
                    <a:lnTo>
                      <a:pt x="26075" y="2920"/>
                    </a:lnTo>
                    <a:lnTo>
                      <a:pt x="26827" y="2077"/>
                    </a:lnTo>
                    <a:cubicBezTo>
                      <a:pt x="26827" y="2077"/>
                      <a:pt x="26240" y="1746"/>
                      <a:pt x="24570" y="1671"/>
                    </a:cubicBezTo>
                    <a:cubicBezTo>
                      <a:pt x="24552" y="1670"/>
                      <a:pt x="24533" y="1669"/>
                      <a:pt x="24514" y="1669"/>
                    </a:cubicBezTo>
                    <a:cubicBezTo>
                      <a:pt x="22822" y="1669"/>
                      <a:pt x="19379" y="5598"/>
                      <a:pt x="19379" y="5598"/>
                    </a:cubicBezTo>
                    <a:cubicBezTo>
                      <a:pt x="19379" y="5598"/>
                      <a:pt x="19379" y="4259"/>
                      <a:pt x="19048" y="3085"/>
                    </a:cubicBezTo>
                    <a:cubicBezTo>
                      <a:pt x="18717" y="1912"/>
                      <a:pt x="17123" y="1250"/>
                      <a:pt x="17123" y="1250"/>
                    </a:cubicBezTo>
                    <a:lnTo>
                      <a:pt x="17123" y="1250"/>
                    </a:lnTo>
                    <a:lnTo>
                      <a:pt x="18040" y="5177"/>
                    </a:lnTo>
                    <a:cubicBezTo>
                      <a:pt x="17378" y="3672"/>
                      <a:pt x="16130" y="2423"/>
                      <a:pt x="16130" y="2423"/>
                    </a:cubicBezTo>
                    <a:lnTo>
                      <a:pt x="14204" y="2167"/>
                    </a:lnTo>
                    <a:lnTo>
                      <a:pt x="15031" y="1836"/>
                    </a:lnTo>
                    <a:cubicBezTo>
                      <a:pt x="14113" y="828"/>
                      <a:pt x="12022" y="1"/>
                      <a:pt x="120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1"/>
              <p:cNvSpPr/>
              <p:nvPr/>
            </p:nvSpPr>
            <p:spPr>
              <a:xfrm>
                <a:off x="420325" y="3249225"/>
                <a:ext cx="198250" cy="973125"/>
              </a:xfrm>
              <a:custGeom>
                <a:rect b="b" l="l" r="r" t="t"/>
                <a:pathLst>
                  <a:path extrusionOk="0" h="38925" w="7930">
                    <a:moveTo>
                      <a:pt x="7930" y="1"/>
                    </a:moveTo>
                    <a:cubicBezTo>
                      <a:pt x="7929" y="2"/>
                      <a:pt x="1324" y="12264"/>
                      <a:pt x="1" y="38924"/>
                    </a:cubicBezTo>
                    <a:lnTo>
                      <a:pt x="2709" y="38924"/>
                    </a:lnTo>
                    <a:cubicBezTo>
                      <a:pt x="2709" y="38924"/>
                      <a:pt x="1294" y="19094"/>
                      <a:pt x="79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 name="Google Shape;629;p21"/>
            <p:cNvSpPr/>
            <p:nvPr/>
          </p:nvSpPr>
          <p:spPr>
            <a:xfrm>
              <a:off x="292425" y="3568200"/>
              <a:ext cx="123400" cy="657900"/>
            </a:xfrm>
            <a:custGeom>
              <a:rect b="b" l="l" r="r" t="t"/>
              <a:pathLst>
                <a:path extrusionOk="0" h="26316" w="4936">
                  <a:moveTo>
                    <a:pt x="1" y="1"/>
                  </a:moveTo>
                  <a:lnTo>
                    <a:pt x="1" y="1"/>
                  </a:lnTo>
                  <a:cubicBezTo>
                    <a:pt x="4123" y="12925"/>
                    <a:pt x="3251" y="26316"/>
                    <a:pt x="3251" y="26316"/>
                  </a:cubicBezTo>
                  <a:lnTo>
                    <a:pt x="4936" y="26316"/>
                  </a:lnTo>
                  <a:cubicBezTo>
                    <a:pt x="4108" y="8292"/>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 name="Google Shape;630;p21"/>
          <p:cNvGrpSpPr/>
          <p:nvPr/>
        </p:nvGrpSpPr>
        <p:grpSpPr>
          <a:xfrm>
            <a:off x="4075775" y="3193300"/>
            <a:ext cx="4603675" cy="1665225"/>
            <a:chOff x="-1985125" y="2575175"/>
            <a:chExt cx="4603675" cy="1665225"/>
          </a:xfrm>
        </p:grpSpPr>
        <p:grpSp>
          <p:nvGrpSpPr>
            <p:cNvPr id="631" name="Google Shape;631;p21"/>
            <p:cNvGrpSpPr/>
            <p:nvPr/>
          </p:nvGrpSpPr>
          <p:grpSpPr>
            <a:xfrm>
              <a:off x="-1985125" y="2976900"/>
              <a:ext cx="1045700" cy="1248450"/>
              <a:chOff x="1367675" y="2976900"/>
              <a:chExt cx="1045700" cy="1248450"/>
            </a:xfrm>
          </p:grpSpPr>
          <p:sp>
            <p:nvSpPr>
              <p:cNvPr id="632" name="Google Shape;632;p21"/>
              <p:cNvSpPr/>
              <p:nvPr/>
            </p:nvSpPr>
            <p:spPr>
              <a:xfrm>
                <a:off x="1367675" y="2976900"/>
                <a:ext cx="1045700" cy="527000"/>
              </a:xfrm>
              <a:custGeom>
                <a:rect b="b" l="l" r="r" t="t"/>
                <a:pathLst>
                  <a:path extrusionOk="0" h="21080" w="41828">
                    <a:moveTo>
                      <a:pt x="16145" y="1"/>
                    </a:moveTo>
                    <a:lnTo>
                      <a:pt x="12112" y="1896"/>
                    </a:lnTo>
                    <a:lnTo>
                      <a:pt x="13121" y="1"/>
                    </a:lnTo>
                    <a:lnTo>
                      <a:pt x="13121" y="1"/>
                    </a:lnTo>
                    <a:cubicBezTo>
                      <a:pt x="6606" y="226"/>
                      <a:pt x="4484" y="2017"/>
                      <a:pt x="4484" y="2017"/>
                    </a:cubicBezTo>
                    <a:lnTo>
                      <a:pt x="12112" y="4258"/>
                    </a:lnTo>
                    <a:lnTo>
                      <a:pt x="14354" y="3702"/>
                    </a:lnTo>
                    <a:lnTo>
                      <a:pt x="13677" y="4710"/>
                    </a:lnTo>
                    <a:lnTo>
                      <a:pt x="16822" y="5823"/>
                    </a:lnTo>
                    <a:lnTo>
                      <a:pt x="18943" y="4710"/>
                    </a:lnTo>
                    <a:lnTo>
                      <a:pt x="17830" y="6169"/>
                    </a:lnTo>
                    <a:lnTo>
                      <a:pt x="24224" y="8065"/>
                    </a:lnTo>
                    <a:cubicBezTo>
                      <a:pt x="24224" y="8065"/>
                      <a:pt x="17377" y="7147"/>
                      <a:pt x="12663" y="7147"/>
                    </a:cubicBezTo>
                    <a:cubicBezTo>
                      <a:pt x="11683" y="7147"/>
                      <a:pt x="10796" y="7187"/>
                      <a:pt x="10081" y="7283"/>
                    </a:cubicBezTo>
                    <a:cubicBezTo>
                      <a:pt x="5944" y="7839"/>
                      <a:pt x="1" y="15031"/>
                      <a:pt x="1" y="15031"/>
                    </a:cubicBezTo>
                    <a:lnTo>
                      <a:pt x="4033" y="13451"/>
                    </a:lnTo>
                    <a:lnTo>
                      <a:pt x="6500" y="11210"/>
                    </a:lnTo>
                    <a:lnTo>
                      <a:pt x="5944" y="13120"/>
                    </a:lnTo>
                    <a:lnTo>
                      <a:pt x="8848" y="12774"/>
                    </a:lnTo>
                    <a:lnTo>
                      <a:pt x="10758" y="10533"/>
                    </a:lnTo>
                    <a:lnTo>
                      <a:pt x="9750" y="12564"/>
                    </a:lnTo>
                    <a:lnTo>
                      <a:pt x="11766" y="12112"/>
                    </a:lnTo>
                    <a:lnTo>
                      <a:pt x="12443" y="10653"/>
                    </a:lnTo>
                    <a:lnTo>
                      <a:pt x="12443" y="11992"/>
                    </a:lnTo>
                    <a:lnTo>
                      <a:pt x="18492" y="10533"/>
                    </a:lnTo>
                    <a:lnTo>
                      <a:pt x="19169" y="8863"/>
                    </a:lnTo>
                    <a:lnTo>
                      <a:pt x="19395" y="10096"/>
                    </a:lnTo>
                    <a:lnTo>
                      <a:pt x="22991" y="9645"/>
                    </a:lnTo>
                    <a:lnTo>
                      <a:pt x="22991" y="9645"/>
                    </a:lnTo>
                    <a:cubicBezTo>
                      <a:pt x="14234" y="11887"/>
                      <a:pt x="10758" y="19395"/>
                      <a:pt x="10758" y="19395"/>
                    </a:cubicBezTo>
                    <a:lnTo>
                      <a:pt x="16822" y="16265"/>
                    </a:lnTo>
                    <a:cubicBezTo>
                      <a:pt x="16927" y="14806"/>
                      <a:pt x="18056" y="13000"/>
                      <a:pt x="18056" y="13000"/>
                    </a:cubicBezTo>
                    <a:lnTo>
                      <a:pt x="18056" y="15362"/>
                    </a:lnTo>
                    <a:lnTo>
                      <a:pt x="19500" y="14354"/>
                    </a:lnTo>
                    <a:lnTo>
                      <a:pt x="20523" y="11992"/>
                    </a:lnTo>
                    <a:lnTo>
                      <a:pt x="20523" y="13346"/>
                    </a:lnTo>
                    <a:lnTo>
                      <a:pt x="24224" y="10653"/>
                    </a:lnTo>
                    <a:lnTo>
                      <a:pt x="26571" y="13346"/>
                    </a:lnTo>
                    <a:lnTo>
                      <a:pt x="27128" y="12338"/>
                    </a:lnTo>
                    <a:lnTo>
                      <a:pt x="27249" y="14460"/>
                    </a:lnTo>
                    <a:lnTo>
                      <a:pt x="29039" y="17047"/>
                    </a:lnTo>
                    <a:lnTo>
                      <a:pt x="29821" y="16370"/>
                    </a:lnTo>
                    <a:lnTo>
                      <a:pt x="29716" y="17935"/>
                    </a:lnTo>
                    <a:lnTo>
                      <a:pt x="31958" y="21080"/>
                    </a:lnTo>
                    <a:lnTo>
                      <a:pt x="32063" y="15588"/>
                    </a:lnTo>
                    <a:cubicBezTo>
                      <a:pt x="32063" y="14911"/>
                      <a:pt x="30167" y="14354"/>
                      <a:pt x="30167" y="14354"/>
                    </a:cubicBezTo>
                    <a:lnTo>
                      <a:pt x="31401" y="14129"/>
                    </a:lnTo>
                    <a:cubicBezTo>
                      <a:pt x="29490" y="10984"/>
                      <a:pt x="26797" y="10427"/>
                      <a:pt x="26797" y="10427"/>
                    </a:cubicBezTo>
                    <a:cubicBezTo>
                      <a:pt x="27070" y="10395"/>
                      <a:pt x="27320" y="10381"/>
                      <a:pt x="27548" y="10381"/>
                    </a:cubicBezTo>
                    <a:cubicBezTo>
                      <a:pt x="28916" y="10381"/>
                      <a:pt x="29490" y="10879"/>
                      <a:pt x="29490" y="10879"/>
                    </a:cubicBezTo>
                    <a:lnTo>
                      <a:pt x="29821" y="10202"/>
                    </a:lnTo>
                    <a:lnTo>
                      <a:pt x="30604" y="10879"/>
                    </a:lnTo>
                    <a:lnTo>
                      <a:pt x="32409" y="11541"/>
                    </a:lnTo>
                    <a:lnTo>
                      <a:pt x="32409" y="11541"/>
                    </a:lnTo>
                    <a:lnTo>
                      <a:pt x="32184" y="9690"/>
                    </a:lnTo>
                    <a:lnTo>
                      <a:pt x="33192" y="11661"/>
                    </a:lnTo>
                    <a:lnTo>
                      <a:pt x="35208" y="11992"/>
                    </a:lnTo>
                    <a:lnTo>
                      <a:pt x="34756" y="9690"/>
                    </a:lnTo>
                    <a:lnTo>
                      <a:pt x="36216" y="12338"/>
                    </a:lnTo>
                    <a:lnTo>
                      <a:pt x="40022" y="13903"/>
                    </a:lnTo>
                    <a:cubicBezTo>
                      <a:pt x="39691" y="11766"/>
                      <a:pt x="36998" y="8742"/>
                      <a:pt x="36998" y="8742"/>
                    </a:cubicBezTo>
                    <a:lnTo>
                      <a:pt x="34982" y="8637"/>
                    </a:lnTo>
                    <a:lnTo>
                      <a:pt x="35885" y="7403"/>
                    </a:lnTo>
                    <a:cubicBezTo>
                      <a:pt x="35054" y="7247"/>
                      <a:pt x="34183" y="7184"/>
                      <a:pt x="33322" y="7184"/>
                    </a:cubicBezTo>
                    <a:cubicBezTo>
                      <a:pt x="29874" y="7184"/>
                      <a:pt x="26571" y="8185"/>
                      <a:pt x="26571" y="8185"/>
                    </a:cubicBezTo>
                    <a:lnTo>
                      <a:pt x="33523" y="5944"/>
                    </a:lnTo>
                    <a:lnTo>
                      <a:pt x="33192" y="4815"/>
                    </a:lnTo>
                    <a:lnTo>
                      <a:pt x="33192" y="4815"/>
                    </a:lnTo>
                    <a:lnTo>
                      <a:pt x="35208" y="5718"/>
                    </a:lnTo>
                    <a:lnTo>
                      <a:pt x="41828" y="6952"/>
                    </a:lnTo>
                    <a:lnTo>
                      <a:pt x="37344" y="3356"/>
                    </a:lnTo>
                    <a:lnTo>
                      <a:pt x="34982" y="3927"/>
                    </a:lnTo>
                    <a:lnTo>
                      <a:pt x="35990" y="2799"/>
                    </a:lnTo>
                    <a:cubicBezTo>
                      <a:pt x="35990" y="2799"/>
                      <a:pt x="35208" y="2348"/>
                      <a:pt x="32966" y="2242"/>
                    </a:cubicBezTo>
                    <a:cubicBezTo>
                      <a:pt x="32941" y="2241"/>
                      <a:pt x="32916" y="2240"/>
                      <a:pt x="32891" y="2240"/>
                    </a:cubicBezTo>
                    <a:cubicBezTo>
                      <a:pt x="30621" y="2240"/>
                      <a:pt x="26015" y="7508"/>
                      <a:pt x="26015" y="7508"/>
                    </a:cubicBezTo>
                    <a:cubicBezTo>
                      <a:pt x="26015" y="7508"/>
                      <a:pt x="26015" y="5718"/>
                      <a:pt x="25563" y="4153"/>
                    </a:cubicBezTo>
                    <a:cubicBezTo>
                      <a:pt x="25112" y="2573"/>
                      <a:pt x="22991" y="1686"/>
                      <a:pt x="22991" y="1686"/>
                    </a:cubicBezTo>
                    <a:lnTo>
                      <a:pt x="22991" y="1686"/>
                    </a:lnTo>
                    <a:lnTo>
                      <a:pt x="24224" y="6952"/>
                    </a:lnTo>
                    <a:cubicBezTo>
                      <a:pt x="23322" y="4936"/>
                      <a:pt x="21636" y="3250"/>
                      <a:pt x="21636" y="3250"/>
                    </a:cubicBezTo>
                    <a:lnTo>
                      <a:pt x="19064" y="2919"/>
                    </a:lnTo>
                    <a:lnTo>
                      <a:pt x="20177" y="2468"/>
                    </a:lnTo>
                    <a:cubicBezTo>
                      <a:pt x="18943" y="1114"/>
                      <a:pt x="16145" y="1"/>
                      <a:pt x="16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1"/>
              <p:cNvSpPr/>
              <p:nvPr/>
            </p:nvSpPr>
            <p:spPr>
              <a:xfrm>
                <a:off x="1687025" y="3243200"/>
                <a:ext cx="286275" cy="982150"/>
              </a:xfrm>
              <a:custGeom>
                <a:rect b="b" l="l" r="r" t="t"/>
                <a:pathLst>
                  <a:path extrusionOk="0" h="39286" w="11451">
                    <a:moveTo>
                      <a:pt x="11450" y="1"/>
                    </a:moveTo>
                    <a:cubicBezTo>
                      <a:pt x="11450" y="2"/>
                      <a:pt x="1926" y="12369"/>
                      <a:pt x="0" y="39285"/>
                    </a:cubicBezTo>
                    <a:lnTo>
                      <a:pt x="3912" y="39285"/>
                    </a:lnTo>
                    <a:cubicBezTo>
                      <a:pt x="3912" y="39285"/>
                      <a:pt x="1881" y="19275"/>
                      <a:pt x="114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 name="Google Shape;634;p21"/>
            <p:cNvGrpSpPr/>
            <p:nvPr/>
          </p:nvGrpSpPr>
          <p:grpSpPr>
            <a:xfrm>
              <a:off x="-217625" y="3328600"/>
              <a:ext cx="748175" cy="893000"/>
              <a:chOff x="-217625" y="3328600"/>
              <a:chExt cx="748175" cy="893000"/>
            </a:xfrm>
          </p:grpSpPr>
          <p:sp>
            <p:nvSpPr>
              <p:cNvPr id="635" name="Google Shape;635;p21"/>
              <p:cNvSpPr/>
              <p:nvPr/>
            </p:nvSpPr>
            <p:spPr>
              <a:xfrm>
                <a:off x="-217625" y="3328600"/>
                <a:ext cx="748175" cy="376925"/>
              </a:xfrm>
              <a:custGeom>
                <a:rect b="b" l="l" r="r" t="t"/>
                <a:pathLst>
                  <a:path extrusionOk="0" h="15077" w="29927">
                    <a:moveTo>
                      <a:pt x="11556" y="0"/>
                    </a:moveTo>
                    <a:lnTo>
                      <a:pt x="8667" y="1370"/>
                    </a:lnTo>
                    <a:lnTo>
                      <a:pt x="9389" y="0"/>
                    </a:lnTo>
                    <a:lnTo>
                      <a:pt x="9389" y="0"/>
                    </a:lnTo>
                    <a:cubicBezTo>
                      <a:pt x="4740" y="166"/>
                      <a:pt x="3221" y="1445"/>
                      <a:pt x="3221" y="1445"/>
                    </a:cubicBezTo>
                    <a:lnTo>
                      <a:pt x="8667" y="3055"/>
                    </a:lnTo>
                    <a:lnTo>
                      <a:pt x="10277" y="2648"/>
                    </a:lnTo>
                    <a:lnTo>
                      <a:pt x="10277" y="2648"/>
                    </a:lnTo>
                    <a:lnTo>
                      <a:pt x="9796" y="3371"/>
                    </a:lnTo>
                    <a:lnTo>
                      <a:pt x="12037" y="4183"/>
                    </a:lnTo>
                    <a:lnTo>
                      <a:pt x="13557" y="3371"/>
                    </a:lnTo>
                    <a:lnTo>
                      <a:pt x="12760" y="4424"/>
                    </a:lnTo>
                    <a:lnTo>
                      <a:pt x="17334" y="5778"/>
                    </a:lnTo>
                    <a:cubicBezTo>
                      <a:pt x="17334" y="5778"/>
                      <a:pt x="12460" y="5121"/>
                      <a:pt x="9093" y="5121"/>
                    </a:cubicBezTo>
                    <a:cubicBezTo>
                      <a:pt x="8382" y="5121"/>
                      <a:pt x="7739" y="5150"/>
                      <a:pt x="7223" y="5221"/>
                    </a:cubicBezTo>
                    <a:cubicBezTo>
                      <a:pt x="4259" y="5627"/>
                      <a:pt x="1" y="10758"/>
                      <a:pt x="1" y="10758"/>
                    </a:cubicBezTo>
                    <a:lnTo>
                      <a:pt x="2890" y="9630"/>
                    </a:lnTo>
                    <a:lnTo>
                      <a:pt x="4665" y="8020"/>
                    </a:lnTo>
                    <a:lnTo>
                      <a:pt x="4259" y="9389"/>
                    </a:lnTo>
                    <a:lnTo>
                      <a:pt x="6350" y="9148"/>
                    </a:lnTo>
                    <a:lnTo>
                      <a:pt x="7704" y="7538"/>
                    </a:lnTo>
                    <a:lnTo>
                      <a:pt x="6982" y="8983"/>
                    </a:lnTo>
                    <a:lnTo>
                      <a:pt x="8426" y="8667"/>
                    </a:lnTo>
                    <a:lnTo>
                      <a:pt x="8908" y="7629"/>
                    </a:lnTo>
                    <a:lnTo>
                      <a:pt x="8908" y="8591"/>
                    </a:lnTo>
                    <a:lnTo>
                      <a:pt x="13241" y="7538"/>
                    </a:lnTo>
                    <a:lnTo>
                      <a:pt x="13723" y="6350"/>
                    </a:lnTo>
                    <a:lnTo>
                      <a:pt x="13888" y="7222"/>
                    </a:lnTo>
                    <a:lnTo>
                      <a:pt x="16446" y="6906"/>
                    </a:lnTo>
                    <a:lnTo>
                      <a:pt x="16446" y="6906"/>
                    </a:lnTo>
                    <a:cubicBezTo>
                      <a:pt x="10187" y="8501"/>
                      <a:pt x="7704" y="13888"/>
                      <a:pt x="7704" y="13888"/>
                    </a:cubicBezTo>
                    <a:lnTo>
                      <a:pt x="12037" y="11631"/>
                    </a:lnTo>
                    <a:cubicBezTo>
                      <a:pt x="12113" y="10593"/>
                      <a:pt x="12925" y="9314"/>
                      <a:pt x="12925" y="9314"/>
                    </a:cubicBezTo>
                    <a:lnTo>
                      <a:pt x="12925" y="10999"/>
                    </a:lnTo>
                    <a:lnTo>
                      <a:pt x="13963" y="10277"/>
                    </a:lnTo>
                    <a:lnTo>
                      <a:pt x="14686" y="8591"/>
                    </a:lnTo>
                    <a:lnTo>
                      <a:pt x="14686" y="9554"/>
                    </a:lnTo>
                    <a:lnTo>
                      <a:pt x="17334" y="7629"/>
                    </a:lnTo>
                    <a:lnTo>
                      <a:pt x="19019" y="9554"/>
                    </a:lnTo>
                    <a:lnTo>
                      <a:pt x="19410" y="8832"/>
                    </a:lnTo>
                    <a:lnTo>
                      <a:pt x="19500" y="10352"/>
                    </a:lnTo>
                    <a:lnTo>
                      <a:pt x="20779" y="12202"/>
                    </a:lnTo>
                    <a:lnTo>
                      <a:pt x="21336" y="11721"/>
                    </a:lnTo>
                    <a:lnTo>
                      <a:pt x="21261" y="12834"/>
                    </a:lnTo>
                    <a:lnTo>
                      <a:pt x="22855" y="15076"/>
                    </a:lnTo>
                    <a:lnTo>
                      <a:pt x="22946" y="11149"/>
                    </a:lnTo>
                    <a:cubicBezTo>
                      <a:pt x="22946" y="10668"/>
                      <a:pt x="21577" y="10277"/>
                      <a:pt x="21577" y="10277"/>
                    </a:cubicBezTo>
                    <a:lnTo>
                      <a:pt x="22464" y="10111"/>
                    </a:lnTo>
                    <a:cubicBezTo>
                      <a:pt x="21095" y="7869"/>
                      <a:pt x="19169" y="7463"/>
                      <a:pt x="19169" y="7463"/>
                    </a:cubicBezTo>
                    <a:cubicBezTo>
                      <a:pt x="19370" y="7439"/>
                      <a:pt x="19553" y="7428"/>
                      <a:pt x="19720" y="7428"/>
                    </a:cubicBezTo>
                    <a:cubicBezTo>
                      <a:pt x="20690" y="7428"/>
                      <a:pt x="21095" y="7779"/>
                      <a:pt x="21095" y="7779"/>
                    </a:cubicBezTo>
                    <a:lnTo>
                      <a:pt x="21336" y="7298"/>
                    </a:lnTo>
                    <a:lnTo>
                      <a:pt x="21908" y="7779"/>
                    </a:lnTo>
                    <a:lnTo>
                      <a:pt x="23186" y="8260"/>
                    </a:lnTo>
                    <a:lnTo>
                      <a:pt x="23021" y="6936"/>
                    </a:lnTo>
                    <a:lnTo>
                      <a:pt x="23743" y="8351"/>
                    </a:lnTo>
                    <a:lnTo>
                      <a:pt x="25188" y="8591"/>
                    </a:lnTo>
                    <a:lnTo>
                      <a:pt x="24872" y="6936"/>
                    </a:lnTo>
                    <a:lnTo>
                      <a:pt x="24872" y="6936"/>
                    </a:lnTo>
                    <a:lnTo>
                      <a:pt x="25910" y="8832"/>
                    </a:lnTo>
                    <a:lnTo>
                      <a:pt x="28633" y="9946"/>
                    </a:lnTo>
                    <a:cubicBezTo>
                      <a:pt x="28392" y="8426"/>
                      <a:pt x="26466" y="6259"/>
                      <a:pt x="26466" y="6259"/>
                    </a:cubicBezTo>
                    <a:lnTo>
                      <a:pt x="25022" y="6184"/>
                    </a:lnTo>
                    <a:lnTo>
                      <a:pt x="25669" y="5296"/>
                    </a:lnTo>
                    <a:cubicBezTo>
                      <a:pt x="25083" y="5186"/>
                      <a:pt x="24468" y="5142"/>
                      <a:pt x="23859" y="5142"/>
                    </a:cubicBezTo>
                    <a:cubicBezTo>
                      <a:pt x="21391" y="5142"/>
                      <a:pt x="19019" y="5868"/>
                      <a:pt x="19019" y="5868"/>
                    </a:cubicBezTo>
                    <a:lnTo>
                      <a:pt x="23984" y="4258"/>
                    </a:lnTo>
                    <a:lnTo>
                      <a:pt x="23743" y="3461"/>
                    </a:lnTo>
                    <a:lnTo>
                      <a:pt x="25188" y="4093"/>
                    </a:lnTo>
                    <a:lnTo>
                      <a:pt x="29927" y="4980"/>
                    </a:lnTo>
                    <a:lnTo>
                      <a:pt x="26707" y="2408"/>
                    </a:lnTo>
                    <a:lnTo>
                      <a:pt x="25022" y="2814"/>
                    </a:lnTo>
                    <a:lnTo>
                      <a:pt x="25744" y="2016"/>
                    </a:lnTo>
                    <a:cubicBezTo>
                      <a:pt x="25744" y="2016"/>
                      <a:pt x="25188" y="1685"/>
                      <a:pt x="23578" y="1610"/>
                    </a:cubicBezTo>
                    <a:cubicBezTo>
                      <a:pt x="23562" y="1610"/>
                      <a:pt x="23547" y="1609"/>
                      <a:pt x="23531" y="1609"/>
                    </a:cubicBezTo>
                    <a:cubicBezTo>
                      <a:pt x="21918" y="1609"/>
                      <a:pt x="18612" y="5387"/>
                      <a:pt x="18612" y="5387"/>
                    </a:cubicBezTo>
                    <a:cubicBezTo>
                      <a:pt x="18612" y="5387"/>
                      <a:pt x="18612" y="4093"/>
                      <a:pt x="18297" y="2979"/>
                    </a:cubicBezTo>
                    <a:cubicBezTo>
                      <a:pt x="17966" y="1851"/>
                      <a:pt x="16446" y="1204"/>
                      <a:pt x="16446" y="1204"/>
                    </a:cubicBezTo>
                    <a:lnTo>
                      <a:pt x="16446" y="1204"/>
                    </a:lnTo>
                    <a:lnTo>
                      <a:pt x="17334" y="4980"/>
                    </a:lnTo>
                    <a:cubicBezTo>
                      <a:pt x="16687" y="3536"/>
                      <a:pt x="15483" y="2332"/>
                      <a:pt x="15483" y="2332"/>
                    </a:cubicBezTo>
                    <a:lnTo>
                      <a:pt x="13647" y="2092"/>
                    </a:lnTo>
                    <a:lnTo>
                      <a:pt x="14445" y="1776"/>
                    </a:lnTo>
                    <a:cubicBezTo>
                      <a:pt x="13557" y="813"/>
                      <a:pt x="11556" y="0"/>
                      <a:pt x="115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1"/>
              <p:cNvSpPr/>
              <p:nvPr/>
            </p:nvSpPr>
            <p:spPr>
              <a:xfrm>
                <a:off x="11075" y="3519300"/>
                <a:ext cx="204650" cy="702300"/>
              </a:xfrm>
              <a:custGeom>
                <a:rect b="b" l="l" r="r" t="t"/>
                <a:pathLst>
                  <a:path extrusionOk="0" h="28092" w="8186">
                    <a:moveTo>
                      <a:pt x="8186" y="1"/>
                    </a:moveTo>
                    <a:cubicBezTo>
                      <a:pt x="8185" y="1"/>
                      <a:pt x="1385" y="8848"/>
                      <a:pt x="1" y="28091"/>
                    </a:cubicBezTo>
                    <a:lnTo>
                      <a:pt x="2799" y="28091"/>
                    </a:lnTo>
                    <a:cubicBezTo>
                      <a:pt x="2799" y="28091"/>
                      <a:pt x="1340" y="13782"/>
                      <a:pt x="8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21"/>
            <p:cNvGrpSpPr/>
            <p:nvPr/>
          </p:nvGrpSpPr>
          <p:grpSpPr>
            <a:xfrm>
              <a:off x="1572825" y="3497475"/>
              <a:ext cx="1045725" cy="738775"/>
              <a:chOff x="1572825" y="3497475"/>
              <a:chExt cx="1045725" cy="738775"/>
            </a:xfrm>
          </p:grpSpPr>
          <p:sp>
            <p:nvSpPr>
              <p:cNvPr id="638" name="Google Shape;638;p21"/>
              <p:cNvSpPr/>
              <p:nvPr/>
            </p:nvSpPr>
            <p:spPr>
              <a:xfrm>
                <a:off x="1572825" y="3497475"/>
                <a:ext cx="1045725" cy="527025"/>
              </a:xfrm>
              <a:custGeom>
                <a:rect b="b" l="l" r="r" t="t"/>
                <a:pathLst>
                  <a:path extrusionOk="0" h="21081" w="41829">
                    <a:moveTo>
                      <a:pt x="16160" y="1"/>
                    </a:moveTo>
                    <a:lnTo>
                      <a:pt x="12113" y="1912"/>
                    </a:lnTo>
                    <a:lnTo>
                      <a:pt x="13121" y="1"/>
                    </a:lnTo>
                    <a:lnTo>
                      <a:pt x="13121" y="1"/>
                    </a:lnTo>
                    <a:cubicBezTo>
                      <a:pt x="6621" y="227"/>
                      <a:pt x="4485" y="2017"/>
                      <a:pt x="4485" y="2017"/>
                    </a:cubicBezTo>
                    <a:lnTo>
                      <a:pt x="12113" y="4259"/>
                    </a:lnTo>
                    <a:lnTo>
                      <a:pt x="14355" y="3702"/>
                    </a:lnTo>
                    <a:lnTo>
                      <a:pt x="14355" y="3702"/>
                    </a:lnTo>
                    <a:lnTo>
                      <a:pt x="13693" y="4710"/>
                    </a:lnTo>
                    <a:lnTo>
                      <a:pt x="16822" y="5839"/>
                    </a:lnTo>
                    <a:lnTo>
                      <a:pt x="18959" y="4710"/>
                    </a:lnTo>
                    <a:lnTo>
                      <a:pt x="18959" y="4710"/>
                    </a:lnTo>
                    <a:lnTo>
                      <a:pt x="17830" y="6170"/>
                    </a:lnTo>
                    <a:lnTo>
                      <a:pt x="24225" y="8080"/>
                    </a:lnTo>
                    <a:cubicBezTo>
                      <a:pt x="24225" y="8080"/>
                      <a:pt x="17424" y="7157"/>
                      <a:pt x="12715" y="7157"/>
                    </a:cubicBezTo>
                    <a:cubicBezTo>
                      <a:pt x="11721" y="7157"/>
                      <a:pt x="10820" y="7198"/>
                      <a:pt x="10097" y="7298"/>
                    </a:cubicBezTo>
                    <a:cubicBezTo>
                      <a:pt x="5944" y="7855"/>
                      <a:pt x="1" y="15032"/>
                      <a:pt x="1" y="15032"/>
                    </a:cubicBezTo>
                    <a:lnTo>
                      <a:pt x="4048" y="13467"/>
                    </a:lnTo>
                    <a:lnTo>
                      <a:pt x="6516" y="11225"/>
                    </a:lnTo>
                    <a:lnTo>
                      <a:pt x="5944" y="13121"/>
                    </a:lnTo>
                    <a:lnTo>
                      <a:pt x="8863" y="12790"/>
                    </a:lnTo>
                    <a:lnTo>
                      <a:pt x="10774" y="10548"/>
                    </a:lnTo>
                    <a:lnTo>
                      <a:pt x="9766" y="12564"/>
                    </a:lnTo>
                    <a:lnTo>
                      <a:pt x="9766" y="12564"/>
                    </a:lnTo>
                    <a:lnTo>
                      <a:pt x="11782" y="12113"/>
                    </a:lnTo>
                    <a:lnTo>
                      <a:pt x="12459" y="10653"/>
                    </a:lnTo>
                    <a:lnTo>
                      <a:pt x="12459" y="12007"/>
                    </a:lnTo>
                    <a:lnTo>
                      <a:pt x="18507" y="10548"/>
                    </a:lnTo>
                    <a:lnTo>
                      <a:pt x="19184" y="8863"/>
                    </a:lnTo>
                    <a:lnTo>
                      <a:pt x="19410" y="10097"/>
                    </a:lnTo>
                    <a:lnTo>
                      <a:pt x="22991" y="9645"/>
                    </a:lnTo>
                    <a:lnTo>
                      <a:pt x="22991" y="9645"/>
                    </a:lnTo>
                    <a:cubicBezTo>
                      <a:pt x="14249" y="11887"/>
                      <a:pt x="10774" y="19410"/>
                      <a:pt x="10774" y="19410"/>
                    </a:cubicBezTo>
                    <a:lnTo>
                      <a:pt x="16822" y="16265"/>
                    </a:lnTo>
                    <a:cubicBezTo>
                      <a:pt x="16942" y="14806"/>
                      <a:pt x="18056" y="13016"/>
                      <a:pt x="18056" y="13016"/>
                    </a:cubicBezTo>
                    <a:lnTo>
                      <a:pt x="18056" y="15363"/>
                    </a:lnTo>
                    <a:lnTo>
                      <a:pt x="19515" y="14355"/>
                    </a:lnTo>
                    <a:lnTo>
                      <a:pt x="20523" y="12007"/>
                    </a:lnTo>
                    <a:lnTo>
                      <a:pt x="20523" y="13347"/>
                    </a:lnTo>
                    <a:lnTo>
                      <a:pt x="24225" y="10653"/>
                    </a:lnTo>
                    <a:lnTo>
                      <a:pt x="26587" y="13347"/>
                    </a:lnTo>
                    <a:lnTo>
                      <a:pt x="27144" y="12338"/>
                    </a:lnTo>
                    <a:lnTo>
                      <a:pt x="27264" y="14475"/>
                    </a:lnTo>
                    <a:lnTo>
                      <a:pt x="29054" y="17048"/>
                    </a:lnTo>
                    <a:lnTo>
                      <a:pt x="29837" y="16371"/>
                    </a:lnTo>
                    <a:lnTo>
                      <a:pt x="29716" y="17951"/>
                    </a:lnTo>
                    <a:lnTo>
                      <a:pt x="31973" y="21080"/>
                    </a:lnTo>
                    <a:lnTo>
                      <a:pt x="32079" y="15588"/>
                    </a:lnTo>
                    <a:cubicBezTo>
                      <a:pt x="32079" y="14926"/>
                      <a:pt x="30168" y="14355"/>
                      <a:pt x="30168" y="14355"/>
                    </a:cubicBezTo>
                    <a:lnTo>
                      <a:pt x="31401" y="14129"/>
                    </a:lnTo>
                    <a:cubicBezTo>
                      <a:pt x="29506" y="10999"/>
                      <a:pt x="26813" y="10428"/>
                      <a:pt x="26813" y="10428"/>
                    </a:cubicBezTo>
                    <a:cubicBezTo>
                      <a:pt x="27083" y="10395"/>
                      <a:pt x="27332" y="10382"/>
                      <a:pt x="27559" y="10382"/>
                    </a:cubicBezTo>
                    <a:cubicBezTo>
                      <a:pt x="28920" y="10382"/>
                      <a:pt x="29506" y="10879"/>
                      <a:pt x="29506" y="10879"/>
                    </a:cubicBezTo>
                    <a:lnTo>
                      <a:pt x="29837" y="10202"/>
                    </a:lnTo>
                    <a:lnTo>
                      <a:pt x="30619" y="10879"/>
                    </a:lnTo>
                    <a:lnTo>
                      <a:pt x="32410" y="11556"/>
                    </a:lnTo>
                    <a:lnTo>
                      <a:pt x="32410" y="11556"/>
                    </a:lnTo>
                    <a:lnTo>
                      <a:pt x="32184" y="9705"/>
                    </a:lnTo>
                    <a:lnTo>
                      <a:pt x="33207" y="11661"/>
                    </a:lnTo>
                    <a:lnTo>
                      <a:pt x="35223" y="12007"/>
                    </a:lnTo>
                    <a:lnTo>
                      <a:pt x="34772" y="9705"/>
                    </a:lnTo>
                    <a:lnTo>
                      <a:pt x="36231" y="12338"/>
                    </a:lnTo>
                    <a:lnTo>
                      <a:pt x="40038" y="13903"/>
                    </a:lnTo>
                    <a:cubicBezTo>
                      <a:pt x="39707" y="11782"/>
                      <a:pt x="37014" y="8758"/>
                      <a:pt x="37014" y="8758"/>
                    </a:cubicBezTo>
                    <a:lnTo>
                      <a:pt x="34997" y="8637"/>
                    </a:lnTo>
                    <a:lnTo>
                      <a:pt x="35885" y="7403"/>
                    </a:lnTo>
                    <a:cubicBezTo>
                      <a:pt x="35058" y="7247"/>
                      <a:pt x="34189" y="7184"/>
                      <a:pt x="33329" y="7184"/>
                    </a:cubicBezTo>
                    <a:cubicBezTo>
                      <a:pt x="29890" y="7184"/>
                      <a:pt x="26587" y="8186"/>
                      <a:pt x="26587" y="8186"/>
                    </a:cubicBezTo>
                    <a:lnTo>
                      <a:pt x="33538" y="5944"/>
                    </a:lnTo>
                    <a:lnTo>
                      <a:pt x="33207" y="4831"/>
                    </a:lnTo>
                    <a:lnTo>
                      <a:pt x="35223" y="5718"/>
                    </a:lnTo>
                    <a:lnTo>
                      <a:pt x="41828" y="6952"/>
                    </a:lnTo>
                    <a:lnTo>
                      <a:pt x="37345" y="3371"/>
                    </a:lnTo>
                    <a:lnTo>
                      <a:pt x="34997" y="3928"/>
                    </a:lnTo>
                    <a:lnTo>
                      <a:pt x="34997" y="3928"/>
                    </a:lnTo>
                    <a:lnTo>
                      <a:pt x="36005" y="2814"/>
                    </a:lnTo>
                    <a:cubicBezTo>
                      <a:pt x="36005" y="2814"/>
                      <a:pt x="35223" y="2363"/>
                      <a:pt x="32981" y="2243"/>
                    </a:cubicBezTo>
                    <a:cubicBezTo>
                      <a:pt x="32960" y="2242"/>
                      <a:pt x="32938" y="2241"/>
                      <a:pt x="32915" y="2241"/>
                    </a:cubicBezTo>
                    <a:cubicBezTo>
                      <a:pt x="30649" y="2241"/>
                      <a:pt x="26030" y="7524"/>
                      <a:pt x="26030" y="7524"/>
                    </a:cubicBezTo>
                    <a:cubicBezTo>
                      <a:pt x="26030" y="7524"/>
                      <a:pt x="26030" y="5718"/>
                      <a:pt x="25579" y="4154"/>
                    </a:cubicBezTo>
                    <a:cubicBezTo>
                      <a:pt x="25127" y="2589"/>
                      <a:pt x="22991" y="1686"/>
                      <a:pt x="22991" y="1686"/>
                    </a:cubicBezTo>
                    <a:lnTo>
                      <a:pt x="22991" y="1686"/>
                    </a:lnTo>
                    <a:lnTo>
                      <a:pt x="24225" y="6952"/>
                    </a:lnTo>
                    <a:cubicBezTo>
                      <a:pt x="23337" y="4936"/>
                      <a:pt x="21652" y="3251"/>
                      <a:pt x="21652" y="3251"/>
                    </a:cubicBezTo>
                    <a:lnTo>
                      <a:pt x="19064" y="2920"/>
                    </a:lnTo>
                    <a:lnTo>
                      <a:pt x="20192" y="2468"/>
                    </a:lnTo>
                    <a:cubicBezTo>
                      <a:pt x="18959" y="1129"/>
                      <a:pt x="16160" y="1"/>
                      <a:pt x="161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1"/>
              <p:cNvSpPr/>
              <p:nvPr/>
            </p:nvSpPr>
            <p:spPr>
              <a:xfrm>
                <a:off x="1976050" y="3763800"/>
                <a:ext cx="202400" cy="472450"/>
              </a:xfrm>
              <a:custGeom>
                <a:rect b="b" l="l" r="r" t="t"/>
                <a:pathLst>
                  <a:path extrusionOk="0" h="18898" w="8096">
                    <a:moveTo>
                      <a:pt x="8096" y="0"/>
                    </a:moveTo>
                    <a:cubicBezTo>
                      <a:pt x="8095" y="1"/>
                      <a:pt x="3446" y="6050"/>
                      <a:pt x="1" y="18898"/>
                    </a:cubicBezTo>
                    <a:lnTo>
                      <a:pt x="1867" y="18898"/>
                    </a:lnTo>
                    <a:cubicBezTo>
                      <a:pt x="2980" y="13045"/>
                      <a:pt x="4891" y="6485"/>
                      <a:pt x="8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 name="Google Shape;640;p21"/>
            <p:cNvGrpSpPr/>
            <p:nvPr/>
          </p:nvGrpSpPr>
          <p:grpSpPr>
            <a:xfrm>
              <a:off x="-1030475" y="2575175"/>
              <a:ext cx="1113800" cy="1659575"/>
              <a:chOff x="2322325" y="2575175"/>
              <a:chExt cx="1113800" cy="1659575"/>
            </a:xfrm>
          </p:grpSpPr>
          <p:sp>
            <p:nvSpPr>
              <p:cNvPr id="641" name="Google Shape;641;p21"/>
              <p:cNvSpPr/>
              <p:nvPr/>
            </p:nvSpPr>
            <p:spPr>
              <a:xfrm>
                <a:off x="2322325" y="2575175"/>
                <a:ext cx="1113800" cy="561600"/>
              </a:xfrm>
              <a:custGeom>
                <a:rect b="b" l="l" r="r" t="t"/>
                <a:pathLst>
                  <a:path extrusionOk="0" h="22464" w="44552">
                    <a:moveTo>
                      <a:pt x="27354" y="1"/>
                    </a:moveTo>
                    <a:cubicBezTo>
                      <a:pt x="27354" y="1"/>
                      <a:pt x="24360" y="1204"/>
                      <a:pt x="23051" y="2634"/>
                    </a:cubicBezTo>
                    <a:lnTo>
                      <a:pt x="24240" y="3115"/>
                    </a:lnTo>
                    <a:lnTo>
                      <a:pt x="21501" y="3476"/>
                    </a:lnTo>
                    <a:cubicBezTo>
                      <a:pt x="21501" y="3476"/>
                      <a:pt x="19711" y="5267"/>
                      <a:pt x="18748" y="7418"/>
                    </a:cubicBezTo>
                    <a:lnTo>
                      <a:pt x="20057" y="1806"/>
                    </a:lnTo>
                    <a:lnTo>
                      <a:pt x="20057" y="1806"/>
                    </a:lnTo>
                    <a:cubicBezTo>
                      <a:pt x="20057" y="1806"/>
                      <a:pt x="17800" y="2754"/>
                      <a:pt x="17319" y="4424"/>
                    </a:cubicBezTo>
                    <a:cubicBezTo>
                      <a:pt x="16837" y="6094"/>
                      <a:pt x="16837" y="8005"/>
                      <a:pt x="16837" y="8005"/>
                    </a:cubicBezTo>
                    <a:cubicBezTo>
                      <a:pt x="16837" y="8005"/>
                      <a:pt x="11930" y="2391"/>
                      <a:pt x="9510" y="2391"/>
                    </a:cubicBezTo>
                    <a:cubicBezTo>
                      <a:pt x="9485" y="2391"/>
                      <a:pt x="9459" y="2392"/>
                      <a:pt x="9435" y="2393"/>
                    </a:cubicBezTo>
                    <a:cubicBezTo>
                      <a:pt x="7042" y="2513"/>
                      <a:pt x="6200" y="2995"/>
                      <a:pt x="6200" y="2995"/>
                    </a:cubicBezTo>
                    <a:lnTo>
                      <a:pt x="7283" y="4183"/>
                    </a:lnTo>
                    <a:lnTo>
                      <a:pt x="7283" y="4183"/>
                    </a:lnTo>
                    <a:lnTo>
                      <a:pt x="4770" y="3597"/>
                    </a:lnTo>
                    <a:lnTo>
                      <a:pt x="1" y="7418"/>
                    </a:lnTo>
                    <a:lnTo>
                      <a:pt x="7042" y="6094"/>
                    </a:lnTo>
                    <a:lnTo>
                      <a:pt x="9194" y="5146"/>
                    </a:lnTo>
                    <a:lnTo>
                      <a:pt x="8833" y="6335"/>
                    </a:lnTo>
                    <a:lnTo>
                      <a:pt x="16235" y="8727"/>
                    </a:lnTo>
                    <a:cubicBezTo>
                      <a:pt x="16235" y="8727"/>
                      <a:pt x="12708" y="7654"/>
                      <a:pt x="9030" y="7654"/>
                    </a:cubicBezTo>
                    <a:cubicBezTo>
                      <a:pt x="8119" y="7654"/>
                      <a:pt x="7198" y="7720"/>
                      <a:pt x="6320" y="7885"/>
                    </a:cubicBezTo>
                    <a:lnTo>
                      <a:pt x="7283" y="9209"/>
                    </a:lnTo>
                    <a:lnTo>
                      <a:pt x="5131" y="9329"/>
                    </a:lnTo>
                    <a:cubicBezTo>
                      <a:pt x="5131" y="9329"/>
                      <a:pt x="2273" y="12549"/>
                      <a:pt x="1912" y="14821"/>
                    </a:cubicBezTo>
                    <a:lnTo>
                      <a:pt x="5974" y="13151"/>
                    </a:lnTo>
                    <a:lnTo>
                      <a:pt x="7524" y="10337"/>
                    </a:lnTo>
                    <a:lnTo>
                      <a:pt x="7042" y="12790"/>
                    </a:lnTo>
                    <a:lnTo>
                      <a:pt x="7042" y="12790"/>
                    </a:lnTo>
                    <a:lnTo>
                      <a:pt x="9194" y="12428"/>
                    </a:lnTo>
                    <a:lnTo>
                      <a:pt x="10262" y="10337"/>
                    </a:lnTo>
                    <a:lnTo>
                      <a:pt x="10262" y="10337"/>
                    </a:lnTo>
                    <a:lnTo>
                      <a:pt x="10036" y="12308"/>
                    </a:lnTo>
                    <a:lnTo>
                      <a:pt x="11947" y="11601"/>
                    </a:lnTo>
                    <a:lnTo>
                      <a:pt x="12775" y="10879"/>
                    </a:lnTo>
                    <a:lnTo>
                      <a:pt x="13136" y="11601"/>
                    </a:lnTo>
                    <a:cubicBezTo>
                      <a:pt x="13136" y="11601"/>
                      <a:pt x="13755" y="11070"/>
                      <a:pt x="15201" y="11070"/>
                    </a:cubicBezTo>
                    <a:cubicBezTo>
                      <a:pt x="15442" y="11070"/>
                      <a:pt x="15707" y="11085"/>
                      <a:pt x="15995" y="11119"/>
                    </a:cubicBezTo>
                    <a:cubicBezTo>
                      <a:pt x="15995" y="11119"/>
                      <a:pt x="13136" y="11706"/>
                      <a:pt x="11105" y="15061"/>
                    </a:cubicBezTo>
                    <a:lnTo>
                      <a:pt x="12414" y="15302"/>
                    </a:lnTo>
                    <a:cubicBezTo>
                      <a:pt x="12414" y="15302"/>
                      <a:pt x="10382" y="15889"/>
                      <a:pt x="10382" y="16611"/>
                    </a:cubicBezTo>
                    <a:lnTo>
                      <a:pt x="10503" y="22464"/>
                    </a:lnTo>
                    <a:lnTo>
                      <a:pt x="12895" y="19124"/>
                    </a:lnTo>
                    <a:lnTo>
                      <a:pt x="12775" y="17439"/>
                    </a:lnTo>
                    <a:lnTo>
                      <a:pt x="13617" y="18161"/>
                    </a:lnTo>
                    <a:lnTo>
                      <a:pt x="15528" y="15423"/>
                    </a:lnTo>
                    <a:lnTo>
                      <a:pt x="15648" y="13151"/>
                    </a:lnTo>
                    <a:lnTo>
                      <a:pt x="16235" y="14219"/>
                    </a:lnTo>
                    <a:lnTo>
                      <a:pt x="18748" y="11360"/>
                    </a:lnTo>
                    <a:lnTo>
                      <a:pt x="22690" y="14219"/>
                    </a:lnTo>
                    <a:lnTo>
                      <a:pt x="22690" y="12790"/>
                    </a:lnTo>
                    <a:lnTo>
                      <a:pt x="23758" y="15302"/>
                    </a:lnTo>
                    <a:lnTo>
                      <a:pt x="25323" y="16370"/>
                    </a:lnTo>
                    <a:lnTo>
                      <a:pt x="25323" y="13858"/>
                    </a:lnTo>
                    <a:cubicBezTo>
                      <a:pt x="25323" y="13858"/>
                      <a:pt x="26512" y="15769"/>
                      <a:pt x="26632" y="17333"/>
                    </a:cubicBezTo>
                    <a:lnTo>
                      <a:pt x="33087" y="20674"/>
                    </a:lnTo>
                    <a:cubicBezTo>
                      <a:pt x="33087" y="20674"/>
                      <a:pt x="29385" y="12669"/>
                      <a:pt x="20057" y="10277"/>
                    </a:cubicBezTo>
                    <a:lnTo>
                      <a:pt x="20057" y="10277"/>
                    </a:lnTo>
                    <a:lnTo>
                      <a:pt x="23879" y="10758"/>
                    </a:lnTo>
                    <a:lnTo>
                      <a:pt x="24119" y="9449"/>
                    </a:lnTo>
                    <a:lnTo>
                      <a:pt x="24841" y="11240"/>
                    </a:lnTo>
                    <a:lnTo>
                      <a:pt x="31296" y="12790"/>
                    </a:lnTo>
                    <a:lnTo>
                      <a:pt x="31296" y="11360"/>
                    </a:lnTo>
                    <a:lnTo>
                      <a:pt x="32003" y="12910"/>
                    </a:lnTo>
                    <a:lnTo>
                      <a:pt x="34155" y="13391"/>
                    </a:lnTo>
                    <a:lnTo>
                      <a:pt x="33087" y="11240"/>
                    </a:lnTo>
                    <a:lnTo>
                      <a:pt x="33087" y="11240"/>
                    </a:lnTo>
                    <a:lnTo>
                      <a:pt x="35118" y="13617"/>
                    </a:lnTo>
                    <a:lnTo>
                      <a:pt x="38217" y="13978"/>
                    </a:lnTo>
                    <a:lnTo>
                      <a:pt x="37615" y="11947"/>
                    </a:lnTo>
                    <a:lnTo>
                      <a:pt x="40248" y="14339"/>
                    </a:lnTo>
                    <a:lnTo>
                      <a:pt x="44551" y="16009"/>
                    </a:lnTo>
                    <a:cubicBezTo>
                      <a:pt x="44551" y="16009"/>
                      <a:pt x="38217" y="8366"/>
                      <a:pt x="33794" y="7764"/>
                    </a:cubicBezTo>
                    <a:cubicBezTo>
                      <a:pt x="33043" y="7664"/>
                      <a:pt x="32111" y="7623"/>
                      <a:pt x="31083" y="7623"/>
                    </a:cubicBezTo>
                    <a:cubicBezTo>
                      <a:pt x="26071" y="7623"/>
                      <a:pt x="18748" y="8607"/>
                      <a:pt x="18748" y="8607"/>
                    </a:cubicBezTo>
                    <a:lnTo>
                      <a:pt x="25564" y="6576"/>
                    </a:lnTo>
                    <a:lnTo>
                      <a:pt x="24360" y="5026"/>
                    </a:lnTo>
                    <a:lnTo>
                      <a:pt x="26632" y="6215"/>
                    </a:lnTo>
                    <a:lnTo>
                      <a:pt x="29972" y="5026"/>
                    </a:lnTo>
                    <a:lnTo>
                      <a:pt x="29265" y="3943"/>
                    </a:lnTo>
                    <a:lnTo>
                      <a:pt x="31642" y="4544"/>
                    </a:lnTo>
                    <a:lnTo>
                      <a:pt x="39767" y="2152"/>
                    </a:lnTo>
                    <a:cubicBezTo>
                      <a:pt x="39767" y="2152"/>
                      <a:pt x="37495" y="241"/>
                      <a:pt x="30574" y="1"/>
                    </a:cubicBezTo>
                    <a:lnTo>
                      <a:pt x="30574" y="1"/>
                    </a:lnTo>
                    <a:lnTo>
                      <a:pt x="31642" y="2032"/>
                    </a:lnTo>
                    <a:lnTo>
                      <a:pt x="31642" y="2032"/>
                    </a:lnTo>
                    <a:lnTo>
                      <a:pt x="273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1"/>
              <p:cNvSpPr/>
              <p:nvPr/>
            </p:nvSpPr>
            <p:spPr>
              <a:xfrm>
                <a:off x="2775975" y="2844125"/>
                <a:ext cx="283250" cy="1390625"/>
              </a:xfrm>
              <a:custGeom>
                <a:rect b="b" l="l" r="r" t="t"/>
                <a:pathLst>
                  <a:path extrusionOk="0" h="55625" w="11330">
                    <a:moveTo>
                      <a:pt x="0" y="0"/>
                    </a:moveTo>
                    <a:lnTo>
                      <a:pt x="0" y="0"/>
                    </a:lnTo>
                    <a:cubicBezTo>
                      <a:pt x="9464" y="27293"/>
                      <a:pt x="7448" y="55625"/>
                      <a:pt x="7448" y="55625"/>
                    </a:cubicBezTo>
                    <a:lnTo>
                      <a:pt x="11330" y="55625"/>
                    </a:lnTo>
                    <a:cubicBezTo>
                      <a:pt x="9419" y="17530"/>
                      <a:pt x="1" y="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 name="Google Shape;643;p21"/>
            <p:cNvGrpSpPr/>
            <p:nvPr/>
          </p:nvGrpSpPr>
          <p:grpSpPr>
            <a:xfrm>
              <a:off x="-522300" y="3118325"/>
              <a:ext cx="694400" cy="1122075"/>
              <a:chOff x="2830500" y="3118325"/>
              <a:chExt cx="694400" cy="1122075"/>
            </a:xfrm>
          </p:grpSpPr>
          <p:sp>
            <p:nvSpPr>
              <p:cNvPr id="644" name="Google Shape;644;p21"/>
              <p:cNvSpPr/>
              <p:nvPr/>
            </p:nvSpPr>
            <p:spPr>
              <a:xfrm>
                <a:off x="2830500" y="3118325"/>
                <a:ext cx="694400" cy="379925"/>
              </a:xfrm>
              <a:custGeom>
                <a:rect b="b" l="l" r="r" t="t"/>
                <a:pathLst>
                  <a:path extrusionOk="0" h="15197" w="27776">
                    <a:moveTo>
                      <a:pt x="10713" y="1"/>
                    </a:moveTo>
                    <a:lnTo>
                      <a:pt x="8035" y="1385"/>
                    </a:lnTo>
                    <a:lnTo>
                      <a:pt x="8712" y="1"/>
                    </a:lnTo>
                    <a:lnTo>
                      <a:pt x="8712" y="1"/>
                    </a:lnTo>
                    <a:cubicBezTo>
                      <a:pt x="4394" y="166"/>
                      <a:pt x="2965" y="1460"/>
                      <a:pt x="2965" y="1460"/>
                    </a:cubicBezTo>
                    <a:lnTo>
                      <a:pt x="8035" y="3070"/>
                    </a:lnTo>
                    <a:lnTo>
                      <a:pt x="9525" y="2679"/>
                    </a:lnTo>
                    <a:lnTo>
                      <a:pt x="9525" y="2679"/>
                    </a:lnTo>
                    <a:lnTo>
                      <a:pt x="9073" y="3401"/>
                    </a:lnTo>
                    <a:lnTo>
                      <a:pt x="11165" y="4214"/>
                    </a:lnTo>
                    <a:lnTo>
                      <a:pt x="12579" y="3401"/>
                    </a:lnTo>
                    <a:lnTo>
                      <a:pt x="11842" y="4454"/>
                    </a:lnTo>
                    <a:lnTo>
                      <a:pt x="16085" y="5823"/>
                    </a:lnTo>
                    <a:cubicBezTo>
                      <a:pt x="16085" y="5823"/>
                      <a:pt x="11501" y="5158"/>
                      <a:pt x="8372" y="5158"/>
                    </a:cubicBezTo>
                    <a:cubicBezTo>
                      <a:pt x="7736" y="5158"/>
                      <a:pt x="7161" y="5186"/>
                      <a:pt x="6696" y="5252"/>
                    </a:cubicBezTo>
                    <a:cubicBezTo>
                      <a:pt x="3943" y="5658"/>
                      <a:pt x="1" y="10834"/>
                      <a:pt x="1" y="10834"/>
                    </a:cubicBezTo>
                    <a:lnTo>
                      <a:pt x="2679" y="9705"/>
                    </a:lnTo>
                    <a:lnTo>
                      <a:pt x="4319" y="8080"/>
                    </a:lnTo>
                    <a:lnTo>
                      <a:pt x="3943" y="9450"/>
                    </a:lnTo>
                    <a:lnTo>
                      <a:pt x="5884" y="9209"/>
                    </a:lnTo>
                    <a:lnTo>
                      <a:pt x="7147" y="7599"/>
                    </a:lnTo>
                    <a:lnTo>
                      <a:pt x="6470" y="9058"/>
                    </a:lnTo>
                    <a:lnTo>
                      <a:pt x="7809" y="8727"/>
                    </a:lnTo>
                    <a:lnTo>
                      <a:pt x="8261" y="7674"/>
                    </a:lnTo>
                    <a:lnTo>
                      <a:pt x="8261" y="8652"/>
                    </a:lnTo>
                    <a:lnTo>
                      <a:pt x="12278" y="7599"/>
                    </a:lnTo>
                    <a:lnTo>
                      <a:pt x="12729" y="6395"/>
                    </a:lnTo>
                    <a:lnTo>
                      <a:pt x="12880" y="7283"/>
                    </a:lnTo>
                    <a:lnTo>
                      <a:pt x="15257" y="6952"/>
                    </a:lnTo>
                    <a:lnTo>
                      <a:pt x="15257" y="6952"/>
                    </a:lnTo>
                    <a:cubicBezTo>
                      <a:pt x="9449" y="8562"/>
                      <a:pt x="7147" y="13978"/>
                      <a:pt x="7147" y="13978"/>
                    </a:cubicBezTo>
                    <a:lnTo>
                      <a:pt x="11165" y="11721"/>
                    </a:lnTo>
                    <a:cubicBezTo>
                      <a:pt x="11240" y="10668"/>
                      <a:pt x="11977" y="9374"/>
                      <a:pt x="11977" y="9374"/>
                    </a:cubicBezTo>
                    <a:lnTo>
                      <a:pt x="11977" y="11074"/>
                    </a:lnTo>
                    <a:lnTo>
                      <a:pt x="12955" y="10352"/>
                    </a:lnTo>
                    <a:lnTo>
                      <a:pt x="13617" y="8652"/>
                    </a:lnTo>
                    <a:lnTo>
                      <a:pt x="13617" y="9615"/>
                    </a:lnTo>
                    <a:lnTo>
                      <a:pt x="16085" y="7674"/>
                    </a:lnTo>
                    <a:lnTo>
                      <a:pt x="17649" y="9615"/>
                    </a:lnTo>
                    <a:lnTo>
                      <a:pt x="18011" y="8893"/>
                    </a:lnTo>
                    <a:lnTo>
                      <a:pt x="18086" y="10427"/>
                    </a:lnTo>
                    <a:lnTo>
                      <a:pt x="19289" y="12278"/>
                    </a:lnTo>
                    <a:lnTo>
                      <a:pt x="19801" y="11797"/>
                    </a:lnTo>
                    <a:lnTo>
                      <a:pt x="19726" y="12925"/>
                    </a:lnTo>
                    <a:lnTo>
                      <a:pt x="21215" y="15197"/>
                    </a:lnTo>
                    <a:lnTo>
                      <a:pt x="21291" y="11240"/>
                    </a:lnTo>
                    <a:cubicBezTo>
                      <a:pt x="21291" y="10743"/>
                      <a:pt x="20027" y="10352"/>
                      <a:pt x="20027" y="10352"/>
                    </a:cubicBezTo>
                    <a:lnTo>
                      <a:pt x="20839" y="10187"/>
                    </a:lnTo>
                    <a:cubicBezTo>
                      <a:pt x="19575" y="7915"/>
                      <a:pt x="17800" y="7524"/>
                      <a:pt x="17800" y="7524"/>
                    </a:cubicBezTo>
                    <a:cubicBezTo>
                      <a:pt x="17985" y="7499"/>
                      <a:pt x="18154" y="7489"/>
                      <a:pt x="18308" y="7489"/>
                    </a:cubicBezTo>
                    <a:cubicBezTo>
                      <a:pt x="19203" y="7489"/>
                      <a:pt x="19575" y="7840"/>
                      <a:pt x="19575" y="7840"/>
                    </a:cubicBezTo>
                    <a:lnTo>
                      <a:pt x="19801" y="7358"/>
                    </a:lnTo>
                    <a:lnTo>
                      <a:pt x="20328" y="7840"/>
                    </a:lnTo>
                    <a:lnTo>
                      <a:pt x="21516" y="8321"/>
                    </a:lnTo>
                    <a:lnTo>
                      <a:pt x="21366" y="6997"/>
                    </a:lnTo>
                    <a:lnTo>
                      <a:pt x="22043" y="8411"/>
                    </a:lnTo>
                    <a:lnTo>
                      <a:pt x="23382" y="8652"/>
                    </a:lnTo>
                    <a:lnTo>
                      <a:pt x="23081" y="6997"/>
                    </a:lnTo>
                    <a:lnTo>
                      <a:pt x="24044" y="8893"/>
                    </a:lnTo>
                    <a:lnTo>
                      <a:pt x="26587" y="10021"/>
                    </a:lnTo>
                    <a:cubicBezTo>
                      <a:pt x="26361" y="8487"/>
                      <a:pt x="24571" y="6305"/>
                      <a:pt x="24571" y="6305"/>
                    </a:cubicBezTo>
                    <a:lnTo>
                      <a:pt x="23231" y="6230"/>
                    </a:lnTo>
                    <a:lnTo>
                      <a:pt x="23818" y="5342"/>
                    </a:lnTo>
                    <a:cubicBezTo>
                      <a:pt x="23262" y="5226"/>
                      <a:pt x="22678" y="5180"/>
                      <a:pt x="22101" y="5180"/>
                    </a:cubicBezTo>
                    <a:cubicBezTo>
                      <a:pt x="19824" y="5180"/>
                      <a:pt x="17649" y="5899"/>
                      <a:pt x="17649" y="5899"/>
                    </a:cubicBezTo>
                    <a:lnTo>
                      <a:pt x="22253" y="4289"/>
                    </a:lnTo>
                    <a:lnTo>
                      <a:pt x="22043" y="3476"/>
                    </a:lnTo>
                    <a:lnTo>
                      <a:pt x="23382" y="4123"/>
                    </a:lnTo>
                    <a:lnTo>
                      <a:pt x="27775" y="5011"/>
                    </a:lnTo>
                    <a:lnTo>
                      <a:pt x="24796" y="2438"/>
                    </a:lnTo>
                    <a:lnTo>
                      <a:pt x="23231" y="2829"/>
                    </a:lnTo>
                    <a:lnTo>
                      <a:pt x="23893" y="2032"/>
                    </a:lnTo>
                    <a:cubicBezTo>
                      <a:pt x="23893" y="2032"/>
                      <a:pt x="23382" y="1701"/>
                      <a:pt x="21892" y="1626"/>
                    </a:cubicBezTo>
                    <a:cubicBezTo>
                      <a:pt x="21875" y="1625"/>
                      <a:pt x="21858" y="1624"/>
                      <a:pt x="21840" y="1624"/>
                    </a:cubicBezTo>
                    <a:cubicBezTo>
                      <a:pt x="20331" y="1624"/>
                      <a:pt x="17273" y="5417"/>
                      <a:pt x="17273" y="5417"/>
                    </a:cubicBezTo>
                    <a:cubicBezTo>
                      <a:pt x="17273" y="5417"/>
                      <a:pt x="17273" y="4123"/>
                      <a:pt x="16972" y="2995"/>
                    </a:cubicBezTo>
                    <a:cubicBezTo>
                      <a:pt x="16671" y="1866"/>
                      <a:pt x="15257" y="1220"/>
                      <a:pt x="15257" y="1219"/>
                    </a:cubicBezTo>
                    <a:lnTo>
                      <a:pt x="15257" y="1219"/>
                    </a:lnTo>
                    <a:lnTo>
                      <a:pt x="16085" y="5011"/>
                    </a:lnTo>
                    <a:cubicBezTo>
                      <a:pt x="15483" y="3567"/>
                      <a:pt x="14369" y="2348"/>
                      <a:pt x="14369" y="2348"/>
                    </a:cubicBezTo>
                    <a:lnTo>
                      <a:pt x="12654" y="2107"/>
                    </a:lnTo>
                    <a:lnTo>
                      <a:pt x="13391" y="1791"/>
                    </a:lnTo>
                    <a:cubicBezTo>
                      <a:pt x="12579" y="813"/>
                      <a:pt x="10713" y="1"/>
                      <a:pt x="107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1"/>
              <p:cNvSpPr/>
              <p:nvPr/>
            </p:nvSpPr>
            <p:spPr>
              <a:xfrm>
                <a:off x="3065225" y="3300375"/>
                <a:ext cx="176800" cy="940025"/>
              </a:xfrm>
              <a:custGeom>
                <a:rect b="b" l="l" r="r" t="t"/>
                <a:pathLst>
                  <a:path extrusionOk="0" h="37601" w="7072">
                    <a:moveTo>
                      <a:pt x="7072" y="1"/>
                    </a:moveTo>
                    <a:cubicBezTo>
                      <a:pt x="7071" y="2"/>
                      <a:pt x="1189" y="11843"/>
                      <a:pt x="0" y="37600"/>
                    </a:cubicBezTo>
                    <a:lnTo>
                      <a:pt x="2423" y="37600"/>
                    </a:lnTo>
                    <a:cubicBezTo>
                      <a:pt x="2423" y="37600"/>
                      <a:pt x="1159" y="18447"/>
                      <a:pt x="7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21"/>
            <p:cNvGrpSpPr/>
            <p:nvPr/>
          </p:nvGrpSpPr>
          <p:grpSpPr>
            <a:xfrm>
              <a:off x="156650" y="3061150"/>
              <a:ext cx="779400" cy="1161200"/>
              <a:chOff x="156650" y="3061150"/>
              <a:chExt cx="779400" cy="1161200"/>
            </a:xfrm>
          </p:grpSpPr>
          <p:sp>
            <p:nvSpPr>
              <p:cNvPr id="647" name="Google Shape;647;p21"/>
              <p:cNvSpPr/>
              <p:nvPr/>
            </p:nvSpPr>
            <p:spPr>
              <a:xfrm>
                <a:off x="156650" y="3061150"/>
                <a:ext cx="779400" cy="392725"/>
              </a:xfrm>
              <a:custGeom>
                <a:rect b="b" l="l" r="r" t="t"/>
                <a:pathLst>
                  <a:path extrusionOk="0" h="15709" w="31176">
                    <a:moveTo>
                      <a:pt x="12022" y="1"/>
                    </a:moveTo>
                    <a:lnTo>
                      <a:pt x="9013" y="1415"/>
                    </a:lnTo>
                    <a:lnTo>
                      <a:pt x="9013" y="1415"/>
                    </a:lnTo>
                    <a:lnTo>
                      <a:pt x="9765" y="1"/>
                    </a:lnTo>
                    <a:lnTo>
                      <a:pt x="9765" y="1"/>
                    </a:lnTo>
                    <a:cubicBezTo>
                      <a:pt x="4920" y="166"/>
                      <a:pt x="3341" y="1505"/>
                      <a:pt x="3341" y="1505"/>
                    </a:cubicBezTo>
                    <a:lnTo>
                      <a:pt x="9013" y="3175"/>
                    </a:lnTo>
                    <a:lnTo>
                      <a:pt x="10698" y="2754"/>
                    </a:lnTo>
                    <a:lnTo>
                      <a:pt x="10186" y="3506"/>
                    </a:lnTo>
                    <a:lnTo>
                      <a:pt x="12534" y="4334"/>
                    </a:lnTo>
                    <a:lnTo>
                      <a:pt x="14113" y="3506"/>
                    </a:lnTo>
                    <a:lnTo>
                      <a:pt x="13286" y="4590"/>
                    </a:lnTo>
                    <a:lnTo>
                      <a:pt x="18040" y="6019"/>
                    </a:lnTo>
                    <a:cubicBezTo>
                      <a:pt x="18040" y="6019"/>
                      <a:pt x="12955" y="5329"/>
                      <a:pt x="9451" y="5329"/>
                    </a:cubicBezTo>
                    <a:cubicBezTo>
                      <a:pt x="8719" y="5329"/>
                      <a:pt x="8056" y="5360"/>
                      <a:pt x="7523" y="5432"/>
                    </a:cubicBezTo>
                    <a:cubicBezTo>
                      <a:pt x="4424" y="5839"/>
                      <a:pt x="0" y="11195"/>
                      <a:pt x="0" y="11195"/>
                    </a:cubicBezTo>
                    <a:lnTo>
                      <a:pt x="3010" y="10021"/>
                    </a:lnTo>
                    <a:lnTo>
                      <a:pt x="4845" y="8351"/>
                    </a:lnTo>
                    <a:lnTo>
                      <a:pt x="4845" y="8351"/>
                    </a:lnTo>
                    <a:lnTo>
                      <a:pt x="4424" y="9781"/>
                    </a:lnTo>
                    <a:lnTo>
                      <a:pt x="6590" y="9525"/>
                    </a:lnTo>
                    <a:lnTo>
                      <a:pt x="8020" y="7855"/>
                    </a:lnTo>
                    <a:lnTo>
                      <a:pt x="7268" y="9359"/>
                    </a:lnTo>
                    <a:lnTo>
                      <a:pt x="8772" y="9028"/>
                    </a:lnTo>
                    <a:lnTo>
                      <a:pt x="9269" y="7930"/>
                    </a:lnTo>
                    <a:lnTo>
                      <a:pt x="9269" y="8938"/>
                    </a:lnTo>
                    <a:lnTo>
                      <a:pt x="13782" y="7855"/>
                    </a:lnTo>
                    <a:lnTo>
                      <a:pt x="14279" y="6591"/>
                    </a:lnTo>
                    <a:lnTo>
                      <a:pt x="14459" y="7524"/>
                    </a:lnTo>
                    <a:lnTo>
                      <a:pt x="17123" y="7178"/>
                    </a:lnTo>
                    <a:lnTo>
                      <a:pt x="17123" y="7178"/>
                    </a:lnTo>
                    <a:cubicBezTo>
                      <a:pt x="10608" y="8848"/>
                      <a:pt x="8020" y="14460"/>
                      <a:pt x="8020" y="14460"/>
                    </a:cubicBezTo>
                    <a:lnTo>
                      <a:pt x="12534" y="12113"/>
                    </a:lnTo>
                    <a:cubicBezTo>
                      <a:pt x="12609" y="11029"/>
                      <a:pt x="13451" y="9690"/>
                      <a:pt x="13451" y="9690"/>
                    </a:cubicBezTo>
                    <a:lnTo>
                      <a:pt x="13451" y="11451"/>
                    </a:lnTo>
                    <a:lnTo>
                      <a:pt x="14535" y="10698"/>
                    </a:lnTo>
                    <a:lnTo>
                      <a:pt x="15287" y="8938"/>
                    </a:lnTo>
                    <a:lnTo>
                      <a:pt x="15287" y="9946"/>
                    </a:lnTo>
                    <a:lnTo>
                      <a:pt x="18040" y="7930"/>
                    </a:lnTo>
                    <a:lnTo>
                      <a:pt x="19801" y="9946"/>
                    </a:lnTo>
                    <a:lnTo>
                      <a:pt x="20222" y="9194"/>
                    </a:lnTo>
                    <a:lnTo>
                      <a:pt x="20297" y="10774"/>
                    </a:lnTo>
                    <a:lnTo>
                      <a:pt x="21636" y="12699"/>
                    </a:lnTo>
                    <a:lnTo>
                      <a:pt x="22223" y="12203"/>
                    </a:lnTo>
                    <a:lnTo>
                      <a:pt x="22148" y="13361"/>
                    </a:lnTo>
                    <a:lnTo>
                      <a:pt x="23818" y="15709"/>
                    </a:lnTo>
                    <a:lnTo>
                      <a:pt x="23893" y="11616"/>
                    </a:lnTo>
                    <a:cubicBezTo>
                      <a:pt x="23893" y="11105"/>
                      <a:pt x="22479" y="10698"/>
                      <a:pt x="22479" y="10698"/>
                    </a:cubicBezTo>
                    <a:lnTo>
                      <a:pt x="23397" y="10533"/>
                    </a:lnTo>
                    <a:cubicBezTo>
                      <a:pt x="21982" y="8186"/>
                      <a:pt x="19966" y="7764"/>
                      <a:pt x="19966" y="7764"/>
                    </a:cubicBezTo>
                    <a:cubicBezTo>
                      <a:pt x="20170" y="7741"/>
                      <a:pt x="20357" y="7731"/>
                      <a:pt x="20528" y="7731"/>
                    </a:cubicBezTo>
                    <a:cubicBezTo>
                      <a:pt x="21551" y="7731"/>
                      <a:pt x="21982" y="8095"/>
                      <a:pt x="21982" y="8095"/>
                    </a:cubicBezTo>
                    <a:lnTo>
                      <a:pt x="22223" y="7599"/>
                    </a:lnTo>
                    <a:lnTo>
                      <a:pt x="22810" y="8095"/>
                    </a:lnTo>
                    <a:lnTo>
                      <a:pt x="24149" y="8607"/>
                    </a:lnTo>
                    <a:lnTo>
                      <a:pt x="23983" y="7223"/>
                    </a:lnTo>
                    <a:lnTo>
                      <a:pt x="23983" y="7223"/>
                    </a:lnTo>
                    <a:lnTo>
                      <a:pt x="24736" y="8682"/>
                    </a:lnTo>
                    <a:lnTo>
                      <a:pt x="26240" y="8938"/>
                    </a:lnTo>
                    <a:lnTo>
                      <a:pt x="25909" y="7223"/>
                    </a:lnTo>
                    <a:lnTo>
                      <a:pt x="26993" y="9194"/>
                    </a:lnTo>
                    <a:lnTo>
                      <a:pt x="29836" y="10352"/>
                    </a:lnTo>
                    <a:cubicBezTo>
                      <a:pt x="29580" y="8772"/>
                      <a:pt x="27579" y="6516"/>
                      <a:pt x="27579" y="6516"/>
                    </a:cubicBezTo>
                    <a:lnTo>
                      <a:pt x="26075" y="6425"/>
                    </a:lnTo>
                    <a:lnTo>
                      <a:pt x="26737" y="5508"/>
                    </a:lnTo>
                    <a:cubicBezTo>
                      <a:pt x="26120" y="5390"/>
                      <a:pt x="25472" y="5343"/>
                      <a:pt x="24831" y="5343"/>
                    </a:cubicBezTo>
                    <a:cubicBezTo>
                      <a:pt x="22266" y="5343"/>
                      <a:pt x="19801" y="6094"/>
                      <a:pt x="19801" y="6094"/>
                    </a:cubicBezTo>
                    <a:lnTo>
                      <a:pt x="24991" y="4424"/>
                    </a:lnTo>
                    <a:lnTo>
                      <a:pt x="24736" y="3582"/>
                    </a:lnTo>
                    <a:lnTo>
                      <a:pt x="26240" y="4259"/>
                    </a:lnTo>
                    <a:lnTo>
                      <a:pt x="31175" y="5177"/>
                    </a:lnTo>
                    <a:lnTo>
                      <a:pt x="27820" y="2498"/>
                    </a:lnTo>
                    <a:lnTo>
                      <a:pt x="26075" y="2920"/>
                    </a:lnTo>
                    <a:lnTo>
                      <a:pt x="26827" y="2077"/>
                    </a:lnTo>
                    <a:cubicBezTo>
                      <a:pt x="26827" y="2077"/>
                      <a:pt x="26240" y="1746"/>
                      <a:pt x="24570" y="1671"/>
                    </a:cubicBezTo>
                    <a:cubicBezTo>
                      <a:pt x="24552" y="1670"/>
                      <a:pt x="24533" y="1669"/>
                      <a:pt x="24514" y="1669"/>
                    </a:cubicBezTo>
                    <a:cubicBezTo>
                      <a:pt x="22822" y="1669"/>
                      <a:pt x="19379" y="5598"/>
                      <a:pt x="19379" y="5598"/>
                    </a:cubicBezTo>
                    <a:cubicBezTo>
                      <a:pt x="19379" y="5598"/>
                      <a:pt x="19379" y="4259"/>
                      <a:pt x="19048" y="3085"/>
                    </a:cubicBezTo>
                    <a:cubicBezTo>
                      <a:pt x="18717" y="1912"/>
                      <a:pt x="17123" y="1250"/>
                      <a:pt x="17123" y="1250"/>
                    </a:cubicBezTo>
                    <a:lnTo>
                      <a:pt x="17123" y="1250"/>
                    </a:lnTo>
                    <a:lnTo>
                      <a:pt x="18040" y="5177"/>
                    </a:lnTo>
                    <a:cubicBezTo>
                      <a:pt x="17378" y="3672"/>
                      <a:pt x="16130" y="2423"/>
                      <a:pt x="16130" y="2423"/>
                    </a:cubicBezTo>
                    <a:lnTo>
                      <a:pt x="14204" y="2167"/>
                    </a:lnTo>
                    <a:lnTo>
                      <a:pt x="15031" y="1836"/>
                    </a:lnTo>
                    <a:cubicBezTo>
                      <a:pt x="14113" y="828"/>
                      <a:pt x="12022" y="1"/>
                      <a:pt x="120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1"/>
              <p:cNvSpPr/>
              <p:nvPr/>
            </p:nvSpPr>
            <p:spPr>
              <a:xfrm>
                <a:off x="420325" y="3249225"/>
                <a:ext cx="198250" cy="973125"/>
              </a:xfrm>
              <a:custGeom>
                <a:rect b="b" l="l" r="r" t="t"/>
                <a:pathLst>
                  <a:path extrusionOk="0" h="38925" w="7930">
                    <a:moveTo>
                      <a:pt x="7930" y="1"/>
                    </a:moveTo>
                    <a:cubicBezTo>
                      <a:pt x="7929" y="2"/>
                      <a:pt x="1324" y="12264"/>
                      <a:pt x="1" y="38924"/>
                    </a:cubicBezTo>
                    <a:lnTo>
                      <a:pt x="2709" y="38924"/>
                    </a:lnTo>
                    <a:cubicBezTo>
                      <a:pt x="2709" y="38924"/>
                      <a:pt x="1294" y="19094"/>
                      <a:pt x="79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 name="Google Shape;649;p21"/>
            <p:cNvSpPr/>
            <p:nvPr/>
          </p:nvSpPr>
          <p:spPr>
            <a:xfrm>
              <a:off x="292425" y="3568200"/>
              <a:ext cx="123400" cy="657900"/>
            </a:xfrm>
            <a:custGeom>
              <a:rect b="b" l="l" r="r" t="t"/>
              <a:pathLst>
                <a:path extrusionOk="0" h="26316" w="4936">
                  <a:moveTo>
                    <a:pt x="1" y="1"/>
                  </a:moveTo>
                  <a:lnTo>
                    <a:pt x="1" y="1"/>
                  </a:lnTo>
                  <a:cubicBezTo>
                    <a:pt x="4123" y="12925"/>
                    <a:pt x="3251" y="26316"/>
                    <a:pt x="3251" y="26316"/>
                  </a:cubicBezTo>
                  <a:lnTo>
                    <a:pt x="4936" y="26316"/>
                  </a:lnTo>
                  <a:cubicBezTo>
                    <a:pt x="4108" y="8292"/>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 name="Google Shape;650;p21"/>
          <p:cNvGrpSpPr/>
          <p:nvPr/>
        </p:nvGrpSpPr>
        <p:grpSpPr>
          <a:xfrm>
            <a:off x="-93825" y="4612800"/>
            <a:ext cx="9404150" cy="530400"/>
            <a:chOff x="-93825" y="4612800"/>
            <a:chExt cx="9404150" cy="530400"/>
          </a:xfrm>
        </p:grpSpPr>
        <p:grpSp>
          <p:nvGrpSpPr>
            <p:cNvPr id="651" name="Google Shape;651;p21"/>
            <p:cNvGrpSpPr/>
            <p:nvPr/>
          </p:nvGrpSpPr>
          <p:grpSpPr>
            <a:xfrm>
              <a:off x="-93825" y="4612800"/>
              <a:ext cx="9266690" cy="530400"/>
              <a:chOff x="-70375" y="4454000"/>
              <a:chExt cx="9266690" cy="530400"/>
            </a:xfrm>
          </p:grpSpPr>
          <p:sp>
            <p:nvSpPr>
              <p:cNvPr id="652" name="Google Shape;652;p21"/>
              <p:cNvSpPr/>
              <p:nvPr/>
            </p:nvSpPr>
            <p:spPr>
              <a:xfrm>
                <a:off x="-70375" y="4454000"/>
                <a:ext cx="9237926" cy="178325"/>
              </a:xfrm>
              <a:custGeom>
                <a:rect b="b" l="l" r="r" t="t"/>
                <a:pathLst>
                  <a:path extrusionOk="0" h="7133" w="250724">
                    <a:moveTo>
                      <a:pt x="0" y="1"/>
                    </a:moveTo>
                    <a:lnTo>
                      <a:pt x="0" y="7132"/>
                    </a:lnTo>
                    <a:lnTo>
                      <a:pt x="250724" y="7132"/>
                    </a:lnTo>
                    <a:lnTo>
                      <a:pt x="2507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1"/>
              <p:cNvSpPr/>
              <p:nvPr/>
            </p:nvSpPr>
            <p:spPr>
              <a:xfrm>
                <a:off x="-44425" y="4632300"/>
                <a:ext cx="6224475" cy="90300"/>
              </a:xfrm>
              <a:custGeom>
                <a:rect b="b" l="l" r="r" t="t"/>
                <a:pathLst>
                  <a:path extrusionOk="0" h="3612" w="248979">
                    <a:moveTo>
                      <a:pt x="1" y="0"/>
                    </a:moveTo>
                    <a:lnTo>
                      <a:pt x="1" y="3611"/>
                    </a:lnTo>
                    <a:lnTo>
                      <a:pt x="248979" y="3611"/>
                    </a:lnTo>
                    <a:lnTo>
                      <a:pt x="248979" y="0"/>
                    </a:lnTo>
                    <a:close/>
                  </a:path>
                </a:pathLst>
              </a:custGeom>
              <a:solidFill>
                <a:srgbClr val="99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1"/>
              <p:cNvSpPr/>
              <p:nvPr/>
            </p:nvSpPr>
            <p:spPr>
              <a:xfrm>
                <a:off x="-18850" y="4609725"/>
                <a:ext cx="9215100" cy="374675"/>
              </a:xfrm>
              <a:custGeom>
                <a:rect b="b" l="l" r="r" t="t"/>
                <a:pathLst>
                  <a:path extrusionOk="0" h="14987" w="247851">
                    <a:moveTo>
                      <a:pt x="256" y="1"/>
                    </a:moveTo>
                    <a:lnTo>
                      <a:pt x="1" y="14986"/>
                    </a:lnTo>
                    <a:lnTo>
                      <a:pt x="247850" y="14986"/>
                    </a:lnTo>
                    <a:lnTo>
                      <a:pt x="2478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1"/>
              <p:cNvSpPr/>
              <p:nvPr/>
            </p:nvSpPr>
            <p:spPr>
              <a:xfrm>
                <a:off x="-41425" y="4656000"/>
                <a:ext cx="9237740" cy="38775"/>
              </a:xfrm>
              <a:custGeom>
                <a:rect b="b" l="l" r="r" t="t"/>
                <a:pathLst>
                  <a:path extrusionOk="0" h="1551" w="249130">
                    <a:moveTo>
                      <a:pt x="1" y="0"/>
                    </a:moveTo>
                    <a:lnTo>
                      <a:pt x="1" y="1550"/>
                    </a:lnTo>
                    <a:lnTo>
                      <a:pt x="249129" y="1550"/>
                    </a:lnTo>
                    <a:lnTo>
                      <a:pt x="2491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1"/>
              <p:cNvSpPr/>
              <p:nvPr/>
            </p:nvSpPr>
            <p:spPr>
              <a:xfrm>
                <a:off x="978825" y="4645850"/>
                <a:ext cx="96325" cy="29350"/>
              </a:xfrm>
              <a:custGeom>
                <a:rect b="b" l="l" r="r" t="t"/>
                <a:pathLst>
                  <a:path extrusionOk="0" h="1174" w="3853">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1"/>
              <p:cNvSpPr/>
              <p:nvPr/>
            </p:nvSpPr>
            <p:spPr>
              <a:xfrm>
                <a:off x="802400" y="4645850"/>
                <a:ext cx="95950" cy="29350"/>
              </a:xfrm>
              <a:custGeom>
                <a:rect b="b" l="l" r="r" t="t"/>
                <a:pathLst>
                  <a:path extrusionOk="0" h="1174" w="3838">
                    <a:moveTo>
                      <a:pt x="573" y="0"/>
                    </a:moveTo>
                    <a:cubicBezTo>
                      <a:pt x="257" y="0"/>
                      <a:pt x="1" y="256"/>
                      <a:pt x="1" y="587"/>
                    </a:cubicBezTo>
                    <a:cubicBezTo>
                      <a:pt x="1" y="903"/>
                      <a:pt x="257" y="1174"/>
                      <a:pt x="573" y="1174"/>
                    </a:cubicBezTo>
                    <a:lnTo>
                      <a:pt x="3251" y="1174"/>
                    </a:lnTo>
                    <a:cubicBezTo>
                      <a:pt x="3582" y="1174"/>
                      <a:pt x="3838" y="903"/>
                      <a:pt x="3838" y="587"/>
                    </a:cubicBezTo>
                    <a:cubicBezTo>
                      <a:pt x="3838"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1"/>
              <p:cNvSpPr/>
              <p:nvPr/>
            </p:nvSpPr>
            <p:spPr>
              <a:xfrm>
                <a:off x="625625" y="4645850"/>
                <a:ext cx="96325" cy="29350"/>
              </a:xfrm>
              <a:custGeom>
                <a:rect b="b" l="l" r="r" t="t"/>
                <a:pathLst>
                  <a:path extrusionOk="0" h="1174" w="3853">
                    <a:moveTo>
                      <a:pt x="587" y="0"/>
                    </a:moveTo>
                    <a:cubicBezTo>
                      <a:pt x="256" y="0"/>
                      <a:pt x="0" y="256"/>
                      <a:pt x="0" y="587"/>
                    </a:cubicBezTo>
                    <a:cubicBezTo>
                      <a:pt x="0" y="903"/>
                      <a:pt x="256"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1"/>
              <p:cNvSpPr/>
              <p:nvPr/>
            </p:nvSpPr>
            <p:spPr>
              <a:xfrm>
                <a:off x="4488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1"/>
              <p:cNvSpPr/>
              <p:nvPr/>
            </p:nvSpPr>
            <p:spPr>
              <a:xfrm>
                <a:off x="272425"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1"/>
              <p:cNvSpPr/>
              <p:nvPr/>
            </p:nvSpPr>
            <p:spPr>
              <a:xfrm>
                <a:off x="956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1"/>
              <p:cNvSpPr/>
              <p:nvPr/>
            </p:nvSpPr>
            <p:spPr>
              <a:xfrm>
                <a:off x="1158625"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1"/>
              <p:cNvSpPr/>
              <p:nvPr/>
            </p:nvSpPr>
            <p:spPr>
              <a:xfrm>
                <a:off x="1338425" y="4645850"/>
                <a:ext cx="95925" cy="29350"/>
              </a:xfrm>
              <a:custGeom>
                <a:rect b="b" l="l" r="r" t="t"/>
                <a:pathLst>
                  <a:path extrusionOk="0" h="1174" w="3837">
                    <a:moveTo>
                      <a:pt x="587" y="0"/>
                    </a:moveTo>
                    <a:cubicBezTo>
                      <a:pt x="256" y="0"/>
                      <a:pt x="0" y="256"/>
                      <a:pt x="0" y="587"/>
                    </a:cubicBezTo>
                    <a:cubicBezTo>
                      <a:pt x="0" y="903"/>
                      <a:pt x="256" y="1174"/>
                      <a:pt x="587" y="1174"/>
                    </a:cubicBezTo>
                    <a:lnTo>
                      <a:pt x="3250" y="1174"/>
                    </a:lnTo>
                    <a:cubicBezTo>
                      <a:pt x="3581" y="1174"/>
                      <a:pt x="3837" y="903"/>
                      <a:pt x="3837" y="587"/>
                    </a:cubicBezTo>
                    <a:cubicBezTo>
                      <a:pt x="3837" y="256"/>
                      <a:pt x="3581" y="0"/>
                      <a:pt x="3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1"/>
              <p:cNvSpPr/>
              <p:nvPr/>
            </p:nvSpPr>
            <p:spPr>
              <a:xfrm>
                <a:off x="1517850"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96" y="1174"/>
                      <a:pt x="3852" y="903"/>
                      <a:pt x="3852" y="587"/>
                    </a:cubicBezTo>
                    <a:cubicBezTo>
                      <a:pt x="3852" y="256"/>
                      <a:pt x="3596"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1"/>
              <p:cNvSpPr/>
              <p:nvPr/>
            </p:nvSpPr>
            <p:spPr>
              <a:xfrm>
                <a:off x="1697650"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1"/>
              <p:cNvSpPr/>
              <p:nvPr/>
            </p:nvSpPr>
            <p:spPr>
              <a:xfrm>
                <a:off x="18774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1"/>
              <p:cNvSpPr/>
              <p:nvPr/>
            </p:nvSpPr>
            <p:spPr>
              <a:xfrm>
                <a:off x="2057225" y="4645850"/>
                <a:ext cx="95950" cy="29350"/>
              </a:xfrm>
              <a:custGeom>
                <a:rect b="b" l="l" r="r" t="t"/>
                <a:pathLst>
                  <a:path extrusionOk="0" h="1174" w="3838">
                    <a:moveTo>
                      <a:pt x="588" y="0"/>
                    </a:moveTo>
                    <a:cubicBezTo>
                      <a:pt x="257" y="0"/>
                      <a:pt x="1" y="256"/>
                      <a:pt x="1" y="587"/>
                    </a:cubicBezTo>
                    <a:cubicBezTo>
                      <a:pt x="1" y="903"/>
                      <a:pt x="257" y="1174"/>
                      <a:pt x="588"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1"/>
              <p:cNvSpPr/>
              <p:nvPr/>
            </p:nvSpPr>
            <p:spPr>
              <a:xfrm>
                <a:off x="2237025" y="4645850"/>
                <a:ext cx="95950" cy="29350"/>
              </a:xfrm>
              <a:custGeom>
                <a:rect b="b" l="l" r="r" t="t"/>
                <a:pathLst>
                  <a:path extrusionOk="0" h="1174" w="3838">
                    <a:moveTo>
                      <a:pt x="572" y="0"/>
                    </a:moveTo>
                    <a:cubicBezTo>
                      <a:pt x="256" y="0"/>
                      <a:pt x="1" y="256"/>
                      <a:pt x="1" y="587"/>
                    </a:cubicBezTo>
                    <a:cubicBezTo>
                      <a:pt x="1" y="903"/>
                      <a:pt x="256" y="1174"/>
                      <a:pt x="572"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1"/>
              <p:cNvSpPr/>
              <p:nvPr/>
            </p:nvSpPr>
            <p:spPr>
              <a:xfrm>
                <a:off x="2416450" y="4645850"/>
                <a:ext cx="96325" cy="29350"/>
              </a:xfrm>
              <a:custGeom>
                <a:rect b="b" l="l" r="r" t="t"/>
                <a:pathLst>
                  <a:path extrusionOk="0" h="1174" w="3853">
                    <a:moveTo>
                      <a:pt x="587" y="0"/>
                    </a:moveTo>
                    <a:cubicBezTo>
                      <a:pt x="271" y="0"/>
                      <a:pt x="1" y="256"/>
                      <a:pt x="1" y="587"/>
                    </a:cubicBezTo>
                    <a:cubicBezTo>
                      <a:pt x="1"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1"/>
              <p:cNvSpPr/>
              <p:nvPr/>
            </p:nvSpPr>
            <p:spPr>
              <a:xfrm>
                <a:off x="2596250" y="4645850"/>
                <a:ext cx="96325" cy="29350"/>
              </a:xfrm>
              <a:custGeom>
                <a:rect b="b" l="l" r="r" t="t"/>
                <a:pathLst>
                  <a:path extrusionOk="0" h="1174" w="3853">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1"/>
              <p:cNvSpPr/>
              <p:nvPr/>
            </p:nvSpPr>
            <p:spPr>
              <a:xfrm>
                <a:off x="2776050"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1"/>
              <p:cNvSpPr/>
              <p:nvPr/>
            </p:nvSpPr>
            <p:spPr>
              <a:xfrm>
                <a:off x="2955850" y="4645850"/>
                <a:ext cx="95925" cy="29350"/>
              </a:xfrm>
              <a:custGeom>
                <a:rect b="b" l="l" r="r" t="t"/>
                <a:pathLst>
                  <a:path extrusionOk="0" h="1174" w="3837">
                    <a:moveTo>
                      <a:pt x="587" y="0"/>
                    </a:moveTo>
                    <a:cubicBezTo>
                      <a:pt x="256" y="0"/>
                      <a:pt x="0" y="256"/>
                      <a:pt x="0" y="587"/>
                    </a:cubicBezTo>
                    <a:cubicBezTo>
                      <a:pt x="0" y="903"/>
                      <a:pt x="256" y="1174"/>
                      <a:pt x="587" y="1174"/>
                    </a:cubicBezTo>
                    <a:lnTo>
                      <a:pt x="3250" y="1174"/>
                    </a:lnTo>
                    <a:cubicBezTo>
                      <a:pt x="3581" y="1174"/>
                      <a:pt x="3837" y="903"/>
                      <a:pt x="3837" y="587"/>
                    </a:cubicBezTo>
                    <a:cubicBezTo>
                      <a:pt x="3837" y="256"/>
                      <a:pt x="3581" y="0"/>
                      <a:pt x="3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1"/>
              <p:cNvSpPr/>
              <p:nvPr/>
            </p:nvSpPr>
            <p:spPr>
              <a:xfrm>
                <a:off x="3135275"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96" y="1174"/>
                      <a:pt x="3852" y="903"/>
                      <a:pt x="3852" y="587"/>
                    </a:cubicBezTo>
                    <a:cubicBezTo>
                      <a:pt x="3852" y="256"/>
                      <a:pt x="3596"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1"/>
              <p:cNvSpPr/>
              <p:nvPr/>
            </p:nvSpPr>
            <p:spPr>
              <a:xfrm>
                <a:off x="3315050"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1"/>
              <p:cNvSpPr/>
              <p:nvPr/>
            </p:nvSpPr>
            <p:spPr>
              <a:xfrm>
                <a:off x="3494850"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1"/>
              <p:cNvSpPr/>
              <p:nvPr/>
            </p:nvSpPr>
            <p:spPr>
              <a:xfrm>
                <a:off x="3674650" y="4645850"/>
                <a:ext cx="95950" cy="29350"/>
              </a:xfrm>
              <a:custGeom>
                <a:rect b="b" l="l" r="r" t="t"/>
                <a:pathLst>
                  <a:path extrusionOk="0" h="1174" w="3838">
                    <a:moveTo>
                      <a:pt x="588" y="0"/>
                    </a:moveTo>
                    <a:cubicBezTo>
                      <a:pt x="257" y="0"/>
                      <a:pt x="1" y="256"/>
                      <a:pt x="1" y="587"/>
                    </a:cubicBezTo>
                    <a:cubicBezTo>
                      <a:pt x="1" y="903"/>
                      <a:pt x="257" y="1174"/>
                      <a:pt x="588"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1"/>
              <p:cNvSpPr/>
              <p:nvPr/>
            </p:nvSpPr>
            <p:spPr>
              <a:xfrm>
                <a:off x="3854450" y="4645850"/>
                <a:ext cx="95950" cy="29350"/>
              </a:xfrm>
              <a:custGeom>
                <a:rect b="b" l="l" r="r" t="t"/>
                <a:pathLst>
                  <a:path extrusionOk="0" h="1174" w="3838">
                    <a:moveTo>
                      <a:pt x="572" y="0"/>
                    </a:moveTo>
                    <a:cubicBezTo>
                      <a:pt x="256" y="0"/>
                      <a:pt x="1" y="256"/>
                      <a:pt x="1" y="587"/>
                    </a:cubicBezTo>
                    <a:cubicBezTo>
                      <a:pt x="1" y="903"/>
                      <a:pt x="256" y="1174"/>
                      <a:pt x="572"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1"/>
              <p:cNvSpPr/>
              <p:nvPr/>
            </p:nvSpPr>
            <p:spPr>
              <a:xfrm>
                <a:off x="4212175"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1"/>
              <p:cNvSpPr/>
              <p:nvPr/>
            </p:nvSpPr>
            <p:spPr>
              <a:xfrm>
                <a:off x="4390450" y="4645850"/>
                <a:ext cx="96325" cy="29350"/>
              </a:xfrm>
              <a:custGeom>
                <a:rect b="b" l="l" r="r" t="t"/>
                <a:pathLst>
                  <a:path extrusionOk="0" h="1174" w="3853">
                    <a:moveTo>
                      <a:pt x="588" y="0"/>
                    </a:moveTo>
                    <a:cubicBezTo>
                      <a:pt x="257" y="0"/>
                      <a:pt x="1" y="256"/>
                      <a:pt x="1" y="587"/>
                    </a:cubicBezTo>
                    <a:cubicBezTo>
                      <a:pt x="1" y="903"/>
                      <a:pt x="257"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1"/>
              <p:cNvSpPr/>
              <p:nvPr/>
            </p:nvSpPr>
            <p:spPr>
              <a:xfrm>
                <a:off x="4568750" y="4645850"/>
                <a:ext cx="95950" cy="29350"/>
              </a:xfrm>
              <a:custGeom>
                <a:rect b="b" l="l" r="r" t="t"/>
                <a:pathLst>
                  <a:path extrusionOk="0" h="1174" w="3838">
                    <a:moveTo>
                      <a:pt x="587" y="0"/>
                    </a:moveTo>
                    <a:cubicBezTo>
                      <a:pt x="256" y="0"/>
                      <a:pt x="1" y="256"/>
                      <a:pt x="1" y="587"/>
                    </a:cubicBezTo>
                    <a:cubicBezTo>
                      <a:pt x="1" y="903"/>
                      <a:pt x="256" y="1174"/>
                      <a:pt x="587"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1"/>
              <p:cNvSpPr/>
              <p:nvPr/>
            </p:nvSpPr>
            <p:spPr>
              <a:xfrm>
                <a:off x="4033875" y="4645850"/>
                <a:ext cx="96325" cy="29350"/>
              </a:xfrm>
              <a:custGeom>
                <a:rect b="b" l="l" r="r" t="t"/>
                <a:pathLst>
                  <a:path extrusionOk="0" h="1174" w="3853">
                    <a:moveTo>
                      <a:pt x="587" y="0"/>
                    </a:moveTo>
                    <a:cubicBezTo>
                      <a:pt x="271" y="0"/>
                      <a:pt x="1" y="256"/>
                      <a:pt x="1" y="587"/>
                    </a:cubicBezTo>
                    <a:cubicBezTo>
                      <a:pt x="1"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 name="Google Shape;682;p21"/>
            <p:cNvGrpSpPr/>
            <p:nvPr/>
          </p:nvGrpSpPr>
          <p:grpSpPr>
            <a:xfrm>
              <a:off x="4741250" y="4799875"/>
              <a:ext cx="4569075" cy="29350"/>
              <a:chOff x="95625" y="4645850"/>
              <a:chExt cx="4569075" cy="29350"/>
            </a:xfrm>
          </p:grpSpPr>
          <p:sp>
            <p:nvSpPr>
              <p:cNvPr id="683" name="Google Shape;683;p21"/>
              <p:cNvSpPr/>
              <p:nvPr/>
            </p:nvSpPr>
            <p:spPr>
              <a:xfrm>
                <a:off x="978825" y="4645850"/>
                <a:ext cx="96325" cy="29350"/>
              </a:xfrm>
              <a:custGeom>
                <a:rect b="b" l="l" r="r" t="t"/>
                <a:pathLst>
                  <a:path extrusionOk="0" h="1174" w="3853">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1"/>
              <p:cNvSpPr/>
              <p:nvPr/>
            </p:nvSpPr>
            <p:spPr>
              <a:xfrm>
                <a:off x="802400" y="4645850"/>
                <a:ext cx="95950" cy="29350"/>
              </a:xfrm>
              <a:custGeom>
                <a:rect b="b" l="l" r="r" t="t"/>
                <a:pathLst>
                  <a:path extrusionOk="0" h="1174" w="3838">
                    <a:moveTo>
                      <a:pt x="573" y="0"/>
                    </a:moveTo>
                    <a:cubicBezTo>
                      <a:pt x="257" y="0"/>
                      <a:pt x="1" y="256"/>
                      <a:pt x="1" y="587"/>
                    </a:cubicBezTo>
                    <a:cubicBezTo>
                      <a:pt x="1" y="903"/>
                      <a:pt x="257" y="1174"/>
                      <a:pt x="573" y="1174"/>
                    </a:cubicBezTo>
                    <a:lnTo>
                      <a:pt x="3251" y="1174"/>
                    </a:lnTo>
                    <a:cubicBezTo>
                      <a:pt x="3582" y="1174"/>
                      <a:pt x="3838" y="903"/>
                      <a:pt x="3838" y="587"/>
                    </a:cubicBezTo>
                    <a:cubicBezTo>
                      <a:pt x="3838"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1"/>
              <p:cNvSpPr/>
              <p:nvPr/>
            </p:nvSpPr>
            <p:spPr>
              <a:xfrm>
                <a:off x="625625" y="4645850"/>
                <a:ext cx="96325" cy="29350"/>
              </a:xfrm>
              <a:custGeom>
                <a:rect b="b" l="l" r="r" t="t"/>
                <a:pathLst>
                  <a:path extrusionOk="0" h="1174" w="3853">
                    <a:moveTo>
                      <a:pt x="587" y="0"/>
                    </a:moveTo>
                    <a:cubicBezTo>
                      <a:pt x="256" y="0"/>
                      <a:pt x="0" y="256"/>
                      <a:pt x="0" y="587"/>
                    </a:cubicBezTo>
                    <a:cubicBezTo>
                      <a:pt x="0" y="903"/>
                      <a:pt x="256"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1"/>
              <p:cNvSpPr/>
              <p:nvPr/>
            </p:nvSpPr>
            <p:spPr>
              <a:xfrm>
                <a:off x="4488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1"/>
              <p:cNvSpPr/>
              <p:nvPr/>
            </p:nvSpPr>
            <p:spPr>
              <a:xfrm>
                <a:off x="272425"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1"/>
              <p:cNvSpPr/>
              <p:nvPr/>
            </p:nvSpPr>
            <p:spPr>
              <a:xfrm>
                <a:off x="956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1"/>
              <p:cNvSpPr/>
              <p:nvPr/>
            </p:nvSpPr>
            <p:spPr>
              <a:xfrm>
                <a:off x="1158625"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1"/>
              <p:cNvSpPr/>
              <p:nvPr/>
            </p:nvSpPr>
            <p:spPr>
              <a:xfrm>
                <a:off x="1338425" y="4645850"/>
                <a:ext cx="95925" cy="29350"/>
              </a:xfrm>
              <a:custGeom>
                <a:rect b="b" l="l" r="r" t="t"/>
                <a:pathLst>
                  <a:path extrusionOk="0" h="1174" w="3837">
                    <a:moveTo>
                      <a:pt x="587" y="0"/>
                    </a:moveTo>
                    <a:cubicBezTo>
                      <a:pt x="256" y="0"/>
                      <a:pt x="0" y="256"/>
                      <a:pt x="0" y="587"/>
                    </a:cubicBezTo>
                    <a:cubicBezTo>
                      <a:pt x="0" y="903"/>
                      <a:pt x="256" y="1174"/>
                      <a:pt x="587" y="1174"/>
                    </a:cubicBezTo>
                    <a:lnTo>
                      <a:pt x="3250" y="1174"/>
                    </a:lnTo>
                    <a:cubicBezTo>
                      <a:pt x="3581" y="1174"/>
                      <a:pt x="3837" y="903"/>
                      <a:pt x="3837" y="587"/>
                    </a:cubicBezTo>
                    <a:cubicBezTo>
                      <a:pt x="3837" y="256"/>
                      <a:pt x="3581" y="0"/>
                      <a:pt x="3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1"/>
              <p:cNvSpPr/>
              <p:nvPr/>
            </p:nvSpPr>
            <p:spPr>
              <a:xfrm>
                <a:off x="1517850"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96" y="1174"/>
                      <a:pt x="3852" y="903"/>
                      <a:pt x="3852" y="587"/>
                    </a:cubicBezTo>
                    <a:cubicBezTo>
                      <a:pt x="3852" y="256"/>
                      <a:pt x="3596"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1"/>
              <p:cNvSpPr/>
              <p:nvPr/>
            </p:nvSpPr>
            <p:spPr>
              <a:xfrm>
                <a:off x="1697650"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1"/>
              <p:cNvSpPr/>
              <p:nvPr/>
            </p:nvSpPr>
            <p:spPr>
              <a:xfrm>
                <a:off x="18774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1"/>
              <p:cNvSpPr/>
              <p:nvPr/>
            </p:nvSpPr>
            <p:spPr>
              <a:xfrm>
                <a:off x="2057225" y="4645850"/>
                <a:ext cx="95950" cy="29350"/>
              </a:xfrm>
              <a:custGeom>
                <a:rect b="b" l="l" r="r" t="t"/>
                <a:pathLst>
                  <a:path extrusionOk="0" h="1174" w="3838">
                    <a:moveTo>
                      <a:pt x="588" y="0"/>
                    </a:moveTo>
                    <a:cubicBezTo>
                      <a:pt x="257" y="0"/>
                      <a:pt x="1" y="256"/>
                      <a:pt x="1" y="587"/>
                    </a:cubicBezTo>
                    <a:cubicBezTo>
                      <a:pt x="1" y="903"/>
                      <a:pt x="257" y="1174"/>
                      <a:pt x="588"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1"/>
              <p:cNvSpPr/>
              <p:nvPr/>
            </p:nvSpPr>
            <p:spPr>
              <a:xfrm>
                <a:off x="2237025" y="4645850"/>
                <a:ext cx="95950" cy="29350"/>
              </a:xfrm>
              <a:custGeom>
                <a:rect b="b" l="l" r="r" t="t"/>
                <a:pathLst>
                  <a:path extrusionOk="0" h="1174" w="3838">
                    <a:moveTo>
                      <a:pt x="572" y="0"/>
                    </a:moveTo>
                    <a:cubicBezTo>
                      <a:pt x="256" y="0"/>
                      <a:pt x="1" y="256"/>
                      <a:pt x="1" y="587"/>
                    </a:cubicBezTo>
                    <a:cubicBezTo>
                      <a:pt x="1" y="903"/>
                      <a:pt x="256" y="1174"/>
                      <a:pt x="572"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1"/>
              <p:cNvSpPr/>
              <p:nvPr/>
            </p:nvSpPr>
            <p:spPr>
              <a:xfrm>
                <a:off x="2416450" y="4645850"/>
                <a:ext cx="96325" cy="29350"/>
              </a:xfrm>
              <a:custGeom>
                <a:rect b="b" l="l" r="r" t="t"/>
                <a:pathLst>
                  <a:path extrusionOk="0" h="1174" w="3853">
                    <a:moveTo>
                      <a:pt x="587" y="0"/>
                    </a:moveTo>
                    <a:cubicBezTo>
                      <a:pt x="271" y="0"/>
                      <a:pt x="1" y="256"/>
                      <a:pt x="1" y="587"/>
                    </a:cubicBezTo>
                    <a:cubicBezTo>
                      <a:pt x="1"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1"/>
              <p:cNvSpPr/>
              <p:nvPr/>
            </p:nvSpPr>
            <p:spPr>
              <a:xfrm>
                <a:off x="2596250" y="4645850"/>
                <a:ext cx="96325" cy="29350"/>
              </a:xfrm>
              <a:custGeom>
                <a:rect b="b" l="l" r="r" t="t"/>
                <a:pathLst>
                  <a:path extrusionOk="0" h="1174" w="3853">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1"/>
              <p:cNvSpPr/>
              <p:nvPr/>
            </p:nvSpPr>
            <p:spPr>
              <a:xfrm>
                <a:off x="2776050"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1"/>
              <p:cNvSpPr/>
              <p:nvPr/>
            </p:nvSpPr>
            <p:spPr>
              <a:xfrm>
                <a:off x="2955850" y="4645850"/>
                <a:ext cx="95925" cy="29350"/>
              </a:xfrm>
              <a:custGeom>
                <a:rect b="b" l="l" r="r" t="t"/>
                <a:pathLst>
                  <a:path extrusionOk="0" h="1174" w="3837">
                    <a:moveTo>
                      <a:pt x="587" y="0"/>
                    </a:moveTo>
                    <a:cubicBezTo>
                      <a:pt x="256" y="0"/>
                      <a:pt x="0" y="256"/>
                      <a:pt x="0" y="587"/>
                    </a:cubicBezTo>
                    <a:cubicBezTo>
                      <a:pt x="0" y="903"/>
                      <a:pt x="256" y="1174"/>
                      <a:pt x="587" y="1174"/>
                    </a:cubicBezTo>
                    <a:lnTo>
                      <a:pt x="3250" y="1174"/>
                    </a:lnTo>
                    <a:cubicBezTo>
                      <a:pt x="3581" y="1174"/>
                      <a:pt x="3837" y="903"/>
                      <a:pt x="3837" y="587"/>
                    </a:cubicBezTo>
                    <a:cubicBezTo>
                      <a:pt x="3837" y="256"/>
                      <a:pt x="3581" y="0"/>
                      <a:pt x="3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1"/>
              <p:cNvSpPr/>
              <p:nvPr/>
            </p:nvSpPr>
            <p:spPr>
              <a:xfrm>
                <a:off x="3135275"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96" y="1174"/>
                      <a:pt x="3852" y="903"/>
                      <a:pt x="3852" y="587"/>
                    </a:cubicBezTo>
                    <a:cubicBezTo>
                      <a:pt x="3852" y="256"/>
                      <a:pt x="3596"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1"/>
              <p:cNvSpPr/>
              <p:nvPr/>
            </p:nvSpPr>
            <p:spPr>
              <a:xfrm>
                <a:off x="3315050"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1"/>
              <p:cNvSpPr/>
              <p:nvPr/>
            </p:nvSpPr>
            <p:spPr>
              <a:xfrm>
                <a:off x="3494850"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1"/>
              <p:cNvSpPr/>
              <p:nvPr/>
            </p:nvSpPr>
            <p:spPr>
              <a:xfrm>
                <a:off x="3674650" y="4645850"/>
                <a:ext cx="95950" cy="29350"/>
              </a:xfrm>
              <a:custGeom>
                <a:rect b="b" l="l" r="r" t="t"/>
                <a:pathLst>
                  <a:path extrusionOk="0" h="1174" w="3838">
                    <a:moveTo>
                      <a:pt x="588" y="0"/>
                    </a:moveTo>
                    <a:cubicBezTo>
                      <a:pt x="257" y="0"/>
                      <a:pt x="1" y="256"/>
                      <a:pt x="1" y="587"/>
                    </a:cubicBezTo>
                    <a:cubicBezTo>
                      <a:pt x="1" y="903"/>
                      <a:pt x="257" y="1174"/>
                      <a:pt x="588"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1"/>
              <p:cNvSpPr/>
              <p:nvPr/>
            </p:nvSpPr>
            <p:spPr>
              <a:xfrm>
                <a:off x="3854450" y="4645850"/>
                <a:ext cx="95950" cy="29350"/>
              </a:xfrm>
              <a:custGeom>
                <a:rect b="b" l="l" r="r" t="t"/>
                <a:pathLst>
                  <a:path extrusionOk="0" h="1174" w="3838">
                    <a:moveTo>
                      <a:pt x="572" y="0"/>
                    </a:moveTo>
                    <a:cubicBezTo>
                      <a:pt x="256" y="0"/>
                      <a:pt x="1" y="256"/>
                      <a:pt x="1" y="587"/>
                    </a:cubicBezTo>
                    <a:cubicBezTo>
                      <a:pt x="1" y="903"/>
                      <a:pt x="256" y="1174"/>
                      <a:pt x="572"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1"/>
              <p:cNvSpPr/>
              <p:nvPr/>
            </p:nvSpPr>
            <p:spPr>
              <a:xfrm>
                <a:off x="4212175"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1"/>
              <p:cNvSpPr/>
              <p:nvPr/>
            </p:nvSpPr>
            <p:spPr>
              <a:xfrm>
                <a:off x="4390450" y="4645850"/>
                <a:ext cx="96325" cy="29350"/>
              </a:xfrm>
              <a:custGeom>
                <a:rect b="b" l="l" r="r" t="t"/>
                <a:pathLst>
                  <a:path extrusionOk="0" h="1174" w="3853">
                    <a:moveTo>
                      <a:pt x="588" y="0"/>
                    </a:moveTo>
                    <a:cubicBezTo>
                      <a:pt x="257" y="0"/>
                      <a:pt x="1" y="256"/>
                      <a:pt x="1" y="587"/>
                    </a:cubicBezTo>
                    <a:cubicBezTo>
                      <a:pt x="1" y="903"/>
                      <a:pt x="257"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1"/>
              <p:cNvSpPr/>
              <p:nvPr/>
            </p:nvSpPr>
            <p:spPr>
              <a:xfrm>
                <a:off x="4568750" y="4645850"/>
                <a:ext cx="95950" cy="29350"/>
              </a:xfrm>
              <a:custGeom>
                <a:rect b="b" l="l" r="r" t="t"/>
                <a:pathLst>
                  <a:path extrusionOk="0" h="1174" w="3838">
                    <a:moveTo>
                      <a:pt x="587" y="0"/>
                    </a:moveTo>
                    <a:cubicBezTo>
                      <a:pt x="256" y="0"/>
                      <a:pt x="1" y="256"/>
                      <a:pt x="1" y="587"/>
                    </a:cubicBezTo>
                    <a:cubicBezTo>
                      <a:pt x="1" y="903"/>
                      <a:pt x="256" y="1174"/>
                      <a:pt x="587"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1"/>
              <p:cNvSpPr/>
              <p:nvPr/>
            </p:nvSpPr>
            <p:spPr>
              <a:xfrm>
                <a:off x="4033875" y="4645850"/>
                <a:ext cx="96325" cy="29350"/>
              </a:xfrm>
              <a:custGeom>
                <a:rect b="b" l="l" r="r" t="t"/>
                <a:pathLst>
                  <a:path extrusionOk="0" h="1174" w="3853">
                    <a:moveTo>
                      <a:pt x="587" y="0"/>
                    </a:moveTo>
                    <a:cubicBezTo>
                      <a:pt x="271" y="0"/>
                      <a:pt x="1" y="256"/>
                      <a:pt x="1" y="587"/>
                    </a:cubicBezTo>
                    <a:cubicBezTo>
                      <a:pt x="1"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9" name="Google Shape;709;p21"/>
          <p:cNvGrpSpPr/>
          <p:nvPr/>
        </p:nvGrpSpPr>
        <p:grpSpPr>
          <a:xfrm>
            <a:off x="6168775" y="2956188"/>
            <a:ext cx="2463800" cy="1812300"/>
            <a:chOff x="3210400" y="2549225"/>
            <a:chExt cx="2463800" cy="1812300"/>
          </a:xfrm>
        </p:grpSpPr>
        <p:sp>
          <p:nvSpPr>
            <p:cNvPr id="710" name="Google Shape;710;p21"/>
            <p:cNvSpPr/>
            <p:nvPr/>
          </p:nvSpPr>
          <p:spPr>
            <a:xfrm>
              <a:off x="3447000" y="3441075"/>
              <a:ext cx="486000" cy="265575"/>
            </a:xfrm>
            <a:custGeom>
              <a:rect b="b" l="l" r="r" t="t"/>
              <a:pathLst>
                <a:path extrusionOk="0" h="10623" w="19440">
                  <a:moveTo>
                    <a:pt x="11947" y="0"/>
                  </a:moveTo>
                  <a:cubicBezTo>
                    <a:pt x="11947" y="0"/>
                    <a:pt x="10638" y="572"/>
                    <a:pt x="10066" y="1249"/>
                  </a:cubicBezTo>
                  <a:lnTo>
                    <a:pt x="10593" y="1475"/>
                  </a:lnTo>
                  <a:lnTo>
                    <a:pt x="9389" y="1640"/>
                  </a:lnTo>
                  <a:cubicBezTo>
                    <a:pt x="9389" y="1640"/>
                    <a:pt x="8607" y="2483"/>
                    <a:pt x="8186" y="3506"/>
                  </a:cubicBezTo>
                  <a:lnTo>
                    <a:pt x="8757" y="843"/>
                  </a:lnTo>
                  <a:lnTo>
                    <a:pt x="8757" y="843"/>
                  </a:lnTo>
                  <a:cubicBezTo>
                    <a:pt x="8757" y="843"/>
                    <a:pt x="7764" y="1294"/>
                    <a:pt x="7569" y="2091"/>
                  </a:cubicBezTo>
                  <a:cubicBezTo>
                    <a:pt x="7358" y="2889"/>
                    <a:pt x="7358" y="3792"/>
                    <a:pt x="7358" y="3792"/>
                  </a:cubicBezTo>
                  <a:cubicBezTo>
                    <a:pt x="7358" y="3792"/>
                    <a:pt x="5209" y="1127"/>
                    <a:pt x="4158" y="1127"/>
                  </a:cubicBezTo>
                  <a:cubicBezTo>
                    <a:pt x="4146" y="1127"/>
                    <a:pt x="4135" y="1128"/>
                    <a:pt x="4123" y="1128"/>
                  </a:cubicBezTo>
                  <a:cubicBezTo>
                    <a:pt x="3085" y="1189"/>
                    <a:pt x="2724" y="1414"/>
                    <a:pt x="2724" y="1414"/>
                  </a:cubicBezTo>
                  <a:lnTo>
                    <a:pt x="3191" y="1986"/>
                  </a:lnTo>
                  <a:lnTo>
                    <a:pt x="2092" y="1700"/>
                  </a:lnTo>
                  <a:lnTo>
                    <a:pt x="1" y="3506"/>
                  </a:lnTo>
                  <a:lnTo>
                    <a:pt x="1" y="3506"/>
                  </a:lnTo>
                  <a:lnTo>
                    <a:pt x="3085" y="2889"/>
                  </a:lnTo>
                  <a:lnTo>
                    <a:pt x="4018" y="2437"/>
                  </a:lnTo>
                  <a:lnTo>
                    <a:pt x="3868" y="2994"/>
                  </a:lnTo>
                  <a:lnTo>
                    <a:pt x="7087" y="4123"/>
                  </a:lnTo>
                  <a:cubicBezTo>
                    <a:pt x="7087" y="4123"/>
                    <a:pt x="5556" y="3622"/>
                    <a:pt x="3958" y="3622"/>
                  </a:cubicBezTo>
                  <a:cubicBezTo>
                    <a:pt x="3558" y="3622"/>
                    <a:pt x="3154" y="3653"/>
                    <a:pt x="2769" y="3731"/>
                  </a:cubicBezTo>
                  <a:lnTo>
                    <a:pt x="3191" y="4348"/>
                  </a:lnTo>
                  <a:lnTo>
                    <a:pt x="2243" y="4408"/>
                  </a:lnTo>
                  <a:cubicBezTo>
                    <a:pt x="2243" y="4408"/>
                    <a:pt x="994" y="5928"/>
                    <a:pt x="843" y="7011"/>
                  </a:cubicBezTo>
                  <a:lnTo>
                    <a:pt x="2619" y="6214"/>
                  </a:lnTo>
                  <a:lnTo>
                    <a:pt x="3296" y="4890"/>
                  </a:lnTo>
                  <a:lnTo>
                    <a:pt x="3085" y="6048"/>
                  </a:lnTo>
                  <a:lnTo>
                    <a:pt x="4018" y="5883"/>
                  </a:lnTo>
                  <a:lnTo>
                    <a:pt x="4484" y="4890"/>
                  </a:lnTo>
                  <a:lnTo>
                    <a:pt x="4379" y="5823"/>
                  </a:lnTo>
                  <a:lnTo>
                    <a:pt x="5222" y="5477"/>
                  </a:lnTo>
                  <a:lnTo>
                    <a:pt x="5583" y="5146"/>
                  </a:lnTo>
                  <a:lnTo>
                    <a:pt x="5733" y="5477"/>
                  </a:lnTo>
                  <a:cubicBezTo>
                    <a:pt x="5733" y="5477"/>
                    <a:pt x="6013" y="5230"/>
                    <a:pt x="6660" y="5230"/>
                  </a:cubicBezTo>
                  <a:cubicBezTo>
                    <a:pt x="6763" y="5230"/>
                    <a:pt x="6875" y="5237"/>
                    <a:pt x="6997" y="5251"/>
                  </a:cubicBezTo>
                  <a:cubicBezTo>
                    <a:pt x="6997" y="5251"/>
                    <a:pt x="5733" y="5537"/>
                    <a:pt x="4861" y="7117"/>
                  </a:cubicBezTo>
                  <a:lnTo>
                    <a:pt x="5432" y="7237"/>
                  </a:lnTo>
                  <a:cubicBezTo>
                    <a:pt x="5432" y="7237"/>
                    <a:pt x="4545" y="7523"/>
                    <a:pt x="4545" y="7854"/>
                  </a:cubicBezTo>
                  <a:lnTo>
                    <a:pt x="4590" y="10622"/>
                  </a:lnTo>
                  <a:lnTo>
                    <a:pt x="5628" y="9043"/>
                  </a:lnTo>
                  <a:lnTo>
                    <a:pt x="5583" y="8245"/>
                  </a:lnTo>
                  <a:lnTo>
                    <a:pt x="5583" y="8245"/>
                  </a:lnTo>
                  <a:lnTo>
                    <a:pt x="5944" y="8591"/>
                  </a:lnTo>
                  <a:lnTo>
                    <a:pt x="6786" y="7297"/>
                  </a:lnTo>
                  <a:lnTo>
                    <a:pt x="6832" y="6214"/>
                  </a:lnTo>
                  <a:lnTo>
                    <a:pt x="7087" y="6725"/>
                  </a:lnTo>
                  <a:lnTo>
                    <a:pt x="8186" y="5371"/>
                  </a:lnTo>
                  <a:lnTo>
                    <a:pt x="9916" y="6725"/>
                  </a:lnTo>
                  <a:lnTo>
                    <a:pt x="9916" y="6048"/>
                  </a:lnTo>
                  <a:lnTo>
                    <a:pt x="10382" y="7237"/>
                  </a:lnTo>
                  <a:lnTo>
                    <a:pt x="11059" y="7749"/>
                  </a:lnTo>
                  <a:lnTo>
                    <a:pt x="11059" y="6560"/>
                  </a:lnTo>
                  <a:cubicBezTo>
                    <a:pt x="11059" y="6560"/>
                    <a:pt x="11571" y="7463"/>
                    <a:pt x="11631" y="8200"/>
                  </a:cubicBezTo>
                  <a:lnTo>
                    <a:pt x="14445" y="9780"/>
                  </a:lnTo>
                  <a:cubicBezTo>
                    <a:pt x="14445" y="9780"/>
                    <a:pt x="12820" y="5988"/>
                    <a:pt x="8757" y="4860"/>
                  </a:cubicBezTo>
                  <a:lnTo>
                    <a:pt x="8757" y="4860"/>
                  </a:lnTo>
                  <a:lnTo>
                    <a:pt x="10428" y="5086"/>
                  </a:lnTo>
                  <a:lnTo>
                    <a:pt x="10533" y="4469"/>
                  </a:lnTo>
                  <a:lnTo>
                    <a:pt x="10849" y="5311"/>
                  </a:lnTo>
                  <a:lnTo>
                    <a:pt x="13662" y="6048"/>
                  </a:lnTo>
                  <a:lnTo>
                    <a:pt x="13662" y="5371"/>
                  </a:lnTo>
                  <a:lnTo>
                    <a:pt x="13978" y="6109"/>
                  </a:lnTo>
                  <a:lnTo>
                    <a:pt x="14911" y="6334"/>
                  </a:lnTo>
                  <a:lnTo>
                    <a:pt x="14445" y="5311"/>
                  </a:lnTo>
                  <a:lnTo>
                    <a:pt x="15332" y="6440"/>
                  </a:lnTo>
                  <a:lnTo>
                    <a:pt x="16687" y="6620"/>
                  </a:lnTo>
                  <a:lnTo>
                    <a:pt x="16416" y="5657"/>
                  </a:lnTo>
                  <a:lnTo>
                    <a:pt x="17574" y="6786"/>
                  </a:lnTo>
                  <a:lnTo>
                    <a:pt x="19440" y="7568"/>
                  </a:lnTo>
                  <a:cubicBezTo>
                    <a:pt x="19440" y="7568"/>
                    <a:pt x="16687" y="3957"/>
                    <a:pt x="14761" y="3671"/>
                  </a:cubicBezTo>
                  <a:cubicBezTo>
                    <a:pt x="14429" y="3622"/>
                    <a:pt x="14017" y="3602"/>
                    <a:pt x="13564" y="3602"/>
                  </a:cubicBezTo>
                  <a:cubicBezTo>
                    <a:pt x="11369" y="3602"/>
                    <a:pt x="8186" y="4077"/>
                    <a:pt x="8186" y="4077"/>
                  </a:cubicBezTo>
                  <a:lnTo>
                    <a:pt x="11165" y="3115"/>
                  </a:lnTo>
                  <a:lnTo>
                    <a:pt x="10638" y="2377"/>
                  </a:lnTo>
                  <a:lnTo>
                    <a:pt x="11631" y="2934"/>
                  </a:lnTo>
                  <a:lnTo>
                    <a:pt x="13091" y="2377"/>
                  </a:lnTo>
                  <a:lnTo>
                    <a:pt x="12775" y="1866"/>
                  </a:lnTo>
                  <a:lnTo>
                    <a:pt x="13813" y="2152"/>
                  </a:lnTo>
                  <a:lnTo>
                    <a:pt x="17364" y="1023"/>
                  </a:lnTo>
                  <a:cubicBezTo>
                    <a:pt x="17364" y="1023"/>
                    <a:pt x="16371" y="120"/>
                    <a:pt x="13346" y="0"/>
                  </a:cubicBezTo>
                  <a:lnTo>
                    <a:pt x="13346" y="0"/>
                  </a:lnTo>
                  <a:lnTo>
                    <a:pt x="13813" y="963"/>
                  </a:lnTo>
                  <a:lnTo>
                    <a:pt x="11947" y="0"/>
                  </a:lnTo>
                  <a:close/>
                </a:path>
              </a:pathLst>
            </a:custGeom>
            <a:solidFill>
              <a:srgbClr val="99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1"/>
            <p:cNvSpPr/>
            <p:nvPr/>
          </p:nvSpPr>
          <p:spPr>
            <a:xfrm>
              <a:off x="3672325" y="2625575"/>
              <a:ext cx="931725" cy="958825"/>
            </a:xfrm>
            <a:custGeom>
              <a:rect b="b" l="l" r="r" t="t"/>
              <a:pathLst>
                <a:path extrusionOk="0" h="38353" w="37269">
                  <a:moveTo>
                    <a:pt x="37269" y="1"/>
                  </a:moveTo>
                  <a:lnTo>
                    <a:pt x="0" y="15588"/>
                  </a:lnTo>
                  <a:lnTo>
                    <a:pt x="0" y="38322"/>
                  </a:lnTo>
                  <a:lnTo>
                    <a:pt x="37269" y="38352"/>
                  </a:lnTo>
                  <a:lnTo>
                    <a:pt x="372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1"/>
            <p:cNvSpPr/>
            <p:nvPr/>
          </p:nvSpPr>
          <p:spPr>
            <a:xfrm>
              <a:off x="3639975" y="2549225"/>
              <a:ext cx="996425" cy="478850"/>
            </a:xfrm>
            <a:custGeom>
              <a:rect b="b" l="l" r="r" t="t"/>
              <a:pathLst>
                <a:path extrusionOk="0" h="19154" w="39857">
                  <a:moveTo>
                    <a:pt x="39857" y="0"/>
                  </a:moveTo>
                  <a:lnTo>
                    <a:pt x="256" y="16852"/>
                  </a:lnTo>
                  <a:lnTo>
                    <a:pt x="0" y="19154"/>
                  </a:lnTo>
                  <a:lnTo>
                    <a:pt x="0" y="19154"/>
                  </a:lnTo>
                  <a:lnTo>
                    <a:pt x="39857" y="2558"/>
                  </a:lnTo>
                  <a:lnTo>
                    <a:pt x="398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1"/>
            <p:cNvSpPr/>
            <p:nvPr/>
          </p:nvSpPr>
          <p:spPr>
            <a:xfrm>
              <a:off x="4379100" y="3032950"/>
              <a:ext cx="66225" cy="123400"/>
            </a:xfrm>
            <a:custGeom>
              <a:rect b="b" l="l" r="r" t="t"/>
              <a:pathLst>
                <a:path extrusionOk="0" h="4936" w="2649">
                  <a:moveTo>
                    <a:pt x="0" y="0"/>
                  </a:moveTo>
                  <a:lnTo>
                    <a:pt x="0" y="4935"/>
                  </a:lnTo>
                  <a:lnTo>
                    <a:pt x="2648" y="4935"/>
                  </a:lnTo>
                  <a:lnTo>
                    <a:pt x="26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1"/>
            <p:cNvSpPr/>
            <p:nvPr/>
          </p:nvSpPr>
          <p:spPr>
            <a:xfrm>
              <a:off x="4284675" y="3032950"/>
              <a:ext cx="73000" cy="123400"/>
            </a:xfrm>
            <a:custGeom>
              <a:rect b="b" l="l" r="r" t="t"/>
              <a:pathLst>
                <a:path extrusionOk="0" h="4936" w="2920">
                  <a:moveTo>
                    <a:pt x="1" y="0"/>
                  </a:moveTo>
                  <a:lnTo>
                    <a:pt x="1" y="4935"/>
                  </a:lnTo>
                  <a:lnTo>
                    <a:pt x="2920" y="4935"/>
                  </a:lnTo>
                  <a:lnTo>
                    <a:pt x="29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1"/>
            <p:cNvSpPr/>
            <p:nvPr/>
          </p:nvSpPr>
          <p:spPr>
            <a:xfrm>
              <a:off x="4198925" y="3032950"/>
              <a:ext cx="64350" cy="123400"/>
            </a:xfrm>
            <a:custGeom>
              <a:rect b="b" l="l" r="r" t="t"/>
              <a:pathLst>
                <a:path extrusionOk="0" h="4936" w="2574">
                  <a:moveTo>
                    <a:pt x="0" y="0"/>
                  </a:moveTo>
                  <a:lnTo>
                    <a:pt x="0" y="4935"/>
                  </a:lnTo>
                  <a:lnTo>
                    <a:pt x="2573" y="4935"/>
                  </a:lnTo>
                  <a:lnTo>
                    <a:pt x="2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1"/>
            <p:cNvSpPr/>
            <p:nvPr/>
          </p:nvSpPr>
          <p:spPr>
            <a:xfrm>
              <a:off x="4109025" y="3032950"/>
              <a:ext cx="68475" cy="123400"/>
            </a:xfrm>
            <a:custGeom>
              <a:rect b="b" l="l" r="r" t="t"/>
              <a:pathLst>
                <a:path extrusionOk="0" h="4936" w="2739">
                  <a:moveTo>
                    <a:pt x="0" y="0"/>
                  </a:moveTo>
                  <a:lnTo>
                    <a:pt x="0" y="4935"/>
                  </a:lnTo>
                  <a:lnTo>
                    <a:pt x="2739" y="4935"/>
                  </a:lnTo>
                  <a:lnTo>
                    <a:pt x="27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1"/>
            <p:cNvSpPr/>
            <p:nvPr/>
          </p:nvSpPr>
          <p:spPr>
            <a:xfrm>
              <a:off x="4014975" y="3032950"/>
              <a:ext cx="72625" cy="123400"/>
            </a:xfrm>
            <a:custGeom>
              <a:rect b="b" l="l" r="r" t="t"/>
              <a:pathLst>
                <a:path extrusionOk="0" h="4936" w="2905">
                  <a:moveTo>
                    <a:pt x="1" y="0"/>
                  </a:moveTo>
                  <a:lnTo>
                    <a:pt x="1" y="4935"/>
                  </a:lnTo>
                  <a:lnTo>
                    <a:pt x="2905" y="4935"/>
                  </a:lnTo>
                  <a:lnTo>
                    <a:pt x="2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1"/>
            <p:cNvSpPr/>
            <p:nvPr/>
          </p:nvSpPr>
          <p:spPr>
            <a:xfrm>
              <a:off x="3929225" y="3032950"/>
              <a:ext cx="64350" cy="123400"/>
            </a:xfrm>
            <a:custGeom>
              <a:rect b="b" l="l" r="r" t="t"/>
              <a:pathLst>
                <a:path extrusionOk="0" h="4936" w="2574">
                  <a:moveTo>
                    <a:pt x="1" y="0"/>
                  </a:moveTo>
                  <a:lnTo>
                    <a:pt x="1" y="4935"/>
                  </a:lnTo>
                  <a:lnTo>
                    <a:pt x="2573" y="4935"/>
                  </a:lnTo>
                  <a:lnTo>
                    <a:pt x="2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1"/>
            <p:cNvSpPr/>
            <p:nvPr/>
          </p:nvSpPr>
          <p:spPr>
            <a:xfrm>
              <a:off x="3843475" y="3032950"/>
              <a:ext cx="64325" cy="123400"/>
            </a:xfrm>
            <a:custGeom>
              <a:rect b="b" l="l" r="r" t="t"/>
              <a:pathLst>
                <a:path extrusionOk="0" h="4936" w="2573">
                  <a:moveTo>
                    <a:pt x="0" y="0"/>
                  </a:moveTo>
                  <a:lnTo>
                    <a:pt x="0" y="4935"/>
                  </a:lnTo>
                  <a:lnTo>
                    <a:pt x="2573" y="4935"/>
                  </a:lnTo>
                  <a:lnTo>
                    <a:pt x="2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1"/>
            <p:cNvSpPr/>
            <p:nvPr/>
          </p:nvSpPr>
          <p:spPr>
            <a:xfrm>
              <a:off x="4379100" y="3032950"/>
              <a:ext cx="66225" cy="27475"/>
            </a:xfrm>
            <a:custGeom>
              <a:rect b="b" l="l" r="r" t="t"/>
              <a:pathLst>
                <a:path extrusionOk="0" h="1099" w="2649">
                  <a:moveTo>
                    <a:pt x="0" y="0"/>
                  </a:moveTo>
                  <a:lnTo>
                    <a:pt x="0" y="1099"/>
                  </a:lnTo>
                  <a:lnTo>
                    <a:pt x="2648" y="1099"/>
                  </a:lnTo>
                  <a:lnTo>
                    <a:pt x="26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1"/>
            <p:cNvSpPr/>
            <p:nvPr/>
          </p:nvSpPr>
          <p:spPr>
            <a:xfrm>
              <a:off x="4284675" y="3032950"/>
              <a:ext cx="73000" cy="27475"/>
            </a:xfrm>
            <a:custGeom>
              <a:rect b="b" l="l" r="r" t="t"/>
              <a:pathLst>
                <a:path extrusionOk="0" h="1099" w="2920">
                  <a:moveTo>
                    <a:pt x="1" y="0"/>
                  </a:moveTo>
                  <a:lnTo>
                    <a:pt x="1" y="1099"/>
                  </a:lnTo>
                  <a:lnTo>
                    <a:pt x="2920" y="1099"/>
                  </a:lnTo>
                  <a:lnTo>
                    <a:pt x="29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1"/>
            <p:cNvSpPr/>
            <p:nvPr/>
          </p:nvSpPr>
          <p:spPr>
            <a:xfrm>
              <a:off x="4198925" y="3032950"/>
              <a:ext cx="64350" cy="27475"/>
            </a:xfrm>
            <a:custGeom>
              <a:rect b="b" l="l" r="r" t="t"/>
              <a:pathLst>
                <a:path extrusionOk="0" h="1099" w="2574">
                  <a:moveTo>
                    <a:pt x="0" y="0"/>
                  </a:moveTo>
                  <a:lnTo>
                    <a:pt x="0" y="1099"/>
                  </a:lnTo>
                  <a:lnTo>
                    <a:pt x="2573" y="1099"/>
                  </a:lnTo>
                  <a:lnTo>
                    <a:pt x="2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1"/>
            <p:cNvSpPr/>
            <p:nvPr/>
          </p:nvSpPr>
          <p:spPr>
            <a:xfrm>
              <a:off x="4109025" y="3032950"/>
              <a:ext cx="68475" cy="27475"/>
            </a:xfrm>
            <a:custGeom>
              <a:rect b="b" l="l" r="r" t="t"/>
              <a:pathLst>
                <a:path extrusionOk="0" h="1099" w="2739">
                  <a:moveTo>
                    <a:pt x="0" y="0"/>
                  </a:moveTo>
                  <a:lnTo>
                    <a:pt x="0" y="1099"/>
                  </a:lnTo>
                  <a:lnTo>
                    <a:pt x="2739" y="1099"/>
                  </a:lnTo>
                  <a:lnTo>
                    <a:pt x="27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1"/>
            <p:cNvSpPr/>
            <p:nvPr/>
          </p:nvSpPr>
          <p:spPr>
            <a:xfrm>
              <a:off x="4014975" y="3032950"/>
              <a:ext cx="72625" cy="27475"/>
            </a:xfrm>
            <a:custGeom>
              <a:rect b="b" l="l" r="r" t="t"/>
              <a:pathLst>
                <a:path extrusionOk="0" h="1099" w="2905">
                  <a:moveTo>
                    <a:pt x="1" y="0"/>
                  </a:moveTo>
                  <a:lnTo>
                    <a:pt x="1" y="1099"/>
                  </a:lnTo>
                  <a:lnTo>
                    <a:pt x="2905" y="1099"/>
                  </a:lnTo>
                  <a:lnTo>
                    <a:pt x="2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1"/>
            <p:cNvSpPr/>
            <p:nvPr/>
          </p:nvSpPr>
          <p:spPr>
            <a:xfrm>
              <a:off x="3929225" y="3032950"/>
              <a:ext cx="64350" cy="27475"/>
            </a:xfrm>
            <a:custGeom>
              <a:rect b="b" l="l" r="r" t="t"/>
              <a:pathLst>
                <a:path extrusionOk="0" h="1099" w="2574">
                  <a:moveTo>
                    <a:pt x="1" y="0"/>
                  </a:moveTo>
                  <a:lnTo>
                    <a:pt x="1" y="1099"/>
                  </a:lnTo>
                  <a:lnTo>
                    <a:pt x="2573" y="1099"/>
                  </a:lnTo>
                  <a:lnTo>
                    <a:pt x="2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1"/>
            <p:cNvSpPr/>
            <p:nvPr/>
          </p:nvSpPr>
          <p:spPr>
            <a:xfrm>
              <a:off x="3843475" y="3032950"/>
              <a:ext cx="64325" cy="27475"/>
            </a:xfrm>
            <a:custGeom>
              <a:rect b="b" l="l" r="r" t="t"/>
              <a:pathLst>
                <a:path extrusionOk="0" h="1099" w="2573">
                  <a:moveTo>
                    <a:pt x="0" y="0"/>
                  </a:moveTo>
                  <a:lnTo>
                    <a:pt x="0" y="1099"/>
                  </a:lnTo>
                  <a:lnTo>
                    <a:pt x="2573" y="1099"/>
                  </a:lnTo>
                  <a:lnTo>
                    <a:pt x="2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1"/>
            <p:cNvSpPr/>
            <p:nvPr/>
          </p:nvSpPr>
          <p:spPr>
            <a:xfrm>
              <a:off x="4379100" y="3198825"/>
              <a:ext cx="66225" cy="123400"/>
            </a:xfrm>
            <a:custGeom>
              <a:rect b="b" l="l" r="r" t="t"/>
              <a:pathLst>
                <a:path extrusionOk="0" h="4936" w="2649">
                  <a:moveTo>
                    <a:pt x="0" y="1"/>
                  </a:moveTo>
                  <a:lnTo>
                    <a:pt x="0" y="4936"/>
                  </a:lnTo>
                  <a:lnTo>
                    <a:pt x="2648" y="4936"/>
                  </a:lnTo>
                  <a:lnTo>
                    <a:pt x="26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1"/>
            <p:cNvSpPr/>
            <p:nvPr/>
          </p:nvSpPr>
          <p:spPr>
            <a:xfrm>
              <a:off x="4284675" y="3198825"/>
              <a:ext cx="73000" cy="123400"/>
            </a:xfrm>
            <a:custGeom>
              <a:rect b="b" l="l" r="r" t="t"/>
              <a:pathLst>
                <a:path extrusionOk="0" h="4936" w="2920">
                  <a:moveTo>
                    <a:pt x="1" y="1"/>
                  </a:moveTo>
                  <a:lnTo>
                    <a:pt x="1" y="4936"/>
                  </a:lnTo>
                  <a:lnTo>
                    <a:pt x="2920" y="4936"/>
                  </a:lnTo>
                  <a:lnTo>
                    <a:pt x="29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1"/>
            <p:cNvSpPr/>
            <p:nvPr/>
          </p:nvSpPr>
          <p:spPr>
            <a:xfrm>
              <a:off x="4198925" y="3198825"/>
              <a:ext cx="64350" cy="123400"/>
            </a:xfrm>
            <a:custGeom>
              <a:rect b="b" l="l" r="r" t="t"/>
              <a:pathLst>
                <a:path extrusionOk="0" h="4936" w="2574">
                  <a:moveTo>
                    <a:pt x="0" y="1"/>
                  </a:moveTo>
                  <a:lnTo>
                    <a:pt x="0" y="4936"/>
                  </a:lnTo>
                  <a:lnTo>
                    <a:pt x="2573" y="4936"/>
                  </a:lnTo>
                  <a:lnTo>
                    <a:pt x="2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1"/>
            <p:cNvSpPr/>
            <p:nvPr/>
          </p:nvSpPr>
          <p:spPr>
            <a:xfrm>
              <a:off x="4109025" y="3198825"/>
              <a:ext cx="68475" cy="123400"/>
            </a:xfrm>
            <a:custGeom>
              <a:rect b="b" l="l" r="r" t="t"/>
              <a:pathLst>
                <a:path extrusionOk="0" h="4936" w="2739">
                  <a:moveTo>
                    <a:pt x="0" y="1"/>
                  </a:moveTo>
                  <a:lnTo>
                    <a:pt x="0" y="4936"/>
                  </a:lnTo>
                  <a:lnTo>
                    <a:pt x="2739" y="4936"/>
                  </a:lnTo>
                  <a:lnTo>
                    <a:pt x="2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1"/>
            <p:cNvSpPr/>
            <p:nvPr/>
          </p:nvSpPr>
          <p:spPr>
            <a:xfrm>
              <a:off x="4014975" y="3198825"/>
              <a:ext cx="72625" cy="123400"/>
            </a:xfrm>
            <a:custGeom>
              <a:rect b="b" l="l" r="r" t="t"/>
              <a:pathLst>
                <a:path extrusionOk="0" h="4936" w="2905">
                  <a:moveTo>
                    <a:pt x="1" y="1"/>
                  </a:moveTo>
                  <a:lnTo>
                    <a:pt x="1" y="4936"/>
                  </a:lnTo>
                  <a:lnTo>
                    <a:pt x="2905" y="4936"/>
                  </a:lnTo>
                  <a:lnTo>
                    <a:pt x="29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1"/>
            <p:cNvSpPr/>
            <p:nvPr/>
          </p:nvSpPr>
          <p:spPr>
            <a:xfrm>
              <a:off x="3929225" y="3198825"/>
              <a:ext cx="64350" cy="123400"/>
            </a:xfrm>
            <a:custGeom>
              <a:rect b="b" l="l" r="r" t="t"/>
              <a:pathLst>
                <a:path extrusionOk="0" h="4936" w="2574">
                  <a:moveTo>
                    <a:pt x="1" y="1"/>
                  </a:moveTo>
                  <a:lnTo>
                    <a:pt x="1" y="4936"/>
                  </a:lnTo>
                  <a:lnTo>
                    <a:pt x="2573" y="4936"/>
                  </a:lnTo>
                  <a:lnTo>
                    <a:pt x="2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1"/>
            <p:cNvSpPr/>
            <p:nvPr/>
          </p:nvSpPr>
          <p:spPr>
            <a:xfrm>
              <a:off x="3843475" y="3198825"/>
              <a:ext cx="64325" cy="123400"/>
            </a:xfrm>
            <a:custGeom>
              <a:rect b="b" l="l" r="r" t="t"/>
              <a:pathLst>
                <a:path extrusionOk="0" h="4936" w="2573">
                  <a:moveTo>
                    <a:pt x="0" y="1"/>
                  </a:moveTo>
                  <a:lnTo>
                    <a:pt x="0" y="4936"/>
                  </a:lnTo>
                  <a:lnTo>
                    <a:pt x="2573" y="4936"/>
                  </a:lnTo>
                  <a:lnTo>
                    <a:pt x="2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1"/>
            <p:cNvSpPr/>
            <p:nvPr/>
          </p:nvSpPr>
          <p:spPr>
            <a:xfrm>
              <a:off x="4379100" y="3198825"/>
              <a:ext cx="66225" cy="27850"/>
            </a:xfrm>
            <a:custGeom>
              <a:rect b="b" l="l" r="r" t="t"/>
              <a:pathLst>
                <a:path extrusionOk="0" h="1114" w="2649">
                  <a:moveTo>
                    <a:pt x="0" y="1"/>
                  </a:moveTo>
                  <a:lnTo>
                    <a:pt x="0" y="1114"/>
                  </a:lnTo>
                  <a:lnTo>
                    <a:pt x="2648" y="1114"/>
                  </a:lnTo>
                  <a:lnTo>
                    <a:pt x="26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1"/>
            <p:cNvSpPr/>
            <p:nvPr/>
          </p:nvSpPr>
          <p:spPr>
            <a:xfrm>
              <a:off x="4284675" y="3198825"/>
              <a:ext cx="73000" cy="27850"/>
            </a:xfrm>
            <a:custGeom>
              <a:rect b="b" l="l" r="r" t="t"/>
              <a:pathLst>
                <a:path extrusionOk="0" h="1114" w="2920">
                  <a:moveTo>
                    <a:pt x="1" y="1"/>
                  </a:moveTo>
                  <a:lnTo>
                    <a:pt x="1" y="1114"/>
                  </a:lnTo>
                  <a:lnTo>
                    <a:pt x="2920" y="1114"/>
                  </a:lnTo>
                  <a:lnTo>
                    <a:pt x="29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1"/>
            <p:cNvSpPr/>
            <p:nvPr/>
          </p:nvSpPr>
          <p:spPr>
            <a:xfrm>
              <a:off x="4198925" y="3198825"/>
              <a:ext cx="64350" cy="27850"/>
            </a:xfrm>
            <a:custGeom>
              <a:rect b="b" l="l" r="r" t="t"/>
              <a:pathLst>
                <a:path extrusionOk="0" h="1114" w="2574">
                  <a:moveTo>
                    <a:pt x="0" y="1"/>
                  </a:moveTo>
                  <a:lnTo>
                    <a:pt x="0" y="1114"/>
                  </a:lnTo>
                  <a:lnTo>
                    <a:pt x="2573" y="1114"/>
                  </a:lnTo>
                  <a:lnTo>
                    <a:pt x="2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1"/>
            <p:cNvSpPr/>
            <p:nvPr/>
          </p:nvSpPr>
          <p:spPr>
            <a:xfrm>
              <a:off x="4109025" y="3198825"/>
              <a:ext cx="68475" cy="27850"/>
            </a:xfrm>
            <a:custGeom>
              <a:rect b="b" l="l" r="r" t="t"/>
              <a:pathLst>
                <a:path extrusionOk="0" h="1114" w="2739">
                  <a:moveTo>
                    <a:pt x="0" y="1"/>
                  </a:moveTo>
                  <a:lnTo>
                    <a:pt x="0" y="1114"/>
                  </a:lnTo>
                  <a:lnTo>
                    <a:pt x="2739" y="1114"/>
                  </a:lnTo>
                  <a:lnTo>
                    <a:pt x="2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1"/>
            <p:cNvSpPr/>
            <p:nvPr/>
          </p:nvSpPr>
          <p:spPr>
            <a:xfrm>
              <a:off x="4014975" y="3198825"/>
              <a:ext cx="72625" cy="27850"/>
            </a:xfrm>
            <a:custGeom>
              <a:rect b="b" l="l" r="r" t="t"/>
              <a:pathLst>
                <a:path extrusionOk="0" h="1114" w="2905">
                  <a:moveTo>
                    <a:pt x="1" y="1"/>
                  </a:moveTo>
                  <a:lnTo>
                    <a:pt x="1" y="1114"/>
                  </a:lnTo>
                  <a:lnTo>
                    <a:pt x="2905" y="1114"/>
                  </a:lnTo>
                  <a:lnTo>
                    <a:pt x="29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1"/>
            <p:cNvSpPr/>
            <p:nvPr/>
          </p:nvSpPr>
          <p:spPr>
            <a:xfrm>
              <a:off x="3929225" y="3198825"/>
              <a:ext cx="64350" cy="27850"/>
            </a:xfrm>
            <a:custGeom>
              <a:rect b="b" l="l" r="r" t="t"/>
              <a:pathLst>
                <a:path extrusionOk="0" h="1114" w="2574">
                  <a:moveTo>
                    <a:pt x="1" y="1"/>
                  </a:moveTo>
                  <a:lnTo>
                    <a:pt x="1" y="1114"/>
                  </a:lnTo>
                  <a:lnTo>
                    <a:pt x="2573" y="1114"/>
                  </a:lnTo>
                  <a:lnTo>
                    <a:pt x="2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1"/>
            <p:cNvSpPr/>
            <p:nvPr/>
          </p:nvSpPr>
          <p:spPr>
            <a:xfrm>
              <a:off x="3843475" y="3198825"/>
              <a:ext cx="64325" cy="27850"/>
            </a:xfrm>
            <a:custGeom>
              <a:rect b="b" l="l" r="r" t="t"/>
              <a:pathLst>
                <a:path extrusionOk="0" h="1114" w="2573">
                  <a:moveTo>
                    <a:pt x="0" y="1"/>
                  </a:moveTo>
                  <a:lnTo>
                    <a:pt x="0" y="1114"/>
                  </a:lnTo>
                  <a:lnTo>
                    <a:pt x="2573" y="1114"/>
                  </a:lnTo>
                  <a:lnTo>
                    <a:pt x="2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1"/>
            <p:cNvSpPr/>
            <p:nvPr/>
          </p:nvSpPr>
          <p:spPr>
            <a:xfrm>
              <a:off x="5401825" y="3799125"/>
              <a:ext cx="213300" cy="425850"/>
            </a:xfrm>
            <a:custGeom>
              <a:rect b="b" l="l" r="r" t="t"/>
              <a:pathLst>
                <a:path extrusionOk="0" h="17034" w="8532">
                  <a:moveTo>
                    <a:pt x="136" y="0"/>
                  </a:moveTo>
                  <a:cubicBezTo>
                    <a:pt x="135" y="0"/>
                    <a:pt x="1" y="17033"/>
                    <a:pt x="1" y="17033"/>
                  </a:cubicBezTo>
                  <a:lnTo>
                    <a:pt x="8532" y="17033"/>
                  </a:lnTo>
                  <a:lnTo>
                    <a:pt x="8532" y="2"/>
                  </a:lnTo>
                  <a:lnTo>
                    <a:pt x="136" y="2"/>
                  </a:lnTo>
                  <a:cubicBezTo>
                    <a:pt x="136" y="1"/>
                    <a:pt x="136" y="0"/>
                    <a:pt x="1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1"/>
            <p:cNvSpPr/>
            <p:nvPr/>
          </p:nvSpPr>
          <p:spPr>
            <a:xfrm>
              <a:off x="3255175" y="3799125"/>
              <a:ext cx="213675" cy="425850"/>
            </a:xfrm>
            <a:custGeom>
              <a:rect b="b" l="l" r="r" t="t"/>
              <a:pathLst>
                <a:path extrusionOk="0" h="17034" w="8547">
                  <a:moveTo>
                    <a:pt x="136" y="0"/>
                  </a:moveTo>
                  <a:cubicBezTo>
                    <a:pt x="135" y="0"/>
                    <a:pt x="0" y="17033"/>
                    <a:pt x="0" y="17033"/>
                  </a:cubicBezTo>
                  <a:lnTo>
                    <a:pt x="8546" y="17033"/>
                  </a:lnTo>
                  <a:lnTo>
                    <a:pt x="8546" y="2"/>
                  </a:lnTo>
                  <a:lnTo>
                    <a:pt x="136" y="2"/>
                  </a:lnTo>
                  <a:cubicBezTo>
                    <a:pt x="136" y="1"/>
                    <a:pt x="136" y="0"/>
                    <a:pt x="1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1"/>
            <p:cNvSpPr/>
            <p:nvPr/>
          </p:nvSpPr>
          <p:spPr>
            <a:xfrm>
              <a:off x="3421425" y="2886625"/>
              <a:ext cx="2003000" cy="1336475"/>
            </a:xfrm>
            <a:custGeom>
              <a:rect b="b" l="l" r="r" t="t"/>
              <a:pathLst>
                <a:path extrusionOk="0" h="53459" w="80120">
                  <a:moveTo>
                    <a:pt x="63750" y="1"/>
                  </a:moveTo>
                  <a:lnTo>
                    <a:pt x="39842" y="10472"/>
                  </a:lnTo>
                  <a:lnTo>
                    <a:pt x="39842" y="20689"/>
                  </a:lnTo>
                  <a:lnTo>
                    <a:pt x="15603" y="20689"/>
                  </a:lnTo>
                  <a:lnTo>
                    <a:pt x="15603" y="15392"/>
                  </a:lnTo>
                  <a:lnTo>
                    <a:pt x="1" y="20689"/>
                  </a:lnTo>
                  <a:lnTo>
                    <a:pt x="241" y="53458"/>
                  </a:lnTo>
                  <a:lnTo>
                    <a:pt x="80120" y="53458"/>
                  </a:lnTo>
                  <a:lnTo>
                    <a:pt x="80120" y="51638"/>
                  </a:lnTo>
                  <a:lnTo>
                    <a:pt x="80120" y="28136"/>
                  </a:lnTo>
                  <a:lnTo>
                    <a:pt x="80120" y="20478"/>
                  </a:lnTo>
                  <a:lnTo>
                    <a:pt x="63750" y="12985"/>
                  </a:lnTo>
                  <a:lnTo>
                    <a:pt x="637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1"/>
            <p:cNvSpPr/>
            <p:nvPr/>
          </p:nvSpPr>
          <p:spPr>
            <a:xfrm>
              <a:off x="3636200" y="3403075"/>
              <a:ext cx="783175" cy="821900"/>
            </a:xfrm>
            <a:custGeom>
              <a:rect b="b" l="l" r="r" t="t"/>
              <a:pathLst>
                <a:path extrusionOk="0" h="32876" w="31327">
                  <a:moveTo>
                    <a:pt x="27399" y="0"/>
                  </a:moveTo>
                  <a:lnTo>
                    <a:pt x="27399" y="8862"/>
                  </a:lnTo>
                  <a:lnTo>
                    <a:pt x="1" y="8862"/>
                  </a:lnTo>
                  <a:lnTo>
                    <a:pt x="1" y="32875"/>
                  </a:lnTo>
                  <a:lnTo>
                    <a:pt x="3236" y="32875"/>
                  </a:lnTo>
                  <a:lnTo>
                    <a:pt x="3236" y="9208"/>
                  </a:lnTo>
                  <a:lnTo>
                    <a:pt x="31251" y="9208"/>
                  </a:lnTo>
                  <a:lnTo>
                    <a:pt x="31251" y="31"/>
                  </a:lnTo>
                  <a:cubicBezTo>
                    <a:pt x="31326" y="31"/>
                    <a:pt x="27399" y="0"/>
                    <a:pt x="273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1"/>
            <p:cNvSpPr/>
            <p:nvPr/>
          </p:nvSpPr>
          <p:spPr>
            <a:xfrm>
              <a:off x="4357650" y="3696850"/>
              <a:ext cx="66225" cy="123775"/>
            </a:xfrm>
            <a:custGeom>
              <a:rect b="b" l="l" r="r" t="t"/>
              <a:pathLst>
                <a:path extrusionOk="0" h="4951" w="2649">
                  <a:moveTo>
                    <a:pt x="1" y="0"/>
                  </a:moveTo>
                  <a:lnTo>
                    <a:pt x="1" y="4950"/>
                  </a:lnTo>
                  <a:lnTo>
                    <a:pt x="2649" y="4950"/>
                  </a:lnTo>
                  <a:lnTo>
                    <a:pt x="26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1"/>
            <p:cNvSpPr/>
            <p:nvPr/>
          </p:nvSpPr>
          <p:spPr>
            <a:xfrm>
              <a:off x="4263250" y="3696850"/>
              <a:ext cx="73000" cy="123775"/>
            </a:xfrm>
            <a:custGeom>
              <a:rect b="b" l="l" r="r" t="t"/>
              <a:pathLst>
                <a:path extrusionOk="0" h="4951" w="2920">
                  <a:moveTo>
                    <a:pt x="0" y="0"/>
                  </a:moveTo>
                  <a:lnTo>
                    <a:pt x="0" y="4950"/>
                  </a:lnTo>
                  <a:lnTo>
                    <a:pt x="2919" y="4950"/>
                  </a:lnTo>
                  <a:lnTo>
                    <a:pt x="29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1"/>
            <p:cNvSpPr/>
            <p:nvPr/>
          </p:nvSpPr>
          <p:spPr>
            <a:xfrm>
              <a:off x="4177850" y="3696850"/>
              <a:ext cx="63975" cy="123775"/>
            </a:xfrm>
            <a:custGeom>
              <a:rect b="b" l="l" r="r" t="t"/>
              <a:pathLst>
                <a:path extrusionOk="0" h="4951" w="2559">
                  <a:moveTo>
                    <a:pt x="1" y="0"/>
                  </a:moveTo>
                  <a:lnTo>
                    <a:pt x="1" y="4950"/>
                  </a:lnTo>
                  <a:lnTo>
                    <a:pt x="2559" y="4950"/>
                  </a:lnTo>
                  <a:lnTo>
                    <a:pt x="25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1"/>
            <p:cNvSpPr/>
            <p:nvPr/>
          </p:nvSpPr>
          <p:spPr>
            <a:xfrm>
              <a:off x="4087575" y="3696850"/>
              <a:ext cx="68875" cy="123775"/>
            </a:xfrm>
            <a:custGeom>
              <a:rect b="b" l="l" r="r" t="t"/>
              <a:pathLst>
                <a:path extrusionOk="0" h="4951" w="2755">
                  <a:moveTo>
                    <a:pt x="1" y="0"/>
                  </a:moveTo>
                  <a:lnTo>
                    <a:pt x="1" y="4950"/>
                  </a:lnTo>
                  <a:lnTo>
                    <a:pt x="2754" y="4950"/>
                  </a:lnTo>
                  <a:lnTo>
                    <a:pt x="27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1"/>
            <p:cNvSpPr/>
            <p:nvPr/>
          </p:nvSpPr>
          <p:spPr>
            <a:xfrm>
              <a:off x="3993550" y="3696850"/>
              <a:ext cx="72625" cy="123775"/>
            </a:xfrm>
            <a:custGeom>
              <a:rect b="b" l="l" r="r" t="t"/>
              <a:pathLst>
                <a:path extrusionOk="0" h="4951" w="2905">
                  <a:moveTo>
                    <a:pt x="0" y="0"/>
                  </a:moveTo>
                  <a:lnTo>
                    <a:pt x="0" y="4950"/>
                  </a:lnTo>
                  <a:lnTo>
                    <a:pt x="2904" y="4950"/>
                  </a:lnTo>
                  <a:lnTo>
                    <a:pt x="29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1"/>
            <p:cNvSpPr/>
            <p:nvPr/>
          </p:nvSpPr>
          <p:spPr>
            <a:xfrm>
              <a:off x="3907775" y="3696850"/>
              <a:ext cx="64350" cy="123775"/>
            </a:xfrm>
            <a:custGeom>
              <a:rect b="b" l="l" r="r" t="t"/>
              <a:pathLst>
                <a:path extrusionOk="0" h="4951" w="2574">
                  <a:moveTo>
                    <a:pt x="1" y="0"/>
                  </a:moveTo>
                  <a:lnTo>
                    <a:pt x="1" y="4950"/>
                  </a:lnTo>
                  <a:lnTo>
                    <a:pt x="2574" y="4950"/>
                  </a:lnTo>
                  <a:lnTo>
                    <a:pt x="25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1"/>
            <p:cNvSpPr/>
            <p:nvPr/>
          </p:nvSpPr>
          <p:spPr>
            <a:xfrm>
              <a:off x="3822025" y="3696850"/>
              <a:ext cx="64350" cy="123775"/>
            </a:xfrm>
            <a:custGeom>
              <a:rect b="b" l="l" r="r" t="t"/>
              <a:pathLst>
                <a:path extrusionOk="0" h="4951" w="2574">
                  <a:moveTo>
                    <a:pt x="0" y="0"/>
                  </a:moveTo>
                  <a:lnTo>
                    <a:pt x="0" y="4950"/>
                  </a:lnTo>
                  <a:lnTo>
                    <a:pt x="2573" y="4950"/>
                  </a:lnTo>
                  <a:lnTo>
                    <a:pt x="2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1"/>
            <p:cNvSpPr/>
            <p:nvPr/>
          </p:nvSpPr>
          <p:spPr>
            <a:xfrm>
              <a:off x="4357650" y="3696850"/>
              <a:ext cx="66225" cy="27850"/>
            </a:xfrm>
            <a:custGeom>
              <a:rect b="b" l="l" r="r" t="t"/>
              <a:pathLst>
                <a:path extrusionOk="0" h="1114" w="2649">
                  <a:moveTo>
                    <a:pt x="1" y="0"/>
                  </a:moveTo>
                  <a:lnTo>
                    <a:pt x="1" y="1114"/>
                  </a:lnTo>
                  <a:lnTo>
                    <a:pt x="2649" y="1114"/>
                  </a:lnTo>
                  <a:lnTo>
                    <a:pt x="2649" y="0"/>
                  </a:lnTo>
                  <a:close/>
                </a:path>
              </a:pathLst>
            </a:custGeom>
            <a:solidFill>
              <a:srgbClr val="32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1"/>
            <p:cNvSpPr/>
            <p:nvPr/>
          </p:nvSpPr>
          <p:spPr>
            <a:xfrm>
              <a:off x="4263250" y="3696850"/>
              <a:ext cx="73000" cy="27850"/>
            </a:xfrm>
            <a:custGeom>
              <a:rect b="b" l="l" r="r" t="t"/>
              <a:pathLst>
                <a:path extrusionOk="0" h="1114" w="2920">
                  <a:moveTo>
                    <a:pt x="0" y="0"/>
                  </a:moveTo>
                  <a:lnTo>
                    <a:pt x="0" y="1114"/>
                  </a:lnTo>
                  <a:lnTo>
                    <a:pt x="2919" y="1114"/>
                  </a:lnTo>
                  <a:lnTo>
                    <a:pt x="2919" y="0"/>
                  </a:lnTo>
                  <a:close/>
                </a:path>
              </a:pathLst>
            </a:custGeom>
            <a:solidFill>
              <a:srgbClr val="32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1"/>
            <p:cNvSpPr/>
            <p:nvPr/>
          </p:nvSpPr>
          <p:spPr>
            <a:xfrm>
              <a:off x="4177850" y="3696850"/>
              <a:ext cx="63975" cy="27850"/>
            </a:xfrm>
            <a:custGeom>
              <a:rect b="b" l="l" r="r" t="t"/>
              <a:pathLst>
                <a:path extrusionOk="0" h="1114" w="2559">
                  <a:moveTo>
                    <a:pt x="1" y="0"/>
                  </a:moveTo>
                  <a:lnTo>
                    <a:pt x="1" y="1114"/>
                  </a:lnTo>
                  <a:lnTo>
                    <a:pt x="2559" y="1114"/>
                  </a:lnTo>
                  <a:lnTo>
                    <a:pt x="2559" y="0"/>
                  </a:lnTo>
                  <a:close/>
                </a:path>
              </a:pathLst>
            </a:custGeom>
            <a:solidFill>
              <a:srgbClr val="32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1"/>
            <p:cNvSpPr/>
            <p:nvPr/>
          </p:nvSpPr>
          <p:spPr>
            <a:xfrm>
              <a:off x="4087575" y="3696850"/>
              <a:ext cx="68875" cy="27850"/>
            </a:xfrm>
            <a:custGeom>
              <a:rect b="b" l="l" r="r" t="t"/>
              <a:pathLst>
                <a:path extrusionOk="0" h="1114" w="2755">
                  <a:moveTo>
                    <a:pt x="1" y="0"/>
                  </a:moveTo>
                  <a:lnTo>
                    <a:pt x="1" y="1114"/>
                  </a:lnTo>
                  <a:lnTo>
                    <a:pt x="2754" y="1114"/>
                  </a:lnTo>
                  <a:lnTo>
                    <a:pt x="2754" y="0"/>
                  </a:lnTo>
                  <a:close/>
                </a:path>
              </a:pathLst>
            </a:custGeom>
            <a:solidFill>
              <a:srgbClr val="32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1"/>
            <p:cNvSpPr/>
            <p:nvPr/>
          </p:nvSpPr>
          <p:spPr>
            <a:xfrm>
              <a:off x="3993550" y="3696850"/>
              <a:ext cx="72625" cy="27850"/>
            </a:xfrm>
            <a:custGeom>
              <a:rect b="b" l="l" r="r" t="t"/>
              <a:pathLst>
                <a:path extrusionOk="0" h="1114" w="2905">
                  <a:moveTo>
                    <a:pt x="0" y="0"/>
                  </a:moveTo>
                  <a:lnTo>
                    <a:pt x="0" y="1114"/>
                  </a:lnTo>
                  <a:lnTo>
                    <a:pt x="2904" y="1114"/>
                  </a:lnTo>
                  <a:lnTo>
                    <a:pt x="2904" y="0"/>
                  </a:lnTo>
                  <a:close/>
                </a:path>
              </a:pathLst>
            </a:custGeom>
            <a:solidFill>
              <a:srgbClr val="32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1"/>
            <p:cNvSpPr/>
            <p:nvPr/>
          </p:nvSpPr>
          <p:spPr>
            <a:xfrm>
              <a:off x="3907775" y="3696850"/>
              <a:ext cx="64350" cy="27850"/>
            </a:xfrm>
            <a:custGeom>
              <a:rect b="b" l="l" r="r" t="t"/>
              <a:pathLst>
                <a:path extrusionOk="0" h="1114" w="2574">
                  <a:moveTo>
                    <a:pt x="1" y="0"/>
                  </a:moveTo>
                  <a:lnTo>
                    <a:pt x="1" y="1114"/>
                  </a:lnTo>
                  <a:lnTo>
                    <a:pt x="2574" y="1114"/>
                  </a:lnTo>
                  <a:lnTo>
                    <a:pt x="2574" y="0"/>
                  </a:lnTo>
                  <a:close/>
                </a:path>
              </a:pathLst>
            </a:custGeom>
            <a:solidFill>
              <a:srgbClr val="32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1"/>
            <p:cNvSpPr/>
            <p:nvPr/>
          </p:nvSpPr>
          <p:spPr>
            <a:xfrm>
              <a:off x="3822025" y="3696850"/>
              <a:ext cx="64350" cy="27850"/>
            </a:xfrm>
            <a:custGeom>
              <a:rect b="b" l="l" r="r" t="t"/>
              <a:pathLst>
                <a:path extrusionOk="0" h="1114" w="2574">
                  <a:moveTo>
                    <a:pt x="0" y="0"/>
                  </a:moveTo>
                  <a:lnTo>
                    <a:pt x="0" y="1114"/>
                  </a:lnTo>
                  <a:lnTo>
                    <a:pt x="2573" y="1114"/>
                  </a:lnTo>
                  <a:lnTo>
                    <a:pt x="2573" y="0"/>
                  </a:lnTo>
                  <a:close/>
                </a:path>
              </a:pathLst>
            </a:custGeom>
            <a:solidFill>
              <a:srgbClr val="32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1"/>
            <p:cNvSpPr/>
            <p:nvPr/>
          </p:nvSpPr>
          <p:spPr>
            <a:xfrm>
              <a:off x="4357650" y="3850300"/>
              <a:ext cx="66225" cy="123400"/>
            </a:xfrm>
            <a:custGeom>
              <a:rect b="b" l="l" r="r" t="t"/>
              <a:pathLst>
                <a:path extrusionOk="0" h="4936" w="2649">
                  <a:moveTo>
                    <a:pt x="1" y="1"/>
                  </a:moveTo>
                  <a:lnTo>
                    <a:pt x="1" y="4936"/>
                  </a:lnTo>
                  <a:lnTo>
                    <a:pt x="2649" y="4936"/>
                  </a:lnTo>
                  <a:lnTo>
                    <a:pt x="2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1"/>
            <p:cNvSpPr/>
            <p:nvPr/>
          </p:nvSpPr>
          <p:spPr>
            <a:xfrm>
              <a:off x="4263250" y="3850300"/>
              <a:ext cx="73000" cy="123400"/>
            </a:xfrm>
            <a:custGeom>
              <a:rect b="b" l="l" r="r" t="t"/>
              <a:pathLst>
                <a:path extrusionOk="0" h="4936" w="2920">
                  <a:moveTo>
                    <a:pt x="0" y="1"/>
                  </a:moveTo>
                  <a:lnTo>
                    <a:pt x="0" y="4936"/>
                  </a:lnTo>
                  <a:lnTo>
                    <a:pt x="2919" y="4936"/>
                  </a:lnTo>
                  <a:lnTo>
                    <a:pt x="29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1"/>
            <p:cNvSpPr/>
            <p:nvPr/>
          </p:nvSpPr>
          <p:spPr>
            <a:xfrm>
              <a:off x="4177850" y="3850300"/>
              <a:ext cx="63975" cy="123400"/>
            </a:xfrm>
            <a:custGeom>
              <a:rect b="b" l="l" r="r" t="t"/>
              <a:pathLst>
                <a:path extrusionOk="0" h="4936" w="2559">
                  <a:moveTo>
                    <a:pt x="1" y="1"/>
                  </a:moveTo>
                  <a:lnTo>
                    <a:pt x="1" y="4936"/>
                  </a:lnTo>
                  <a:lnTo>
                    <a:pt x="2559" y="4936"/>
                  </a:lnTo>
                  <a:lnTo>
                    <a:pt x="25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1"/>
            <p:cNvSpPr/>
            <p:nvPr/>
          </p:nvSpPr>
          <p:spPr>
            <a:xfrm>
              <a:off x="4087575" y="3850300"/>
              <a:ext cx="68875" cy="123400"/>
            </a:xfrm>
            <a:custGeom>
              <a:rect b="b" l="l" r="r" t="t"/>
              <a:pathLst>
                <a:path extrusionOk="0" h="4936" w="2755">
                  <a:moveTo>
                    <a:pt x="1" y="1"/>
                  </a:moveTo>
                  <a:lnTo>
                    <a:pt x="1" y="4936"/>
                  </a:lnTo>
                  <a:lnTo>
                    <a:pt x="2754" y="4936"/>
                  </a:lnTo>
                  <a:lnTo>
                    <a:pt x="27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1"/>
            <p:cNvSpPr/>
            <p:nvPr/>
          </p:nvSpPr>
          <p:spPr>
            <a:xfrm>
              <a:off x="3993550" y="3850300"/>
              <a:ext cx="72625" cy="123400"/>
            </a:xfrm>
            <a:custGeom>
              <a:rect b="b" l="l" r="r" t="t"/>
              <a:pathLst>
                <a:path extrusionOk="0" h="4936" w="2905">
                  <a:moveTo>
                    <a:pt x="0" y="1"/>
                  </a:moveTo>
                  <a:lnTo>
                    <a:pt x="0" y="4936"/>
                  </a:lnTo>
                  <a:lnTo>
                    <a:pt x="2904" y="4936"/>
                  </a:lnTo>
                  <a:lnTo>
                    <a:pt x="29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1"/>
            <p:cNvSpPr/>
            <p:nvPr/>
          </p:nvSpPr>
          <p:spPr>
            <a:xfrm>
              <a:off x="3907775" y="3850300"/>
              <a:ext cx="64350" cy="123400"/>
            </a:xfrm>
            <a:custGeom>
              <a:rect b="b" l="l" r="r" t="t"/>
              <a:pathLst>
                <a:path extrusionOk="0" h="4936" w="2574">
                  <a:moveTo>
                    <a:pt x="1" y="1"/>
                  </a:moveTo>
                  <a:lnTo>
                    <a:pt x="1" y="4936"/>
                  </a:lnTo>
                  <a:lnTo>
                    <a:pt x="2574" y="4936"/>
                  </a:lnTo>
                  <a:lnTo>
                    <a:pt x="25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1"/>
            <p:cNvSpPr/>
            <p:nvPr/>
          </p:nvSpPr>
          <p:spPr>
            <a:xfrm>
              <a:off x="3822025" y="3850300"/>
              <a:ext cx="64350" cy="123400"/>
            </a:xfrm>
            <a:custGeom>
              <a:rect b="b" l="l" r="r" t="t"/>
              <a:pathLst>
                <a:path extrusionOk="0" h="4936" w="2574">
                  <a:moveTo>
                    <a:pt x="0" y="1"/>
                  </a:moveTo>
                  <a:lnTo>
                    <a:pt x="0" y="4936"/>
                  </a:lnTo>
                  <a:lnTo>
                    <a:pt x="2573" y="4936"/>
                  </a:lnTo>
                  <a:lnTo>
                    <a:pt x="2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1"/>
            <p:cNvSpPr/>
            <p:nvPr/>
          </p:nvSpPr>
          <p:spPr>
            <a:xfrm>
              <a:off x="4357650" y="3850300"/>
              <a:ext cx="66225" cy="27500"/>
            </a:xfrm>
            <a:custGeom>
              <a:rect b="b" l="l" r="r" t="t"/>
              <a:pathLst>
                <a:path extrusionOk="0" h="1100" w="2649">
                  <a:moveTo>
                    <a:pt x="1" y="1"/>
                  </a:moveTo>
                  <a:lnTo>
                    <a:pt x="1" y="1099"/>
                  </a:lnTo>
                  <a:lnTo>
                    <a:pt x="2649" y="1099"/>
                  </a:lnTo>
                  <a:lnTo>
                    <a:pt x="2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1"/>
            <p:cNvSpPr/>
            <p:nvPr/>
          </p:nvSpPr>
          <p:spPr>
            <a:xfrm>
              <a:off x="4263250" y="3850300"/>
              <a:ext cx="73000" cy="27500"/>
            </a:xfrm>
            <a:custGeom>
              <a:rect b="b" l="l" r="r" t="t"/>
              <a:pathLst>
                <a:path extrusionOk="0" h="1100" w="2920">
                  <a:moveTo>
                    <a:pt x="0" y="1"/>
                  </a:moveTo>
                  <a:lnTo>
                    <a:pt x="0" y="1099"/>
                  </a:lnTo>
                  <a:lnTo>
                    <a:pt x="2919" y="1099"/>
                  </a:lnTo>
                  <a:lnTo>
                    <a:pt x="29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1"/>
            <p:cNvSpPr/>
            <p:nvPr/>
          </p:nvSpPr>
          <p:spPr>
            <a:xfrm>
              <a:off x="4177850" y="3850300"/>
              <a:ext cx="63975" cy="27500"/>
            </a:xfrm>
            <a:custGeom>
              <a:rect b="b" l="l" r="r" t="t"/>
              <a:pathLst>
                <a:path extrusionOk="0" h="1100" w="2559">
                  <a:moveTo>
                    <a:pt x="1" y="1"/>
                  </a:moveTo>
                  <a:lnTo>
                    <a:pt x="1" y="1099"/>
                  </a:lnTo>
                  <a:lnTo>
                    <a:pt x="2559" y="1099"/>
                  </a:lnTo>
                  <a:lnTo>
                    <a:pt x="25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1"/>
            <p:cNvSpPr/>
            <p:nvPr/>
          </p:nvSpPr>
          <p:spPr>
            <a:xfrm>
              <a:off x="4087575" y="3850300"/>
              <a:ext cx="68875" cy="27500"/>
            </a:xfrm>
            <a:custGeom>
              <a:rect b="b" l="l" r="r" t="t"/>
              <a:pathLst>
                <a:path extrusionOk="0" h="1100" w="2755">
                  <a:moveTo>
                    <a:pt x="1" y="1"/>
                  </a:moveTo>
                  <a:lnTo>
                    <a:pt x="1" y="1099"/>
                  </a:lnTo>
                  <a:lnTo>
                    <a:pt x="2754" y="1099"/>
                  </a:lnTo>
                  <a:lnTo>
                    <a:pt x="27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1"/>
            <p:cNvSpPr/>
            <p:nvPr/>
          </p:nvSpPr>
          <p:spPr>
            <a:xfrm>
              <a:off x="3993550" y="3850300"/>
              <a:ext cx="72625" cy="27500"/>
            </a:xfrm>
            <a:custGeom>
              <a:rect b="b" l="l" r="r" t="t"/>
              <a:pathLst>
                <a:path extrusionOk="0" h="1100" w="2905">
                  <a:moveTo>
                    <a:pt x="0" y="1"/>
                  </a:moveTo>
                  <a:lnTo>
                    <a:pt x="0" y="1099"/>
                  </a:lnTo>
                  <a:lnTo>
                    <a:pt x="2904" y="1099"/>
                  </a:lnTo>
                  <a:lnTo>
                    <a:pt x="29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1"/>
            <p:cNvSpPr/>
            <p:nvPr/>
          </p:nvSpPr>
          <p:spPr>
            <a:xfrm>
              <a:off x="3907775" y="3850300"/>
              <a:ext cx="64350" cy="27500"/>
            </a:xfrm>
            <a:custGeom>
              <a:rect b="b" l="l" r="r" t="t"/>
              <a:pathLst>
                <a:path extrusionOk="0" h="1100" w="2574">
                  <a:moveTo>
                    <a:pt x="1" y="1"/>
                  </a:moveTo>
                  <a:lnTo>
                    <a:pt x="1" y="1099"/>
                  </a:lnTo>
                  <a:lnTo>
                    <a:pt x="2574" y="1099"/>
                  </a:lnTo>
                  <a:lnTo>
                    <a:pt x="25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1"/>
            <p:cNvSpPr/>
            <p:nvPr/>
          </p:nvSpPr>
          <p:spPr>
            <a:xfrm>
              <a:off x="3822025" y="3850300"/>
              <a:ext cx="64350" cy="27500"/>
            </a:xfrm>
            <a:custGeom>
              <a:rect b="b" l="l" r="r" t="t"/>
              <a:pathLst>
                <a:path extrusionOk="0" h="1100" w="2574">
                  <a:moveTo>
                    <a:pt x="0" y="1"/>
                  </a:moveTo>
                  <a:lnTo>
                    <a:pt x="0" y="1099"/>
                  </a:lnTo>
                  <a:lnTo>
                    <a:pt x="2573" y="1099"/>
                  </a:lnTo>
                  <a:lnTo>
                    <a:pt x="2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1"/>
            <p:cNvSpPr/>
            <p:nvPr/>
          </p:nvSpPr>
          <p:spPr>
            <a:xfrm>
              <a:off x="4357650" y="4003400"/>
              <a:ext cx="66225" cy="27850"/>
            </a:xfrm>
            <a:custGeom>
              <a:rect b="b" l="l" r="r" t="t"/>
              <a:pathLst>
                <a:path extrusionOk="0" h="1114" w="2649">
                  <a:moveTo>
                    <a:pt x="1" y="0"/>
                  </a:moveTo>
                  <a:lnTo>
                    <a:pt x="1" y="1114"/>
                  </a:lnTo>
                  <a:lnTo>
                    <a:pt x="2649" y="1114"/>
                  </a:lnTo>
                  <a:lnTo>
                    <a:pt x="26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1"/>
            <p:cNvSpPr/>
            <p:nvPr/>
          </p:nvSpPr>
          <p:spPr>
            <a:xfrm>
              <a:off x="4263250" y="4003400"/>
              <a:ext cx="73000" cy="27850"/>
            </a:xfrm>
            <a:custGeom>
              <a:rect b="b" l="l" r="r" t="t"/>
              <a:pathLst>
                <a:path extrusionOk="0" h="1114" w="2920">
                  <a:moveTo>
                    <a:pt x="0" y="0"/>
                  </a:moveTo>
                  <a:lnTo>
                    <a:pt x="0" y="1114"/>
                  </a:lnTo>
                  <a:lnTo>
                    <a:pt x="2919" y="1114"/>
                  </a:lnTo>
                  <a:lnTo>
                    <a:pt x="29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1"/>
            <p:cNvSpPr/>
            <p:nvPr/>
          </p:nvSpPr>
          <p:spPr>
            <a:xfrm>
              <a:off x="4177850" y="4003400"/>
              <a:ext cx="63975" cy="27850"/>
            </a:xfrm>
            <a:custGeom>
              <a:rect b="b" l="l" r="r" t="t"/>
              <a:pathLst>
                <a:path extrusionOk="0" h="1114" w="2559">
                  <a:moveTo>
                    <a:pt x="1" y="0"/>
                  </a:moveTo>
                  <a:lnTo>
                    <a:pt x="1" y="1114"/>
                  </a:lnTo>
                  <a:lnTo>
                    <a:pt x="2559" y="1114"/>
                  </a:lnTo>
                  <a:lnTo>
                    <a:pt x="25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1"/>
            <p:cNvSpPr/>
            <p:nvPr/>
          </p:nvSpPr>
          <p:spPr>
            <a:xfrm>
              <a:off x="4087575" y="4003400"/>
              <a:ext cx="68875" cy="27850"/>
            </a:xfrm>
            <a:custGeom>
              <a:rect b="b" l="l" r="r" t="t"/>
              <a:pathLst>
                <a:path extrusionOk="0" h="1114" w="2755">
                  <a:moveTo>
                    <a:pt x="1" y="0"/>
                  </a:moveTo>
                  <a:lnTo>
                    <a:pt x="1" y="1114"/>
                  </a:lnTo>
                  <a:lnTo>
                    <a:pt x="2754" y="1114"/>
                  </a:lnTo>
                  <a:lnTo>
                    <a:pt x="27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1"/>
            <p:cNvSpPr/>
            <p:nvPr/>
          </p:nvSpPr>
          <p:spPr>
            <a:xfrm>
              <a:off x="3993550" y="4003400"/>
              <a:ext cx="72625" cy="27850"/>
            </a:xfrm>
            <a:custGeom>
              <a:rect b="b" l="l" r="r" t="t"/>
              <a:pathLst>
                <a:path extrusionOk="0" h="1114" w="2905">
                  <a:moveTo>
                    <a:pt x="0" y="0"/>
                  </a:moveTo>
                  <a:lnTo>
                    <a:pt x="0" y="1114"/>
                  </a:lnTo>
                  <a:lnTo>
                    <a:pt x="2904" y="1114"/>
                  </a:lnTo>
                  <a:lnTo>
                    <a:pt x="29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1"/>
            <p:cNvSpPr/>
            <p:nvPr/>
          </p:nvSpPr>
          <p:spPr>
            <a:xfrm>
              <a:off x="3907775" y="4003400"/>
              <a:ext cx="64350" cy="27850"/>
            </a:xfrm>
            <a:custGeom>
              <a:rect b="b" l="l" r="r" t="t"/>
              <a:pathLst>
                <a:path extrusionOk="0" h="1114" w="2574">
                  <a:moveTo>
                    <a:pt x="1" y="0"/>
                  </a:moveTo>
                  <a:lnTo>
                    <a:pt x="1" y="1114"/>
                  </a:lnTo>
                  <a:lnTo>
                    <a:pt x="2574" y="1114"/>
                  </a:lnTo>
                  <a:lnTo>
                    <a:pt x="25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1"/>
            <p:cNvSpPr/>
            <p:nvPr/>
          </p:nvSpPr>
          <p:spPr>
            <a:xfrm>
              <a:off x="3822025" y="4003400"/>
              <a:ext cx="64350" cy="27850"/>
            </a:xfrm>
            <a:custGeom>
              <a:rect b="b" l="l" r="r" t="t"/>
              <a:pathLst>
                <a:path extrusionOk="0" h="1114" w="2574">
                  <a:moveTo>
                    <a:pt x="0" y="0"/>
                  </a:moveTo>
                  <a:lnTo>
                    <a:pt x="0" y="1114"/>
                  </a:lnTo>
                  <a:lnTo>
                    <a:pt x="2573" y="1114"/>
                  </a:lnTo>
                  <a:lnTo>
                    <a:pt x="2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1"/>
            <p:cNvSpPr/>
            <p:nvPr/>
          </p:nvSpPr>
          <p:spPr>
            <a:xfrm>
              <a:off x="5313075" y="3850300"/>
              <a:ext cx="66225" cy="123400"/>
            </a:xfrm>
            <a:custGeom>
              <a:rect b="b" l="l" r="r" t="t"/>
              <a:pathLst>
                <a:path extrusionOk="0" h="4936" w="2649">
                  <a:moveTo>
                    <a:pt x="0" y="1"/>
                  </a:moveTo>
                  <a:lnTo>
                    <a:pt x="0" y="4936"/>
                  </a:lnTo>
                  <a:lnTo>
                    <a:pt x="2648" y="4936"/>
                  </a:lnTo>
                  <a:lnTo>
                    <a:pt x="26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1"/>
            <p:cNvSpPr/>
            <p:nvPr/>
          </p:nvSpPr>
          <p:spPr>
            <a:xfrm>
              <a:off x="5218650" y="3850300"/>
              <a:ext cx="73000" cy="123400"/>
            </a:xfrm>
            <a:custGeom>
              <a:rect b="b" l="l" r="r" t="t"/>
              <a:pathLst>
                <a:path extrusionOk="0" h="4936" w="2920">
                  <a:moveTo>
                    <a:pt x="1" y="1"/>
                  </a:moveTo>
                  <a:lnTo>
                    <a:pt x="1" y="4936"/>
                  </a:lnTo>
                  <a:lnTo>
                    <a:pt x="2919" y="4936"/>
                  </a:lnTo>
                  <a:lnTo>
                    <a:pt x="29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1"/>
            <p:cNvSpPr/>
            <p:nvPr/>
          </p:nvSpPr>
          <p:spPr>
            <a:xfrm>
              <a:off x="5132900" y="3850300"/>
              <a:ext cx="64325" cy="123400"/>
            </a:xfrm>
            <a:custGeom>
              <a:rect b="b" l="l" r="r" t="t"/>
              <a:pathLst>
                <a:path extrusionOk="0" h="4936" w="2573">
                  <a:moveTo>
                    <a:pt x="0" y="1"/>
                  </a:moveTo>
                  <a:lnTo>
                    <a:pt x="0" y="4936"/>
                  </a:lnTo>
                  <a:lnTo>
                    <a:pt x="2573" y="4936"/>
                  </a:lnTo>
                  <a:lnTo>
                    <a:pt x="2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1"/>
            <p:cNvSpPr/>
            <p:nvPr/>
          </p:nvSpPr>
          <p:spPr>
            <a:xfrm>
              <a:off x="5043000" y="3850300"/>
              <a:ext cx="68475" cy="123400"/>
            </a:xfrm>
            <a:custGeom>
              <a:rect b="b" l="l" r="r" t="t"/>
              <a:pathLst>
                <a:path extrusionOk="0" h="4936" w="2739">
                  <a:moveTo>
                    <a:pt x="0" y="1"/>
                  </a:moveTo>
                  <a:lnTo>
                    <a:pt x="0" y="4936"/>
                  </a:lnTo>
                  <a:lnTo>
                    <a:pt x="2739" y="4936"/>
                  </a:lnTo>
                  <a:lnTo>
                    <a:pt x="2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1"/>
            <p:cNvSpPr/>
            <p:nvPr/>
          </p:nvSpPr>
          <p:spPr>
            <a:xfrm>
              <a:off x="5313075" y="3850300"/>
              <a:ext cx="66225" cy="27500"/>
            </a:xfrm>
            <a:custGeom>
              <a:rect b="b" l="l" r="r" t="t"/>
              <a:pathLst>
                <a:path extrusionOk="0" h="1100" w="2649">
                  <a:moveTo>
                    <a:pt x="0" y="1"/>
                  </a:moveTo>
                  <a:lnTo>
                    <a:pt x="0" y="1099"/>
                  </a:lnTo>
                  <a:lnTo>
                    <a:pt x="2648" y="1099"/>
                  </a:lnTo>
                  <a:lnTo>
                    <a:pt x="26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1"/>
            <p:cNvSpPr/>
            <p:nvPr/>
          </p:nvSpPr>
          <p:spPr>
            <a:xfrm>
              <a:off x="5218650" y="3850300"/>
              <a:ext cx="73000" cy="27500"/>
            </a:xfrm>
            <a:custGeom>
              <a:rect b="b" l="l" r="r" t="t"/>
              <a:pathLst>
                <a:path extrusionOk="0" h="1100" w="2920">
                  <a:moveTo>
                    <a:pt x="1" y="1"/>
                  </a:moveTo>
                  <a:lnTo>
                    <a:pt x="1" y="1099"/>
                  </a:lnTo>
                  <a:lnTo>
                    <a:pt x="2919" y="1099"/>
                  </a:lnTo>
                  <a:lnTo>
                    <a:pt x="29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1"/>
            <p:cNvSpPr/>
            <p:nvPr/>
          </p:nvSpPr>
          <p:spPr>
            <a:xfrm>
              <a:off x="5132900" y="3850300"/>
              <a:ext cx="64325" cy="27500"/>
            </a:xfrm>
            <a:custGeom>
              <a:rect b="b" l="l" r="r" t="t"/>
              <a:pathLst>
                <a:path extrusionOk="0" h="1100" w="2573">
                  <a:moveTo>
                    <a:pt x="0" y="1"/>
                  </a:moveTo>
                  <a:lnTo>
                    <a:pt x="0" y="1099"/>
                  </a:lnTo>
                  <a:lnTo>
                    <a:pt x="2573" y="1099"/>
                  </a:lnTo>
                  <a:lnTo>
                    <a:pt x="2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1"/>
            <p:cNvSpPr/>
            <p:nvPr/>
          </p:nvSpPr>
          <p:spPr>
            <a:xfrm>
              <a:off x="5043000" y="3850300"/>
              <a:ext cx="68475" cy="27500"/>
            </a:xfrm>
            <a:custGeom>
              <a:rect b="b" l="l" r="r" t="t"/>
              <a:pathLst>
                <a:path extrusionOk="0" h="1100" w="2739">
                  <a:moveTo>
                    <a:pt x="0" y="1"/>
                  </a:moveTo>
                  <a:lnTo>
                    <a:pt x="0" y="1099"/>
                  </a:lnTo>
                  <a:lnTo>
                    <a:pt x="2739" y="1099"/>
                  </a:lnTo>
                  <a:lnTo>
                    <a:pt x="2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1"/>
            <p:cNvSpPr/>
            <p:nvPr/>
          </p:nvSpPr>
          <p:spPr>
            <a:xfrm>
              <a:off x="5313075" y="3692700"/>
              <a:ext cx="66225" cy="123400"/>
            </a:xfrm>
            <a:custGeom>
              <a:rect b="b" l="l" r="r" t="t"/>
              <a:pathLst>
                <a:path extrusionOk="0" h="4936" w="2649">
                  <a:moveTo>
                    <a:pt x="0" y="1"/>
                  </a:moveTo>
                  <a:lnTo>
                    <a:pt x="0" y="4936"/>
                  </a:lnTo>
                  <a:lnTo>
                    <a:pt x="2648" y="4936"/>
                  </a:lnTo>
                  <a:lnTo>
                    <a:pt x="26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1"/>
            <p:cNvSpPr/>
            <p:nvPr/>
          </p:nvSpPr>
          <p:spPr>
            <a:xfrm>
              <a:off x="5218650" y="3692700"/>
              <a:ext cx="73000" cy="123400"/>
            </a:xfrm>
            <a:custGeom>
              <a:rect b="b" l="l" r="r" t="t"/>
              <a:pathLst>
                <a:path extrusionOk="0" h="4936" w="2920">
                  <a:moveTo>
                    <a:pt x="1" y="1"/>
                  </a:moveTo>
                  <a:lnTo>
                    <a:pt x="1" y="4936"/>
                  </a:lnTo>
                  <a:lnTo>
                    <a:pt x="2919" y="4936"/>
                  </a:lnTo>
                  <a:lnTo>
                    <a:pt x="29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1"/>
            <p:cNvSpPr/>
            <p:nvPr/>
          </p:nvSpPr>
          <p:spPr>
            <a:xfrm>
              <a:off x="5132900" y="3692700"/>
              <a:ext cx="64325" cy="123400"/>
            </a:xfrm>
            <a:custGeom>
              <a:rect b="b" l="l" r="r" t="t"/>
              <a:pathLst>
                <a:path extrusionOk="0" h="4936" w="2573">
                  <a:moveTo>
                    <a:pt x="0" y="1"/>
                  </a:moveTo>
                  <a:lnTo>
                    <a:pt x="0" y="4936"/>
                  </a:lnTo>
                  <a:lnTo>
                    <a:pt x="2573" y="4936"/>
                  </a:lnTo>
                  <a:lnTo>
                    <a:pt x="2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1"/>
            <p:cNvSpPr/>
            <p:nvPr/>
          </p:nvSpPr>
          <p:spPr>
            <a:xfrm>
              <a:off x="5043000" y="3692700"/>
              <a:ext cx="68475" cy="123400"/>
            </a:xfrm>
            <a:custGeom>
              <a:rect b="b" l="l" r="r" t="t"/>
              <a:pathLst>
                <a:path extrusionOk="0" h="4936" w="2739">
                  <a:moveTo>
                    <a:pt x="0" y="1"/>
                  </a:moveTo>
                  <a:lnTo>
                    <a:pt x="0" y="4936"/>
                  </a:lnTo>
                  <a:lnTo>
                    <a:pt x="2739" y="4936"/>
                  </a:lnTo>
                  <a:lnTo>
                    <a:pt x="2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1"/>
            <p:cNvSpPr/>
            <p:nvPr/>
          </p:nvSpPr>
          <p:spPr>
            <a:xfrm>
              <a:off x="5313075" y="3692700"/>
              <a:ext cx="66225" cy="27875"/>
            </a:xfrm>
            <a:custGeom>
              <a:rect b="b" l="l" r="r" t="t"/>
              <a:pathLst>
                <a:path extrusionOk="0" h="1115" w="2649">
                  <a:moveTo>
                    <a:pt x="0" y="1"/>
                  </a:moveTo>
                  <a:lnTo>
                    <a:pt x="0" y="1114"/>
                  </a:lnTo>
                  <a:lnTo>
                    <a:pt x="2648" y="1114"/>
                  </a:lnTo>
                  <a:lnTo>
                    <a:pt x="2648" y="1"/>
                  </a:lnTo>
                  <a:close/>
                </a:path>
              </a:pathLst>
            </a:custGeom>
            <a:solidFill>
              <a:srgbClr val="32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1"/>
            <p:cNvSpPr/>
            <p:nvPr/>
          </p:nvSpPr>
          <p:spPr>
            <a:xfrm>
              <a:off x="5218650" y="3692700"/>
              <a:ext cx="73000" cy="27875"/>
            </a:xfrm>
            <a:custGeom>
              <a:rect b="b" l="l" r="r" t="t"/>
              <a:pathLst>
                <a:path extrusionOk="0" h="1115" w="2920">
                  <a:moveTo>
                    <a:pt x="1" y="1"/>
                  </a:moveTo>
                  <a:lnTo>
                    <a:pt x="1" y="1114"/>
                  </a:lnTo>
                  <a:lnTo>
                    <a:pt x="2919" y="1114"/>
                  </a:lnTo>
                  <a:lnTo>
                    <a:pt x="2919" y="1"/>
                  </a:lnTo>
                  <a:close/>
                </a:path>
              </a:pathLst>
            </a:custGeom>
            <a:solidFill>
              <a:srgbClr val="32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1"/>
            <p:cNvSpPr/>
            <p:nvPr/>
          </p:nvSpPr>
          <p:spPr>
            <a:xfrm>
              <a:off x="5132900" y="3692700"/>
              <a:ext cx="64325" cy="27875"/>
            </a:xfrm>
            <a:custGeom>
              <a:rect b="b" l="l" r="r" t="t"/>
              <a:pathLst>
                <a:path extrusionOk="0" h="1115" w="2573">
                  <a:moveTo>
                    <a:pt x="0" y="1"/>
                  </a:moveTo>
                  <a:lnTo>
                    <a:pt x="0" y="1114"/>
                  </a:lnTo>
                  <a:lnTo>
                    <a:pt x="2573" y="1114"/>
                  </a:lnTo>
                  <a:lnTo>
                    <a:pt x="2573" y="1"/>
                  </a:lnTo>
                  <a:close/>
                </a:path>
              </a:pathLst>
            </a:custGeom>
            <a:solidFill>
              <a:srgbClr val="32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1"/>
            <p:cNvSpPr/>
            <p:nvPr/>
          </p:nvSpPr>
          <p:spPr>
            <a:xfrm>
              <a:off x="5043000" y="3692700"/>
              <a:ext cx="68475" cy="27875"/>
            </a:xfrm>
            <a:custGeom>
              <a:rect b="b" l="l" r="r" t="t"/>
              <a:pathLst>
                <a:path extrusionOk="0" h="1115" w="2739">
                  <a:moveTo>
                    <a:pt x="0" y="1"/>
                  </a:moveTo>
                  <a:lnTo>
                    <a:pt x="0" y="1114"/>
                  </a:lnTo>
                  <a:lnTo>
                    <a:pt x="2739" y="1114"/>
                  </a:lnTo>
                  <a:lnTo>
                    <a:pt x="2739" y="1"/>
                  </a:lnTo>
                  <a:close/>
                </a:path>
              </a:pathLst>
            </a:custGeom>
            <a:solidFill>
              <a:srgbClr val="32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1"/>
            <p:cNvSpPr/>
            <p:nvPr/>
          </p:nvSpPr>
          <p:spPr>
            <a:xfrm>
              <a:off x="5015150" y="3156325"/>
              <a:ext cx="437100" cy="255425"/>
            </a:xfrm>
            <a:custGeom>
              <a:rect b="b" l="l" r="r" t="t"/>
              <a:pathLst>
                <a:path extrusionOk="0" h="10217" w="17484">
                  <a:moveTo>
                    <a:pt x="1" y="0"/>
                  </a:moveTo>
                  <a:cubicBezTo>
                    <a:pt x="1" y="0"/>
                    <a:pt x="1" y="2001"/>
                    <a:pt x="1" y="2197"/>
                  </a:cubicBezTo>
                  <a:lnTo>
                    <a:pt x="17484" y="10216"/>
                  </a:lnTo>
                  <a:lnTo>
                    <a:pt x="17484" y="817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1"/>
            <p:cNvSpPr/>
            <p:nvPr/>
          </p:nvSpPr>
          <p:spPr>
            <a:xfrm>
              <a:off x="4415575" y="2820050"/>
              <a:ext cx="599600" cy="328400"/>
            </a:xfrm>
            <a:custGeom>
              <a:rect b="b" l="l" r="r" t="t"/>
              <a:pathLst>
                <a:path extrusionOk="0" h="13136" w="23984">
                  <a:moveTo>
                    <a:pt x="23984" y="0"/>
                  </a:moveTo>
                  <a:lnTo>
                    <a:pt x="1" y="10728"/>
                  </a:lnTo>
                  <a:lnTo>
                    <a:pt x="1" y="13135"/>
                  </a:lnTo>
                  <a:lnTo>
                    <a:pt x="23984" y="2664"/>
                  </a:lnTo>
                  <a:lnTo>
                    <a:pt x="239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1"/>
            <p:cNvSpPr/>
            <p:nvPr/>
          </p:nvSpPr>
          <p:spPr>
            <a:xfrm>
              <a:off x="3738525" y="3401925"/>
              <a:ext cx="73000" cy="222725"/>
            </a:xfrm>
            <a:custGeom>
              <a:rect b="b" l="l" r="r" t="t"/>
              <a:pathLst>
                <a:path extrusionOk="0" h="8909" w="2920">
                  <a:moveTo>
                    <a:pt x="1956" y="1"/>
                  </a:moveTo>
                  <a:cubicBezTo>
                    <a:pt x="1106" y="1"/>
                    <a:pt x="0" y="46"/>
                    <a:pt x="0" y="46"/>
                  </a:cubicBezTo>
                  <a:lnTo>
                    <a:pt x="0" y="8908"/>
                  </a:lnTo>
                  <a:lnTo>
                    <a:pt x="2919" y="8908"/>
                  </a:lnTo>
                  <a:lnTo>
                    <a:pt x="2919" y="77"/>
                  </a:lnTo>
                  <a:cubicBezTo>
                    <a:pt x="2919" y="19"/>
                    <a:pt x="2487" y="1"/>
                    <a:pt x="19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1"/>
            <p:cNvSpPr/>
            <p:nvPr/>
          </p:nvSpPr>
          <p:spPr>
            <a:xfrm>
              <a:off x="4980925" y="2886625"/>
              <a:ext cx="34250" cy="1336475"/>
            </a:xfrm>
            <a:custGeom>
              <a:rect b="b" l="l" r="r" t="t"/>
              <a:pathLst>
                <a:path extrusionOk="0" h="53459" w="1370">
                  <a:moveTo>
                    <a:pt x="1370" y="1"/>
                  </a:moveTo>
                  <a:lnTo>
                    <a:pt x="1" y="1084"/>
                  </a:lnTo>
                  <a:lnTo>
                    <a:pt x="1" y="53458"/>
                  </a:lnTo>
                  <a:lnTo>
                    <a:pt x="1370" y="53458"/>
                  </a:lnTo>
                  <a:lnTo>
                    <a:pt x="13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1"/>
            <p:cNvSpPr/>
            <p:nvPr/>
          </p:nvSpPr>
          <p:spPr>
            <a:xfrm>
              <a:off x="4573950" y="3867225"/>
              <a:ext cx="291525" cy="353225"/>
            </a:xfrm>
            <a:custGeom>
              <a:rect b="b" l="l" r="r" t="t"/>
              <a:pathLst>
                <a:path extrusionOk="0" h="14129" w="11661">
                  <a:moveTo>
                    <a:pt x="0" y="1"/>
                  </a:moveTo>
                  <a:lnTo>
                    <a:pt x="0" y="14129"/>
                  </a:lnTo>
                  <a:lnTo>
                    <a:pt x="11661" y="14129"/>
                  </a:lnTo>
                  <a:lnTo>
                    <a:pt x="116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1"/>
            <p:cNvSpPr/>
            <p:nvPr/>
          </p:nvSpPr>
          <p:spPr>
            <a:xfrm>
              <a:off x="3391725" y="3224400"/>
              <a:ext cx="445375" cy="196000"/>
            </a:xfrm>
            <a:custGeom>
              <a:rect b="b" l="l" r="r" t="t"/>
              <a:pathLst>
                <a:path extrusionOk="0" h="7840" w="17815">
                  <a:moveTo>
                    <a:pt x="17814" y="1"/>
                  </a:moveTo>
                  <a:lnTo>
                    <a:pt x="0" y="6470"/>
                  </a:lnTo>
                  <a:lnTo>
                    <a:pt x="0" y="7840"/>
                  </a:lnTo>
                  <a:lnTo>
                    <a:pt x="17649" y="1535"/>
                  </a:lnTo>
                  <a:cubicBezTo>
                    <a:pt x="17468" y="1535"/>
                    <a:pt x="17814" y="1"/>
                    <a:pt x="178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1"/>
            <p:cNvSpPr/>
            <p:nvPr/>
          </p:nvSpPr>
          <p:spPr>
            <a:xfrm>
              <a:off x="4569800" y="3084100"/>
              <a:ext cx="295675" cy="680850"/>
            </a:xfrm>
            <a:custGeom>
              <a:rect b="b" l="l" r="r" t="t"/>
              <a:pathLst>
                <a:path extrusionOk="0" h="27234" w="11827">
                  <a:moveTo>
                    <a:pt x="11827" y="1"/>
                  </a:moveTo>
                  <a:lnTo>
                    <a:pt x="1" y="4936"/>
                  </a:lnTo>
                  <a:lnTo>
                    <a:pt x="1" y="27233"/>
                  </a:lnTo>
                  <a:lnTo>
                    <a:pt x="11827" y="27233"/>
                  </a:lnTo>
                  <a:lnTo>
                    <a:pt x="118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1"/>
            <p:cNvSpPr/>
            <p:nvPr/>
          </p:nvSpPr>
          <p:spPr>
            <a:xfrm>
              <a:off x="4636000" y="3139400"/>
              <a:ext cx="229475" cy="267825"/>
            </a:xfrm>
            <a:custGeom>
              <a:rect b="b" l="l" r="r" t="t"/>
              <a:pathLst>
                <a:path extrusionOk="0" h="10713" w="9179">
                  <a:moveTo>
                    <a:pt x="3867" y="0"/>
                  </a:moveTo>
                  <a:lnTo>
                    <a:pt x="1" y="1610"/>
                  </a:lnTo>
                  <a:cubicBezTo>
                    <a:pt x="1249" y="2844"/>
                    <a:pt x="2483" y="4078"/>
                    <a:pt x="3732" y="5311"/>
                  </a:cubicBezTo>
                  <a:cubicBezTo>
                    <a:pt x="5537" y="7117"/>
                    <a:pt x="7358" y="8922"/>
                    <a:pt x="9179" y="10713"/>
                  </a:cubicBezTo>
                  <a:lnTo>
                    <a:pt x="9179" y="5221"/>
                  </a:lnTo>
                  <a:cubicBezTo>
                    <a:pt x="7403" y="3476"/>
                    <a:pt x="5643" y="1746"/>
                    <a:pt x="3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1"/>
            <p:cNvSpPr/>
            <p:nvPr/>
          </p:nvSpPr>
          <p:spPr>
            <a:xfrm>
              <a:off x="4569800" y="3737475"/>
              <a:ext cx="27475" cy="27475"/>
            </a:xfrm>
            <a:custGeom>
              <a:rect b="b" l="l" r="r" t="t"/>
              <a:pathLst>
                <a:path extrusionOk="0" h="1099" w="1099">
                  <a:moveTo>
                    <a:pt x="1" y="0"/>
                  </a:moveTo>
                  <a:lnTo>
                    <a:pt x="1" y="1098"/>
                  </a:lnTo>
                  <a:lnTo>
                    <a:pt x="1099" y="1098"/>
                  </a:lnTo>
                  <a:lnTo>
                    <a:pt x="1" y="0"/>
                  </a:lnTo>
                  <a:close/>
                </a:path>
              </a:pathLst>
            </a:custGeom>
            <a:solidFill>
              <a:srgbClr val="5F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1"/>
            <p:cNvSpPr/>
            <p:nvPr/>
          </p:nvSpPr>
          <p:spPr>
            <a:xfrm>
              <a:off x="4569800" y="3398925"/>
              <a:ext cx="295675" cy="337425"/>
            </a:xfrm>
            <a:custGeom>
              <a:rect b="b" l="l" r="r" t="t"/>
              <a:pathLst>
                <a:path extrusionOk="0" h="13497" w="11827">
                  <a:moveTo>
                    <a:pt x="1" y="1"/>
                  </a:moveTo>
                  <a:lnTo>
                    <a:pt x="1" y="1776"/>
                  </a:lnTo>
                  <a:cubicBezTo>
                    <a:pt x="1084" y="2860"/>
                    <a:pt x="2182" y="3943"/>
                    <a:pt x="3265" y="5026"/>
                  </a:cubicBezTo>
                  <a:cubicBezTo>
                    <a:pt x="6109" y="7855"/>
                    <a:pt x="8968" y="10683"/>
                    <a:pt x="11827" y="13497"/>
                  </a:cubicBezTo>
                  <a:lnTo>
                    <a:pt x="11827" y="11737"/>
                  </a:lnTo>
                  <a:cubicBezTo>
                    <a:pt x="7869" y="7825"/>
                    <a:pt x="3927" y="39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1"/>
            <p:cNvSpPr/>
            <p:nvPr/>
          </p:nvSpPr>
          <p:spPr>
            <a:xfrm>
              <a:off x="3721600" y="3373350"/>
              <a:ext cx="694000" cy="32000"/>
            </a:xfrm>
            <a:custGeom>
              <a:rect b="b" l="l" r="r" t="t"/>
              <a:pathLst>
                <a:path extrusionOk="0" h="1280" w="27760">
                  <a:moveTo>
                    <a:pt x="0" y="1"/>
                  </a:moveTo>
                  <a:lnTo>
                    <a:pt x="0" y="1280"/>
                  </a:lnTo>
                  <a:lnTo>
                    <a:pt x="27760" y="1280"/>
                  </a:lnTo>
                  <a:lnTo>
                    <a:pt x="27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1"/>
            <p:cNvSpPr/>
            <p:nvPr/>
          </p:nvSpPr>
          <p:spPr>
            <a:xfrm>
              <a:off x="5067075" y="3334625"/>
              <a:ext cx="276100" cy="276850"/>
            </a:xfrm>
            <a:custGeom>
              <a:rect b="b" l="l" r="r" t="t"/>
              <a:pathLst>
                <a:path extrusionOk="0" h="11074" w="11044">
                  <a:moveTo>
                    <a:pt x="0" y="0"/>
                  </a:moveTo>
                  <a:lnTo>
                    <a:pt x="0" y="11074"/>
                  </a:lnTo>
                  <a:lnTo>
                    <a:pt x="11044" y="10983"/>
                  </a:lnTo>
                  <a:lnTo>
                    <a:pt x="11044" y="4860"/>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1"/>
            <p:cNvSpPr/>
            <p:nvPr/>
          </p:nvSpPr>
          <p:spPr>
            <a:xfrm>
              <a:off x="3350700" y="3717250"/>
              <a:ext cx="37650" cy="644275"/>
            </a:xfrm>
            <a:custGeom>
              <a:rect b="b" l="l" r="r" t="t"/>
              <a:pathLst>
                <a:path extrusionOk="0" h="25771" w="1506">
                  <a:moveTo>
                    <a:pt x="64" y="0"/>
                  </a:moveTo>
                  <a:cubicBezTo>
                    <a:pt x="0" y="0"/>
                    <a:pt x="13" y="54"/>
                    <a:pt x="152" y="192"/>
                  </a:cubicBezTo>
                  <a:lnTo>
                    <a:pt x="152" y="25770"/>
                  </a:lnTo>
                  <a:lnTo>
                    <a:pt x="1506" y="25770"/>
                  </a:lnTo>
                  <a:lnTo>
                    <a:pt x="1506" y="689"/>
                  </a:lnTo>
                  <a:cubicBezTo>
                    <a:pt x="1506" y="689"/>
                    <a:pt x="293" y="0"/>
                    <a:pt x="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1"/>
            <p:cNvSpPr/>
            <p:nvPr/>
          </p:nvSpPr>
          <p:spPr>
            <a:xfrm>
              <a:off x="3996525" y="3717250"/>
              <a:ext cx="37675" cy="644275"/>
            </a:xfrm>
            <a:custGeom>
              <a:rect b="b" l="l" r="r" t="t"/>
              <a:pathLst>
                <a:path extrusionOk="0" h="25771" w="1507">
                  <a:moveTo>
                    <a:pt x="65" y="0"/>
                  </a:moveTo>
                  <a:cubicBezTo>
                    <a:pt x="1" y="0"/>
                    <a:pt x="14" y="54"/>
                    <a:pt x="152" y="192"/>
                  </a:cubicBezTo>
                  <a:lnTo>
                    <a:pt x="152" y="25770"/>
                  </a:lnTo>
                  <a:lnTo>
                    <a:pt x="1506" y="25770"/>
                  </a:lnTo>
                  <a:lnTo>
                    <a:pt x="1506" y="689"/>
                  </a:lnTo>
                  <a:cubicBezTo>
                    <a:pt x="1506" y="689"/>
                    <a:pt x="294" y="0"/>
                    <a:pt x="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1"/>
            <p:cNvSpPr/>
            <p:nvPr/>
          </p:nvSpPr>
          <p:spPr>
            <a:xfrm>
              <a:off x="4642150" y="3717250"/>
              <a:ext cx="37875" cy="644275"/>
            </a:xfrm>
            <a:custGeom>
              <a:rect b="b" l="l" r="r" t="t"/>
              <a:pathLst>
                <a:path extrusionOk="0" h="25771" w="1515">
                  <a:moveTo>
                    <a:pt x="67" y="0"/>
                  </a:moveTo>
                  <a:cubicBezTo>
                    <a:pt x="0" y="0"/>
                    <a:pt x="11" y="54"/>
                    <a:pt x="146" y="192"/>
                  </a:cubicBezTo>
                  <a:lnTo>
                    <a:pt x="146" y="25770"/>
                  </a:lnTo>
                  <a:lnTo>
                    <a:pt x="1515" y="25770"/>
                  </a:lnTo>
                  <a:lnTo>
                    <a:pt x="1515" y="689"/>
                  </a:lnTo>
                  <a:cubicBezTo>
                    <a:pt x="1515" y="689"/>
                    <a:pt x="303" y="0"/>
                    <a:pt x="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1"/>
            <p:cNvSpPr/>
            <p:nvPr/>
          </p:nvSpPr>
          <p:spPr>
            <a:xfrm>
              <a:off x="5287850" y="3717250"/>
              <a:ext cx="37650" cy="644275"/>
            </a:xfrm>
            <a:custGeom>
              <a:rect b="b" l="l" r="r" t="t"/>
              <a:pathLst>
                <a:path extrusionOk="0" h="25771" w="1506">
                  <a:moveTo>
                    <a:pt x="64" y="0"/>
                  </a:moveTo>
                  <a:cubicBezTo>
                    <a:pt x="0" y="0"/>
                    <a:pt x="13" y="54"/>
                    <a:pt x="151" y="192"/>
                  </a:cubicBezTo>
                  <a:lnTo>
                    <a:pt x="151" y="25770"/>
                  </a:lnTo>
                  <a:lnTo>
                    <a:pt x="1506" y="25770"/>
                  </a:lnTo>
                  <a:lnTo>
                    <a:pt x="1506" y="689"/>
                  </a:lnTo>
                  <a:cubicBezTo>
                    <a:pt x="1506" y="689"/>
                    <a:pt x="293" y="0"/>
                    <a:pt x="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1"/>
            <p:cNvSpPr/>
            <p:nvPr/>
          </p:nvSpPr>
          <p:spPr>
            <a:xfrm>
              <a:off x="3285600" y="3596400"/>
              <a:ext cx="2332175" cy="125675"/>
            </a:xfrm>
            <a:custGeom>
              <a:rect b="b" l="l" r="r" t="t"/>
              <a:pathLst>
                <a:path extrusionOk="0" h="5027" w="93287">
                  <a:moveTo>
                    <a:pt x="2" y="5022"/>
                  </a:moveTo>
                  <a:lnTo>
                    <a:pt x="2" y="5022"/>
                  </a:lnTo>
                  <a:cubicBezTo>
                    <a:pt x="1" y="5023"/>
                    <a:pt x="1" y="5025"/>
                    <a:pt x="2" y="5026"/>
                  </a:cubicBezTo>
                  <a:cubicBezTo>
                    <a:pt x="2" y="5025"/>
                    <a:pt x="2" y="5023"/>
                    <a:pt x="2" y="5022"/>
                  </a:cubicBezTo>
                  <a:close/>
                  <a:moveTo>
                    <a:pt x="5012" y="1"/>
                  </a:moveTo>
                  <a:cubicBezTo>
                    <a:pt x="2245" y="1"/>
                    <a:pt x="5" y="2240"/>
                    <a:pt x="2" y="5022"/>
                  </a:cubicBezTo>
                  <a:lnTo>
                    <a:pt x="2" y="5022"/>
                  </a:lnTo>
                  <a:cubicBezTo>
                    <a:pt x="126" y="4900"/>
                    <a:pt x="10366" y="4859"/>
                    <a:pt x="24020" y="4859"/>
                  </a:cubicBezTo>
                  <a:cubicBezTo>
                    <a:pt x="51659" y="4859"/>
                    <a:pt x="93286" y="5026"/>
                    <a:pt x="93286" y="5026"/>
                  </a:cubicBezTo>
                  <a:cubicBezTo>
                    <a:pt x="93286" y="2243"/>
                    <a:pt x="91044" y="1"/>
                    <a:pt x="88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1"/>
            <p:cNvSpPr/>
            <p:nvPr/>
          </p:nvSpPr>
          <p:spPr>
            <a:xfrm>
              <a:off x="3210400" y="3690450"/>
              <a:ext cx="2463800" cy="75250"/>
            </a:xfrm>
            <a:custGeom>
              <a:rect b="b" l="l" r="r" t="t"/>
              <a:pathLst>
                <a:path extrusionOk="0" h="3010" w="98552">
                  <a:moveTo>
                    <a:pt x="1" y="0"/>
                  </a:moveTo>
                  <a:lnTo>
                    <a:pt x="1" y="2769"/>
                  </a:lnTo>
                  <a:lnTo>
                    <a:pt x="98551" y="3010"/>
                  </a:lnTo>
                  <a:lnTo>
                    <a:pt x="985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 name="Google Shape;814;p21"/>
          <p:cNvSpPr/>
          <p:nvPr/>
        </p:nvSpPr>
        <p:spPr>
          <a:xfrm flipH="1" rot="-2231248">
            <a:off x="462693" y="61071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 name="Google Shape;815;p21"/>
          <p:cNvGrpSpPr/>
          <p:nvPr/>
        </p:nvGrpSpPr>
        <p:grpSpPr>
          <a:xfrm>
            <a:off x="3620945" y="4087643"/>
            <a:ext cx="2982199" cy="704492"/>
            <a:chOff x="3962175" y="2857795"/>
            <a:chExt cx="3075700" cy="726580"/>
          </a:xfrm>
        </p:grpSpPr>
        <p:sp>
          <p:nvSpPr>
            <p:cNvPr id="816" name="Google Shape;816;p21"/>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1"/>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1"/>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1"/>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1"/>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1"/>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1"/>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1"/>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1"/>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1"/>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1"/>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1"/>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1"/>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1"/>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1"/>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1"/>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1"/>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1"/>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1"/>
            <p:cNvSpPr/>
            <p:nvPr/>
          </p:nvSpPr>
          <p:spPr>
            <a:xfrm>
              <a:off x="4046545" y="2857795"/>
              <a:ext cx="2817428" cy="356671"/>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3_1_4_2">
    <p:spTree>
      <p:nvGrpSpPr>
        <p:cNvPr id="835" name="Shape 835"/>
        <p:cNvGrpSpPr/>
        <p:nvPr/>
      </p:nvGrpSpPr>
      <p:grpSpPr>
        <a:xfrm>
          <a:off x="0" y="0"/>
          <a:ext cx="0" cy="0"/>
          <a:chOff x="0" y="0"/>
          <a:chExt cx="0" cy="0"/>
        </a:xfrm>
      </p:grpSpPr>
      <p:sp>
        <p:nvSpPr>
          <p:cNvPr id="836" name="Google Shape;836;p22"/>
          <p:cNvSpPr/>
          <p:nvPr/>
        </p:nvSpPr>
        <p:spPr>
          <a:xfrm flipH="1">
            <a:off x="3654925" y="4092000"/>
            <a:ext cx="5829700" cy="1231825"/>
          </a:xfrm>
          <a:custGeom>
            <a:rect b="b" l="l" r="r" t="t"/>
            <a:pathLst>
              <a:path extrusionOk="0" h="49273" w="233188">
                <a:moveTo>
                  <a:pt x="101637" y="1"/>
                </a:moveTo>
                <a:cubicBezTo>
                  <a:pt x="101435" y="1"/>
                  <a:pt x="101261" y="13"/>
                  <a:pt x="101115" y="39"/>
                </a:cubicBezTo>
                <a:cubicBezTo>
                  <a:pt x="98012" y="572"/>
                  <a:pt x="0" y="49272"/>
                  <a:pt x="0" y="49272"/>
                </a:cubicBezTo>
                <a:lnTo>
                  <a:pt x="233187" y="49272"/>
                </a:lnTo>
                <a:cubicBezTo>
                  <a:pt x="233187" y="49272"/>
                  <a:pt x="114207" y="1"/>
                  <a:pt x="1016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2"/>
          <p:cNvSpPr/>
          <p:nvPr/>
        </p:nvSpPr>
        <p:spPr>
          <a:xfrm flipH="1">
            <a:off x="5165025" y="4408613"/>
            <a:ext cx="5473875" cy="1056900"/>
          </a:xfrm>
          <a:custGeom>
            <a:rect b="b" l="l" r="r" t="t"/>
            <a:pathLst>
              <a:path extrusionOk="0" h="42276" w="218955">
                <a:moveTo>
                  <a:pt x="95422" y="1"/>
                </a:moveTo>
                <a:cubicBezTo>
                  <a:pt x="95236" y="1"/>
                  <a:pt x="95075" y="11"/>
                  <a:pt x="94940" y="33"/>
                </a:cubicBezTo>
                <a:cubicBezTo>
                  <a:pt x="92024" y="503"/>
                  <a:pt x="0" y="42275"/>
                  <a:pt x="0" y="42275"/>
                </a:cubicBezTo>
                <a:lnTo>
                  <a:pt x="218955" y="42275"/>
                </a:lnTo>
                <a:cubicBezTo>
                  <a:pt x="218955" y="42275"/>
                  <a:pt x="107185" y="1"/>
                  <a:pt x="954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2"/>
          <p:cNvSpPr txBox="1"/>
          <p:nvPr>
            <p:ph idx="1" type="subTitle"/>
          </p:nvPr>
        </p:nvSpPr>
        <p:spPr>
          <a:xfrm>
            <a:off x="2899325" y="1427428"/>
            <a:ext cx="2560200" cy="388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839" name="Google Shape;839;p22"/>
          <p:cNvSpPr txBox="1"/>
          <p:nvPr>
            <p:ph idx="2" type="subTitle"/>
          </p:nvPr>
        </p:nvSpPr>
        <p:spPr>
          <a:xfrm>
            <a:off x="2899586" y="1774200"/>
            <a:ext cx="2560200" cy="52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840" name="Google Shape;840;p22"/>
          <p:cNvSpPr txBox="1"/>
          <p:nvPr>
            <p:ph idx="3" type="subTitle"/>
          </p:nvPr>
        </p:nvSpPr>
        <p:spPr>
          <a:xfrm>
            <a:off x="2899325" y="2684051"/>
            <a:ext cx="2560200" cy="387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841" name="Google Shape;841;p22"/>
          <p:cNvSpPr txBox="1"/>
          <p:nvPr>
            <p:ph idx="4" type="subTitle"/>
          </p:nvPr>
        </p:nvSpPr>
        <p:spPr>
          <a:xfrm>
            <a:off x="2899586" y="3030650"/>
            <a:ext cx="2560200" cy="52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842" name="Google Shape;842;p22"/>
          <p:cNvSpPr txBox="1"/>
          <p:nvPr>
            <p:ph idx="5" type="subTitle"/>
          </p:nvPr>
        </p:nvSpPr>
        <p:spPr>
          <a:xfrm>
            <a:off x="5894324" y="1427453"/>
            <a:ext cx="2559900" cy="388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843" name="Google Shape;843;p22"/>
          <p:cNvSpPr txBox="1"/>
          <p:nvPr>
            <p:ph idx="6" type="subTitle"/>
          </p:nvPr>
        </p:nvSpPr>
        <p:spPr>
          <a:xfrm>
            <a:off x="5894311" y="1774200"/>
            <a:ext cx="2559900" cy="52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844" name="Google Shape;844;p22"/>
          <p:cNvSpPr txBox="1"/>
          <p:nvPr>
            <p:ph idx="7" type="subTitle"/>
          </p:nvPr>
        </p:nvSpPr>
        <p:spPr>
          <a:xfrm>
            <a:off x="5894050" y="2684992"/>
            <a:ext cx="2559900" cy="387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845" name="Google Shape;845;p22"/>
          <p:cNvSpPr txBox="1"/>
          <p:nvPr>
            <p:ph idx="8" type="subTitle"/>
          </p:nvPr>
        </p:nvSpPr>
        <p:spPr>
          <a:xfrm>
            <a:off x="5894311" y="3030650"/>
            <a:ext cx="2559900" cy="52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846" name="Google Shape;846;p22"/>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Font typeface="Abhaya Libre"/>
              <a:buNone/>
              <a:defRPr/>
            </a:lvl1pPr>
            <a:lvl2pPr lvl="1" rtl="0">
              <a:spcBef>
                <a:spcPts val="0"/>
              </a:spcBef>
              <a:spcAft>
                <a:spcPts val="0"/>
              </a:spcAft>
              <a:buSzPts val="3500"/>
              <a:buFont typeface="Abhaya Libre"/>
              <a:buNone/>
              <a:defRPr sz="3500">
                <a:latin typeface="Abhaya Libre"/>
                <a:ea typeface="Abhaya Libre"/>
                <a:cs typeface="Abhaya Libre"/>
                <a:sym typeface="Abhaya Libre"/>
              </a:defRPr>
            </a:lvl2pPr>
            <a:lvl3pPr lvl="2" rtl="0">
              <a:spcBef>
                <a:spcPts val="0"/>
              </a:spcBef>
              <a:spcAft>
                <a:spcPts val="0"/>
              </a:spcAft>
              <a:buSzPts val="3500"/>
              <a:buFont typeface="Abhaya Libre"/>
              <a:buNone/>
              <a:defRPr sz="3500">
                <a:latin typeface="Abhaya Libre"/>
                <a:ea typeface="Abhaya Libre"/>
                <a:cs typeface="Abhaya Libre"/>
                <a:sym typeface="Abhaya Libre"/>
              </a:defRPr>
            </a:lvl3pPr>
            <a:lvl4pPr lvl="3" rtl="0">
              <a:spcBef>
                <a:spcPts val="0"/>
              </a:spcBef>
              <a:spcAft>
                <a:spcPts val="0"/>
              </a:spcAft>
              <a:buSzPts val="3500"/>
              <a:buFont typeface="Abhaya Libre"/>
              <a:buNone/>
              <a:defRPr sz="3500">
                <a:latin typeface="Abhaya Libre"/>
                <a:ea typeface="Abhaya Libre"/>
                <a:cs typeface="Abhaya Libre"/>
                <a:sym typeface="Abhaya Libre"/>
              </a:defRPr>
            </a:lvl4pPr>
            <a:lvl5pPr lvl="4" rtl="0">
              <a:spcBef>
                <a:spcPts val="0"/>
              </a:spcBef>
              <a:spcAft>
                <a:spcPts val="0"/>
              </a:spcAft>
              <a:buSzPts val="3500"/>
              <a:buFont typeface="Abhaya Libre"/>
              <a:buNone/>
              <a:defRPr sz="3500">
                <a:latin typeface="Abhaya Libre"/>
                <a:ea typeface="Abhaya Libre"/>
                <a:cs typeface="Abhaya Libre"/>
                <a:sym typeface="Abhaya Libre"/>
              </a:defRPr>
            </a:lvl5pPr>
            <a:lvl6pPr lvl="5" rtl="0">
              <a:spcBef>
                <a:spcPts val="0"/>
              </a:spcBef>
              <a:spcAft>
                <a:spcPts val="0"/>
              </a:spcAft>
              <a:buSzPts val="3500"/>
              <a:buFont typeface="Abhaya Libre"/>
              <a:buNone/>
              <a:defRPr sz="3500">
                <a:latin typeface="Abhaya Libre"/>
                <a:ea typeface="Abhaya Libre"/>
                <a:cs typeface="Abhaya Libre"/>
                <a:sym typeface="Abhaya Libre"/>
              </a:defRPr>
            </a:lvl6pPr>
            <a:lvl7pPr lvl="6" rtl="0">
              <a:spcBef>
                <a:spcPts val="0"/>
              </a:spcBef>
              <a:spcAft>
                <a:spcPts val="0"/>
              </a:spcAft>
              <a:buSzPts val="3500"/>
              <a:buFont typeface="Abhaya Libre"/>
              <a:buNone/>
              <a:defRPr sz="3500">
                <a:latin typeface="Abhaya Libre"/>
                <a:ea typeface="Abhaya Libre"/>
                <a:cs typeface="Abhaya Libre"/>
                <a:sym typeface="Abhaya Libre"/>
              </a:defRPr>
            </a:lvl7pPr>
            <a:lvl8pPr lvl="7" rtl="0">
              <a:spcBef>
                <a:spcPts val="0"/>
              </a:spcBef>
              <a:spcAft>
                <a:spcPts val="0"/>
              </a:spcAft>
              <a:buSzPts val="3500"/>
              <a:buFont typeface="Abhaya Libre"/>
              <a:buNone/>
              <a:defRPr sz="3500">
                <a:latin typeface="Abhaya Libre"/>
                <a:ea typeface="Abhaya Libre"/>
                <a:cs typeface="Abhaya Libre"/>
                <a:sym typeface="Abhaya Libre"/>
              </a:defRPr>
            </a:lvl8pPr>
            <a:lvl9pPr lvl="8" rtl="0">
              <a:spcBef>
                <a:spcPts val="0"/>
              </a:spcBef>
              <a:spcAft>
                <a:spcPts val="0"/>
              </a:spcAft>
              <a:buSzPts val="3500"/>
              <a:buFont typeface="Abhaya Libre"/>
              <a:buNone/>
              <a:defRPr sz="3500">
                <a:latin typeface="Abhaya Libre"/>
                <a:ea typeface="Abhaya Libre"/>
                <a:cs typeface="Abhaya Libre"/>
                <a:sym typeface="Abhaya Libre"/>
              </a:defRPr>
            </a:lvl9pPr>
          </a:lstStyle>
          <a:p/>
        </p:txBody>
      </p:sp>
      <p:sp>
        <p:nvSpPr>
          <p:cNvPr id="847" name="Google Shape;847;p22"/>
          <p:cNvSpPr/>
          <p:nvPr/>
        </p:nvSpPr>
        <p:spPr>
          <a:xfrm flipH="1">
            <a:off x="1971125" y="3893325"/>
            <a:ext cx="5829700" cy="1231825"/>
          </a:xfrm>
          <a:custGeom>
            <a:rect b="b" l="l" r="r" t="t"/>
            <a:pathLst>
              <a:path extrusionOk="0" h="49273" w="233188">
                <a:moveTo>
                  <a:pt x="101637" y="1"/>
                </a:moveTo>
                <a:cubicBezTo>
                  <a:pt x="101436" y="1"/>
                  <a:pt x="101262" y="14"/>
                  <a:pt x="101116" y="39"/>
                </a:cubicBezTo>
                <a:cubicBezTo>
                  <a:pt x="98013" y="572"/>
                  <a:pt x="1" y="49272"/>
                  <a:pt x="1" y="49272"/>
                </a:cubicBezTo>
                <a:lnTo>
                  <a:pt x="233188" y="49272"/>
                </a:lnTo>
                <a:cubicBezTo>
                  <a:pt x="233188" y="49272"/>
                  <a:pt x="114208" y="1"/>
                  <a:pt x="1016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2"/>
          <p:cNvSpPr/>
          <p:nvPr/>
        </p:nvSpPr>
        <p:spPr>
          <a:xfrm flipH="1">
            <a:off x="809725" y="4526663"/>
            <a:ext cx="4251675" cy="820825"/>
          </a:xfrm>
          <a:custGeom>
            <a:rect b="b" l="l" r="r" t="t"/>
            <a:pathLst>
              <a:path extrusionOk="0" h="32833" w="170067">
                <a:moveTo>
                  <a:pt x="74126" y="0"/>
                </a:moveTo>
                <a:cubicBezTo>
                  <a:pt x="73980" y="0"/>
                  <a:pt x="73854" y="9"/>
                  <a:pt x="73748" y="26"/>
                </a:cubicBezTo>
                <a:cubicBezTo>
                  <a:pt x="71475" y="386"/>
                  <a:pt x="0" y="32832"/>
                  <a:pt x="0" y="32832"/>
                </a:cubicBezTo>
                <a:lnTo>
                  <a:pt x="170067" y="32832"/>
                </a:lnTo>
                <a:cubicBezTo>
                  <a:pt x="170067" y="32832"/>
                  <a:pt x="83280" y="0"/>
                  <a:pt x="741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 name="Google Shape;849;p22"/>
          <p:cNvGrpSpPr/>
          <p:nvPr/>
        </p:nvGrpSpPr>
        <p:grpSpPr>
          <a:xfrm flipH="1">
            <a:off x="-117555" y="1774194"/>
            <a:ext cx="3687611" cy="3499848"/>
            <a:chOff x="4527625" y="682250"/>
            <a:chExt cx="4656075" cy="4419000"/>
          </a:xfrm>
        </p:grpSpPr>
        <p:sp>
          <p:nvSpPr>
            <p:cNvPr id="850" name="Google Shape;850;p22"/>
            <p:cNvSpPr/>
            <p:nvPr/>
          </p:nvSpPr>
          <p:spPr>
            <a:xfrm>
              <a:off x="4527625" y="682250"/>
              <a:ext cx="4656075" cy="4419000"/>
            </a:xfrm>
            <a:custGeom>
              <a:rect b="b" l="l" r="r" t="t"/>
              <a:pathLst>
                <a:path extrusionOk="0" h="176760" w="186243">
                  <a:moveTo>
                    <a:pt x="135238" y="1442"/>
                  </a:moveTo>
                  <a:lnTo>
                    <a:pt x="0" y="176760"/>
                  </a:lnTo>
                  <a:lnTo>
                    <a:pt x="186242" y="176760"/>
                  </a:lnTo>
                  <a:lnTo>
                    <a:pt x="186242" y="59359"/>
                  </a:lnTo>
                  <a:lnTo>
                    <a:pt x="141100" y="1427"/>
                  </a:lnTo>
                  <a:cubicBezTo>
                    <a:pt x="140348" y="471"/>
                    <a:pt x="139266" y="0"/>
                    <a:pt x="138169" y="0"/>
                  </a:cubicBezTo>
                  <a:lnTo>
                    <a:pt x="138169" y="0"/>
                  </a:lnTo>
                  <a:cubicBezTo>
                    <a:pt x="137072" y="0"/>
                    <a:pt x="135975" y="486"/>
                    <a:pt x="135238" y="1442"/>
                  </a:cubicBez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2"/>
            <p:cNvSpPr/>
            <p:nvPr/>
          </p:nvSpPr>
          <p:spPr>
            <a:xfrm>
              <a:off x="7564125" y="695575"/>
              <a:ext cx="1619575" cy="4405675"/>
            </a:xfrm>
            <a:custGeom>
              <a:rect b="b" l="l" r="r" t="t"/>
              <a:pathLst>
                <a:path extrusionOk="0" h="176227" w="64783">
                  <a:moveTo>
                    <a:pt x="21600" y="3417"/>
                  </a:moveTo>
                  <a:cubicBezTo>
                    <a:pt x="18935" y="0"/>
                    <a:pt x="13465" y="3198"/>
                    <a:pt x="15267" y="7148"/>
                  </a:cubicBezTo>
                  <a:cubicBezTo>
                    <a:pt x="15299" y="7226"/>
                    <a:pt x="15346" y="7289"/>
                    <a:pt x="15377" y="7367"/>
                  </a:cubicBezTo>
                  <a:cubicBezTo>
                    <a:pt x="17258" y="10894"/>
                    <a:pt x="21176" y="11286"/>
                    <a:pt x="21176" y="14029"/>
                  </a:cubicBezTo>
                  <a:cubicBezTo>
                    <a:pt x="21176" y="23042"/>
                    <a:pt x="1975" y="29437"/>
                    <a:pt x="1975" y="46678"/>
                  </a:cubicBezTo>
                  <a:cubicBezTo>
                    <a:pt x="1975" y="63920"/>
                    <a:pt x="41553" y="65488"/>
                    <a:pt x="41553" y="83513"/>
                  </a:cubicBezTo>
                  <a:cubicBezTo>
                    <a:pt x="41553" y="101539"/>
                    <a:pt x="0" y="98796"/>
                    <a:pt x="0" y="125442"/>
                  </a:cubicBezTo>
                  <a:cubicBezTo>
                    <a:pt x="0" y="152088"/>
                    <a:pt x="64782" y="176227"/>
                    <a:pt x="64782" y="176227"/>
                  </a:cubicBezTo>
                  <a:lnTo>
                    <a:pt x="64782" y="58826"/>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 name="Google Shape;852;p22"/>
          <p:cNvGrpSpPr/>
          <p:nvPr/>
        </p:nvGrpSpPr>
        <p:grpSpPr>
          <a:xfrm flipH="1">
            <a:off x="-555175" y="4108275"/>
            <a:ext cx="9800100" cy="1657575"/>
            <a:chOff x="-613275" y="3559275"/>
            <a:chExt cx="9800100" cy="1657575"/>
          </a:xfrm>
        </p:grpSpPr>
        <p:sp>
          <p:nvSpPr>
            <p:cNvPr id="853" name="Google Shape;853;p22"/>
            <p:cNvSpPr/>
            <p:nvPr/>
          </p:nvSpPr>
          <p:spPr>
            <a:xfrm>
              <a:off x="8699600" y="3962263"/>
              <a:ext cx="444400" cy="1230850"/>
            </a:xfrm>
            <a:custGeom>
              <a:rect b="b" l="l" r="r" t="t"/>
              <a:pathLst>
                <a:path extrusionOk="0" h="49234" w="17776">
                  <a:moveTo>
                    <a:pt x="1" y="15017"/>
                  </a:moveTo>
                  <a:lnTo>
                    <a:pt x="1" y="49234"/>
                  </a:lnTo>
                  <a:lnTo>
                    <a:pt x="5487" y="49234"/>
                  </a:lnTo>
                  <a:lnTo>
                    <a:pt x="5487" y="15017"/>
                  </a:lnTo>
                  <a:cubicBezTo>
                    <a:pt x="5487" y="7665"/>
                    <a:pt x="10785" y="1537"/>
                    <a:pt x="17776" y="251"/>
                  </a:cubicBezTo>
                  <a:lnTo>
                    <a:pt x="17776" y="251"/>
                  </a:lnTo>
                  <a:cubicBezTo>
                    <a:pt x="16882" y="79"/>
                    <a:pt x="15957" y="1"/>
                    <a:pt x="15033" y="1"/>
                  </a:cubicBezTo>
                  <a:lnTo>
                    <a:pt x="15033"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2"/>
            <p:cNvSpPr/>
            <p:nvPr/>
          </p:nvSpPr>
          <p:spPr>
            <a:xfrm>
              <a:off x="7566750" y="3962263"/>
              <a:ext cx="444000" cy="1230850"/>
            </a:xfrm>
            <a:custGeom>
              <a:rect b="b" l="l" r="r" t="t"/>
              <a:pathLst>
                <a:path extrusionOk="0" h="49234" w="17760">
                  <a:moveTo>
                    <a:pt x="0" y="15017"/>
                  </a:moveTo>
                  <a:lnTo>
                    <a:pt x="0" y="49234"/>
                  </a:lnTo>
                  <a:lnTo>
                    <a:pt x="5486" y="49234"/>
                  </a:lnTo>
                  <a:lnTo>
                    <a:pt x="5486" y="15017"/>
                  </a:lnTo>
                  <a:cubicBezTo>
                    <a:pt x="5486" y="7665"/>
                    <a:pt x="10769" y="1537"/>
                    <a:pt x="17759" y="251"/>
                  </a:cubicBezTo>
                  <a:lnTo>
                    <a:pt x="17759" y="251"/>
                  </a:lnTo>
                  <a:cubicBezTo>
                    <a:pt x="16866"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2"/>
            <p:cNvSpPr/>
            <p:nvPr/>
          </p:nvSpPr>
          <p:spPr>
            <a:xfrm>
              <a:off x="6433500" y="3962263"/>
              <a:ext cx="444000" cy="1230850"/>
            </a:xfrm>
            <a:custGeom>
              <a:rect b="b" l="l" r="r" t="t"/>
              <a:pathLst>
                <a:path extrusionOk="0" h="49234" w="17760">
                  <a:moveTo>
                    <a:pt x="0" y="15017"/>
                  </a:moveTo>
                  <a:lnTo>
                    <a:pt x="0" y="49234"/>
                  </a:lnTo>
                  <a:lnTo>
                    <a:pt x="5486" y="49234"/>
                  </a:lnTo>
                  <a:lnTo>
                    <a:pt x="5486" y="15017"/>
                  </a:lnTo>
                  <a:cubicBezTo>
                    <a:pt x="5486" y="7665"/>
                    <a:pt x="10784" y="1537"/>
                    <a:pt x="17759" y="251"/>
                  </a:cubicBezTo>
                  <a:lnTo>
                    <a:pt x="17759" y="251"/>
                  </a:lnTo>
                  <a:cubicBezTo>
                    <a:pt x="16881"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2"/>
            <p:cNvSpPr/>
            <p:nvPr/>
          </p:nvSpPr>
          <p:spPr>
            <a:xfrm>
              <a:off x="5300250" y="3962263"/>
              <a:ext cx="444375" cy="1230850"/>
            </a:xfrm>
            <a:custGeom>
              <a:rect b="b" l="l" r="r" t="t"/>
              <a:pathLst>
                <a:path extrusionOk="0" h="49234" w="17775">
                  <a:moveTo>
                    <a:pt x="0" y="15017"/>
                  </a:moveTo>
                  <a:lnTo>
                    <a:pt x="0" y="49234"/>
                  </a:lnTo>
                  <a:lnTo>
                    <a:pt x="5486" y="49234"/>
                  </a:lnTo>
                  <a:lnTo>
                    <a:pt x="5486" y="15017"/>
                  </a:lnTo>
                  <a:cubicBezTo>
                    <a:pt x="5486" y="7665"/>
                    <a:pt x="10784" y="1537"/>
                    <a:pt x="17775" y="251"/>
                  </a:cubicBezTo>
                  <a:lnTo>
                    <a:pt x="17775" y="251"/>
                  </a:lnTo>
                  <a:cubicBezTo>
                    <a:pt x="16881" y="79"/>
                    <a:pt x="15957" y="1"/>
                    <a:pt x="15032" y="1"/>
                  </a:cubicBezTo>
                  <a:lnTo>
                    <a:pt x="15032" y="1"/>
                  </a:lnTo>
                  <a:cubicBezTo>
                    <a:pt x="6724"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 name="Google Shape;857;p22"/>
            <p:cNvGrpSpPr/>
            <p:nvPr/>
          </p:nvGrpSpPr>
          <p:grpSpPr>
            <a:xfrm>
              <a:off x="-613275" y="3559275"/>
              <a:ext cx="9800100" cy="1657575"/>
              <a:chOff x="-613275" y="3443675"/>
              <a:chExt cx="9800100" cy="1657575"/>
            </a:xfrm>
          </p:grpSpPr>
          <p:sp>
            <p:nvSpPr>
              <p:cNvPr id="858" name="Google Shape;858;p22"/>
              <p:cNvSpPr/>
              <p:nvPr/>
            </p:nvSpPr>
            <p:spPr>
              <a:xfrm>
                <a:off x="3962175" y="3443675"/>
                <a:ext cx="5224650" cy="1657575"/>
              </a:xfrm>
              <a:custGeom>
                <a:rect b="b" l="l" r="r" t="t"/>
                <a:pathLst>
                  <a:path extrusionOk="0" h="66303" w="208986">
                    <a:moveTo>
                      <a:pt x="0" y="0"/>
                    </a:moveTo>
                    <a:lnTo>
                      <a:pt x="0" y="1207"/>
                    </a:lnTo>
                    <a:lnTo>
                      <a:pt x="5486" y="1207"/>
                    </a:lnTo>
                    <a:lnTo>
                      <a:pt x="5486" y="5439"/>
                    </a:lnTo>
                    <a:lnTo>
                      <a:pt x="0" y="5439"/>
                    </a:lnTo>
                    <a:lnTo>
                      <a:pt x="0" y="66303"/>
                    </a:lnTo>
                    <a:lnTo>
                      <a:pt x="8104" y="66303"/>
                    </a:lnTo>
                    <a:lnTo>
                      <a:pt x="8104" y="32086"/>
                    </a:lnTo>
                    <a:cubicBezTo>
                      <a:pt x="8104" y="23794"/>
                      <a:pt x="14828" y="17070"/>
                      <a:pt x="23120" y="17070"/>
                    </a:cubicBezTo>
                    <a:lnTo>
                      <a:pt x="23120" y="17070"/>
                    </a:lnTo>
                    <a:cubicBezTo>
                      <a:pt x="31411" y="17070"/>
                      <a:pt x="38136" y="23794"/>
                      <a:pt x="38136" y="32086"/>
                    </a:cubicBezTo>
                    <a:lnTo>
                      <a:pt x="38136" y="32086"/>
                    </a:lnTo>
                    <a:lnTo>
                      <a:pt x="38136" y="66303"/>
                    </a:lnTo>
                    <a:lnTo>
                      <a:pt x="53434" y="66303"/>
                    </a:lnTo>
                    <a:lnTo>
                      <a:pt x="53434" y="32086"/>
                    </a:lnTo>
                    <a:cubicBezTo>
                      <a:pt x="53434" y="23794"/>
                      <a:pt x="60158" y="17070"/>
                      <a:pt x="68450" y="17070"/>
                    </a:cubicBezTo>
                    <a:lnTo>
                      <a:pt x="68450" y="17070"/>
                    </a:lnTo>
                    <a:cubicBezTo>
                      <a:pt x="76741" y="17070"/>
                      <a:pt x="83466" y="23794"/>
                      <a:pt x="83466" y="32086"/>
                    </a:cubicBezTo>
                    <a:lnTo>
                      <a:pt x="83466" y="32086"/>
                    </a:lnTo>
                    <a:lnTo>
                      <a:pt x="83466" y="66303"/>
                    </a:lnTo>
                    <a:lnTo>
                      <a:pt x="98764" y="66303"/>
                    </a:lnTo>
                    <a:lnTo>
                      <a:pt x="98764" y="32086"/>
                    </a:lnTo>
                    <a:cubicBezTo>
                      <a:pt x="98764" y="23794"/>
                      <a:pt x="105488" y="17070"/>
                      <a:pt x="113780" y="17070"/>
                    </a:cubicBezTo>
                    <a:lnTo>
                      <a:pt x="113780" y="17070"/>
                    </a:lnTo>
                    <a:cubicBezTo>
                      <a:pt x="122072" y="17070"/>
                      <a:pt x="128796" y="23794"/>
                      <a:pt x="128796" y="32086"/>
                    </a:cubicBezTo>
                    <a:lnTo>
                      <a:pt x="128796" y="32086"/>
                    </a:lnTo>
                    <a:lnTo>
                      <a:pt x="128796" y="66303"/>
                    </a:lnTo>
                    <a:lnTo>
                      <a:pt x="144094" y="66303"/>
                    </a:lnTo>
                    <a:lnTo>
                      <a:pt x="144094" y="32086"/>
                    </a:lnTo>
                    <a:cubicBezTo>
                      <a:pt x="144094" y="23794"/>
                      <a:pt x="150818" y="17070"/>
                      <a:pt x="159110" y="17070"/>
                    </a:cubicBezTo>
                    <a:lnTo>
                      <a:pt x="159110" y="17070"/>
                    </a:lnTo>
                    <a:cubicBezTo>
                      <a:pt x="167402" y="17070"/>
                      <a:pt x="174126" y="23794"/>
                      <a:pt x="174126" y="32086"/>
                    </a:cubicBezTo>
                    <a:lnTo>
                      <a:pt x="174126" y="32086"/>
                    </a:lnTo>
                    <a:lnTo>
                      <a:pt x="174126" y="66303"/>
                    </a:lnTo>
                    <a:lnTo>
                      <a:pt x="189424" y="66303"/>
                    </a:lnTo>
                    <a:lnTo>
                      <a:pt x="189424" y="32086"/>
                    </a:lnTo>
                    <a:cubicBezTo>
                      <a:pt x="189424" y="23794"/>
                      <a:pt x="196148" y="17070"/>
                      <a:pt x="204440" y="17070"/>
                    </a:cubicBezTo>
                    <a:lnTo>
                      <a:pt x="204440" y="17070"/>
                    </a:lnTo>
                    <a:cubicBezTo>
                      <a:pt x="205976" y="17070"/>
                      <a:pt x="207591" y="17305"/>
                      <a:pt x="208986" y="17728"/>
                    </a:cubicBezTo>
                    <a:lnTo>
                      <a:pt x="208986" y="17728"/>
                    </a:lnTo>
                    <a:lnTo>
                      <a:pt x="208986" y="5439"/>
                    </a:lnTo>
                    <a:lnTo>
                      <a:pt x="205083" y="5439"/>
                    </a:lnTo>
                    <a:lnTo>
                      <a:pt x="205083" y="1207"/>
                    </a:lnTo>
                    <a:lnTo>
                      <a:pt x="208986" y="1207"/>
                    </a:lnTo>
                    <a:lnTo>
                      <a:pt x="208986" y="0"/>
                    </a:lnTo>
                    <a:close/>
                    <a:moveTo>
                      <a:pt x="189832" y="1207"/>
                    </a:moveTo>
                    <a:lnTo>
                      <a:pt x="203766" y="1207"/>
                    </a:lnTo>
                    <a:lnTo>
                      <a:pt x="203766" y="5439"/>
                    </a:lnTo>
                    <a:lnTo>
                      <a:pt x="189832" y="5439"/>
                    </a:lnTo>
                    <a:close/>
                    <a:moveTo>
                      <a:pt x="174581" y="1207"/>
                    </a:moveTo>
                    <a:lnTo>
                      <a:pt x="188515" y="1207"/>
                    </a:lnTo>
                    <a:lnTo>
                      <a:pt x="188515" y="5439"/>
                    </a:lnTo>
                    <a:lnTo>
                      <a:pt x="174581" y="5439"/>
                    </a:lnTo>
                    <a:close/>
                    <a:moveTo>
                      <a:pt x="159314" y="1207"/>
                    </a:moveTo>
                    <a:lnTo>
                      <a:pt x="173264" y="1207"/>
                    </a:lnTo>
                    <a:lnTo>
                      <a:pt x="173264" y="5439"/>
                    </a:lnTo>
                    <a:lnTo>
                      <a:pt x="159314" y="5439"/>
                    </a:lnTo>
                    <a:close/>
                    <a:moveTo>
                      <a:pt x="144063" y="1207"/>
                    </a:moveTo>
                    <a:lnTo>
                      <a:pt x="158013" y="1207"/>
                    </a:lnTo>
                    <a:lnTo>
                      <a:pt x="158013" y="5439"/>
                    </a:lnTo>
                    <a:lnTo>
                      <a:pt x="144063" y="5439"/>
                    </a:lnTo>
                    <a:close/>
                    <a:moveTo>
                      <a:pt x="128812" y="1207"/>
                    </a:moveTo>
                    <a:lnTo>
                      <a:pt x="142762" y="1207"/>
                    </a:lnTo>
                    <a:lnTo>
                      <a:pt x="142762" y="5439"/>
                    </a:lnTo>
                    <a:lnTo>
                      <a:pt x="128812" y="5439"/>
                    </a:lnTo>
                    <a:close/>
                    <a:moveTo>
                      <a:pt x="113560" y="1207"/>
                    </a:moveTo>
                    <a:lnTo>
                      <a:pt x="127511" y="1207"/>
                    </a:lnTo>
                    <a:lnTo>
                      <a:pt x="127511" y="5439"/>
                    </a:lnTo>
                    <a:lnTo>
                      <a:pt x="113560" y="5439"/>
                    </a:lnTo>
                    <a:close/>
                    <a:moveTo>
                      <a:pt x="98309" y="1207"/>
                    </a:moveTo>
                    <a:lnTo>
                      <a:pt x="112259" y="1207"/>
                    </a:lnTo>
                    <a:lnTo>
                      <a:pt x="112259" y="5439"/>
                    </a:lnTo>
                    <a:lnTo>
                      <a:pt x="98309" y="5439"/>
                    </a:lnTo>
                    <a:close/>
                    <a:moveTo>
                      <a:pt x="83058" y="1207"/>
                    </a:moveTo>
                    <a:lnTo>
                      <a:pt x="97008" y="1207"/>
                    </a:lnTo>
                    <a:lnTo>
                      <a:pt x="97008" y="5439"/>
                    </a:lnTo>
                    <a:lnTo>
                      <a:pt x="83058" y="5439"/>
                    </a:lnTo>
                    <a:close/>
                    <a:moveTo>
                      <a:pt x="67807" y="1207"/>
                    </a:moveTo>
                    <a:lnTo>
                      <a:pt x="81757" y="1207"/>
                    </a:lnTo>
                    <a:lnTo>
                      <a:pt x="81757" y="5439"/>
                    </a:lnTo>
                    <a:lnTo>
                      <a:pt x="67807" y="5439"/>
                    </a:lnTo>
                    <a:close/>
                    <a:moveTo>
                      <a:pt x="52556" y="1207"/>
                    </a:moveTo>
                    <a:lnTo>
                      <a:pt x="66490" y="1207"/>
                    </a:lnTo>
                    <a:lnTo>
                      <a:pt x="66490" y="5439"/>
                    </a:lnTo>
                    <a:lnTo>
                      <a:pt x="52556" y="5439"/>
                    </a:lnTo>
                    <a:close/>
                    <a:moveTo>
                      <a:pt x="37305" y="1207"/>
                    </a:moveTo>
                    <a:lnTo>
                      <a:pt x="51239" y="1207"/>
                    </a:lnTo>
                    <a:lnTo>
                      <a:pt x="51239" y="5439"/>
                    </a:lnTo>
                    <a:lnTo>
                      <a:pt x="37305" y="5439"/>
                    </a:lnTo>
                    <a:close/>
                    <a:moveTo>
                      <a:pt x="22038" y="1207"/>
                    </a:moveTo>
                    <a:lnTo>
                      <a:pt x="35988" y="1207"/>
                    </a:lnTo>
                    <a:lnTo>
                      <a:pt x="35988" y="5439"/>
                    </a:lnTo>
                    <a:lnTo>
                      <a:pt x="22038" y="5439"/>
                    </a:lnTo>
                    <a:close/>
                    <a:moveTo>
                      <a:pt x="6787" y="1207"/>
                    </a:moveTo>
                    <a:lnTo>
                      <a:pt x="20737" y="1207"/>
                    </a:lnTo>
                    <a:lnTo>
                      <a:pt x="20737" y="5439"/>
                    </a:lnTo>
                    <a:lnTo>
                      <a:pt x="6787" y="54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 name="Google Shape;859;p22"/>
              <p:cNvGrpSpPr/>
              <p:nvPr/>
            </p:nvGrpSpPr>
            <p:grpSpPr>
              <a:xfrm>
                <a:off x="-613275" y="3443675"/>
                <a:ext cx="5224650" cy="1657575"/>
                <a:chOff x="1161525" y="3805200"/>
                <a:chExt cx="5224650" cy="1657575"/>
              </a:xfrm>
            </p:grpSpPr>
            <p:sp>
              <p:nvSpPr>
                <p:cNvPr id="860" name="Google Shape;860;p22"/>
                <p:cNvSpPr/>
                <p:nvPr/>
              </p:nvSpPr>
              <p:spPr>
                <a:xfrm>
                  <a:off x="5896325" y="4231925"/>
                  <a:ext cx="444400" cy="1230850"/>
                </a:xfrm>
                <a:custGeom>
                  <a:rect b="b" l="l" r="r" t="t"/>
                  <a:pathLst>
                    <a:path extrusionOk="0" h="49234" w="17776">
                      <a:moveTo>
                        <a:pt x="1" y="15017"/>
                      </a:moveTo>
                      <a:lnTo>
                        <a:pt x="1" y="49234"/>
                      </a:lnTo>
                      <a:lnTo>
                        <a:pt x="5487" y="49234"/>
                      </a:lnTo>
                      <a:lnTo>
                        <a:pt x="5487" y="15017"/>
                      </a:lnTo>
                      <a:cubicBezTo>
                        <a:pt x="5487" y="7665"/>
                        <a:pt x="10785" y="1537"/>
                        <a:pt x="17776" y="251"/>
                      </a:cubicBezTo>
                      <a:lnTo>
                        <a:pt x="17776" y="251"/>
                      </a:lnTo>
                      <a:cubicBezTo>
                        <a:pt x="16882" y="79"/>
                        <a:pt x="15957" y="1"/>
                        <a:pt x="15033" y="1"/>
                      </a:cubicBezTo>
                      <a:lnTo>
                        <a:pt x="15033"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2"/>
                <p:cNvSpPr/>
                <p:nvPr/>
              </p:nvSpPr>
              <p:spPr>
                <a:xfrm>
                  <a:off x="4763475" y="4231925"/>
                  <a:ext cx="444000" cy="1230850"/>
                </a:xfrm>
                <a:custGeom>
                  <a:rect b="b" l="l" r="r" t="t"/>
                  <a:pathLst>
                    <a:path extrusionOk="0" h="49234" w="17760">
                      <a:moveTo>
                        <a:pt x="0" y="15017"/>
                      </a:moveTo>
                      <a:lnTo>
                        <a:pt x="0" y="49234"/>
                      </a:lnTo>
                      <a:lnTo>
                        <a:pt x="5486" y="49234"/>
                      </a:lnTo>
                      <a:lnTo>
                        <a:pt x="5486" y="15017"/>
                      </a:lnTo>
                      <a:cubicBezTo>
                        <a:pt x="5486" y="7665"/>
                        <a:pt x="10769" y="1537"/>
                        <a:pt x="17759" y="251"/>
                      </a:cubicBezTo>
                      <a:lnTo>
                        <a:pt x="17759" y="251"/>
                      </a:lnTo>
                      <a:cubicBezTo>
                        <a:pt x="16866"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2"/>
                <p:cNvSpPr/>
                <p:nvPr/>
              </p:nvSpPr>
              <p:spPr>
                <a:xfrm>
                  <a:off x="3630225" y="4231925"/>
                  <a:ext cx="444000" cy="1230850"/>
                </a:xfrm>
                <a:custGeom>
                  <a:rect b="b" l="l" r="r" t="t"/>
                  <a:pathLst>
                    <a:path extrusionOk="0" h="49234" w="17760">
                      <a:moveTo>
                        <a:pt x="0" y="15017"/>
                      </a:moveTo>
                      <a:lnTo>
                        <a:pt x="0" y="49234"/>
                      </a:lnTo>
                      <a:lnTo>
                        <a:pt x="5486" y="49234"/>
                      </a:lnTo>
                      <a:lnTo>
                        <a:pt x="5486" y="15017"/>
                      </a:lnTo>
                      <a:cubicBezTo>
                        <a:pt x="5486" y="7665"/>
                        <a:pt x="10784" y="1537"/>
                        <a:pt x="17759" y="251"/>
                      </a:cubicBezTo>
                      <a:lnTo>
                        <a:pt x="17759" y="251"/>
                      </a:lnTo>
                      <a:cubicBezTo>
                        <a:pt x="16881"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2"/>
                <p:cNvSpPr/>
                <p:nvPr/>
              </p:nvSpPr>
              <p:spPr>
                <a:xfrm>
                  <a:off x="2496975" y="4231925"/>
                  <a:ext cx="444375" cy="1230850"/>
                </a:xfrm>
                <a:custGeom>
                  <a:rect b="b" l="l" r="r" t="t"/>
                  <a:pathLst>
                    <a:path extrusionOk="0" h="49234" w="17775">
                      <a:moveTo>
                        <a:pt x="0" y="15017"/>
                      </a:moveTo>
                      <a:lnTo>
                        <a:pt x="0" y="49234"/>
                      </a:lnTo>
                      <a:lnTo>
                        <a:pt x="5486" y="49234"/>
                      </a:lnTo>
                      <a:lnTo>
                        <a:pt x="5486" y="15017"/>
                      </a:lnTo>
                      <a:cubicBezTo>
                        <a:pt x="5486" y="7665"/>
                        <a:pt x="10784" y="1537"/>
                        <a:pt x="17775" y="251"/>
                      </a:cubicBezTo>
                      <a:lnTo>
                        <a:pt x="17775" y="251"/>
                      </a:lnTo>
                      <a:cubicBezTo>
                        <a:pt x="16881" y="79"/>
                        <a:pt x="15957" y="1"/>
                        <a:pt x="15032" y="1"/>
                      </a:cubicBezTo>
                      <a:lnTo>
                        <a:pt x="15032" y="1"/>
                      </a:lnTo>
                      <a:cubicBezTo>
                        <a:pt x="6724"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2"/>
                <p:cNvSpPr/>
                <p:nvPr/>
              </p:nvSpPr>
              <p:spPr>
                <a:xfrm>
                  <a:off x="1364100" y="4231925"/>
                  <a:ext cx="444000" cy="1230850"/>
                </a:xfrm>
                <a:custGeom>
                  <a:rect b="b" l="l" r="r" t="t"/>
                  <a:pathLst>
                    <a:path extrusionOk="0" h="49234" w="17760">
                      <a:moveTo>
                        <a:pt x="1" y="15017"/>
                      </a:moveTo>
                      <a:lnTo>
                        <a:pt x="1" y="49234"/>
                      </a:lnTo>
                      <a:lnTo>
                        <a:pt x="5487" y="49234"/>
                      </a:lnTo>
                      <a:lnTo>
                        <a:pt x="5487" y="15017"/>
                      </a:lnTo>
                      <a:cubicBezTo>
                        <a:pt x="5487" y="7665"/>
                        <a:pt x="10769" y="1537"/>
                        <a:pt x="17760" y="251"/>
                      </a:cubicBezTo>
                      <a:lnTo>
                        <a:pt x="17760" y="251"/>
                      </a:lnTo>
                      <a:cubicBezTo>
                        <a:pt x="16866" y="79"/>
                        <a:pt x="15957" y="1"/>
                        <a:pt x="15017" y="1"/>
                      </a:cubicBezTo>
                      <a:lnTo>
                        <a:pt x="15017"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2"/>
                <p:cNvSpPr/>
                <p:nvPr/>
              </p:nvSpPr>
              <p:spPr>
                <a:xfrm>
                  <a:off x="1161525" y="3805200"/>
                  <a:ext cx="5224650" cy="1657575"/>
                </a:xfrm>
                <a:custGeom>
                  <a:rect b="b" l="l" r="r" t="t"/>
                  <a:pathLst>
                    <a:path extrusionOk="0" h="66303" w="208986">
                      <a:moveTo>
                        <a:pt x="0" y="0"/>
                      </a:moveTo>
                      <a:lnTo>
                        <a:pt x="0" y="1207"/>
                      </a:lnTo>
                      <a:lnTo>
                        <a:pt x="5486" y="1207"/>
                      </a:lnTo>
                      <a:lnTo>
                        <a:pt x="5486" y="5439"/>
                      </a:lnTo>
                      <a:lnTo>
                        <a:pt x="0" y="5439"/>
                      </a:lnTo>
                      <a:lnTo>
                        <a:pt x="0" y="66303"/>
                      </a:lnTo>
                      <a:lnTo>
                        <a:pt x="8104" y="66303"/>
                      </a:lnTo>
                      <a:lnTo>
                        <a:pt x="8104" y="32086"/>
                      </a:lnTo>
                      <a:cubicBezTo>
                        <a:pt x="8104" y="23794"/>
                        <a:pt x="14828" y="17070"/>
                        <a:pt x="23120" y="17070"/>
                      </a:cubicBezTo>
                      <a:lnTo>
                        <a:pt x="23120" y="17070"/>
                      </a:lnTo>
                      <a:cubicBezTo>
                        <a:pt x="31411" y="17070"/>
                        <a:pt x="38136" y="23794"/>
                        <a:pt x="38136" y="32086"/>
                      </a:cubicBezTo>
                      <a:lnTo>
                        <a:pt x="38136" y="32086"/>
                      </a:lnTo>
                      <a:lnTo>
                        <a:pt x="38136" y="66303"/>
                      </a:lnTo>
                      <a:lnTo>
                        <a:pt x="53434" y="66303"/>
                      </a:lnTo>
                      <a:lnTo>
                        <a:pt x="53434" y="32086"/>
                      </a:lnTo>
                      <a:cubicBezTo>
                        <a:pt x="53434" y="23794"/>
                        <a:pt x="60158" y="17070"/>
                        <a:pt x="68450" y="17070"/>
                      </a:cubicBezTo>
                      <a:lnTo>
                        <a:pt x="68450" y="17070"/>
                      </a:lnTo>
                      <a:cubicBezTo>
                        <a:pt x="76741" y="17070"/>
                        <a:pt x="83466" y="23794"/>
                        <a:pt x="83466" y="32086"/>
                      </a:cubicBezTo>
                      <a:lnTo>
                        <a:pt x="83466" y="32086"/>
                      </a:lnTo>
                      <a:lnTo>
                        <a:pt x="83466" y="66303"/>
                      </a:lnTo>
                      <a:lnTo>
                        <a:pt x="98764" y="66303"/>
                      </a:lnTo>
                      <a:lnTo>
                        <a:pt x="98764" y="32086"/>
                      </a:lnTo>
                      <a:cubicBezTo>
                        <a:pt x="98764" y="23794"/>
                        <a:pt x="105488" y="17070"/>
                        <a:pt x="113780" y="17070"/>
                      </a:cubicBezTo>
                      <a:lnTo>
                        <a:pt x="113780" y="17070"/>
                      </a:lnTo>
                      <a:cubicBezTo>
                        <a:pt x="122072" y="17070"/>
                        <a:pt x="128796" y="23794"/>
                        <a:pt x="128796" y="32086"/>
                      </a:cubicBezTo>
                      <a:lnTo>
                        <a:pt x="128796" y="32086"/>
                      </a:lnTo>
                      <a:lnTo>
                        <a:pt x="128796" y="66303"/>
                      </a:lnTo>
                      <a:lnTo>
                        <a:pt x="144094" y="66303"/>
                      </a:lnTo>
                      <a:lnTo>
                        <a:pt x="144094" y="32086"/>
                      </a:lnTo>
                      <a:cubicBezTo>
                        <a:pt x="144094" y="23794"/>
                        <a:pt x="150818" y="17070"/>
                        <a:pt x="159110" y="17070"/>
                      </a:cubicBezTo>
                      <a:lnTo>
                        <a:pt x="159110" y="17070"/>
                      </a:lnTo>
                      <a:cubicBezTo>
                        <a:pt x="167402" y="17070"/>
                        <a:pt x="174126" y="23794"/>
                        <a:pt x="174126" y="32086"/>
                      </a:cubicBezTo>
                      <a:lnTo>
                        <a:pt x="174126" y="32086"/>
                      </a:lnTo>
                      <a:lnTo>
                        <a:pt x="174126" y="66303"/>
                      </a:lnTo>
                      <a:lnTo>
                        <a:pt x="189424" y="66303"/>
                      </a:lnTo>
                      <a:lnTo>
                        <a:pt x="189424" y="32086"/>
                      </a:lnTo>
                      <a:cubicBezTo>
                        <a:pt x="189424" y="23794"/>
                        <a:pt x="196148" y="17070"/>
                        <a:pt x="204440" y="17070"/>
                      </a:cubicBezTo>
                      <a:lnTo>
                        <a:pt x="204440" y="17070"/>
                      </a:lnTo>
                      <a:cubicBezTo>
                        <a:pt x="205976" y="17070"/>
                        <a:pt x="207591" y="17305"/>
                        <a:pt x="208986" y="17728"/>
                      </a:cubicBezTo>
                      <a:lnTo>
                        <a:pt x="208986" y="17728"/>
                      </a:lnTo>
                      <a:lnTo>
                        <a:pt x="208986" y="5439"/>
                      </a:lnTo>
                      <a:lnTo>
                        <a:pt x="205083" y="5439"/>
                      </a:lnTo>
                      <a:lnTo>
                        <a:pt x="205083" y="1207"/>
                      </a:lnTo>
                      <a:lnTo>
                        <a:pt x="208986" y="1207"/>
                      </a:lnTo>
                      <a:lnTo>
                        <a:pt x="208986" y="0"/>
                      </a:lnTo>
                      <a:close/>
                      <a:moveTo>
                        <a:pt x="189832" y="1207"/>
                      </a:moveTo>
                      <a:lnTo>
                        <a:pt x="203766" y="1207"/>
                      </a:lnTo>
                      <a:lnTo>
                        <a:pt x="203766" y="5439"/>
                      </a:lnTo>
                      <a:lnTo>
                        <a:pt x="189832" y="5439"/>
                      </a:lnTo>
                      <a:close/>
                      <a:moveTo>
                        <a:pt x="174581" y="1207"/>
                      </a:moveTo>
                      <a:lnTo>
                        <a:pt x="188515" y="1207"/>
                      </a:lnTo>
                      <a:lnTo>
                        <a:pt x="188515" y="5439"/>
                      </a:lnTo>
                      <a:lnTo>
                        <a:pt x="174581" y="5439"/>
                      </a:lnTo>
                      <a:close/>
                      <a:moveTo>
                        <a:pt x="159314" y="1207"/>
                      </a:moveTo>
                      <a:lnTo>
                        <a:pt x="173264" y="1207"/>
                      </a:lnTo>
                      <a:lnTo>
                        <a:pt x="173264" y="5439"/>
                      </a:lnTo>
                      <a:lnTo>
                        <a:pt x="159314" y="5439"/>
                      </a:lnTo>
                      <a:close/>
                      <a:moveTo>
                        <a:pt x="144063" y="1207"/>
                      </a:moveTo>
                      <a:lnTo>
                        <a:pt x="158013" y="1207"/>
                      </a:lnTo>
                      <a:lnTo>
                        <a:pt x="158013" y="5439"/>
                      </a:lnTo>
                      <a:lnTo>
                        <a:pt x="144063" y="5439"/>
                      </a:lnTo>
                      <a:close/>
                      <a:moveTo>
                        <a:pt x="128812" y="1207"/>
                      </a:moveTo>
                      <a:lnTo>
                        <a:pt x="142762" y="1207"/>
                      </a:lnTo>
                      <a:lnTo>
                        <a:pt x="142762" y="5439"/>
                      </a:lnTo>
                      <a:lnTo>
                        <a:pt x="128812" y="5439"/>
                      </a:lnTo>
                      <a:close/>
                      <a:moveTo>
                        <a:pt x="113560" y="1207"/>
                      </a:moveTo>
                      <a:lnTo>
                        <a:pt x="127511" y="1207"/>
                      </a:lnTo>
                      <a:lnTo>
                        <a:pt x="127511" y="5439"/>
                      </a:lnTo>
                      <a:lnTo>
                        <a:pt x="113560" y="5439"/>
                      </a:lnTo>
                      <a:close/>
                      <a:moveTo>
                        <a:pt x="98309" y="1207"/>
                      </a:moveTo>
                      <a:lnTo>
                        <a:pt x="112259" y="1207"/>
                      </a:lnTo>
                      <a:lnTo>
                        <a:pt x="112259" y="5439"/>
                      </a:lnTo>
                      <a:lnTo>
                        <a:pt x="98309" y="5439"/>
                      </a:lnTo>
                      <a:close/>
                      <a:moveTo>
                        <a:pt x="83058" y="1207"/>
                      </a:moveTo>
                      <a:lnTo>
                        <a:pt x="97008" y="1207"/>
                      </a:lnTo>
                      <a:lnTo>
                        <a:pt x="97008" y="5439"/>
                      </a:lnTo>
                      <a:lnTo>
                        <a:pt x="83058" y="5439"/>
                      </a:lnTo>
                      <a:close/>
                      <a:moveTo>
                        <a:pt x="67807" y="1207"/>
                      </a:moveTo>
                      <a:lnTo>
                        <a:pt x="81757" y="1207"/>
                      </a:lnTo>
                      <a:lnTo>
                        <a:pt x="81757" y="5439"/>
                      </a:lnTo>
                      <a:lnTo>
                        <a:pt x="67807" y="5439"/>
                      </a:lnTo>
                      <a:close/>
                      <a:moveTo>
                        <a:pt x="52556" y="1207"/>
                      </a:moveTo>
                      <a:lnTo>
                        <a:pt x="66490" y="1207"/>
                      </a:lnTo>
                      <a:lnTo>
                        <a:pt x="66490" y="5439"/>
                      </a:lnTo>
                      <a:lnTo>
                        <a:pt x="52556" y="5439"/>
                      </a:lnTo>
                      <a:close/>
                      <a:moveTo>
                        <a:pt x="37305" y="1207"/>
                      </a:moveTo>
                      <a:lnTo>
                        <a:pt x="51239" y="1207"/>
                      </a:lnTo>
                      <a:lnTo>
                        <a:pt x="51239" y="5439"/>
                      </a:lnTo>
                      <a:lnTo>
                        <a:pt x="37305" y="5439"/>
                      </a:lnTo>
                      <a:close/>
                      <a:moveTo>
                        <a:pt x="22038" y="1207"/>
                      </a:moveTo>
                      <a:lnTo>
                        <a:pt x="35988" y="1207"/>
                      </a:lnTo>
                      <a:lnTo>
                        <a:pt x="35988" y="5439"/>
                      </a:lnTo>
                      <a:lnTo>
                        <a:pt x="22038" y="5439"/>
                      </a:lnTo>
                      <a:close/>
                      <a:moveTo>
                        <a:pt x="6787" y="1207"/>
                      </a:moveTo>
                      <a:lnTo>
                        <a:pt x="20737" y="1207"/>
                      </a:lnTo>
                      <a:lnTo>
                        <a:pt x="20737" y="5439"/>
                      </a:lnTo>
                      <a:lnTo>
                        <a:pt x="6787" y="54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6" name="Google Shape;866;p22"/>
          <p:cNvGrpSpPr/>
          <p:nvPr/>
        </p:nvGrpSpPr>
        <p:grpSpPr>
          <a:xfrm flipH="1">
            <a:off x="380457" y="3419314"/>
            <a:ext cx="2255718" cy="698655"/>
            <a:chOff x="3962175" y="2631750"/>
            <a:chExt cx="3075700" cy="952625"/>
          </a:xfrm>
        </p:grpSpPr>
        <p:sp>
          <p:nvSpPr>
            <p:cNvPr id="867" name="Google Shape;867;p22"/>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2"/>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2"/>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2"/>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2"/>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2"/>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2"/>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2"/>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2"/>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2"/>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2"/>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2"/>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2"/>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2"/>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2"/>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2"/>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2"/>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2"/>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2"/>
            <p:cNvSpPr/>
            <p:nvPr/>
          </p:nvSpPr>
          <p:spPr>
            <a:xfrm>
              <a:off x="4570325" y="2631750"/>
              <a:ext cx="2293575" cy="582700"/>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22"/>
          <p:cNvGrpSpPr/>
          <p:nvPr/>
        </p:nvGrpSpPr>
        <p:grpSpPr>
          <a:xfrm>
            <a:off x="7443500" y="4408613"/>
            <a:ext cx="853900" cy="770400"/>
            <a:chOff x="4219225" y="4330850"/>
            <a:chExt cx="853900" cy="770400"/>
          </a:xfrm>
        </p:grpSpPr>
        <p:grpSp>
          <p:nvGrpSpPr>
            <p:cNvPr id="887" name="Google Shape;887;p22"/>
            <p:cNvGrpSpPr/>
            <p:nvPr/>
          </p:nvGrpSpPr>
          <p:grpSpPr>
            <a:xfrm>
              <a:off x="4295625" y="4330850"/>
              <a:ext cx="777500" cy="770400"/>
              <a:chOff x="4295625" y="4330850"/>
              <a:chExt cx="777500" cy="770400"/>
            </a:xfrm>
          </p:grpSpPr>
          <p:sp>
            <p:nvSpPr>
              <p:cNvPr id="888" name="Google Shape;888;p22"/>
              <p:cNvSpPr/>
              <p:nvPr/>
            </p:nvSpPr>
            <p:spPr>
              <a:xfrm>
                <a:off x="4603250" y="4588300"/>
                <a:ext cx="408325" cy="293525"/>
              </a:xfrm>
              <a:custGeom>
                <a:rect b="b" l="l" r="r" t="t"/>
                <a:pathLst>
                  <a:path extrusionOk="0" h="11741" w="16333">
                    <a:moveTo>
                      <a:pt x="8167" y="0"/>
                    </a:moveTo>
                    <a:cubicBezTo>
                      <a:pt x="8167" y="0"/>
                      <a:pt x="5549" y="9185"/>
                      <a:pt x="0" y="9185"/>
                    </a:cubicBezTo>
                    <a:cubicBezTo>
                      <a:pt x="0" y="9185"/>
                      <a:pt x="3260" y="11740"/>
                      <a:pt x="8167" y="11740"/>
                    </a:cubicBezTo>
                    <a:cubicBezTo>
                      <a:pt x="13073" y="11740"/>
                      <a:pt x="16333" y="9185"/>
                      <a:pt x="16333" y="9185"/>
                    </a:cubicBezTo>
                    <a:cubicBezTo>
                      <a:pt x="10784" y="9185"/>
                      <a:pt x="8167" y="0"/>
                      <a:pt x="8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 name="Google Shape;889;p22"/>
              <p:cNvGrpSpPr/>
              <p:nvPr/>
            </p:nvGrpSpPr>
            <p:grpSpPr>
              <a:xfrm>
                <a:off x="4295625" y="4330850"/>
                <a:ext cx="777500" cy="770400"/>
                <a:chOff x="4295625" y="4330850"/>
                <a:chExt cx="777500" cy="770400"/>
              </a:xfrm>
            </p:grpSpPr>
            <p:sp>
              <p:nvSpPr>
                <p:cNvPr id="890" name="Google Shape;890;p22"/>
                <p:cNvSpPr/>
                <p:nvPr/>
              </p:nvSpPr>
              <p:spPr>
                <a:xfrm>
                  <a:off x="4637325" y="4508750"/>
                  <a:ext cx="340550" cy="244925"/>
                </a:xfrm>
                <a:custGeom>
                  <a:rect b="b" l="l" r="r" t="t"/>
                  <a:pathLst>
                    <a:path extrusionOk="0" h="9797" w="13622">
                      <a:moveTo>
                        <a:pt x="6804" y="0"/>
                      </a:moveTo>
                      <a:cubicBezTo>
                        <a:pt x="6804" y="0"/>
                        <a:pt x="4625" y="7665"/>
                        <a:pt x="1" y="7665"/>
                      </a:cubicBezTo>
                      <a:cubicBezTo>
                        <a:pt x="1" y="7665"/>
                        <a:pt x="2713" y="9797"/>
                        <a:pt x="6804" y="9797"/>
                      </a:cubicBezTo>
                      <a:cubicBezTo>
                        <a:pt x="10895" y="9797"/>
                        <a:pt x="13622" y="7665"/>
                        <a:pt x="13622" y="7665"/>
                      </a:cubicBezTo>
                      <a:cubicBezTo>
                        <a:pt x="8998" y="7665"/>
                        <a:pt x="6804" y="0"/>
                        <a:pt x="68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2"/>
                <p:cNvSpPr/>
                <p:nvPr/>
              </p:nvSpPr>
              <p:spPr>
                <a:xfrm>
                  <a:off x="4330900" y="4565175"/>
                  <a:ext cx="166175" cy="189675"/>
                </a:xfrm>
                <a:custGeom>
                  <a:rect b="b" l="l" r="r" t="t"/>
                  <a:pathLst>
                    <a:path extrusionOk="0" h="7587" w="6647">
                      <a:moveTo>
                        <a:pt x="3323" y="0"/>
                      </a:moveTo>
                      <a:cubicBezTo>
                        <a:pt x="3323" y="0"/>
                        <a:pt x="2461" y="6850"/>
                        <a:pt x="1" y="6850"/>
                      </a:cubicBezTo>
                      <a:cubicBezTo>
                        <a:pt x="1" y="6850"/>
                        <a:pt x="1286" y="7587"/>
                        <a:pt x="3323" y="7587"/>
                      </a:cubicBezTo>
                      <a:cubicBezTo>
                        <a:pt x="5361" y="7587"/>
                        <a:pt x="6646" y="6850"/>
                        <a:pt x="6646" y="6850"/>
                      </a:cubicBezTo>
                      <a:cubicBezTo>
                        <a:pt x="4186" y="6850"/>
                        <a:pt x="3323" y="0"/>
                        <a:pt x="3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 name="Google Shape;892;p22"/>
                <p:cNvGrpSpPr/>
                <p:nvPr/>
              </p:nvGrpSpPr>
              <p:grpSpPr>
                <a:xfrm>
                  <a:off x="4295625" y="4330850"/>
                  <a:ext cx="777500" cy="770400"/>
                  <a:chOff x="4295625" y="4330850"/>
                  <a:chExt cx="777500" cy="770400"/>
                </a:xfrm>
              </p:grpSpPr>
              <p:sp>
                <p:nvSpPr>
                  <p:cNvPr id="893" name="Google Shape;893;p22"/>
                  <p:cNvSpPr/>
                  <p:nvPr/>
                </p:nvSpPr>
                <p:spPr>
                  <a:xfrm>
                    <a:off x="4688275" y="4330850"/>
                    <a:ext cx="238675" cy="272750"/>
                  </a:xfrm>
                  <a:custGeom>
                    <a:rect b="b" l="l" r="r" t="t"/>
                    <a:pathLst>
                      <a:path extrusionOk="0" h="10910" w="9547">
                        <a:moveTo>
                          <a:pt x="4766" y="0"/>
                        </a:moveTo>
                        <a:cubicBezTo>
                          <a:pt x="4766" y="0"/>
                          <a:pt x="3543" y="9843"/>
                          <a:pt x="1" y="9843"/>
                        </a:cubicBezTo>
                        <a:cubicBezTo>
                          <a:pt x="1" y="9843"/>
                          <a:pt x="1850" y="10909"/>
                          <a:pt x="4766" y="10909"/>
                        </a:cubicBezTo>
                        <a:cubicBezTo>
                          <a:pt x="7697" y="10909"/>
                          <a:pt x="9546" y="9843"/>
                          <a:pt x="9546" y="9843"/>
                        </a:cubicBezTo>
                        <a:cubicBezTo>
                          <a:pt x="6004" y="9843"/>
                          <a:pt x="4766" y="0"/>
                          <a:pt x="4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2"/>
                  <p:cNvSpPr/>
                  <p:nvPr/>
                </p:nvSpPr>
                <p:spPr>
                  <a:xfrm>
                    <a:off x="4513550" y="4699175"/>
                    <a:ext cx="559575" cy="402075"/>
                  </a:xfrm>
                  <a:custGeom>
                    <a:rect b="b" l="l" r="r" t="t"/>
                    <a:pathLst>
                      <a:path extrusionOk="0" h="16083" w="22383">
                        <a:moveTo>
                          <a:pt x="11192" y="1"/>
                        </a:moveTo>
                        <a:cubicBezTo>
                          <a:pt x="11192" y="1"/>
                          <a:pt x="7618" y="12587"/>
                          <a:pt x="0" y="12587"/>
                        </a:cubicBezTo>
                        <a:cubicBezTo>
                          <a:pt x="0" y="12587"/>
                          <a:pt x="4483" y="16083"/>
                          <a:pt x="11192" y="16083"/>
                        </a:cubicBezTo>
                        <a:cubicBezTo>
                          <a:pt x="17916" y="16083"/>
                          <a:pt x="22383" y="12587"/>
                          <a:pt x="22383" y="12587"/>
                        </a:cubicBezTo>
                        <a:cubicBezTo>
                          <a:pt x="14781" y="12587"/>
                          <a:pt x="11192" y="1"/>
                          <a:pt x="1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2"/>
                  <p:cNvSpPr/>
                  <p:nvPr/>
                </p:nvSpPr>
                <p:spPr>
                  <a:xfrm>
                    <a:off x="4295625" y="4689000"/>
                    <a:ext cx="237100" cy="170475"/>
                  </a:xfrm>
                  <a:custGeom>
                    <a:rect b="b" l="l" r="r" t="t"/>
                    <a:pathLst>
                      <a:path extrusionOk="0" h="6819" w="9484">
                        <a:moveTo>
                          <a:pt x="4734" y="0"/>
                        </a:moveTo>
                        <a:cubicBezTo>
                          <a:pt x="4734" y="0"/>
                          <a:pt x="3214" y="5330"/>
                          <a:pt x="1" y="5330"/>
                        </a:cubicBezTo>
                        <a:cubicBezTo>
                          <a:pt x="1" y="5330"/>
                          <a:pt x="1882" y="6819"/>
                          <a:pt x="4734" y="6819"/>
                        </a:cubicBezTo>
                        <a:cubicBezTo>
                          <a:pt x="7587" y="6819"/>
                          <a:pt x="9484" y="5330"/>
                          <a:pt x="9484" y="5330"/>
                        </a:cubicBezTo>
                        <a:cubicBezTo>
                          <a:pt x="6255" y="5330"/>
                          <a:pt x="4734" y="0"/>
                          <a:pt x="4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96" name="Google Shape;896;p22"/>
            <p:cNvGrpSpPr/>
            <p:nvPr/>
          </p:nvGrpSpPr>
          <p:grpSpPr>
            <a:xfrm>
              <a:off x="4219225" y="4744250"/>
              <a:ext cx="389525" cy="357000"/>
              <a:chOff x="4219225" y="4744250"/>
              <a:chExt cx="389525" cy="357000"/>
            </a:xfrm>
          </p:grpSpPr>
          <p:sp>
            <p:nvSpPr>
              <p:cNvPr id="897" name="Google Shape;897;p22"/>
              <p:cNvSpPr/>
              <p:nvPr/>
            </p:nvSpPr>
            <p:spPr>
              <a:xfrm>
                <a:off x="4271725" y="4744250"/>
                <a:ext cx="284525" cy="204175"/>
              </a:xfrm>
              <a:custGeom>
                <a:rect b="b" l="l" r="r" t="t"/>
                <a:pathLst>
                  <a:path extrusionOk="0" h="8167" w="11381">
                    <a:moveTo>
                      <a:pt x="5690" y="0"/>
                    </a:moveTo>
                    <a:cubicBezTo>
                      <a:pt x="5690" y="0"/>
                      <a:pt x="3872" y="6396"/>
                      <a:pt x="1" y="6396"/>
                    </a:cubicBezTo>
                    <a:cubicBezTo>
                      <a:pt x="1" y="6396"/>
                      <a:pt x="2273" y="8167"/>
                      <a:pt x="5690" y="8167"/>
                    </a:cubicBezTo>
                    <a:cubicBezTo>
                      <a:pt x="9107" y="8167"/>
                      <a:pt x="11380" y="6396"/>
                      <a:pt x="11380" y="6396"/>
                    </a:cubicBezTo>
                    <a:cubicBezTo>
                      <a:pt x="7509" y="6396"/>
                      <a:pt x="5690" y="0"/>
                      <a:pt x="56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2"/>
              <p:cNvSpPr/>
              <p:nvPr/>
            </p:nvSpPr>
            <p:spPr>
              <a:xfrm>
                <a:off x="4219225" y="4821450"/>
                <a:ext cx="389525" cy="279800"/>
              </a:xfrm>
              <a:custGeom>
                <a:rect b="b" l="l" r="r" t="t"/>
                <a:pathLst>
                  <a:path extrusionOk="0" h="11192" w="15581">
                    <a:moveTo>
                      <a:pt x="7790" y="0"/>
                    </a:moveTo>
                    <a:cubicBezTo>
                      <a:pt x="7790" y="0"/>
                      <a:pt x="5298" y="8762"/>
                      <a:pt x="0" y="8762"/>
                    </a:cubicBezTo>
                    <a:cubicBezTo>
                      <a:pt x="0" y="8762"/>
                      <a:pt x="3120" y="11192"/>
                      <a:pt x="7790" y="11192"/>
                    </a:cubicBezTo>
                    <a:cubicBezTo>
                      <a:pt x="12461" y="11192"/>
                      <a:pt x="15581" y="8762"/>
                      <a:pt x="15581" y="8762"/>
                    </a:cubicBezTo>
                    <a:cubicBezTo>
                      <a:pt x="10283" y="8762"/>
                      <a:pt x="7790" y="0"/>
                      <a:pt x="77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9" name="Google Shape;899;p22"/>
          <p:cNvGrpSpPr/>
          <p:nvPr/>
        </p:nvGrpSpPr>
        <p:grpSpPr>
          <a:xfrm>
            <a:off x="8454225" y="4669038"/>
            <a:ext cx="389150" cy="536075"/>
            <a:chOff x="5354825" y="4565175"/>
            <a:chExt cx="389150" cy="536075"/>
          </a:xfrm>
        </p:grpSpPr>
        <p:sp>
          <p:nvSpPr>
            <p:cNvPr id="900" name="Google Shape;900;p22"/>
            <p:cNvSpPr/>
            <p:nvPr/>
          </p:nvSpPr>
          <p:spPr>
            <a:xfrm>
              <a:off x="5466500" y="4565175"/>
              <a:ext cx="165775" cy="189675"/>
            </a:xfrm>
            <a:custGeom>
              <a:rect b="b" l="l" r="r" t="t"/>
              <a:pathLst>
                <a:path extrusionOk="0" h="7587" w="6631">
                  <a:moveTo>
                    <a:pt x="3324" y="0"/>
                  </a:moveTo>
                  <a:cubicBezTo>
                    <a:pt x="3324" y="0"/>
                    <a:pt x="2462" y="6850"/>
                    <a:pt x="1" y="6850"/>
                  </a:cubicBezTo>
                  <a:cubicBezTo>
                    <a:pt x="1" y="6850"/>
                    <a:pt x="1286" y="7587"/>
                    <a:pt x="3324" y="7587"/>
                  </a:cubicBezTo>
                  <a:cubicBezTo>
                    <a:pt x="5346" y="7587"/>
                    <a:pt x="6631" y="6850"/>
                    <a:pt x="6631" y="6850"/>
                  </a:cubicBezTo>
                  <a:cubicBezTo>
                    <a:pt x="4170" y="6850"/>
                    <a:pt x="3324" y="0"/>
                    <a:pt x="3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 name="Google Shape;901;p22"/>
            <p:cNvGrpSpPr/>
            <p:nvPr/>
          </p:nvGrpSpPr>
          <p:grpSpPr>
            <a:xfrm>
              <a:off x="5354825" y="4689000"/>
              <a:ext cx="389150" cy="412250"/>
              <a:chOff x="5354825" y="4689000"/>
              <a:chExt cx="389150" cy="412250"/>
            </a:xfrm>
          </p:grpSpPr>
          <p:sp>
            <p:nvSpPr>
              <p:cNvPr id="902" name="Google Shape;902;p22"/>
              <p:cNvSpPr/>
              <p:nvPr/>
            </p:nvSpPr>
            <p:spPr>
              <a:xfrm>
                <a:off x="5430850" y="4689000"/>
                <a:ext cx="237100" cy="170475"/>
              </a:xfrm>
              <a:custGeom>
                <a:rect b="b" l="l" r="r" t="t"/>
                <a:pathLst>
                  <a:path extrusionOk="0" h="6819" w="9484">
                    <a:moveTo>
                      <a:pt x="4750" y="0"/>
                    </a:moveTo>
                    <a:cubicBezTo>
                      <a:pt x="4750" y="0"/>
                      <a:pt x="3229" y="5330"/>
                      <a:pt x="0" y="5330"/>
                    </a:cubicBezTo>
                    <a:cubicBezTo>
                      <a:pt x="0" y="5330"/>
                      <a:pt x="1897" y="6819"/>
                      <a:pt x="4750" y="6819"/>
                    </a:cubicBezTo>
                    <a:cubicBezTo>
                      <a:pt x="7587" y="6819"/>
                      <a:pt x="9483" y="5330"/>
                      <a:pt x="9483" y="5330"/>
                    </a:cubicBezTo>
                    <a:cubicBezTo>
                      <a:pt x="6270" y="5330"/>
                      <a:pt x="4750" y="0"/>
                      <a:pt x="4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2"/>
              <p:cNvSpPr/>
              <p:nvPr/>
            </p:nvSpPr>
            <p:spPr>
              <a:xfrm>
                <a:off x="5407325" y="4744250"/>
                <a:ext cx="284125" cy="204175"/>
              </a:xfrm>
              <a:custGeom>
                <a:rect b="b" l="l" r="r" t="t"/>
                <a:pathLst>
                  <a:path extrusionOk="0" h="8167" w="11365">
                    <a:moveTo>
                      <a:pt x="5691" y="0"/>
                    </a:moveTo>
                    <a:cubicBezTo>
                      <a:pt x="5691" y="0"/>
                      <a:pt x="3857" y="6396"/>
                      <a:pt x="1" y="6396"/>
                    </a:cubicBezTo>
                    <a:cubicBezTo>
                      <a:pt x="1" y="6396"/>
                      <a:pt x="2274" y="8167"/>
                      <a:pt x="5691" y="8167"/>
                    </a:cubicBezTo>
                    <a:cubicBezTo>
                      <a:pt x="9092" y="8167"/>
                      <a:pt x="11365" y="6396"/>
                      <a:pt x="11365" y="6396"/>
                    </a:cubicBezTo>
                    <a:cubicBezTo>
                      <a:pt x="7509" y="6396"/>
                      <a:pt x="5691" y="0"/>
                      <a:pt x="56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2"/>
              <p:cNvSpPr/>
              <p:nvPr/>
            </p:nvSpPr>
            <p:spPr>
              <a:xfrm>
                <a:off x="5354825" y="4821450"/>
                <a:ext cx="389150" cy="279800"/>
              </a:xfrm>
              <a:custGeom>
                <a:rect b="b" l="l" r="r" t="t"/>
                <a:pathLst>
                  <a:path extrusionOk="0" h="11192" w="15566">
                    <a:moveTo>
                      <a:pt x="7791" y="0"/>
                    </a:moveTo>
                    <a:cubicBezTo>
                      <a:pt x="7791" y="0"/>
                      <a:pt x="5283" y="8762"/>
                      <a:pt x="1" y="8762"/>
                    </a:cubicBezTo>
                    <a:cubicBezTo>
                      <a:pt x="1" y="8762"/>
                      <a:pt x="3104" y="11192"/>
                      <a:pt x="7791" y="11192"/>
                    </a:cubicBezTo>
                    <a:cubicBezTo>
                      <a:pt x="12462" y="11192"/>
                      <a:pt x="15565" y="8762"/>
                      <a:pt x="15565" y="8762"/>
                    </a:cubicBezTo>
                    <a:cubicBezTo>
                      <a:pt x="10283" y="8762"/>
                      <a:pt x="7791" y="0"/>
                      <a:pt x="7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4_1_1_1">
    <p:spTree>
      <p:nvGrpSpPr>
        <p:cNvPr id="905" name="Shape 905"/>
        <p:cNvGrpSpPr/>
        <p:nvPr/>
      </p:nvGrpSpPr>
      <p:grpSpPr>
        <a:xfrm>
          <a:off x="0" y="0"/>
          <a:ext cx="0" cy="0"/>
          <a:chOff x="0" y="0"/>
          <a:chExt cx="0" cy="0"/>
        </a:xfrm>
      </p:grpSpPr>
      <p:sp>
        <p:nvSpPr>
          <p:cNvPr id="906" name="Google Shape;906;p23"/>
          <p:cNvSpPr/>
          <p:nvPr/>
        </p:nvSpPr>
        <p:spPr>
          <a:xfrm>
            <a:off x="-229425" y="2852500"/>
            <a:ext cx="9418794" cy="2346757"/>
          </a:xfrm>
          <a:custGeom>
            <a:rect b="b" l="l" r="r" t="t"/>
            <a:pathLst>
              <a:path extrusionOk="0" h="46413" w="331356">
                <a:moveTo>
                  <a:pt x="1" y="1"/>
                </a:moveTo>
                <a:lnTo>
                  <a:pt x="1" y="46412"/>
                </a:lnTo>
                <a:lnTo>
                  <a:pt x="331356" y="46412"/>
                </a:lnTo>
                <a:lnTo>
                  <a:pt x="3313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3"/>
          <p:cNvSpPr txBox="1"/>
          <p:nvPr>
            <p:ph idx="1" type="subTitle"/>
          </p:nvPr>
        </p:nvSpPr>
        <p:spPr>
          <a:xfrm>
            <a:off x="3463825" y="3438261"/>
            <a:ext cx="2216400" cy="371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908" name="Google Shape;908;p23"/>
          <p:cNvSpPr txBox="1"/>
          <p:nvPr>
            <p:ph idx="2" type="subTitle"/>
          </p:nvPr>
        </p:nvSpPr>
        <p:spPr>
          <a:xfrm>
            <a:off x="3463825" y="3753499"/>
            <a:ext cx="22164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909" name="Google Shape;909;p23"/>
          <p:cNvSpPr txBox="1"/>
          <p:nvPr>
            <p:ph idx="3" type="subTitle"/>
          </p:nvPr>
        </p:nvSpPr>
        <p:spPr>
          <a:xfrm>
            <a:off x="3463800" y="1602663"/>
            <a:ext cx="2216400" cy="371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910" name="Google Shape;910;p23"/>
          <p:cNvSpPr txBox="1"/>
          <p:nvPr>
            <p:ph idx="4" type="subTitle"/>
          </p:nvPr>
        </p:nvSpPr>
        <p:spPr>
          <a:xfrm>
            <a:off x="3463800" y="1917889"/>
            <a:ext cx="22164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911" name="Google Shape;911;p23"/>
          <p:cNvSpPr txBox="1"/>
          <p:nvPr>
            <p:ph idx="5" type="subTitle"/>
          </p:nvPr>
        </p:nvSpPr>
        <p:spPr>
          <a:xfrm>
            <a:off x="5794450" y="1602660"/>
            <a:ext cx="2216400" cy="3714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912" name="Google Shape;912;p23"/>
          <p:cNvSpPr txBox="1"/>
          <p:nvPr>
            <p:ph idx="6" type="subTitle"/>
          </p:nvPr>
        </p:nvSpPr>
        <p:spPr>
          <a:xfrm>
            <a:off x="5794450" y="1917888"/>
            <a:ext cx="22164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913" name="Google Shape;913;p23"/>
          <p:cNvSpPr txBox="1"/>
          <p:nvPr>
            <p:ph idx="7" type="subTitle"/>
          </p:nvPr>
        </p:nvSpPr>
        <p:spPr>
          <a:xfrm>
            <a:off x="1133150" y="1602663"/>
            <a:ext cx="2216400" cy="371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914" name="Google Shape;914;p23"/>
          <p:cNvSpPr txBox="1"/>
          <p:nvPr>
            <p:ph idx="8" type="subTitle"/>
          </p:nvPr>
        </p:nvSpPr>
        <p:spPr>
          <a:xfrm>
            <a:off x="1133150" y="1917889"/>
            <a:ext cx="22164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915" name="Google Shape;915;p23"/>
          <p:cNvSpPr txBox="1"/>
          <p:nvPr>
            <p:ph idx="9" type="subTitle"/>
          </p:nvPr>
        </p:nvSpPr>
        <p:spPr>
          <a:xfrm>
            <a:off x="1133175" y="3438261"/>
            <a:ext cx="2216400" cy="371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916" name="Google Shape;916;p23"/>
          <p:cNvSpPr txBox="1"/>
          <p:nvPr>
            <p:ph idx="13" type="subTitle"/>
          </p:nvPr>
        </p:nvSpPr>
        <p:spPr>
          <a:xfrm>
            <a:off x="1133175" y="3753499"/>
            <a:ext cx="22164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917" name="Google Shape;917;p23"/>
          <p:cNvSpPr txBox="1"/>
          <p:nvPr>
            <p:ph idx="14" type="subTitle"/>
          </p:nvPr>
        </p:nvSpPr>
        <p:spPr>
          <a:xfrm>
            <a:off x="5794475" y="3438250"/>
            <a:ext cx="2216400" cy="371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a:solidFill>
                  <a:schemeClr val="accent2"/>
                </a:solidFill>
                <a:latin typeface="Bakbak One"/>
                <a:ea typeface="Bakbak One"/>
                <a:cs typeface="Bakbak One"/>
                <a:sym typeface="Bakbak One"/>
              </a:defRPr>
            </a:lvl1pPr>
            <a:lvl2pPr lvl="1" rtl="0">
              <a:lnSpc>
                <a:spcPct val="100000"/>
              </a:lnSpc>
              <a:spcBef>
                <a:spcPts val="0"/>
              </a:spcBef>
              <a:spcAft>
                <a:spcPts val="0"/>
              </a:spcAft>
              <a:buNone/>
              <a:defRPr>
                <a:solidFill>
                  <a:schemeClr val="accent2"/>
                </a:solidFill>
                <a:latin typeface="Bakbak One"/>
                <a:ea typeface="Bakbak One"/>
                <a:cs typeface="Bakbak One"/>
                <a:sym typeface="Bakbak One"/>
              </a:defRPr>
            </a:lvl2pPr>
            <a:lvl3pPr lvl="2" rtl="0">
              <a:lnSpc>
                <a:spcPct val="100000"/>
              </a:lnSpc>
              <a:spcBef>
                <a:spcPts val="0"/>
              </a:spcBef>
              <a:spcAft>
                <a:spcPts val="0"/>
              </a:spcAft>
              <a:buNone/>
              <a:defRPr>
                <a:solidFill>
                  <a:schemeClr val="accent2"/>
                </a:solidFill>
                <a:latin typeface="Bakbak One"/>
                <a:ea typeface="Bakbak One"/>
                <a:cs typeface="Bakbak One"/>
                <a:sym typeface="Bakbak One"/>
              </a:defRPr>
            </a:lvl3pPr>
            <a:lvl4pPr lvl="3" rtl="0">
              <a:lnSpc>
                <a:spcPct val="100000"/>
              </a:lnSpc>
              <a:spcBef>
                <a:spcPts val="0"/>
              </a:spcBef>
              <a:spcAft>
                <a:spcPts val="0"/>
              </a:spcAft>
              <a:buNone/>
              <a:defRPr>
                <a:solidFill>
                  <a:schemeClr val="accent2"/>
                </a:solidFill>
                <a:latin typeface="Bakbak One"/>
                <a:ea typeface="Bakbak One"/>
                <a:cs typeface="Bakbak One"/>
                <a:sym typeface="Bakbak One"/>
              </a:defRPr>
            </a:lvl4pPr>
            <a:lvl5pPr lvl="4" rtl="0">
              <a:lnSpc>
                <a:spcPct val="100000"/>
              </a:lnSpc>
              <a:spcBef>
                <a:spcPts val="0"/>
              </a:spcBef>
              <a:spcAft>
                <a:spcPts val="0"/>
              </a:spcAft>
              <a:buNone/>
              <a:defRPr>
                <a:solidFill>
                  <a:schemeClr val="accent2"/>
                </a:solidFill>
                <a:latin typeface="Bakbak One"/>
                <a:ea typeface="Bakbak One"/>
                <a:cs typeface="Bakbak One"/>
                <a:sym typeface="Bakbak One"/>
              </a:defRPr>
            </a:lvl5pPr>
            <a:lvl6pPr lvl="5" rtl="0">
              <a:lnSpc>
                <a:spcPct val="100000"/>
              </a:lnSpc>
              <a:spcBef>
                <a:spcPts val="0"/>
              </a:spcBef>
              <a:spcAft>
                <a:spcPts val="0"/>
              </a:spcAft>
              <a:buNone/>
              <a:defRPr>
                <a:solidFill>
                  <a:schemeClr val="accent2"/>
                </a:solidFill>
                <a:latin typeface="Bakbak One"/>
                <a:ea typeface="Bakbak One"/>
                <a:cs typeface="Bakbak One"/>
                <a:sym typeface="Bakbak One"/>
              </a:defRPr>
            </a:lvl6pPr>
            <a:lvl7pPr lvl="6" rtl="0">
              <a:lnSpc>
                <a:spcPct val="100000"/>
              </a:lnSpc>
              <a:spcBef>
                <a:spcPts val="0"/>
              </a:spcBef>
              <a:spcAft>
                <a:spcPts val="0"/>
              </a:spcAft>
              <a:buNone/>
              <a:defRPr>
                <a:solidFill>
                  <a:schemeClr val="accent2"/>
                </a:solidFill>
                <a:latin typeface="Bakbak One"/>
                <a:ea typeface="Bakbak One"/>
                <a:cs typeface="Bakbak One"/>
                <a:sym typeface="Bakbak One"/>
              </a:defRPr>
            </a:lvl7pPr>
            <a:lvl8pPr lvl="7" rtl="0">
              <a:lnSpc>
                <a:spcPct val="100000"/>
              </a:lnSpc>
              <a:spcBef>
                <a:spcPts val="0"/>
              </a:spcBef>
              <a:spcAft>
                <a:spcPts val="0"/>
              </a:spcAft>
              <a:buNone/>
              <a:defRPr>
                <a:solidFill>
                  <a:schemeClr val="accent2"/>
                </a:solidFill>
                <a:latin typeface="Bakbak One"/>
                <a:ea typeface="Bakbak One"/>
                <a:cs typeface="Bakbak One"/>
                <a:sym typeface="Bakbak One"/>
              </a:defRPr>
            </a:lvl8pPr>
            <a:lvl9pPr lvl="8" rtl="0">
              <a:lnSpc>
                <a:spcPct val="100000"/>
              </a:lnSpc>
              <a:spcBef>
                <a:spcPts val="0"/>
              </a:spcBef>
              <a:spcAft>
                <a:spcPts val="0"/>
              </a:spcAft>
              <a:buNone/>
              <a:defRPr>
                <a:solidFill>
                  <a:schemeClr val="accent2"/>
                </a:solidFill>
                <a:latin typeface="Bakbak One"/>
                <a:ea typeface="Bakbak One"/>
                <a:cs typeface="Bakbak One"/>
                <a:sym typeface="Bakbak One"/>
              </a:defRPr>
            </a:lvl9pPr>
          </a:lstStyle>
          <a:p/>
        </p:txBody>
      </p:sp>
      <p:sp>
        <p:nvSpPr>
          <p:cNvPr id="918" name="Google Shape;918;p23"/>
          <p:cNvSpPr txBox="1"/>
          <p:nvPr>
            <p:ph idx="15" type="subTitle"/>
          </p:nvPr>
        </p:nvSpPr>
        <p:spPr>
          <a:xfrm>
            <a:off x="5794475" y="3753475"/>
            <a:ext cx="22164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919" name="Google Shape;919;p23"/>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Abhaya Libre"/>
              <a:buNone/>
              <a:defRPr/>
            </a:lvl1pPr>
            <a:lvl2pPr lvl="1"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2pPr>
            <a:lvl3pPr lvl="2"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3pPr>
            <a:lvl4pPr lvl="3"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4pPr>
            <a:lvl5pPr lvl="4"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5pPr>
            <a:lvl6pPr lvl="5"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6pPr>
            <a:lvl7pPr lvl="6"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7pPr>
            <a:lvl8pPr lvl="7"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8pPr>
            <a:lvl9pPr lvl="8"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9pPr>
          </a:lstStyle>
          <a:p/>
        </p:txBody>
      </p:sp>
      <p:sp>
        <p:nvSpPr>
          <p:cNvPr id="920" name="Google Shape;920;p23"/>
          <p:cNvSpPr/>
          <p:nvPr/>
        </p:nvSpPr>
        <p:spPr>
          <a:xfrm>
            <a:off x="5288450" y="4798525"/>
            <a:ext cx="4040700" cy="576350"/>
          </a:xfrm>
          <a:custGeom>
            <a:rect b="b" l="l" r="r" t="t"/>
            <a:pathLst>
              <a:path extrusionOk="0" h="23054" w="161628">
                <a:moveTo>
                  <a:pt x="1" y="23053"/>
                </a:moveTo>
                <a:cubicBezTo>
                  <a:pt x="1" y="23053"/>
                  <a:pt x="8476" y="16056"/>
                  <a:pt x="24687" y="13830"/>
                </a:cubicBezTo>
                <a:cubicBezTo>
                  <a:pt x="40898" y="11595"/>
                  <a:pt x="49993" y="5839"/>
                  <a:pt x="59864" y="4698"/>
                </a:cubicBezTo>
                <a:cubicBezTo>
                  <a:pt x="69735" y="3558"/>
                  <a:pt x="134962" y="0"/>
                  <a:pt x="161628" y="1670"/>
                </a:cubicBezTo>
                <a:lnTo>
                  <a:pt x="161628" y="2305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 name="Google Shape;921;p23"/>
          <p:cNvGrpSpPr/>
          <p:nvPr/>
        </p:nvGrpSpPr>
        <p:grpSpPr>
          <a:xfrm flipH="1">
            <a:off x="7531699" y="3549068"/>
            <a:ext cx="1798152" cy="1952415"/>
            <a:chOff x="-2377825" y="2323013"/>
            <a:chExt cx="1980125" cy="2150000"/>
          </a:xfrm>
        </p:grpSpPr>
        <p:sp>
          <p:nvSpPr>
            <p:cNvPr id="922" name="Google Shape;922;p23"/>
            <p:cNvSpPr/>
            <p:nvPr/>
          </p:nvSpPr>
          <p:spPr>
            <a:xfrm>
              <a:off x="-1290850" y="3173013"/>
              <a:ext cx="881050" cy="1037275"/>
            </a:xfrm>
            <a:custGeom>
              <a:rect b="b" l="l" r="r" t="t"/>
              <a:pathLst>
                <a:path extrusionOk="0" h="41491" w="35242">
                  <a:moveTo>
                    <a:pt x="35242" y="0"/>
                  </a:moveTo>
                  <a:cubicBezTo>
                    <a:pt x="35242" y="0"/>
                    <a:pt x="33517" y="8129"/>
                    <a:pt x="26630" y="14715"/>
                  </a:cubicBezTo>
                  <a:cubicBezTo>
                    <a:pt x="26101" y="15217"/>
                    <a:pt x="25663" y="15801"/>
                    <a:pt x="25353" y="16430"/>
                  </a:cubicBezTo>
                  <a:cubicBezTo>
                    <a:pt x="23674" y="19915"/>
                    <a:pt x="17699" y="32012"/>
                    <a:pt x="11413" y="41490"/>
                  </a:cubicBezTo>
                  <a:lnTo>
                    <a:pt x="1" y="41490"/>
                  </a:lnTo>
                  <a:cubicBezTo>
                    <a:pt x="1" y="41490"/>
                    <a:pt x="11577" y="27049"/>
                    <a:pt x="20727" y="12854"/>
                  </a:cubicBezTo>
                  <a:cubicBezTo>
                    <a:pt x="21256" y="12042"/>
                    <a:pt x="21986" y="11331"/>
                    <a:pt x="22862" y="10774"/>
                  </a:cubicBezTo>
                  <a:cubicBezTo>
                    <a:pt x="25289" y="9251"/>
                    <a:pt x="30662" y="5538"/>
                    <a:pt x="35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3"/>
            <p:cNvSpPr/>
            <p:nvPr/>
          </p:nvSpPr>
          <p:spPr>
            <a:xfrm>
              <a:off x="-2168450" y="2842538"/>
              <a:ext cx="735775" cy="1144925"/>
            </a:xfrm>
            <a:custGeom>
              <a:rect b="b" l="l" r="r" t="t"/>
              <a:pathLst>
                <a:path extrusionOk="0" h="45797" w="29431">
                  <a:moveTo>
                    <a:pt x="29430" y="1"/>
                  </a:moveTo>
                  <a:cubicBezTo>
                    <a:pt x="29430" y="1"/>
                    <a:pt x="28801" y="8293"/>
                    <a:pt x="22844" y="15728"/>
                  </a:cubicBezTo>
                  <a:cubicBezTo>
                    <a:pt x="22388" y="16303"/>
                    <a:pt x="22032" y="16932"/>
                    <a:pt x="21813" y="17598"/>
                  </a:cubicBezTo>
                  <a:cubicBezTo>
                    <a:pt x="20609" y="21275"/>
                    <a:pt x="16284" y="34056"/>
                    <a:pt x="11313" y="44282"/>
                  </a:cubicBezTo>
                  <a:lnTo>
                    <a:pt x="0" y="45796"/>
                  </a:lnTo>
                  <a:cubicBezTo>
                    <a:pt x="0" y="45796"/>
                    <a:pt x="9561" y="29959"/>
                    <a:pt x="16750" y="14670"/>
                  </a:cubicBezTo>
                  <a:cubicBezTo>
                    <a:pt x="17160" y="13794"/>
                    <a:pt x="17790" y="12991"/>
                    <a:pt x="18593" y="12325"/>
                  </a:cubicBezTo>
                  <a:cubicBezTo>
                    <a:pt x="20800" y="10492"/>
                    <a:pt x="25626" y="6104"/>
                    <a:pt x="29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3"/>
            <p:cNvSpPr/>
            <p:nvPr/>
          </p:nvSpPr>
          <p:spPr>
            <a:xfrm>
              <a:off x="-1204875" y="3847163"/>
              <a:ext cx="807175" cy="369950"/>
            </a:xfrm>
            <a:custGeom>
              <a:rect b="b" l="l" r="r" t="t"/>
              <a:pathLst>
                <a:path extrusionOk="0" h="14798" w="32287">
                  <a:moveTo>
                    <a:pt x="32286" y="1"/>
                  </a:moveTo>
                  <a:cubicBezTo>
                    <a:pt x="32286" y="1"/>
                    <a:pt x="15482" y="3358"/>
                    <a:pt x="9461" y="6733"/>
                  </a:cubicBezTo>
                  <a:cubicBezTo>
                    <a:pt x="3440" y="10109"/>
                    <a:pt x="1" y="14798"/>
                    <a:pt x="1" y="14798"/>
                  </a:cubicBezTo>
                  <a:lnTo>
                    <a:pt x="15172" y="14798"/>
                  </a:lnTo>
                  <a:cubicBezTo>
                    <a:pt x="15172" y="14798"/>
                    <a:pt x="19067" y="6733"/>
                    <a:pt x="32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3"/>
            <p:cNvSpPr/>
            <p:nvPr/>
          </p:nvSpPr>
          <p:spPr>
            <a:xfrm>
              <a:off x="-1766825" y="3496863"/>
              <a:ext cx="594375" cy="805550"/>
            </a:xfrm>
            <a:custGeom>
              <a:rect b="b" l="l" r="r" t="t"/>
              <a:pathLst>
                <a:path extrusionOk="0" h="32222" w="23775">
                  <a:moveTo>
                    <a:pt x="1" y="32222"/>
                  </a:moveTo>
                  <a:cubicBezTo>
                    <a:pt x="1" y="32222"/>
                    <a:pt x="15983" y="29558"/>
                    <a:pt x="23774" y="1"/>
                  </a:cubicBezTo>
                  <a:cubicBezTo>
                    <a:pt x="23774" y="1"/>
                    <a:pt x="1150" y="14232"/>
                    <a:pt x="1" y="322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3"/>
            <p:cNvSpPr/>
            <p:nvPr/>
          </p:nvSpPr>
          <p:spPr>
            <a:xfrm>
              <a:off x="-1935825" y="2842538"/>
              <a:ext cx="349425" cy="1400350"/>
            </a:xfrm>
            <a:custGeom>
              <a:rect b="b" l="l" r="r" t="t"/>
              <a:pathLst>
                <a:path extrusionOk="0" h="56014" w="13977">
                  <a:moveTo>
                    <a:pt x="876" y="56014"/>
                  </a:moveTo>
                  <a:cubicBezTo>
                    <a:pt x="9096" y="39119"/>
                    <a:pt x="11970" y="24805"/>
                    <a:pt x="12937" y="15774"/>
                  </a:cubicBezTo>
                  <a:cubicBezTo>
                    <a:pt x="13977" y="5967"/>
                    <a:pt x="13083" y="247"/>
                    <a:pt x="13046" y="1"/>
                  </a:cubicBezTo>
                  <a:lnTo>
                    <a:pt x="12079" y="156"/>
                  </a:lnTo>
                  <a:cubicBezTo>
                    <a:pt x="12088" y="220"/>
                    <a:pt x="13000" y="6022"/>
                    <a:pt x="11960" y="15719"/>
                  </a:cubicBezTo>
                  <a:cubicBezTo>
                    <a:pt x="11003" y="24659"/>
                    <a:pt x="8156" y="38836"/>
                    <a:pt x="1" y="5558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3"/>
            <p:cNvSpPr/>
            <p:nvPr/>
          </p:nvSpPr>
          <p:spPr>
            <a:xfrm>
              <a:off x="-1700225" y="2323013"/>
              <a:ext cx="64325" cy="104025"/>
            </a:xfrm>
            <a:custGeom>
              <a:rect b="b" l="l" r="r" t="t"/>
              <a:pathLst>
                <a:path extrusionOk="0" h="4161" w="2573">
                  <a:moveTo>
                    <a:pt x="1496" y="4096"/>
                  </a:moveTo>
                  <a:lnTo>
                    <a:pt x="1496" y="4096"/>
                  </a:lnTo>
                  <a:cubicBezTo>
                    <a:pt x="867" y="4160"/>
                    <a:pt x="311" y="3713"/>
                    <a:pt x="247" y="3084"/>
                  </a:cubicBezTo>
                  <a:lnTo>
                    <a:pt x="64" y="1314"/>
                  </a:lnTo>
                  <a:cubicBezTo>
                    <a:pt x="0" y="684"/>
                    <a:pt x="447" y="128"/>
                    <a:pt x="1077" y="64"/>
                  </a:cubicBezTo>
                  <a:cubicBezTo>
                    <a:pt x="1697" y="0"/>
                    <a:pt x="2254" y="456"/>
                    <a:pt x="2318" y="1077"/>
                  </a:cubicBezTo>
                  <a:lnTo>
                    <a:pt x="2509" y="2856"/>
                  </a:lnTo>
                  <a:cubicBezTo>
                    <a:pt x="2573" y="3476"/>
                    <a:pt x="2117" y="4032"/>
                    <a:pt x="1496" y="40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3"/>
            <p:cNvSpPr/>
            <p:nvPr/>
          </p:nvSpPr>
          <p:spPr>
            <a:xfrm>
              <a:off x="-1778000" y="2389838"/>
              <a:ext cx="277125" cy="525950"/>
            </a:xfrm>
            <a:custGeom>
              <a:rect b="b" l="l" r="r" t="t"/>
              <a:pathLst>
                <a:path extrusionOk="0" h="21038" w="11085">
                  <a:moveTo>
                    <a:pt x="6605" y="20772"/>
                  </a:moveTo>
                  <a:lnTo>
                    <a:pt x="6605" y="20772"/>
                  </a:lnTo>
                  <a:cubicBezTo>
                    <a:pt x="4005" y="21037"/>
                    <a:pt x="1688" y="19149"/>
                    <a:pt x="1424" y="16558"/>
                  </a:cubicBezTo>
                  <a:lnTo>
                    <a:pt x="274" y="5456"/>
                  </a:lnTo>
                  <a:cubicBezTo>
                    <a:pt x="1" y="2856"/>
                    <a:pt x="1889" y="538"/>
                    <a:pt x="4480" y="274"/>
                  </a:cubicBezTo>
                  <a:lnTo>
                    <a:pt x="4480" y="274"/>
                  </a:lnTo>
                  <a:cubicBezTo>
                    <a:pt x="7080" y="0"/>
                    <a:pt x="9397" y="1889"/>
                    <a:pt x="9671" y="4479"/>
                  </a:cubicBezTo>
                  <a:lnTo>
                    <a:pt x="10811" y="15591"/>
                  </a:lnTo>
                  <a:cubicBezTo>
                    <a:pt x="11085" y="18182"/>
                    <a:pt x="9196" y="20499"/>
                    <a:pt x="6605" y="207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3"/>
            <p:cNvSpPr/>
            <p:nvPr/>
          </p:nvSpPr>
          <p:spPr>
            <a:xfrm>
              <a:off x="-1813125" y="2385963"/>
              <a:ext cx="277125" cy="525925"/>
            </a:xfrm>
            <a:custGeom>
              <a:rect b="b" l="l" r="r" t="t"/>
              <a:pathLst>
                <a:path extrusionOk="0" h="21037" w="11085">
                  <a:moveTo>
                    <a:pt x="6605" y="20772"/>
                  </a:moveTo>
                  <a:lnTo>
                    <a:pt x="6605" y="20772"/>
                  </a:lnTo>
                  <a:cubicBezTo>
                    <a:pt x="4005" y="21037"/>
                    <a:pt x="1688" y="19158"/>
                    <a:pt x="1415" y="16558"/>
                  </a:cubicBezTo>
                  <a:lnTo>
                    <a:pt x="274" y="5455"/>
                  </a:lnTo>
                  <a:cubicBezTo>
                    <a:pt x="1" y="2865"/>
                    <a:pt x="1889" y="538"/>
                    <a:pt x="4480" y="274"/>
                  </a:cubicBezTo>
                  <a:lnTo>
                    <a:pt x="4480" y="274"/>
                  </a:lnTo>
                  <a:cubicBezTo>
                    <a:pt x="7080" y="0"/>
                    <a:pt x="9397" y="1888"/>
                    <a:pt x="9662" y="4488"/>
                  </a:cubicBezTo>
                  <a:lnTo>
                    <a:pt x="10811" y="15591"/>
                  </a:lnTo>
                  <a:cubicBezTo>
                    <a:pt x="11085" y="18182"/>
                    <a:pt x="9196" y="20508"/>
                    <a:pt x="6605" y="207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3"/>
            <p:cNvSpPr/>
            <p:nvPr/>
          </p:nvSpPr>
          <p:spPr>
            <a:xfrm>
              <a:off x="-2089075" y="3326263"/>
              <a:ext cx="531175" cy="998050"/>
            </a:xfrm>
            <a:custGeom>
              <a:rect b="b" l="l" r="r" t="t"/>
              <a:pathLst>
                <a:path extrusionOk="0" h="39922" w="21247">
                  <a:moveTo>
                    <a:pt x="10884" y="39922"/>
                  </a:moveTo>
                  <a:cubicBezTo>
                    <a:pt x="10884" y="39922"/>
                    <a:pt x="21247" y="27469"/>
                    <a:pt x="7837" y="1"/>
                  </a:cubicBezTo>
                  <a:cubicBezTo>
                    <a:pt x="7837" y="1"/>
                    <a:pt x="0" y="25553"/>
                    <a:pt x="10884" y="399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3"/>
            <p:cNvSpPr/>
            <p:nvPr/>
          </p:nvSpPr>
          <p:spPr>
            <a:xfrm>
              <a:off x="-1698850" y="3137213"/>
              <a:ext cx="374275" cy="1031100"/>
            </a:xfrm>
            <a:custGeom>
              <a:rect b="b" l="l" r="r" t="t"/>
              <a:pathLst>
                <a:path extrusionOk="0" h="41244" w="14971">
                  <a:moveTo>
                    <a:pt x="967" y="41244"/>
                  </a:moveTo>
                  <a:cubicBezTo>
                    <a:pt x="3604" y="13976"/>
                    <a:pt x="14852" y="766"/>
                    <a:pt x="14970" y="639"/>
                  </a:cubicBezTo>
                  <a:lnTo>
                    <a:pt x="14232" y="0"/>
                  </a:lnTo>
                  <a:cubicBezTo>
                    <a:pt x="14113" y="137"/>
                    <a:pt x="11294" y="3412"/>
                    <a:pt x="8110" y="10145"/>
                  </a:cubicBezTo>
                  <a:cubicBezTo>
                    <a:pt x="5173" y="16348"/>
                    <a:pt x="1387" y="26748"/>
                    <a:pt x="0" y="411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3"/>
            <p:cNvSpPr/>
            <p:nvPr/>
          </p:nvSpPr>
          <p:spPr>
            <a:xfrm>
              <a:off x="-1136450" y="2680613"/>
              <a:ext cx="87150" cy="103575"/>
            </a:xfrm>
            <a:custGeom>
              <a:rect b="b" l="l" r="r" t="t"/>
              <a:pathLst>
                <a:path extrusionOk="0" h="4143" w="3486">
                  <a:moveTo>
                    <a:pt x="730" y="3823"/>
                  </a:moveTo>
                  <a:lnTo>
                    <a:pt x="730" y="3823"/>
                  </a:lnTo>
                  <a:cubicBezTo>
                    <a:pt x="1278" y="4142"/>
                    <a:pt x="1971" y="3951"/>
                    <a:pt x="2281" y="3412"/>
                  </a:cubicBezTo>
                  <a:lnTo>
                    <a:pt x="3175" y="1862"/>
                  </a:lnTo>
                  <a:cubicBezTo>
                    <a:pt x="3486" y="1323"/>
                    <a:pt x="3303" y="630"/>
                    <a:pt x="2756" y="311"/>
                  </a:cubicBezTo>
                  <a:cubicBezTo>
                    <a:pt x="2217" y="1"/>
                    <a:pt x="1524" y="183"/>
                    <a:pt x="1205" y="730"/>
                  </a:cubicBezTo>
                  <a:lnTo>
                    <a:pt x="320" y="2272"/>
                  </a:lnTo>
                  <a:cubicBezTo>
                    <a:pt x="1" y="2819"/>
                    <a:pt x="192" y="3513"/>
                    <a:pt x="730" y="38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3"/>
            <p:cNvSpPr/>
            <p:nvPr/>
          </p:nvSpPr>
          <p:spPr>
            <a:xfrm>
              <a:off x="-1437050" y="2718463"/>
              <a:ext cx="409200" cy="511600"/>
            </a:xfrm>
            <a:custGeom>
              <a:rect b="b" l="l" r="r" t="t"/>
              <a:pathLst>
                <a:path extrusionOk="0" h="20464" w="16368">
                  <a:moveTo>
                    <a:pt x="3030" y="19159"/>
                  </a:moveTo>
                  <a:lnTo>
                    <a:pt x="3030" y="19159"/>
                  </a:lnTo>
                  <a:cubicBezTo>
                    <a:pt x="5292" y="20463"/>
                    <a:pt x="8175" y="19688"/>
                    <a:pt x="9479" y="17425"/>
                  </a:cubicBezTo>
                  <a:lnTo>
                    <a:pt x="15063" y="7755"/>
                  </a:lnTo>
                  <a:cubicBezTo>
                    <a:pt x="16367" y="5502"/>
                    <a:pt x="15592" y="2610"/>
                    <a:pt x="13338" y="1305"/>
                  </a:cubicBezTo>
                  <a:lnTo>
                    <a:pt x="13338" y="1305"/>
                  </a:lnTo>
                  <a:cubicBezTo>
                    <a:pt x="11076" y="1"/>
                    <a:pt x="8193" y="776"/>
                    <a:pt x="6889" y="3039"/>
                  </a:cubicBezTo>
                  <a:lnTo>
                    <a:pt x="1306" y="12700"/>
                  </a:lnTo>
                  <a:cubicBezTo>
                    <a:pt x="1" y="14962"/>
                    <a:pt x="776" y="17854"/>
                    <a:pt x="3030" y="191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3"/>
            <p:cNvSpPr/>
            <p:nvPr/>
          </p:nvSpPr>
          <p:spPr>
            <a:xfrm>
              <a:off x="-1464400" y="2681988"/>
              <a:ext cx="409175" cy="511575"/>
            </a:xfrm>
            <a:custGeom>
              <a:rect b="b" l="l" r="r" t="t"/>
              <a:pathLst>
                <a:path extrusionOk="0" h="20463" w="16367">
                  <a:moveTo>
                    <a:pt x="3029" y="19158"/>
                  </a:moveTo>
                  <a:lnTo>
                    <a:pt x="3029" y="19158"/>
                  </a:lnTo>
                  <a:cubicBezTo>
                    <a:pt x="5291" y="20462"/>
                    <a:pt x="8183" y="19687"/>
                    <a:pt x="9479" y="17425"/>
                  </a:cubicBezTo>
                  <a:lnTo>
                    <a:pt x="15062" y="7764"/>
                  </a:lnTo>
                  <a:cubicBezTo>
                    <a:pt x="16366" y="5501"/>
                    <a:pt x="15591" y="2609"/>
                    <a:pt x="13338" y="1305"/>
                  </a:cubicBezTo>
                  <a:lnTo>
                    <a:pt x="13338" y="1305"/>
                  </a:lnTo>
                  <a:cubicBezTo>
                    <a:pt x="11075" y="0"/>
                    <a:pt x="8192" y="776"/>
                    <a:pt x="6888" y="3038"/>
                  </a:cubicBezTo>
                  <a:lnTo>
                    <a:pt x="1305" y="12708"/>
                  </a:lnTo>
                  <a:cubicBezTo>
                    <a:pt x="0" y="14961"/>
                    <a:pt x="776" y="17853"/>
                    <a:pt x="3029" y="1915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3"/>
            <p:cNvSpPr/>
            <p:nvPr/>
          </p:nvSpPr>
          <p:spPr>
            <a:xfrm>
              <a:off x="-1591450" y="3526738"/>
              <a:ext cx="565175" cy="946275"/>
            </a:xfrm>
            <a:custGeom>
              <a:rect b="b" l="l" r="r" t="t"/>
              <a:pathLst>
                <a:path extrusionOk="0" h="37851" w="22607">
                  <a:moveTo>
                    <a:pt x="931" y="37851"/>
                  </a:moveTo>
                  <a:cubicBezTo>
                    <a:pt x="8850" y="11623"/>
                    <a:pt x="22470" y="876"/>
                    <a:pt x="22607" y="767"/>
                  </a:cubicBezTo>
                  <a:lnTo>
                    <a:pt x="22014" y="1"/>
                  </a:lnTo>
                  <a:cubicBezTo>
                    <a:pt x="21868" y="110"/>
                    <a:pt x="18465" y="2765"/>
                    <a:pt x="14022" y="8749"/>
                  </a:cubicBezTo>
                  <a:cubicBezTo>
                    <a:pt x="9936" y="14250"/>
                    <a:pt x="4188" y="23720"/>
                    <a:pt x="1" y="375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3"/>
            <p:cNvSpPr/>
            <p:nvPr/>
          </p:nvSpPr>
          <p:spPr>
            <a:xfrm>
              <a:off x="-762875" y="3130138"/>
              <a:ext cx="92850" cy="96950"/>
            </a:xfrm>
            <a:custGeom>
              <a:rect b="b" l="l" r="r" t="t"/>
              <a:pathLst>
                <a:path extrusionOk="0" h="3878" w="3714">
                  <a:moveTo>
                    <a:pt x="521" y="3467"/>
                  </a:moveTo>
                  <a:lnTo>
                    <a:pt x="521" y="3467"/>
                  </a:lnTo>
                  <a:cubicBezTo>
                    <a:pt x="995" y="3877"/>
                    <a:pt x="1707" y="3832"/>
                    <a:pt x="2126" y="3357"/>
                  </a:cubicBezTo>
                  <a:lnTo>
                    <a:pt x="3303" y="2016"/>
                  </a:lnTo>
                  <a:cubicBezTo>
                    <a:pt x="3714" y="1551"/>
                    <a:pt x="3668" y="830"/>
                    <a:pt x="3194" y="420"/>
                  </a:cubicBezTo>
                  <a:cubicBezTo>
                    <a:pt x="2728" y="0"/>
                    <a:pt x="2008" y="46"/>
                    <a:pt x="1597" y="520"/>
                  </a:cubicBezTo>
                  <a:lnTo>
                    <a:pt x="420" y="1861"/>
                  </a:lnTo>
                  <a:cubicBezTo>
                    <a:pt x="1" y="2336"/>
                    <a:pt x="46" y="3047"/>
                    <a:pt x="521" y="34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3"/>
            <p:cNvSpPr/>
            <p:nvPr/>
          </p:nvSpPr>
          <p:spPr>
            <a:xfrm>
              <a:off x="-1124575" y="3151788"/>
              <a:ext cx="447700" cy="473275"/>
            </a:xfrm>
            <a:custGeom>
              <a:rect b="b" l="l" r="r" t="t"/>
              <a:pathLst>
                <a:path extrusionOk="0" h="18931" w="17908">
                  <a:moveTo>
                    <a:pt x="2153" y="17206"/>
                  </a:moveTo>
                  <a:lnTo>
                    <a:pt x="2153" y="17206"/>
                  </a:lnTo>
                  <a:cubicBezTo>
                    <a:pt x="4114" y="18930"/>
                    <a:pt x="7097" y="18739"/>
                    <a:pt x="8822" y="16778"/>
                  </a:cubicBezTo>
                  <a:lnTo>
                    <a:pt x="16184" y="8394"/>
                  </a:lnTo>
                  <a:cubicBezTo>
                    <a:pt x="17908" y="6432"/>
                    <a:pt x="17716" y="3449"/>
                    <a:pt x="15755" y="1725"/>
                  </a:cubicBezTo>
                  <a:lnTo>
                    <a:pt x="15755" y="1725"/>
                  </a:lnTo>
                  <a:cubicBezTo>
                    <a:pt x="13794" y="1"/>
                    <a:pt x="10810" y="202"/>
                    <a:pt x="9086" y="2154"/>
                  </a:cubicBezTo>
                  <a:lnTo>
                    <a:pt x="1724" y="10547"/>
                  </a:lnTo>
                  <a:cubicBezTo>
                    <a:pt x="0" y="12508"/>
                    <a:pt x="192" y="15491"/>
                    <a:pt x="2153" y="172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3"/>
            <p:cNvSpPr/>
            <p:nvPr/>
          </p:nvSpPr>
          <p:spPr>
            <a:xfrm>
              <a:off x="-1144200" y="3110738"/>
              <a:ext cx="447725" cy="473275"/>
            </a:xfrm>
            <a:custGeom>
              <a:rect b="b" l="l" r="r" t="t"/>
              <a:pathLst>
                <a:path extrusionOk="0" h="18931" w="17909">
                  <a:moveTo>
                    <a:pt x="2153" y="17206"/>
                  </a:moveTo>
                  <a:lnTo>
                    <a:pt x="2153" y="17206"/>
                  </a:lnTo>
                  <a:cubicBezTo>
                    <a:pt x="4115" y="18930"/>
                    <a:pt x="7098" y="18739"/>
                    <a:pt x="8813" y="16777"/>
                  </a:cubicBezTo>
                  <a:lnTo>
                    <a:pt x="16184" y="8394"/>
                  </a:lnTo>
                  <a:cubicBezTo>
                    <a:pt x="17908" y="6432"/>
                    <a:pt x="17708" y="3449"/>
                    <a:pt x="15755" y="1725"/>
                  </a:cubicBezTo>
                  <a:lnTo>
                    <a:pt x="15755" y="1725"/>
                  </a:lnTo>
                  <a:cubicBezTo>
                    <a:pt x="13794" y="1"/>
                    <a:pt x="10811" y="192"/>
                    <a:pt x="9087" y="2154"/>
                  </a:cubicBezTo>
                  <a:lnTo>
                    <a:pt x="1716" y="10547"/>
                  </a:lnTo>
                  <a:cubicBezTo>
                    <a:pt x="0" y="12508"/>
                    <a:pt x="192" y="15491"/>
                    <a:pt x="2153" y="172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3"/>
            <p:cNvSpPr/>
            <p:nvPr/>
          </p:nvSpPr>
          <p:spPr>
            <a:xfrm>
              <a:off x="-2377825" y="3001288"/>
              <a:ext cx="685375" cy="564700"/>
            </a:xfrm>
            <a:custGeom>
              <a:rect b="b" l="l" r="r" t="t"/>
              <a:pathLst>
                <a:path extrusionOk="0" h="22588" w="27415">
                  <a:moveTo>
                    <a:pt x="27415" y="0"/>
                  </a:moveTo>
                  <a:cubicBezTo>
                    <a:pt x="27415" y="0"/>
                    <a:pt x="12034" y="7554"/>
                    <a:pt x="7080" y="12361"/>
                  </a:cubicBezTo>
                  <a:cubicBezTo>
                    <a:pt x="2126" y="17169"/>
                    <a:pt x="1" y="22588"/>
                    <a:pt x="1" y="22588"/>
                  </a:cubicBezTo>
                  <a:lnTo>
                    <a:pt x="14661" y="18692"/>
                  </a:lnTo>
                  <a:cubicBezTo>
                    <a:pt x="14661" y="18692"/>
                    <a:pt x="16358" y="9898"/>
                    <a:pt x="27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3"/>
            <p:cNvSpPr/>
            <p:nvPr/>
          </p:nvSpPr>
          <p:spPr>
            <a:xfrm>
              <a:off x="-702900" y="4070213"/>
              <a:ext cx="161050" cy="146900"/>
            </a:xfrm>
            <a:custGeom>
              <a:rect b="b" l="l" r="r" t="t"/>
              <a:pathLst>
                <a:path extrusionOk="0" h="5876" w="6442">
                  <a:moveTo>
                    <a:pt x="1" y="5876"/>
                  </a:moveTo>
                  <a:cubicBezTo>
                    <a:pt x="1" y="5876"/>
                    <a:pt x="4617" y="4015"/>
                    <a:pt x="6323" y="1"/>
                  </a:cubicBezTo>
                  <a:cubicBezTo>
                    <a:pt x="6323" y="1"/>
                    <a:pt x="6442" y="3969"/>
                    <a:pt x="4745" y="58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3"/>
            <p:cNvSpPr/>
            <p:nvPr/>
          </p:nvSpPr>
          <p:spPr>
            <a:xfrm>
              <a:off x="-1483575" y="4070213"/>
              <a:ext cx="161275" cy="146900"/>
            </a:xfrm>
            <a:custGeom>
              <a:rect b="b" l="l" r="r" t="t"/>
              <a:pathLst>
                <a:path extrusionOk="0" h="5876" w="6451">
                  <a:moveTo>
                    <a:pt x="1" y="5876"/>
                  </a:moveTo>
                  <a:cubicBezTo>
                    <a:pt x="1" y="5876"/>
                    <a:pt x="4626" y="4015"/>
                    <a:pt x="6332" y="1"/>
                  </a:cubicBezTo>
                  <a:cubicBezTo>
                    <a:pt x="6332" y="1"/>
                    <a:pt x="6451" y="3969"/>
                    <a:pt x="4745" y="58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 name="Google Shape;942;p23"/>
          <p:cNvSpPr/>
          <p:nvPr/>
        </p:nvSpPr>
        <p:spPr>
          <a:xfrm flipH="1" rot="-2231248">
            <a:off x="6415368" y="2973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2_3">
    <p:spTree>
      <p:nvGrpSpPr>
        <p:cNvPr id="943" name="Shape 943"/>
        <p:cNvGrpSpPr/>
        <p:nvPr/>
      </p:nvGrpSpPr>
      <p:grpSpPr>
        <a:xfrm>
          <a:off x="0" y="0"/>
          <a:ext cx="0" cy="0"/>
          <a:chOff x="0" y="0"/>
          <a:chExt cx="0" cy="0"/>
        </a:xfrm>
      </p:grpSpPr>
      <p:sp>
        <p:nvSpPr>
          <p:cNvPr id="944" name="Google Shape;944;p24"/>
          <p:cNvSpPr txBox="1"/>
          <p:nvPr>
            <p:ph idx="1" type="subTitle"/>
          </p:nvPr>
        </p:nvSpPr>
        <p:spPr>
          <a:xfrm>
            <a:off x="5161075" y="1675525"/>
            <a:ext cx="3269700" cy="1017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400"/>
            </a:lvl1pPr>
            <a:lvl2pPr lvl="1" rtl="0" algn="r">
              <a:spcBef>
                <a:spcPts val="0"/>
              </a:spcBef>
              <a:spcAft>
                <a:spcPts val="0"/>
              </a:spcAft>
              <a:buNone/>
              <a:defRPr sz="1400"/>
            </a:lvl2pPr>
            <a:lvl3pPr lvl="2" rtl="0" algn="r">
              <a:spcBef>
                <a:spcPts val="0"/>
              </a:spcBef>
              <a:spcAft>
                <a:spcPts val="0"/>
              </a:spcAft>
              <a:buNone/>
              <a:defRPr sz="1400"/>
            </a:lvl3pPr>
            <a:lvl4pPr lvl="3" rtl="0" algn="r">
              <a:spcBef>
                <a:spcPts val="0"/>
              </a:spcBef>
              <a:spcAft>
                <a:spcPts val="0"/>
              </a:spcAft>
              <a:buNone/>
              <a:defRPr sz="1400"/>
            </a:lvl4pPr>
            <a:lvl5pPr lvl="4" rtl="0" algn="r">
              <a:spcBef>
                <a:spcPts val="0"/>
              </a:spcBef>
              <a:spcAft>
                <a:spcPts val="0"/>
              </a:spcAft>
              <a:buNone/>
              <a:defRPr sz="1400"/>
            </a:lvl5pPr>
            <a:lvl6pPr lvl="5" rtl="0" algn="r">
              <a:spcBef>
                <a:spcPts val="0"/>
              </a:spcBef>
              <a:spcAft>
                <a:spcPts val="0"/>
              </a:spcAft>
              <a:buNone/>
              <a:defRPr sz="1400"/>
            </a:lvl6pPr>
            <a:lvl7pPr lvl="6" rtl="0" algn="r">
              <a:spcBef>
                <a:spcPts val="0"/>
              </a:spcBef>
              <a:spcAft>
                <a:spcPts val="0"/>
              </a:spcAft>
              <a:buNone/>
              <a:defRPr sz="1400"/>
            </a:lvl7pPr>
            <a:lvl8pPr lvl="7" rtl="0" algn="r">
              <a:spcBef>
                <a:spcPts val="0"/>
              </a:spcBef>
              <a:spcAft>
                <a:spcPts val="0"/>
              </a:spcAft>
              <a:buNone/>
              <a:defRPr sz="1400"/>
            </a:lvl8pPr>
            <a:lvl9pPr lvl="8" rtl="0" algn="r">
              <a:spcBef>
                <a:spcPts val="0"/>
              </a:spcBef>
              <a:spcAft>
                <a:spcPts val="0"/>
              </a:spcAft>
              <a:buNone/>
              <a:defRPr sz="1400"/>
            </a:lvl9pPr>
          </a:lstStyle>
          <a:p/>
        </p:txBody>
      </p:sp>
      <p:sp>
        <p:nvSpPr>
          <p:cNvPr id="945" name="Google Shape;945;p24"/>
          <p:cNvSpPr txBox="1"/>
          <p:nvPr>
            <p:ph type="title"/>
          </p:nvPr>
        </p:nvSpPr>
        <p:spPr>
          <a:xfrm>
            <a:off x="5161075" y="539500"/>
            <a:ext cx="3269700" cy="1095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5000"/>
              <a:buNone/>
              <a:defRPr sz="6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46" name="Google Shape;946;p24"/>
          <p:cNvSpPr/>
          <p:nvPr/>
        </p:nvSpPr>
        <p:spPr>
          <a:xfrm flipH="1" rot="-2231248">
            <a:off x="8539843" y="2534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4"/>
          <p:cNvSpPr txBox="1"/>
          <p:nvPr/>
        </p:nvSpPr>
        <p:spPr>
          <a:xfrm>
            <a:off x="5161075" y="3491000"/>
            <a:ext cx="3269700" cy="6597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300"/>
              </a:spcBef>
              <a:spcAft>
                <a:spcPts val="0"/>
              </a:spcAft>
              <a:buNone/>
            </a:pPr>
            <a:r>
              <a:rPr lang="en" sz="1200">
                <a:solidFill>
                  <a:schemeClr val="dk1"/>
                </a:solidFill>
                <a:latin typeface="Abel"/>
                <a:ea typeface="Abel"/>
                <a:cs typeface="Abel"/>
                <a:sym typeface="Abel"/>
              </a:rPr>
              <a:t>CREDITS: This presentation template was created by </a:t>
            </a:r>
            <a:r>
              <a:rPr lang="en" sz="1200">
                <a:solidFill>
                  <a:schemeClr val="dk1"/>
                </a:solidFill>
                <a:uFill>
                  <a:noFill/>
                </a:uFill>
                <a:latin typeface="Abel"/>
                <a:ea typeface="Abel"/>
                <a:cs typeface="Abel"/>
                <a:sym typeface="Abel"/>
                <a:hlinkClick r:id="rId2">
                  <a:extLst>
                    <a:ext uri="{A12FA001-AC4F-418D-AE19-62706E023703}">
                      <ahyp:hlinkClr val="tx"/>
                    </a:ext>
                  </a:extLst>
                </a:hlinkClick>
              </a:rPr>
              <a:t>Slidesgo</a:t>
            </a:r>
            <a:r>
              <a:rPr lang="en" sz="1200">
                <a:solidFill>
                  <a:schemeClr val="dk1"/>
                </a:solidFill>
                <a:latin typeface="Abel"/>
                <a:ea typeface="Abel"/>
                <a:cs typeface="Abel"/>
                <a:sym typeface="Abel"/>
              </a:rPr>
              <a:t>, including icons by </a:t>
            </a:r>
            <a:r>
              <a:rPr lang="en" sz="1200">
                <a:solidFill>
                  <a:schemeClr val="dk1"/>
                </a:solidFill>
                <a:uFill>
                  <a:noFill/>
                </a:uFill>
                <a:latin typeface="Abel"/>
                <a:ea typeface="Abel"/>
                <a:cs typeface="Abel"/>
                <a:sym typeface="Abel"/>
                <a:hlinkClick r:id="rId3">
                  <a:extLst>
                    <a:ext uri="{A12FA001-AC4F-418D-AE19-62706E023703}">
                      <ahyp:hlinkClr val="tx"/>
                    </a:ext>
                  </a:extLst>
                </a:hlinkClick>
              </a:rPr>
              <a:t>Flaticon</a:t>
            </a:r>
            <a:r>
              <a:rPr lang="en" sz="1200">
                <a:solidFill>
                  <a:schemeClr val="dk1"/>
                </a:solidFill>
                <a:latin typeface="Abel"/>
                <a:ea typeface="Abel"/>
                <a:cs typeface="Abel"/>
                <a:sym typeface="Abel"/>
              </a:rPr>
              <a:t>, and infographics &amp; images by </a:t>
            </a:r>
            <a:r>
              <a:rPr lang="en" sz="1200">
                <a:solidFill>
                  <a:schemeClr val="dk1"/>
                </a:solidFill>
                <a:uFill>
                  <a:noFill/>
                </a:uFill>
                <a:latin typeface="Abel"/>
                <a:ea typeface="Abel"/>
                <a:cs typeface="Abel"/>
                <a:sym typeface="Abel"/>
                <a:hlinkClick r:id="rId4">
                  <a:extLst>
                    <a:ext uri="{A12FA001-AC4F-418D-AE19-62706E023703}">
                      <ahyp:hlinkClr val="tx"/>
                    </a:ext>
                  </a:extLst>
                </a:hlinkClick>
              </a:rPr>
              <a:t>Freepik</a:t>
            </a:r>
            <a:endParaRPr sz="1200">
              <a:solidFill>
                <a:schemeClr val="dk1"/>
              </a:solidFill>
              <a:latin typeface="Abel"/>
              <a:ea typeface="Abel"/>
              <a:cs typeface="Abel"/>
              <a:sym typeface="Abel"/>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4">
    <p:spTree>
      <p:nvGrpSpPr>
        <p:cNvPr id="948" name="Shape 948"/>
        <p:cNvGrpSpPr/>
        <p:nvPr/>
      </p:nvGrpSpPr>
      <p:grpSpPr>
        <a:xfrm>
          <a:off x="0" y="0"/>
          <a:ext cx="0" cy="0"/>
          <a:chOff x="0" y="0"/>
          <a:chExt cx="0" cy="0"/>
        </a:xfrm>
      </p:grpSpPr>
      <p:sp>
        <p:nvSpPr>
          <p:cNvPr id="949" name="Google Shape;949;p25"/>
          <p:cNvSpPr/>
          <p:nvPr/>
        </p:nvSpPr>
        <p:spPr>
          <a:xfrm>
            <a:off x="7789950" y="192988"/>
            <a:ext cx="883583" cy="883564"/>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5"/>
          <p:cNvSpPr/>
          <p:nvPr/>
        </p:nvSpPr>
        <p:spPr>
          <a:xfrm>
            <a:off x="5978300" y="3700350"/>
            <a:ext cx="6828950" cy="1443150"/>
          </a:xfrm>
          <a:custGeom>
            <a:rect b="b" l="l" r="r" t="t"/>
            <a:pathLst>
              <a:path extrusionOk="0" h="57726" w="273158">
                <a:moveTo>
                  <a:pt x="119043" y="0"/>
                </a:moveTo>
                <a:cubicBezTo>
                  <a:pt x="118808" y="0"/>
                  <a:pt x="118606" y="15"/>
                  <a:pt x="118436" y="44"/>
                </a:cubicBezTo>
                <a:cubicBezTo>
                  <a:pt x="114815" y="687"/>
                  <a:pt x="1" y="57726"/>
                  <a:pt x="1" y="57726"/>
                </a:cubicBezTo>
                <a:lnTo>
                  <a:pt x="273157" y="57726"/>
                </a:lnTo>
                <a:cubicBezTo>
                  <a:pt x="273157" y="57726"/>
                  <a:pt x="133756" y="0"/>
                  <a:pt x="119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5"/>
          <p:cNvSpPr/>
          <p:nvPr/>
        </p:nvSpPr>
        <p:spPr>
          <a:xfrm>
            <a:off x="3757675" y="4322675"/>
            <a:ext cx="4251675" cy="820825"/>
          </a:xfrm>
          <a:custGeom>
            <a:rect b="b" l="l" r="r" t="t"/>
            <a:pathLst>
              <a:path extrusionOk="0" h="32833" w="170067">
                <a:moveTo>
                  <a:pt x="74126" y="0"/>
                </a:moveTo>
                <a:cubicBezTo>
                  <a:pt x="73980" y="0"/>
                  <a:pt x="73854" y="9"/>
                  <a:pt x="73748" y="26"/>
                </a:cubicBezTo>
                <a:cubicBezTo>
                  <a:pt x="71475" y="386"/>
                  <a:pt x="0" y="32832"/>
                  <a:pt x="0" y="32832"/>
                </a:cubicBezTo>
                <a:lnTo>
                  <a:pt x="170067" y="32832"/>
                </a:lnTo>
                <a:cubicBezTo>
                  <a:pt x="170067" y="32832"/>
                  <a:pt x="83280" y="0"/>
                  <a:pt x="741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5"/>
          <p:cNvSpPr/>
          <p:nvPr/>
        </p:nvSpPr>
        <p:spPr>
          <a:xfrm>
            <a:off x="-1555800" y="4086600"/>
            <a:ext cx="5473875" cy="1056900"/>
          </a:xfrm>
          <a:custGeom>
            <a:rect b="b" l="l" r="r" t="t"/>
            <a:pathLst>
              <a:path extrusionOk="0" h="42276" w="218955">
                <a:moveTo>
                  <a:pt x="95422" y="1"/>
                </a:moveTo>
                <a:cubicBezTo>
                  <a:pt x="95236" y="1"/>
                  <a:pt x="95075" y="11"/>
                  <a:pt x="94940" y="33"/>
                </a:cubicBezTo>
                <a:cubicBezTo>
                  <a:pt x="92024" y="503"/>
                  <a:pt x="0" y="42275"/>
                  <a:pt x="0" y="42275"/>
                </a:cubicBezTo>
                <a:lnTo>
                  <a:pt x="218955" y="42275"/>
                </a:lnTo>
                <a:cubicBezTo>
                  <a:pt x="218955" y="42275"/>
                  <a:pt x="107185" y="1"/>
                  <a:pt x="954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 name="Google Shape;953;p25"/>
          <p:cNvGrpSpPr/>
          <p:nvPr/>
        </p:nvGrpSpPr>
        <p:grpSpPr>
          <a:xfrm>
            <a:off x="-139347" y="3868275"/>
            <a:ext cx="9276783" cy="1398672"/>
            <a:chOff x="-139347" y="3868275"/>
            <a:chExt cx="9276783" cy="1398672"/>
          </a:xfrm>
        </p:grpSpPr>
        <p:sp>
          <p:nvSpPr>
            <p:cNvPr id="954" name="Google Shape;954;p25"/>
            <p:cNvSpPr/>
            <p:nvPr/>
          </p:nvSpPr>
          <p:spPr>
            <a:xfrm flipH="1">
              <a:off x="-139347" y="4015425"/>
              <a:ext cx="9276772" cy="548850"/>
            </a:xfrm>
            <a:custGeom>
              <a:rect b="b" l="l" r="r" t="t"/>
              <a:pathLst>
                <a:path extrusionOk="0" h="21954" w="219946">
                  <a:moveTo>
                    <a:pt x="0" y="12956"/>
                  </a:moveTo>
                  <a:lnTo>
                    <a:pt x="0" y="21954"/>
                  </a:lnTo>
                  <a:lnTo>
                    <a:pt x="219946" y="8998"/>
                  </a:lnTo>
                  <a:lnTo>
                    <a:pt x="2199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 name="Google Shape;955;p25"/>
            <p:cNvGrpSpPr/>
            <p:nvPr/>
          </p:nvGrpSpPr>
          <p:grpSpPr>
            <a:xfrm flipH="1">
              <a:off x="2134836" y="4216900"/>
              <a:ext cx="3484400" cy="1050047"/>
              <a:chOff x="3379075" y="4216900"/>
              <a:chExt cx="3484400" cy="1050047"/>
            </a:xfrm>
          </p:grpSpPr>
          <p:sp>
            <p:nvSpPr>
              <p:cNvPr id="956" name="Google Shape;956;p25"/>
              <p:cNvSpPr/>
              <p:nvPr/>
            </p:nvSpPr>
            <p:spPr>
              <a:xfrm>
                <a:off x="6638025" y="4216900"/>
                <a:ext cx="225450" cy="266525"/>
              </a:xfrm>
              <a:custGeom>
                <a:rect b="b" l="l" r="r" t="t"/>
                <a:pathLst>
                  <a:path extrusionOk="0" h="10661" w="9018">
                    <a:moveTo>
                      <a:pt x="1" y="10660"/>
                    </a:moveTo>
                    <a:lnTo>
                      <a:pt x="9017" y="10660"/>
                    </a:lnTo>
                    <a:lnTo>
                      <a:pt x="9017"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5"/>
              <p:cNvSpPr/>
              <p:nvPr/>
            </p:nvSpPr>
            <p:spPr>
              <a:xfrm>
                <a:off x="5628575" y="4216900"/>
                <a:ext cx="225425" cy="266525"/>
              </a:xfrm>
              <a:custGeom>
                <a:rect b="b" l="l" r="r" t="t"/>
                <a:pathLst>
                  <a:path extrusionOk="0" h="10661" w="9017">
                    <a:moveTo>
                      <a:pt x="0" y="10660"/>
                    </a:moveTo>
                    <a:lnTo>
                      <a:pt x="9017" y="10660"/>
                    </a:lnTo>
                    <a:lnTo>
                      <a:pt x="9017"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5"/>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5"/>
              <p:cNvSpPr/>
              <p:nvPr/>
            </p:nvSpPr>
            <p:spPr>
              <a:xfrm>
                <a:off x="4520150" y="4293100"/>
                <a:ext cx="225450" cy="266525"/>
              </a:xfrm>
              <a:custGeom>
                <a:rect b="b" l="l" r="r" t="t"/>
                <a:pathLst>
                  <a:path extrusionOk="0" h="10661" w="9018">
                    <a:moveTo>
                      <a:pt x="1" y="10660"/>
                    </a:moveTo>
                    <a:lnTo>
                      <a:pt x="9017" y="10660"/>
                    </a:lnTo>
                    <a:lnTo>
                      <a:pt x="9017"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5"/>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5"/>
              <p:cNvSpPr/>
              <p:nvPr/>
            </p:nvSpPr>
            <p:spPr>
              <a:xfrm>
                <a:off x="3379075" y="4327650"/>
                <a:ext cx="225450" cy="262300"/>
              </a:xfrm>
              <a:custGeom>
                <a:rect b="b" l="l" r="r" t="t"/>
                <a:pathLst>
                  <a:path extrusionOk="0" h="10492" w="9018">
                    <a:moveTo>
                      <a:pt x="1" y="10492"/>
                    </a:moveTo>
                    <a:lnTo>
                      <a:pt x="9017" y="10492"/>
                    </a:lnTo>
                    <a:lnTo>
                      <a:pt x="9017"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5"/>
              <p:cNvSpPr/>
              <p:nvPr/>
            </p:nvSpPr>
            <p:spPr>
              <a:xfrm>
                <a:off x="3450950" y="4494102"/>
                <a:ext cx="72825" cy="772845"/>
              </a:xfrm>
              <a:custGeom>
                <a:rect b="b" l="l" r="r" t="t"/>
                <a:pathLst>
                  <a:path extrusionOk="0" h="47567" w="2913">
                    <a:moveTo>
                      <a:pt x="1" y="47567"/>
                    </a:moveTo>
                    <a:lnTo>
                      <a:pt x="2913" y="47567"/>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 name="Google Shape;963;p25"/>
            <p:cNvGrpSpPr/>
            <p:nvPr/>
          </p:nvGrpSpPr>
          <p:grpSpPr>
            <a:xfrm flipH="1">
              <a:off x="-57406" y="3868275"/>
              <a:ext cx="9194843" cy="559600"/>
              <a:chOff x="-139125" y="3868275"/>
              <a:chExt cx="9194843" cy="559600"/>
            </a:xfrm>
          </p:grpSpPr>
          <p:sp>
            <p:nvSpPr>
              <p:cNvPr id="964" name="Google Shape;964;p25"/>
              <p:cNvSpPr/>
              <p:nvPr/>
            </p:nvSpPr>
            <p:spPr>
              <a:xfrm>
                <a:off x="-139125" y="3868275"/>
                <a:ext cx="9194843" cy="351450"/>
              </a:xfrm>
              <a:custGeom>
                <a:rect b="b" l="l" r="r" t="t"/>
                <a:pathLst>
                  <a:path extrusionOk="0" h="14058" w="219946">
                    <a:moveTo>
                      <a:pt x="0" y="12956"/>
                    </a:moveTo>
                    <a:lnTo>
                      <a:pt x="0" y="14058"/>
                    </a:lnTo>
                    <a:lnTo>
                      <a:pt x="219946" y="1102"/>
                    </a:lnTo>
                    <a:lnTo>
                      <a:pt x="2199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5"/>
              <p:cNvSpPr/>
              <p:nvPr/>
            </p:nvSpPr>
            <p:spPr>
              <a:xfrm>
                <a:off x="125427" y="4182825"/>
                <a:ext cx="34406" cy="245050"/>
              </a:xfrm>
              <a:custGeom>
                <a:rect b="b" l="l" r="r" t="t"/>
                <a:pathLst>
                  <a:path extrusionOk="0" h="9802" w="823">
                    <a:moveTo>
                      <a:pt x="1" y="9802"/>
                    </a:moveTo>
                    <a:lnTo>
                      <a:pt x="822" y="9802"/>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5"/>
              <p:cNvSpPr/>
              <p:nvPr/>
            </p:nvSpPr>
            <p:spPr>
              <a:xfrm>
                <a:off x="336927" y="4176300"/>
                <a:ext cx="34406" cy="244575"/>
              </a:xfrm>
              <a:custGeom>
                <a:rect b="b" l="l" r="r" t="t"/>
                <a:pathLst>
                  <a:path extrusionOk="0" h="9783" w="823">
                    <a:moveTo>
                      <a:pt x="1" y="9783"/>
                    </a:moveTo>
                    <a:lnTo>
                      <a:pt x="822" y="9783"/>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5"/>
              <p:cNvSpPr/>
              <p:nvPr/>
            </p:nvSpPr>
            <p:spPr>
              <a:xfrm>
                <a:off x="548427" y="4169300"/>
                <a:ext cx="33611" cy="245050"/>
              </a:xfrm>
              <a:custGeom>
                <a:rect b="b" l="l" r="r" t="t"/>
                <a:pathLst>
                  <a:path extrusionOk="0" h="9802" w="804">
                    <a:moveTo>
                      <a:pt x="1" y="9801"/>
                    </a:moveTo>
                    <a:lnTo>
                      <a:pt x="803" y="9801"/>
                    </a:lnTo>
                    <a:lnTo>
                      <a:pt x="80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5"/>
              <p:cNvSpPr/>
              <p:nvPr/>
            </p:nvSpPr>
            <p:spPr>
              <a:xfrm>
                <a:off x="759174" y="4162300"/>
                <a:ext cx="34364" cy="245050"/>
              </a:xfrm>
              <a:custGeom>
                <a:rect b="b" l="l" r="r" t="t"/>
                <a:pathLst>
                  <a:path extrusionOk="0" h="9802" w="822">
                    <a:moveTo>
                      <a:pt x="0" y="9801"/>
                    </a:moveTo>
                    <a:lnTo>
                      <a:pt x="821" y="9801"/>
                    </a:lnTo>
                    <a:lnTo>
                      <a:pt x="821"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5"/>
              <p:cNvSpPr/>
              <p:nvPr/>
            </p:nvSpPr>
            <p:spPr>
              <a:xfrm>
                <a:off x="970673" y="4155300"/>
                <a:ext cx="34364" cy="245050"/>
              </a:xfrm>
              <a:custGeom>
                <a:rect b="b" l="l" r="r" t="t"/>
                <a:pathLst>
                  <a:path extrusionOk="0" h="9802" w="822">
                    <a:moveTo>
                      <a:pt x="0" y="9801"/>
                    </a:moveTo>
                    <a:lnTo>
                      <a:pt x="821" y="9801"/>
                    </a:lnTo>
                    <a:lnTo>
                      <a:pt x="821"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5"/>
              <p:cNvSpPr/>
              <p:nvPr/>
            </p:nvSpPr>
            <p:spPr>
              <a:xfrm>
                <a:off x="1182173" y="4148775"/>
                <a:ext cx="34364" cy="244575"/>
              </a:xfrm>
              <a:custGeom>
                <a:rect b="b" l="l" r="r" t="t"/>
                <a:pathLst>
                  <a:path extrusionOk="0" h="9783" w="822">
                    <a:moveTo>
                      <a:pt x="0" y="9782"/>
                    </a:moveTo>
                    <a:lnTo>
                      <a:pt x="821" y="9782"/>
                    </a:lnTo>
                    <a:lnTo>
                      <a:pt x="821"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5"/>
              <p:cNvSpPr/>
              <p:nvPr/>
            </p:nvSpPr>
            <p:spPr>
              <a:xfrm>
                <a:off x="1393673" y="4141775"/>
                <a:ext cx="34364" cy="245025"/>
              </a:xfrm>
              <a:custGeom>
                <a:rect b="b" l="l" r="r" t="t"/>
                <a:pathLst>
                  <a:path extrusionOk="0" h="9801" w="822">
                    <a:moveTo>
                      <a:pt x="0" y="9801"/>
                    </a:moveTo>
                    <a:lnTo>
                      <a:pt x="821" y="9801"/>
                    </a:lnTo>
                    <a:lnTo>
                      <a:pt x="821"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5"/>
              <p:cNvSpPr/>
              <p:nvPr/>
            </p:nvSpPr>
            <p:spPr>
              <a:xfrm>
                <a:off x="1605172" y="4134775"/>
                <a:ext cx="34364" cy="245025"/>
              </a:xfrm>
              <a:custGeom>
                <a:rect b="b" l="l" r="r" t="t"/>
                <a:pathLst>
                  <a:path extrusionOk="0" h="9801" w="822">
                    <a:moveTo>
                      <a:pt x="0" y="9801"/>
                    </a:moveTo>
                    <a:lnTo>
                      <a:pt x="821" y="9801"/>
                    </a:lnTo>
                    <a:lnTo>
                      <a:pt x="821"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5"/>
              <p:cNvSpPr/>
              <p:nvPr/>
            </p:nvSpPr>
            <p:spPr>
              <a:xfrm>
                <a:off x="1816672" y="4127775"/>
                <a:ext cx="33569" cy="245025"/>
              </a:xfrm>
              <a:custGeom>
                <a:rect b="b" l="l" r="r" t="t"/>
                <a:pathLst>
                  <a:path extrusionOk="0" h="9801" w="803">
                    <a:moveTo>
                      <a:pt x="0" y="9801"/>
                    </a:moveTo>
                    <a:lnTo>
                      <a:pt x="803" y="9801"/>
                    </a:lnTo>
                    <a:lnTo>
                      <a:pt x="803"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5"/>
              <p:cNvSpPr/>
              <p:nvPr/>
            </p:nvSpPr>
            <p:spPr>
              <a:xfrm>
                <a:off x="2027377" y="4121225"/>
                <a:ext cx="34364" cy="244575"/>
              </a:xfrm>
              <a:custGeom>
                <a:rect b="b" l="l" r="r" t="t"/>
                <a:pathLst>
                  <a:path extrusionOk="0" h="9783" w="822">
                    <a:moveTo>
                      <a:pt x="0" y="9783"/>
                    </a:moveTo>
                    <a:lnTo>
                      <a:pt x="822" y="9783"/>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5"/>
              <p:cNvSpPr/>
              <p:nvPr/>
            </p:nvSpPr>
            <p:spPr>
              <a:xfrm>
                <a:off x="2238877" y="4114225"/>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5"/>
              <p:cNvSpPr/>
              <p:nvPr/>
            </p:nvSpPr>
            <p:spPr>
              <a:xfrm>
                <a:off x="2450377" y="4107225"/>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5"/>
              <p:cNvSpPr/>
              <p:nvPr/>
            </p:nvSpPr>
            <p:spPr>
              <a:xfrm>
                <a:off x="2661876" y="4100225"/>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5"/>
              <p:cNvSpPr/>
              <p:nvPr/>
            </p:nvSpPr>
            <p:spPr>
              <a:xfrm>
                <a:off x="2873376" y="4093700"/>
                <a:ext cx="34364" cy="244575"/>
              </a:xfrm>
              <a:custGeom>
                <a:rect b="b" l="l" r="r" t="t"/>
                <a:pathLst>
                  <a:path extrusionOk="0" h="9783" w="822">
                    <a:moveTo>
                      <a:pt x="0" y="9782"/>
                    </a:moveTo>
                    <a:lnTo>
                      <a:pt x="822" y="9782"/>
                    </a:lnTo>
                    <a:lnTo>
                      <a:pt x="822"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5"/>
              <p:cNvSpPr/>
              <p:nvPr/>
            </p:nvSpPr>
            <p:spPr>
              <a:xfrm>
                <a:off x="3084876" y="4086700"/>
                <a:ext cx="33611" cy="245050"/>
              </a:xfrm>
              <a:custGeom>
                <a:rect b="b" l="l" r="r" t="t"/>
                <a:pathLst>
                  <a:path extrusionOk="0" h="9802" w="804">
                    <a:moveTo>
                      <a:pt x="0" y="9801"/>
                    </a:moveTo>
                    <a:lnTo>
                      <a:pt x="803" y="9801"/>
                    </a:lnTo>
                    <a:lnTo>
                      <a:pt x="803"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5"/>
              <p:cNvSpPr/>
              <p:nvPr/>
            </p:nvSpPr>
            <p:spPr>
              <a:xfrm>
                <a:off x="3296375" y="4079700"/>
                <a:ext cx="33611" cy="245050"/>
              </a:xfrm>
              <a:custGeom>
                <a:rect b="b" l="l" r="r" t="t"/>
                <a:pathLst>
                  <a:path extrusionOk="0" h="9802" w="804">
                    <a:moveTo>
                      <a:pt x="0" y="9801"/>
                    </a:moveTo>
                    <a:lnTo>
                      <a:pt x="803" y="9801"/>
                    </a:lnTo>
                    <a:lnTo>
                      <a:pt x="803"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5"/>
              <p:cNvSpPr/>
              <p:nvPr/>
            </p:nvSpPr>
            <p:spPr>
              <a:xfrm>
                <a:off x="3507081" y="4072700"/>
                <a:ext cx="34406" cy="245025"/>
              </a:xfrm>
              <a:custGeom>
                <a:rect b="b" l="l" r="r" t="t"/>
                <a:pathLst>
                  <a:path extrusionOk="0" h="9801" w="823">
                    <a:moveTo>
                      <a:pt x="1" y="9801"/>
                    </a:moveTo>
                    <a:lnTo>
                      <a:pt x="822" y="9801"/>
                    </a:lnTo>
                    <a:lnTo>
                      <a:pt x="822"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5"/>
              <p:cNvSpPr/>
              <p:nvPr/>
            </p:nvSpPr>
            <p:spPr>
              <a:xfrm>
                <a:off x="3718580" y="4066175"/>
                <a:ext cx="34406" cy="244550"/>
              </a:xfrm>
              <a:custGeom>
                <a:rect b="b" l="l" r="r" t="t"/>
                <a:pathLst>
                  <a:path extrusionOk="0" h="9782" w="823">
                    <a:moveTo>
                      <a:pt x="1" y="9782"/>
                    </a:moveTo>
                    <a:lnTo>
                      <a:pt x="822" y="9782"/>
                    </a:lnTo>
                    <a:lnTo>
                      <a:pt x="822"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5"/>
              <p:cNvSpPr/>
              <p:nvPr/>
            </p:nvSpPr>
            <p:spPr>
              <a:xfrm>
                <a:off x="3930080" y="4059150"/>
                <a:ext cx="34406" cy="245050"/>
              </a:xfrm>
              <a:custGeom>
                <a:rect b="b" l="l" r="r" t="t"/>
                <a:pathLst>
                  <a:path extrusionOk="0" h="9802" w="823">
                    <a:moveTo>
                      <a:pt x="1" y="9802"/>
                    </a:moveTo>
                    <a:lnTo>
                      <a:pt x="822" y="9802"/>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5"/>
              <p:cNvSpPr/>
              <p:nvPr/>
            </p:nvSpPr>
            <p:spPr>
              <a:xfrm>
                <a:off x="4141580" y="4052150"/>
                <a:ext cx="34406" cy="245050"/>
              </a:xfrm>
              <a:custGeom>
                <a:rect b="b" l="l" r="r" t="t"/>
                <a:pathLst>
                  <a:path extrusionOk="0" h="9802" w="823">
                    <a:moveTo>
                      <a:pt x="1" y="9802"/>
                    </a:moveTo>
                    <a:lnTo>
                      <a:pt x="822" y="9802"/>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5"/>
              <p:cNvSpPr/>
              <p:nvPr/>
            </p:nvSpPr>
            <p:spPr>
              <a:xfrm>
                <a:off x="4353079" y="4045625"/>
                <a:ext cx="33611" cy="244575"/>
              </a:xfrm>
              <a:custGeom>
                <a:rect b="b" l="l" r="r" t="t"/>
                <a:pathLst>
                  <a:path extrusionOk="0" h="9783" w="804">
                    <a:moveTo>
                      <a:pt x="1" y="9783"/>
                    </a:moveTo>
                    <a:lnTo>
                      <a:pt x="804" y="9783"/>
                    </a:lnTo>
                    <a:lnTo>
                      <a:pt x="804"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5"/>
              <p:cNvSpPr/>
              <p:nvPr/>
            </p:nvSpPr>
            <p:spPr>
              <a:xfrm>
                <a:off x="4564579" y="4038625"/>
                <a:ext cx="33611" cy="244575"/>
              </a:xfrm>
              <a:custGeom>
                <a:rect b="b" l="l" r="r" t="t"/>
                <a:pathLst>
                  <a:path extrusionOk="0" h="9783" w="804">
                    <a:moveTo>
                      <a:pt x="1" y="9783"/>
                    </a:moveTo>
                    <a:lnTo>
                      <a:pt x="804" y="9783"/>
                    </a:lnTo>
                    <a:lnTo>
                      <a:pt x="804"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5"/>
              <p:cNvSpPr/>
              <p:nvPr/>
            </p:nvSpPr>
            <p:spPr>
              <a:xfrm>
                <a:off x="4775326" y="4031625"/>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5"/>
              <p:cNvSpPr/>
              <p:nvPr/>
            </p:nvSpPr>
            <p:spPr>
              <a:xfrm>
                <a:off x="4986826" y="4024625"/>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5"/>
              <p:cNvSpPr/>
              <p:nvPr/>
            </p:nvSpPr>
            <p:spPr>
              <a:xfrm>
                <a:off x="5198325" y="4018100"/>
                <a:ext cx="34364" cy="244575"/>
              </a:xfrm>
              <a:custGeom>
                <a:rect b="b" l="l" r="r" t="t"/>
                <a:pathLst>
                  <a:path extrusionOk="0" h="9783" w="822">
                    <a:moveTo>
                      <a:pt x="0" y="9782"/>
                    </a:moveTo>
                    <a:lnTo>
                      <a:pt x="822" y="9782"/>
                    </a:lnTo>
                    <a:lnTo>
                      <a:pt x="822"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5"/>
              <p:cNvSpPr/>
              <p:nvPr/>
            </p:nvSpPr>
            <p:spPr>
              <a:xfrm>
                <a:off x="5409825" y="4011100"/>
                <a:ext cx="34364" cy="245025"/>
              </a:xfrm>
              <a:custGeom>
                <a:rect b="b" l="l" r="r" t="t"/>
                <a:pathLst>
                  <a:path extrusionOk="0" h="9801" w="822">
                    <a:moveTo>
                      <a:pt x="0" y="9801"/>
                    </a:moveTo>
                    <a:lnTo>
                      <a:pt x="822" y="9801"/>
                    </a:lnTo>
                    <a:lnTo>
                      <a:pt x="822"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5"/>
              <p:cNvSpPr/>
              <p:nvPr/>
            </p:nvSpPr>
            <p:spPr>
              <a:xfrm>
                <a:off x="5621325" y="4004100"/>
                <a:ext cx="34364" cy="245025"/>
              </a:xfrm>
              <a:custGeom>
                <a:rect b="b" l="l" r="r" t="t"/>
                <a:pathLst>
                  <a:path extrusionOk="0" h="9801" w="822">
                    <a:moveTo>
                      <a:pt x="0" y="9801"/>
                    </a:moveTo>
                    <a:lnTo>
                      <a:pt x="822" y="9801"/>
                    </a:lnTo>
                    <a:lnTo>
                      <a:pt x="822"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5"/>
              <p:cNvSpPr/>
              <p:nvPr/>
            </p:nvSpPr>
            <p:spPr>
              <a:xfrm>
                <a:off x="5832824" y="3997100"/>
                <a:ext cx="33569" cy="245025"/>
              </a:xfrm>
              <a:custGeom>
                <a:rect b="b" l="l" r="r" t="t"/>
                <a:pathLst>
                  <a:path extrusionOk="0" h="9801" w="803">
                    <a:moveTo>
                      <a:pt x="0" y="9801"/>
                    </a:moveTo>
                    <a:lnTo>
                      <a:pt x="803" y="9801"/>
                    </a:lnTo>
                    <a:lnTo>
                      <a:pt x="803"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5"/>
              <p:cNvSpPr/>
              <p:nvPr/>
            </p:nvSpPr>
            <p:spPr>
              <a:xfrm>
                <a:off x="6043530" y="3990550"/>
                <a:ext cx="34364" cy="244575"/>
              </a:xfrm>
              <a:custGeom>
                <a:rect b="b" l="l" r="r" t="t"/>
                <a:pathLst>
                  <a:path extrusionOk="0" h="9783" w="822">
                    <a:moveTo>
                      <a:pt x="1" y="9783"/>
                    </a:moveTo>
                    <a:lnTo>
                      <a:pt x="822" y="9783"/>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5"/>
              <p:cNvSpPr/>
              <p:nvPr/>
            </p:nvSpPr>
            <p:spPr>
              <a:xfrm>
                <a:off x="6255029" y="3983550"/>
                <a:ext cx="34364" cy="245050"/>
              </a:xfrm>
              <a:custGeom>
                <a:rect b="b" l="l" r="r" t="t"/>
                <a:pathLst>
                  <a:path extrusionOk="0" h="9802" w="822">
                    <a:moveTo>
                      <a:pt x="1" y="9801"/>
                    </a:moveTo>
                    <a:lnTo>
                      <a:pt x="822" y="9801"/>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5"/>
              <p:cNvSpPr/>
              <p:nvPr/>
            </p:nvSpPr>
            <p:spPr>
              <a:xfrm>
                <a:off x="6466529" y="3976550"/>
                <a:ext cx="34364" cy="245050"/>
              </a:xfrm>
              <a:custGeom>
                <a:rect b="b" l="l" r="r" t="t"/>
                <a:pathLst>
                  <a:path extrusionOk="0" h="9802" w="822">
                    <a:moveTo>
                      <a:pt x="1" y="9801"/>
                    </a:moveTo>
                    <a:lnTo>
                      <a:pt x="822" y="9801"/>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5"/>
              <p:cNvSpPr/>
              <p:nvPr/>
            </p:nvSpPr>
            <p:spPr>
              <a:xfrm>
                <a:off x="6678029" y="3969550"/>
                <a:ext cx="34364" cy="245050"/>
              </a:xfrm>
              <a:custGeom>
                <a:rect b="b" l="l" r="r" t="t"/>
                <a:pathLst>
                  <a:path extrusionOk="0" h="9802" w="822">
                    <a:moveTo>
                      <a:pt x="1" y="9801"/>
                    </a:moveTo>
                    <a:lnTo>
                      <a:pt x="822" y="9801"/>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5"/>
              <p:cNvSpPr/>
              <p:nvPr/>
            </p:nvSpPr>
            <p:spPr>
              <a:xfrm>
                <a:off x="6889528" y="3963025"/>
                <a:ext cx="34364" cy="244575"/>
              </a:xfrm>
              <a:custGeom>
                <a:rect b="b" l="l" r="r" t="t"/>
                <a:pathLst>
                  <a:path extrusionOk="0" h="9783" w="822">
                    <a:moveTo>
                      <a:pt x="1" y="9782"/>
                    </a:moveTo>
                    <a:lnTo>
                      <a:pt x="822" y="9782"/>
                    </a:lnTo>
                    <a:lnTo>
                      <a:pt x="822"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5"/>
              <p:cNvSpPr/>
              <p:nvPr/>
            </p:nvSpPr>
            <p:spPr>
              <a:xfrm>
                <a:off x="7101028" y="3956025"/>
                <a:ext cx="33611" cy="245050"/>
              </a:xfrm>
              <a:custGeom>
                <a:rect b="b" l="l" r="r" t="t"/>
                <a:pathLst>
                  <a:path extrusionOk="0" h="9802" w="804">
                    <a:moveTo>
                      <a:pt x="1" y="9801"/>
                    </a:moveTo>
                    <a:lnTo>
                      <a:pt x="803" y="9801"/>
                    </a:lnTo>
                    <a:lnTo>
                      <a:pt x="803"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5"/>
              <p:cNvSpPr/>
              <p:nvPr/>
            </p:nvSpPr>
            <p:spPr>
              <a:xfrm>
                <a:off x="7311733" y="3949025"/>
                <a:ext cx="34406" cy="245050"/>
              </a:xfrm>
              <a:custGeom>
                <a:rect b="b" l="l" r="r" t="t"/>
                <a:pathLst>
                  <a:path extrusionOk="0" h="9802" w="823">
                    <a:moveTo>
                      <a:pt x="1" y="9801"/>
                    </a:moveTo>
                    <a:lnTo>
                      <a:pt x="822" y="9801"/>
                    </a:lnTo>
                    <a:lnTo>
                      <a:pt x="822"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5"/>
              <p:cNvSpPr/>
              <p:nvPr/>
            </p:nvSpPr>
            <p:spPr>
              <a:xfrm>
                <a:off x="7523233" y="3942025"/>
                <a:ext cx="34406" cy="245025"/>
              </a:xfrm>
              <a:custGeom>
                <a:rect b="b" l="l" r="r" t="t"/>
                <a:pathLst>
                  <a:path extrusionOk="0" h="9801" w="823">
                    <a:moveTo>
                      <a:pt x="1" y="9801"/>
                    </a:moveTo>
                    <a:lnTo>
                      <a:pt x="822" y="9801"/>
                    </a:lnTo>
                    <a:lnTo>
                      <a:pt x="822"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5"/>
              <p:cNvSpPr/>
              <p:nvPr/>
            </p:nvSpPr>
            <p:spPr>
              <a:xfrm>
                <a:off x="7734733" y="3935475"/>
                <a:ext cx="34406" cy="244575"/>
              </a:xfrm>
              <a:custGeom>
                <a:rect b="b" l="l" r="r" t="t"/>
                <a:pathLst>
                  <a:path extrusionOk="0" h="9783" w="823">
                    <a:moveTo>
                      <a:pt x="1" y="9783"/>
                    </a:moveTo>
                    <a:lnTo>
                      <a:pt x="822" y="9783"/>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5"/>
              <p:cNvSpPr/>
              <p:nvPr/>
            </p:nvSpPr>
            <p:spPr>
              <a:xfrm>
                <a:off x="7946232" y="3928475"/>
                <a:ext cx="34406" cy="245050"/>
              </a:xfrm>
              <a:custGeom>
                <a:rect b="b" l="l" r="r" t="t"/>
                <a:pathLst>
                  <a:path extrusionOk="0" h="9802" w="823">
                    <a:moveTo>
                      <a:pt x="1" y="9802"/>
                    </a:moveTo>
                    <a:lnTo>
                      <a:pt x="822" y="9802"/>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5"/>
              <p:cNvSpPr/>
              <p:nvPr/>
            </p:nvSpPr>
            <p:spPr>
              <a:xfrm>
                <a:off x="8157732" y="3921475"/>
                <a:ext cx="34406" cy="245050"/>
              </a:xfrm>
              <a:custGeom>
                <a:rect b="b" l="l" r="r" t="t"/>
                <a:pathLst>
                  <a:path extrusionOk="0" h="9802" w="823">
                    <a:moveTo>
                      <a:pt x="1" y="9802"/>
                    </a:moveTo>
                    <a:lnTo>
                      <a:pt x="822" y="9802"/>
                    </a:lnTo>
                    <a:lnTo>
                      <a:pt x="822"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5"/>
              <p:cNvSpPr/>
              <p:nvPr/>
            </p:nvSpPr>
            <p:spPr>
              <a:xfrm>
                <a:off x="8369232" y="3914475"/>
                <a:ext cx="33611" cy="245050"/>
              </a:xfrm>
              <a:custGeom>
                <a:rect b="b" l="l" r="r" t="t"/>
                <a:pathLst>
                  <a:path extrusionOk="0" h="9802" w="804">
                    <a:moveTo>
                      <a:pt x="1" y="9802"/>
                    </a:moveTo>
                    <a:lnTo>
                      <a:pt x="804" y="9802"/>
                    </a:lnTo>
                    <a:lnTo>
                      <a:pt x="804"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5"/>
              <p:cNvSpPr/>
              <p:nvPr/>
            </p:nvSpPr>
            <p:spPr>
              <a:xfrm>
                <a:off x="8580773" y="3907950"/>
                <a:ext cx="33569" cy="244575"/>
              </a:xfrm>
              <a:custGeom>
                <a:rect b="b" l="l" r="r" t="t"/>
                <a:pathLst>
                  <a:path extrusionOk="0" h="9783" w="803">
                    <a:moveTo>
                      <a:pt x="0" y="9783"/>
                    </a:moveTo>
                    <a:lnTo>
                      <a:pt x="803" y="9783"/>
                    </a:lnTo>
                    <a:lnTo>
                      <a:pt x="803"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5"/>
              <p:cNvSpPr/>
              <p:nvPr/>
            </p:nvSpPr>
            <p:spPr>
              <a:xfrm>
                <a:off x="8791478" y="3900950"/>
                <a:ext cx="34364" cy="245050"/>
              </a:xfrm>
              <a:custGeom>
                <a:rect b="b" l="l" r="r" t="t"/>
                <a:pathLst>
                  <a:path extrusionOk="0" h="9802" w="822">
                    <a:moveTo>
                      <a:pt x="0" y="9801"/>
                    </a:moveTo>
                    <a:lnTo>
                      <a:pt x="822" y="9801"/>
                    </a:lnTo>
                    <a:lnTo>
                      <a:pt x="82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25"/>
            <p:cNvGrpSpPr/>
            <p:nvPr/>
          </p:nvGrpSpPr>
          <p:grpSpPr>
            <a:xfrm flipH="1">
              <a:off x="5406861" y="4293100"/>
              <a:ext cx="3484400" cy="973847"/>
              <a:chOff x="3379075" y="4293100"/>
              <a:chExt cx="3484400" cy="973847"/>
            </a:xfrm>
          </p:grpSpPr>
          <p:sp>
            <p:nvSpPr>
              <p:cNvPr id="1008" name="Google Shape;1008;p25"/>
              <p:cNvSpPr/>
              <p:nvPr/>
            </p:nvSpPr>
            <p:spPr>
              <a:xfrm>
                <a:off x="6638025" y="4293100"/>
                <a:ext cx="225450" cy="266525"/>
              </a:xfrm>
              <a:custGeom>
                <a:rect b="b" l="l" r="r" t="t"/>
                <a:pathLst>
                  <a:path extrusionOk="0" h="10661" w="9018">
                    <a:moveTo>
                      <a:pt x="1" y="10660"/>
                    </a:moveTo>
                    <a:lnTo>
                      <a:pt x="9017" y="10660"/>
                    </a:lnTo>
                    <a:lnTo>
                      <a:pt x="9017"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5"/>
              <p:cNvSpPr/>
              <p:nvPr/>
            </p:nvSpPr>
            <p:spPr>
              <a:xfrm>
                <a:off x="5628575" y="4369300"/>
                <a:ext cx="225425" cy="266525"/>
              </a:xfrm>
              <a:custGeom>
                <a:rect b="b" l="l" r="r" t="t"/>
                <a:pathLst>
                  <a:path extrusionOk="0" h="10661" w="9017">
                    <a:moveTo>
                      <a:pt x="0" y="10660"/>
                    </a:moveTo>
                    <a:lnTo>
                      <a:pt x="9017" y="10660"/>
                    </a:lnTo>
                    <a:lnTo>
                      <a:pt x="9017"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5"/>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5"/>
              <p:cNvSpPr/>
              <p:nvPr/>
            </p:nvSpPr>
            <p:spPr>
              <a:xfrm>
                <a:off x="4520150" y="4369300"/>
                <a:ext cx="225450" cy="266525"/>
              </a:xfrm>
              <a:custGeom>
                <a:rect b="b" l="l" r="r" t="t"/>
                <a:pathLst>
                  <a:path extrusionOk="0" h="10661" w="9018">
                    <a:moveTo>
                      <a:pt x="1" y="10660"/>
                    </a:moveTo>
                    <a:lnTo>
                      <a:pt x="9017" y="10660"/>
                    </a:lnTo>
                    <a:lnTo>
                      <a:pt x="9017"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5"/>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5"/>
              <p:cNvSpPr/>
              <p:nvPr/>
            </p:nvSpPr>
            <p:spPr>
              <a:xfrm>
                <a:off x="3379075" y="4403850"/>
                <a:ext cx="225450" cy="262300"/>
              </a:xfrm>
              <a:custGeom>
                <a:rect b="b" l="l" r="r" t="t"/>
                <a:pathLst>
                  <a:path extrusionOk="0" h="10492" w="9018">
                    <a:moveTo>
                      <a:pt x="1" y="10492"/>
                    </a:moveTo>
                    <a:lnTo>
                      <a:pt x="9017" y="10492"/>
                    </a:lnTo>
                    <a:lnTo>
                      <a:pt x="9017"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5"/>
              <p:cNvSpPr/>
              <p:nvPr/>
            </p:nvSpPr>
            <p:spPr>
              <a:xfrm>
                <a:off x="3450950" y="4494102"/>
                <a:ext cx="72825" cy="772845"/>
              </a:xfrm>
              <a:custGeom>
                <a:rect b="b" l="l" r="r" t="t"/>
                <a:pathLst>
                  <a:path extrusionOk="0" h="47567" w="2913">
                    <a:moveTo>
                      <a:pt x="1" y="47567"/>
                    </a:moveTo>
                    <a:lnTo>
                      <a:pt x="2913" y="47567"/>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 name="Google Shape;1015;p25"/>
            <p:cNvGrpSpPr/>
            <p:nvPr/>
          </p:nvGrpSpPr>
          <p:grpSpPr>
            <a:xfrm flipH="1">
              <a:off x="-109714" y="4175950"/>
              <a:ext cx="2474925" cy="1050047"/>
              <a:chOff x="3379075" y="4216900"/>
              <a:chExt cx="2474925" cy="1050047"/>
            </a:xfrm>
          </p:grpSpPr>
          <p:sp>
            <p:nvSpPr>
              <p:cNvPr id="1016" name="Google Shape;1016;p25"/>
              <p:cNvSpPr/>
              <p:nvPr/>
            </p:nvSpPr>
            <p:spPr>
              <a:xfrm>
                <a:off x="5628575" y="4216900"/>
                <a:ext cx="225425" cy="266525"/>
              </a:xfrm>
              <a:custGeom>
                <a:rect b="b" l="l" r="r" t="t"/>
                <a:pathLst>
                  <a:path extrusionOk="0" h="10661" w="9017">
                    <a:moveTo>
                      <a:pt x="0" y="10660"/>
                    </a:moveTo>
                    <a:lnTo>
                      <a:pt x="9017" y="10660"/>
                    </a:lnTo>
                    <a:lnTo>
                      <a:pt x="9017"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5"/>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5"/>
              <p:cNvSpPr/>
              <p:nvPr/>
            </p:nvSpPr>
            <p:spPr>
              <a:xfrm>
                <a:off x="4520150" y="4216900"/>
                <a:ext cx="225450" cy="266525"/>
              </a:xfrm>
              <a:custGeom>
                <a:rect b="b" l="l" r="r" t="t"/>
                <a:pathLst>
                  <a:path extrusionOk="0" h="10661" w="9018">
                    <a:moveTo>
                      <a:pt x="1" y="10660"/>
                    </a:moveTo>
                    <a:lnTo>
                      <a:pt x="9017" y="10660"/>
                    </a:lnTo>
                    <a:lnTo>
                      <a:pt x="9017"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5"/>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5"/>
              <p:cNvSpPr/>
              <p:nvPr/>
            </p:nvSpPr>
            <p:spPr>
              <a:xfrm>
                <a:off x="3379075" y="4251450"/>
                <a:ext cx="225450" cy="262300"/>
              </a:xfrm>
              <a:custGeom>
                <a:rect b="b" l="l" r="r" t="t"/>
                <a:pathLst>
                  <a:path extrusionOk="0" h="10492" w="9018">
                    <a:moveTo>
                      <a:pt x="1" y="10492"/>
                    </a:moveTo>
                    <a:lnTo>
                      <a:pt x="9017" y="10492"/>
                    </a:lnTo>
                    <a:lnTo>
                      <a:pt x="9017"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5"/>
              <p:cNvSpPr/>
              <p:nvPr/>
            </p:nvSpPr>
            <p:spPr>
              <a:xfrm>
                <a:off x="3450950" y="4494102"/>
                <a:ext cx="72825" cy="772845"/>
              </a:xfrm>
              <a:custGeom>
                <a:rect b="b" l="l" r="r" t="t"/>
                <a:pathLst>
                  <a:path extrusionOk="0" h="47567" w="2913">
                    <a:moveTo>
                      <a:pt x="1" y="47567"/>
                    </a:moveTo>
                    <a:lnTo>
                      <a:pt x="2913" y="47567"/>
                    </a:lnTo>
                    <a:lnTo>
                      <a:pt x="2913"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2" name="Google Shape;1022;p25"/>
          <p:cNvGrpSpPr/>
          <p:nvPr/>
        </p:nvGrpSpPr>
        <p:grpSpPr>
          <a:xfrm rot="127889">
            <a:off x="6158601" y="3415032"/>
            <a:ext cx="2323761" cy="719730"/>
            <a:chOff x="3962175" y="2631750"/>
            <a:chExt cx="3075700" cy="952625"/>
          </a:xfrm>
        </p:grpSpPr>
        <p:sp>
          <p:nvSpPr>
            <p:cNvPr id="1023" name="Google Shape;1023;p25"/>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5"/>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5"/>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5"/>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5"/>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5"/>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5"/>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5"/>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5"/>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5"/>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5"/>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5"/>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5"/>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5"/>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5"/>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5"/>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5"/>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5"/>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5"/>
            <p:cNvSpPr/>
            <p:nvPr/>
          </p:nvSpPr>
          <p:spPr>
            <a:xfrm>
              <a:off x="4570325" y="2631750"/>
              <a:ext cx="2293575" cy="582700"/>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 name="Google Shape;1042;p25"/>
          <p:cNvSpPr/>
          <p:nvPr/>
        </p:nvSpPr>
        <p:spPr>
          <a:xfrm>
            <a:off x="5571400" y="36002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5"/>
          <p:cNvSpPr/>
          <p:nvPr/>
        </p:nvSpPr>
        <p:spPr>
          <a:xfrm flipH="1" rot="-2231248">
            <a:off x="593018" y="11732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5"/>
          <p:cNvSpPr/>
          <p:nvPr/>
        </p:nvSpPr>
        <p:spPr>
          <a:xfrm flipH="1" rot="-2231248">
            <a:off x="757493" y="5528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25">
    <p:spTree>
      <p:nvGrpSpPr>
        <p:cNvPr id="1045" name="Shape 1045"/>
        <p:cNvGrpSpPr/>
        <p:nvPr/>
      </p:nvGrpSpPr>
      <p:grpSpPr>
        <a:xfrm>
          <a:off x="0" y="0"/>
          <a:ext cx="0" cy="0"/>
          <a:chOff x="0" y="0"/>
          <a:chExt cx="0" cy="0"/>
        </a:xfrm>
      </p:grpSpPr>
      <p:sp>
        <p:nvSpPr>
          <p:cNvPr id="1046" name="Google Shape;1046;p26"/>
          <p:cNvSpPr/>
          <p:nvPr/>
        </p:nvSpPr>
        <p:spPr>
          <a:xfrm flipH="1">
            <a:off x="470467" y="398238"/>
            <a:ext cx="883583" cy="883564"/>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6"/>
          <p:cNvSpPr/>
          <p:nvPr/>
        </p:nvSpPr>
        <p:spPr>
          <a:xfrm flipH="1">
            <a:off x="0" y="56527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6"/>
          <p:cNvSpPr/>
          <p:nvPr/>
        </p:nvSpPr>
        <p:spPr>
          <a:xfrm flipH="1" rot="-2231248">
            <a:off x="1679693" y="10102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6"/>
          <p:cNvSpPr/>
          <p:nvPr/>
        </p:nvSpPr>
        <p:spPr>
          <a:xfrm flipH="1" rot="-2231248">
            <a:off x="1844168" y="3898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 name="Google Shape;1050;p26"/>
          <p:cNvGrpSpPr/>
          <p:nvPr/>
        </p:nvGrpSpPr>
        <p:grpSpPr>
          <a:xfrm flipH="1">
            <a:off x="4964675" y="2631750"/>
            <a:ext cx="3075700" cy="952625"/>
            <a:chOff x="3962175" y="2631750"/>
            <a:chExt cx="3075700" cy="952625"/>
          </a:xfrm>
        </p:grpSpPr>
        <p:sp>
          <p:nvSpPr>
            <p:cNvPr id="1051" name="Google Shape;1051;p26"/>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6"/>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6"/>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6"/>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6"/>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6"/>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6"/>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6"/>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6"/>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6"/>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6"/>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6"/>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6"/>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6"/>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6"/>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6"/>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6"/>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6"/>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6"/>
            <p:cNvSpPr/>
            <p:nvPr/>
          </p:nvSpPr>
          <p:spPr>
            <a:xfrm>
              <a:off x="4570325" y="2631750"/>
              <a:ext cx="2293575" cy="582700"/>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 name="Google Shape;1070;p26"/>
          <p:cNvGrpSpPr/>
          <p:nvPr/>
        </p:nvGrpSpPr>
        <p:grpSpPr>
          <a:xfrm flipH="1">
            <a:off x="-613275" y="3559275"/>
            <a:ext cx="9800100" cy="1657575"/>
            <a:chOff x="-613275" y="3559275"/>
            <a:chExt cx="9800100" cy="1657575"/>
          </a:xfrm>
        </p:grpSpPr>
        <p:sp>
          <p:nvSpPr>
            <p:cNvPr id="1071" name="Google Shape;1071;p26"/>
            <p:cNvSpPr/>
            <p:nvPr/>
          </p:nvSpPr>
          <p:spPr>
            <a:xfrm>
              <a:off x="8699600" y="3962263"/>
              <a:ext cx="444400" cy="1230850"/>
            </a:xfrm>
            <a:custGeom>
              <a:rect b="b" l="l" r="r" t="t"/>
              <a:pathLst>
                <a:path extrusionOk="0" h="49234" w="17776">
                  <a:moveTo>
                    <a:pt x="1" y="15017"/>
                  </a:moveTo>
                  <a:lnTo>
                    <a:pt x="1" y="49234"/>
                  </a:lnTo>
                  <a:lnTo>
                    <a:pt x="5487" y="49234"/>
                  </a:lnTo>
                  <a:lnTo>
                    <a:pt x="5487" y="15017"/>
                  </a:lnTo>
                  <a:cubicBezTo>
                    <a:pt x="5487" y="7665"/>
                    <a:pt x="10785" y="1537"/>
                    <a:pt x="17776" y="251"/>
                  </a:cubicBezTo>
                  <a:lnTo>
                    <a:pt x="17776" y="251"/>
                  </a:lnTo>
                  <a:cubicBezTo>
                    <a:pt x="16882" y="79"/>
                    <a:pt x="15957" y="1"/>
                    <a:pt x="15033" y="1"/>
                  </a:cubicBezTo>
                  <a:lnTo>
                    <a:pt x="15033"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6"/>
            <p:cNvSpPr/>
            <p:nvPr/>
          </p:nvSpPr>
          <p:spPr>
            <a:xfrm>
              <a:off x="7566750" y="3962263"/>
              <a:ext cx="444000" cy="1230850"/>
            </a:xfrm>
            <a:custGeom>
              <a:rect b="b" l="l" r="r" t="t"/>
              <a:pathLst>
                <a:path extrusionOk="0" h="49234" w="17760">
                  <a:moveTo>
                    <a:pt x="0" y="15017"/>
                  </a:moveTo>
                  <a:lnTo>
                    <a:pt x="0" y="49234"/>
                  </a:lnTo>
                  <a:lnTo>
                    <a:pt x="5486" y="49234"/>
                  </a:lnTo>
                  <a:lnTo>
                    <a:pt x="5486" y="15017"/>
                  </a:lnTo>
                  <a:cubicBezTo>
                    <a:pt x="5486" y="7665"/>
                    <a:pt x="10769" y="1537"/>
                    <a:pt x="17759" y="251"/>
                  </a:cubicBezTo>
                  <a:lnTo>
                    <a:pt x="17759" y="251"/>
                  </a:lnTo>
                  <a:cubicBezTo>
                    <a:pt x="16866"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6"/>
            <p:cNvSpPr/>
            <p:nvPr/>
          </p:nvSpPr>
          <p:spPr>
            <a:xfrm>
              <a:off x="6433500" y="3962263"/>
              <a:ext cx="444000" cy="1230850"/>
            </a:xfrm>
            <a:custGeom>
              <a:rect b="b" l="l" r="r" t="t"/>
              <a:pathLst>
                <a:path extrusionOk="0" h="49234" w="17760">
                  <a:moveTo>
                    <a:pt x="0" y="15017"/>
                  </a:moveTo>
                  <a:lnTo>
                    <a:pt x="0" y="49234"/>
                  </a:lnTo>
                  <a:lnTo>
                    <a:pt x="5486" y="49234"/>
                  </a:lnTo>
                  <a:lnTo>
                    <a:pt x="5486" y="15017"/>
                  </a:lnTo>
                  <a:cubicBezTo>
                    <a:pt x="5486" y="7665"/>
                    <a:pt x="10784" y="1537"/>
                    <a:pt x="17759" y="251"/>
                  </a:cubicBezTo>
                  <a:lnTo>
                    <a:pt x="17759" y="251"/>
                  </a:lnTo>
                  <a:cubicBezTo>
                    <a:pt x="16881"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6"/>
            <p:cNvSpPr/>
            <p:nvPr/>
          </p:nvSpPr>
          <p:spPr>
            <a:xfrm>
              <a:off x="5300250" y="3962263"/>
              <a:ext cx="444375" cy="1230850"/>
            </a:xfrm>
            <a:custGeom>
              <a:rect b="b" l="l" r="r" t="t"/>
              <a:pathLst>
                <a:path extrusionOk="0" h="49234" w="17775">
                  <a:moveTo>
                    <a:pt x="0" y="15017"/>
                  </a:moveTo>
                  <a:lnTo>
                    <a:pt x="0" y="49234"/>
                  </a:lnTo>
                  <a:lnTo>
                    <a:pt x="5486" y="49234"/>
                  </a:lnTo>
                  <a:lnTo>
                    <a:pt x="5486" y="15017"/>
                  </a:lnTo>
                  <a:cubicBezTo>
                    <a:pt x="5486" y="7665"/>
                    <a:pt x="10784" y="1537"/>
                    <a:pt x="17775" y="251"/>
                  </a:cubicBezTo>
                  <a:lnTo>
                    <a:pt x="17775" y="251"/>
                  </a:lnTo>
                  <a:cubicBezTo>
                    <a:pt x="16881" y="79"/>
                    <a:pt x="15957" y="1"/>
                    <a:pt x="15032" y="1"/>
                  </a:cubicBezTo>
                  <a:lnTo>
                    <a:pt x="15032" y="1"/>
                  </a:lnTo>
                  <a:cubicBezTo>
                    <a:pt x="6724"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 name="Google Shape;1075;p26"/>
            <p:cNvGrpSpPr/>
            <p:nvPr/>
          </p:nvGrpSpPr>
          <p:grpSpPr>
            <a:xfrm>
              <a:off x="-613275" y="3559275"/>
              <a:ext cx="9800100" cy="1657575"/>
              <a:chOff x="-613275" y="3443675"/>
              <a:chExt cx="9800100" cy="1657575"/>
            </a:xfrm>
          </p:grpSpPr>
          <p:sp>
            <p:nvSpPr>
              <p:cNvPr id="1076" name="Google Shape;1076;p26"/>
              <p:cNvSpPr/>
              <p:nvPr/>
            </p:nvSpPr>
            <p:spPr>
              <a:xfrm>
                <a:off x="3962175" y="3443675"/>
                <a:ext cx="5224650" cy="1657575"/>
              </a:xfrm>
              <a:custGeom>
                <a:rect b="b" l="l" r="r" t="t"/>
                <a:pathLst>
                  <a:path extrusionOk="0" h="66303" w="208986">
                    <a:moveTo>
                      <a:pt x="0" y="0"/>
                    </a:moveTo>
                    <a:lnTo>
                      <a:pt x="0" y="1207"/>
                    </a:lnTo>
                    <a:lnTo>
                      <a:pt x="5486" y="1207"/>
                    </a:lnTo>
                    <a:lnTo>
                      <a:pt x="5486" y="5439"/>
                    </a:lnTo>
                    <a:lnTo>
                      <a:pt x="0" y="5439"/>
                    </a:lnTo>
                    <a:lnTo>
                      <a:pt x="0" y="66303"/>
                    </a:lnTo>
                    <a:lnTo>
                      <a:pt x="8104" y="66303"/>
                    </a:lnTo>
                    <a:lnTo>
                      <a:pt x="8104" y="32086"/>
                    </a:lnTo>
                    <a:cubicBezTo>
                      <a:pt x="8104" y="23794"/>
                      <a:pt x="14828" y="17070"/>
                      <a:pt x="23120" y="17070"/>
                    </a:cubicBezTo>
                    <a:lnTo>
                      <a:pt x="23120" y="17070"/>
                    </a:lnTo>
                    <a:cubicBezTo>
                      <a:pt x="31411" y="17070"/>
                      <a:pt x="38136" y="23794"/>
                      <a:pt x="38136" y="32086"/>
                    </a:cubicBezTo>
                    <a:lnTo>
                      <a:pt x="38136" y="32086"/>
                    </a:lnTo>
                    <a:lnTo>
                      <a:pt x="38136" y="66303"/>
                    </a:lnTo>
                    <a:lnTo>
                      <a:pt x="53434" y="66303"/>
                    </a:lnTo>
                    <a:lnTo>
                      <a:pt x="53434" y="32086"/>
                    </a:lnTo>
                    <a:cubicBezTo>
                      <a:pt x="53434" y="23794"/>
                      <a:pt x="60158" y="17070"/>
                      <a:pt x="68450" y="17070"/>
                    </a:cubicBezTo>
                    <a:lnTo>
                      <a:pt x="68450" y="17070"/>
                    </a:lnTo>
                    <a:cubicBezTo>
                      <a:pt x="76741" y="17070"/>
                      <a:pt x="83466" y="23794"/>
                      <a:pt x="83466" y="32086"/>
                    </a:cubicBezTo>
                    <a:lnTo>
                      <a:pt x="83466" y="32086"/>
                    </a:lnTo>
                    <a:lnTo>
                      <a:pt x="83466" y="66303"/>
                    </a:lnTo>
                    <a:lnTo>
                      <a:pt x="98764" y="66303"/>
                    </a:lnTo>
                    <a:lnTo>
                      <a:pt x="98764" y="32086"/>
                    </a:lnTo>
                    <a:cubicBezTo>
                      <a:pt x="98764" y="23794"/>
                      <a:pt x="105488" y="17070"/>
                      <a:pt x="113780" y="17070"/>
                    </a:cubicBezTo>
                    <a:lnTo>
                      <a:pt x="113780" y="17070"/>
                    </a:lnTo>
                    <a:cubicBezTo>
                      <a:pt x="122072" y="17070"/>
                      <a:pt x="128796" y="23794"/>
                      <a:pt x="128796" y="32086"/>
                    </a:cubicBezTo>
                    <a:lnTo>
                      <a:pt x="128796" y="32086"/>
                    </a:lnTo>
                    <a:lnTo>
                      <a:pt x="128796" y="66303"/>
                    </a:lnTo>
                    <a:lnTo>
                      <a:pt x="144094" y="66303"/>
                    </a:lnTo>
                    <a:lnTo>
                      <a:pt x="144094" y="32086"/>
                    </a:lnTo>
                    <a:cubicBezTo>
                      <a:pt x="144094" y="23794"/>
                      <a:pt x="150818" y="17070"/>
                      <a:pt x="159110" y="17070"/>
                    </a:cubicBezTo>
                    <a:lnTo>
                      <a:pt x="159110" y="17070"/>
                    </a:lnTo>
                    <a:cubicBezTo>
                      <a:pt x="167402" y="17070"/>
                      <a:pt x="174126" y="23794"/>
                      <a:pt x="174126" y="32086"/>
                    </a:cubicBezTo>
                    <a:lnTo>
                      <a:pt x="174126" y="32086"/>
                    </a:lnTo>
                    <a:lnTo>
                      <a:pt x="174126" y="66303"/>
                    </a:lnTo>
                    <a:lnTo>
                      <a:pt x="189424" y="66303"/>
                    </a:lnTo>
                    <a:lnTo>
                      <a:pt x="189424" y="32086"/>
                    </a:lnTo>
                    <a:cubicBezTo>
                      <a:pt x="189424" y="23794"/>
                      <a:pt x="196148" y="17070"/>
                      <a:pt x="204440" y="17070"/>
                    </a:cubicBezTo>
                    <a:lnTo>
                      <a:pt x="204440" y="17070"/>
                    </a:lnTo>
                    <a:cubicBezTo>
                      <a:pt x="205976" y="17070"/>
                      <a:pt x="207591" y="17305"/>
                      <a:pt x="208986" y="17728"/>
                    </a:cubicBezTo>
                    <a:lnTo>
                      <a:pt x="208986" y="17728"/>
                    </a:lnTo>
                    <a:lnTo>
                      <a:pt x="208986" y="5439"/>
                    </a:lnTo>
                    <a:lnTo>
                      <a:pt x="205083" y="5439"/>
                    </a:lnTo>
                    <a:lnTo>
                      <a:pt x="205083" y="1207"/>
                    </a:lnTo>
                    <a:lnTo>
                      <a:pt x="208986" y="1207"/>
                    </a:lnTo>
                    <a:lnTo>
                      <a:pt x="208986" y="0"/>
                    </a:lnTo>
                    <a:close/>
                    <a:moveTo>
                      <a:pt x="189832" y="1207"/>
                    </a:moveTo>
                    <a:lnTo>
                      <a:pt x="203766" y="1207"/>
                    </a:lnTo>
                    <a:lnTo>
                      <a:pt x="203766" y="5439"/>
                    </a:lnTo>
                    <a:lnTo>
                      <a:pt x="189832" y="5439"/>
                    </a:lnTo>
                    <a:close/>
                    <a:moveTo>
                      <a:pt x="174581" y="1207"/>
                    </a:moveTo>
                    <a:lnTo>
                      <a:pt x="188515" y="1207"/>
                    </a:lnTo>
                    <a:lnTo>
                      <a:pt x="188515" y="5439"/>
                    </a:lnTo>
                    <a:lnTo>
                      <a:pt x="174581" y="5439"/>
                    </a:lnTo>
                    <a:close/>
                    <a:moveTo>
                      <a:pt x="159314" y="1207"/>
                    </a:moveTo>
                    <a:lnTo>
                      <a:pt x="173264" y="1207"/>
                    </a:lnTo>
                    <a:lnTo>
                      <a:pt x="173264" y="5439"/>
                    </a:lnTo>
                    <a:lnTo>
                      <a:pt x="159314" y="5439"/>
                    </a:lnTo>
                    <a:close/>
                    <a:moveTo>
                      <a:pt x="144063" y="1207"/>
                    </a:moveTo>
                    <a:lnTo>
                      <a:pt x="158013" y="1207"/>
                    </a:lnTo>
                    <a:lnTo>
                      <a:pt x="158013" y="5439"/>
                    </a:lnTo>
                    <a:lnTo>
                      <a:pt x="144063" y="5439"/>
                    </a:lnTo>
                    <a:close/>
                    <a:moveTo>
                      <a:pt x="128812" y="1207"/>
                    </a:moveTo>
                    <a:lnTo>
                      <a:pt x="142762" y="1207"/>
                    </a:lnTo>
                    <a:lnTo>
                      <a:pt x="142762" y="5439"/>
                    </a:lnTo>
                    <a:lnTo>
                      <a:pt x="128812" y="5439"/>
                    </a:lnTo>
                    <a:close/>
                    <a:moveTo>
                      <a:pt x="113560" y="1207"/>
                    </a:moveTo>
                    <a:lnTo>
                      <a:pt x="127511" y="1207"/>
                    </a:lnTo>
                    <a:lnTo>
                      <a:pt x="127511" y="5439"/>
                    </a:lnTo>
                    <a:lnTo>
                      <a:pt x="113560" y="5439"/>
                    </a:lnTo>
                    <a:close/>
                    <a:moveTo>
                      <a:pt x="98309" y="1207"/>
                    </a:moveTo>
                    <a:lnTo>
                      <a:pt x="112259" y="1207"/>
                    </a:lnTo>
                    <a:lnTo>
                      <a:pt x="112259" y="5439"/>
                    </a:lnTo>
                    <a:lnTo>
                      <a:pt x="98309" y="5439"/>
                    </a:lnTo>
                    <a:close/>
                    <a:moveTo>
                      <a:pt x="83058" y="1207"/>
                    </a:moveTo>
                    <a:lnTo>
                      <a:pt x="97008" y="1207"/>
                    </a:lnTo>
                    <a:lnTo>
                      <a:pt x="97008" y="5439"/>
                    </a:lnTo>
                    <a:lnTo>
                      <a:pt x="83058" y="5439"/>
                    </a:lnTo>
                    <a:close/>
                    <a:moveTo>
                      <a:pt x="67807" y="1207"/>
                    </a:moveTo>
                    <a:lnTo>
                      <a:pt x="81757" y="1207"/>
                    </a:lnTo>
                    <a:lnTo>
                      <a:pt x="81757" y="5439"/>
                    </a:lnTo>
                    <a:lnTo>
                      <a:pt x="67807" y="5439"/>
                    </a:lnTo>
                    <a:close/>
                    <a:moveTo>
                      <a:pt x="52556" y="1207"/>
                    </a:moveTo>
                    <a:lnTo>
                      <a:pt x="66490" y="1207"/>
                    </a:lnTo>
                    <a:lnTo>
                      <a:pt x="66490" y="5439"/>
                    </a:lnTo>
                    <a:lnTo>
                      <a:pt x="52556" y="5439"/>
                    </a:lnTo>
                    <a:close/>
                    <a:moveTo>
                      <a:pt x="37305" y="1207"/>
                    </a:moveTo>
                    <a:lnTo>
                      <a:pt x="51239" y="1207"/>
                    </a:lnTo>
                    <a:lnTo>
                      <a:pt x="51239" y="5439"/>
                    </a:lnTo>
                    <a:lnTo>
                      <a:pt x="37305" y="5439"/>
                    </a:lnTo>
                    <a:close/>
                    <a:moveTo>
                      <a:pt x="22038" y="1207"/>
                    </a:moveTo>
                    <a:lnTo>
                      <a:pt x="35988" y="1207"/>
                    </a:lnTo>
                    <a:lnTo>
                      <a:pt x="35988" y="5439"/>
                    </a:lnTo>
                    <a:lnTo>
                      <a:pt x="22038" y="5439"/>
                    </a:lnTo>
                    <a:close/>
                    <a:moveTo>
                      <a:pt x="6787" y="1207"/>
                    </a:moveTo>
                    <a:lnTo>
                      <a:pt x="20737" y="1207"/>
                    </a:lnTo>
                    <a:lnTo>
                      <a:pt x="20737" y="5439"/>
                    </a:lnTo>
                    <a:lnTo>
                      <a:pt x="6787" y="54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 name="Google Shape;1077;p26"/>
              <p:cNvGrpSpPr/>
              <p:nvPr/>
            </p:nvGrpSpPr>
            <p:grpSpPr>
              <a:xfrm>
                <a:off x="-613275" y="3443675"/>
                <a:ext cx="5224650" cy="1657575"/>
                <a:chOff x="1161525" y="3805200"/>
                <a:chExt cx="5224650" cy="1657575"/>
              </a:xfrm>
            </p:grpSpPr>
            <p:sp>
              <p:nvSpPr>
                <p:cNvPr id="1078" name="Google Shape;1078;p26"/>
                <p:cNvSpPr/>
                <p:nvPr/>
              </p:nvSpPr>
              <p:spPr>
                <a:xfrm>
                  <a:off x="5896325" y="4231925"/>
                  <a:ext cx="444400" cy="1230850"/>
                </a:xfrm>
                <a:custGeom>
                  <a:rect b="b" l="l" r="r" t="t"/>
                  <a:pathLst>
                    <a:path extrusionOk="0" h="49234" w="17776">
                      <a:moveTo>
                        <a:pt x="1" y="15017"/>
                      </a:moveTo>
                      <a:lnTo>
                        <a:pt x="1" y="49234"/>
                      </a:lnTo>
                      <a:lnTo>
                        <a:pt x="5487" y="49234"/>
                      </a:lnTo>
                      <a:lnTo>
                        <a:pt x="5487" y="15017"/>
                      </a:lnTo>
                      <a:cubicBezTo>
                        <a:pt x="5487" y="7665"/>
                        <a:pt x="10785" y="1537"/>
                        <a:pt x="17776" y="251"/>
                      </a:cubicBezTo>
                      <a:lnTo>
                        <a:pt x="17776" y="251"/>
                      </a:lnTo>
                      <a:cubicBezTo>
                        <a:pt x="16882" y="79"/>
                        <a:pt x="15957" y="1"/>
                        <a:pt x="15033" y="1"/>
                      </a:cubicBezTo>
                      <a:lnTo>
                        <a:pt x="15033"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6"/>
                <p:cNvSpPr/>
                <p:nvPr/>
              </p:nvSpPr>
              <p:spPr>
                <a:xfrm>
                  <a:off x="4763475" y="4231925"/>
                  <a:ext cx="444000" cy="1230850"/>
                </a:xfrm>
                <a:custGeom>
                  <a:rect b="b" l="l" r="r" t="t"/>
                  <a:pathLst>
                    <a:path extrusionOk="0" h="49234" w="17760">
                      <a:moveTo>
                        <a:pt x="0" y="15017"/>
                      </a:moveTo>
                      <a:lnTo>
                        <a:pt x="0" y="49234"/>
                      </a:lnTo>
                      <a:lnTo>
                        <a:pt x="5486" y="49234"/>
                      </a:lnTo>
                      <a:lnTo>
                        <a:pt x="5486" y="15017"/>
                      </a:lnTo>
                      <a:cubicBezTo>
                        <a:pt x="5486" y="7665"/>
                        <a:pt x="10769" y="1537"/>
                        <a:pt x="17759" y="251"/>
                      </a:cubicBezTo>
                      <a:lnTo>
                        <a:pt x="17759" y="251"/>
                      </a:lnTo>
                      <a:cubicBezTo>
                        <a:pt x="16866"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6"/>
                <p:cNvSpPr/>
                <p:nvPr/>
              </p:nvSpPr>
              <p:spPr>
                <a:xfrm>
                  <a:off x="3630225" y="4231925"/>
                  <a:ext cx="444000" cy="1230850"/>
                </a:xfrm>
                <a:custGeom>
                  <a:rect b="b" l="l" r="r" t="t"/>
                  <a:pathLst>
                    <a:path extrusionOk="0" h="49234" w="17760">
                      <a:moveTo>
                        <a:pt x="0" y="15017"/>
                      </a:moveTo>
                      <a:lnTo>
                        <a:pt x="0" y="49234"/>
                      </a:lnTo>
                      <a:lnTo>
                        <a:pt x="5486" y="49234"/>
                      </a:lnTo>
                      <a:lnTo>
                        <a:pt x="5486" y="15017"/>
                      </a:lnTo>
                      <a:cubicBezTo>
                        <a:pt x="5486" y="7665"/>
                        <a:pt x="10784" y="1537"/>
                        <a:pt x="17759" y="251"/>
                      </a:cubicBezTo>
                      <a:lnTo>
                        <a:pt x="17759" y="251"/>
                      </a:lnTo>
                      <a:cubicBezTo>
                        <a:pt x="16881"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6"/>
                <p:cNvSpPr/>
                <p:nvPr/>
              </p:nvSpPr>
              <p:spPr>
                <a:xfrm>
                  <a:off x="2496975" y="4231925"/>
                  <a:ext cx="444375" cy="1230850"/>
                </a:xfrm>
                <a:custGeom>
                  <a:rect b="b" l="l" r="r" t="t"/>
                  <a:pathLst>
                    <a:path extrusionOk="0" h="49234" w="17775">
                      <a:moveTo>
                        <a:pt x="0" y="15017"/>
                      </a:moveTo>
                      <a:lnTo>
                        <a:pt x="0" y="49234"/>
                      </a:lnTo>
                      <a:lnTo>
                        <a:pt x="5486" y="49234"/>
                      </a:lnTo>
                      <a:lnTo>
                        <a:pt x="5486" y="15017"/>
                      </a:lnTo>
                      <a:cubicBezTo>
                        <a:pt x="5486" y="7665"/>
                        <a:pt x="10784" y="1537"/>
                        <a:pt x="17775" y="251"/>
                      </a:cubicBezTo>
                      <a:lnTo>
                        <a:pt x="17775" y="251"/>
                      </a:lnTo>
                      <a:cubicBezTo>
                        <a:pt x="16881" y="79"/>
                        <a:pt x="15957" y="1"/>
                        <a:pt x="15032" y="1"/>
                      </a:cubicBezTo>
                      <a:lnTo>
                        <a:pt x="15032" y="1"/>
                      </a:lnTo>
                      <a:cubicBezTo>
                        <a:pt x="6724"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6"/>
                <p:cNvSpPr/>
                <p:nvPr/>
              </p:nvSpPr>
              <p:spPr>
                <a:xfrm>
                  <a:off x="1364100" y="4231925"/>
                  <a:ext cx="444000" cy="1230850"/>
                </a:xfrm>
                <a:custGeom>
                  <a:rect b="b" l="l" r="r" t="t"/>
                  <a:pathLst>
                    <a:path extrusionOk="0" h="49234" w="17760">
                      <a:moveTo>
                        <a:pt x="1" y="15017"/>
                      </a:moveTo>
                      <a:lnTo>
                        <a:pt x="1" y="49234"/>
                      </a:lnTo>
                      <a:lnTo>
                        <a:pt x="5487" y="49234"/>
                      </a:lnTo>
                      <a:lnTo>
                        <a:pt x="5487" y="15017"/>
                      </a:lnTo>
                      <a:cubicBezTo>
                        <a:pt x="5487" y="7665"/>
                        <a:pt x="10769" y="1537"/>
                        <a:pt x="17760" y="251"/>
                      </a:cubicBezTo>
                      <a:lnTo>
                        <a:pt x="17760" y="251"/>
                      </a:lnTo>
                      <a:cubicBezTo>
                        <a:pt x="16866" y="79"/>
                        <a:pt x="15957" y="1"/>
                        <a:pt x="15017" y="1"/>
                      </a:cubicBezTo>
                      <a:lnTo>
                        <a:pt x="15017"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6"/>
                <p:cNvSpPr/>
                <p:nvPr/>
              </p:nvSpPr>
              <p:spPr>
                <a:xfrm>
                  <a:off x="1161525" y="3805200"/>
                  <a:ext cx="5224650" cy="1657575"/>
                </a:xfrm>
                <a:custGeom>
                  <a:rect b="b" l="l" r="r" t="t"/>
                  <a:pathLst>
                    <a:path extrusionOk="0" h="66303" w="208986">
                      <a:moveTo>
                        <a:pt x="0" y="0"/>
                      </a:moveTo>
                      <a:lnTo>
                        <a:pt x="0" y="1207"/>
                      </a:lnTo>
                      <a:lnTo>
                        <a:pt x="5486" y="1207"/>
                      </a:lnTo>
                      <a:lnTo>
                        <a:pt x="5486" y="5439"/>
                      </a:lnTo>
                      <a:lnTo>
                        <a:pt x="0" y="5439"/>
                      </a:lnTo>
                      <a:lnTo>
                        <a:pt x="0" y="66303"/>
                      </a:lnTo>
                      <a:lnTo>
                        <a:pt x="8104" y="66303"/>
                      </a:lnTo>
                      <a:lnTo>
                        <a:pt x="8104" y="32086"/>
                      </a:lnTo>
                      <a:cubicBezTo>
                        <a:pt x="8104" y="23794"/>
                        <a:pt x="14828" y="17070"/>
                        <a:pt x="23120" y="17070"/>
                      </a:cubicBezTo>
                      <a:lnTo>
                        <a:pt x="23120" y="17070"/>
                      </a:lnTo>
                      <a:cubicBezTo>
                        <a:pt x="31411" y="17070"/>
                        <a:pt x="38136" y="23794"/>
                        <a:pt x="38136" y="32086"/>
                      </a:cubicBezTo>
                      <a:lnTo>
                        <a:pt x="38136" y="32086"/>
                      </a:lnTo>
                      <a:lnTo>
                        <a:pt x="38136" y="66303"/>
                      </a:lnTo>
                      <a:lnTo>
                        <a:pt x="53434" y="66303"/>
                      </a:lnTo>
                      <a:lnTo>
                        <a:pt x="53434" y="32086"/>
                      </a:lnTo>
                      <a:cubicBezTo>
                        <a:pt x="53434" y="23794"/>
                        <a:pt x="60158" y="17070"/>
                        <a:pt x="68450" y="17070"/>
                      </a:cubicBezTo>
                      <a:lnTo>
                        <a:pt x="68450" y="17070"/>
                      </a:lnTo>
                      <a:cubicBezTo>
                        <a:pt x="76741" y="17070"/>
                        <a:pt x="83466" y="23794"/>
                        <a:pt x="83466" y="32086"/>
                      </a:cubicBezTo>
                      <a:lnTo>
                        <a:pt x="83466" y="32086"/>
                      </a:lnTo>
                      <a:lnTo>
                        <a:pt x="83466" y="66303"/>
                      </a:lnTo>
                      <a:lnTo>
                        <a:pt x="98764" y="66303"/>
                      </a:lnTo>
                      <a:lnTo>
                        <a:pt x="98764" y="32086"/>
                      </a:lnTo>
                      <a:cubicBezTo>
                        <a:pt x="98764" y="23794"/>
                        <a:pt x="105488" y="17070"/>
                        <a:pt x="113780" y="17070"/>
                      </a:cubicBezTo>
                      <a:lnTo>
                        <a:pt x="113780" y="17070"/>
                      </a:lnTo>
                      <a:cubicBezTo>
                        <a:pt x="122072" y="17070"/>
                        <a:pt x="128796" y="23794"/>
                        <a:pt x="128796" y="32086"/>
                      </a:cubicBezTo>
                      <a:lnTo>
                        <a:pt x="128796" y="32086"/>
                      </a:lnTo>
                      <a:lnTo>
                        <a:pt x="128796" y="66303"/>
                      </a:lnTo>
                      <a:lnTo>
                        <a:pt x="144094" y="66303"/>
                      </a:lnTo>
                      <a:lnTo>
                        <a:pt x="144094" y="32086"/>
                      </a:lnTo>
                      <a:cubicBezTo>
                        <a:pt x="144094" y="23794"/>
                        <a:pt x="150818" y="17070"/>
                        <a:pt x="159110" y="17070"/>
                      </a:cubicBezTo>
                      <a:lnTo>
                        <a:pt x="159110" y="17070"/>
                      </a:lnTo>
                      <a:cubicBezTo>
                        <a:pt x="167402" y="17070"/>
                        <a:pt x="174126" y="23794"/>
                        <a:pt x="174126" y="32086"/>
                      </a:cubicBezTo>
                      <a:lnTo>
                        <a:pt x="174126" y="32086"/>
                      </a:lnTo>
                      <a:lnTo>
                        <a:pt x="174126" y="66303"/>
                      </a:lnTo>
                      <a:lnTo>
                        <a:pt x="189424" y="66303"/>
                      </a:lnTo>
                      <a:lnTo>
                        <a:pt x="189424" y="32086"/>
                      </a:lnTo>
                      <a:cubicBezTo>
                        <a:pt x="189424" y="23794"/>
                        <a:pt x="196148" y="17070"/>
                        <a:pt x="204440" y="17070"/>
                      </a:cubicBezTo>
                      <a:lnTo>
                        <a:pt x="204440" y="17070"/>
                      </a:lnTo>
                      <a:cubicBezTo>
                        <a:pt x="205976" y="17070"/>
                        <a:pt x="207591" y="17305"/>
                        <a:pt x="208986" y="17728"/>
                      </a:cubicBezTo>
                      <a:lnTo>
                        <a:pt x="208986" y="17728"/>
                      </a:lnTo>
                      <a:lnTo>
                        <a:pt x="208986" y="5439"/>
                      </a:lnTo>
                      <a:lnTo>
                        <a:pt x="205083" y="5439"/>
                      </a:lnTo>
                      <a:lnTo>
                        <a:pt x="205083" y="1207"/>
                      </a:lnTo>
                      <a:lnTo>
                        <a:pt x="208986" y="1207"/>
                      </a:lnTo>
                      <a:lnTo>
                        <a:pt x="208986" y="0"/>
                      </a:lnTo>
                      <a:close/>
                      <a:moveTo>
                        <a:pt x="189832" y="1207"/>
                      </a:moveTo>
                      <a:lnTo>
                        <a:pt x="203766" y="1207"/>
                      </a:lnTo>
                      <a:lnTo>
                        <a:pt x="203766" y="5439"/>
                      </a:lnTo>
                      <a:lnTo>
                        <a:pt x="189832" y="5439"/>
                      </a:lnTo>
                      <a:close/>
                      <a:moveTo>
                        <a:pt x="174581" y="1207"/>
                      </a:moveTo>
                      <a:lnTo>
                        <a:pt x="188515" y="1207"/>
                      </a:lnTo>
                      <a:lnTo>
                        <a:pt x="188515" y="5439"/>
                      </a:lnTo>
                      <a:lnTo>
                        <a:pt x="174581" y="5439"/>
                      </a:lnTo>
                      <a:close/>
                      <a:moveTo>
                        <a:pt x="159314" y="1207"/>
                      </a:moveTo>
                      <a:lnTo>
                        <a:pt x="173264" y="1207"/>
                      </a:lnTo>
                      <a:lnTo>
                        <a:pt x="173264" y="5439"/>
                      </a:lnTo>
                      <a:lnTo>
                        <a:pt x="159314" y="5439"/>
                      </a:lnTo>
                      <a:close/>
                      <a:moveTo>
                        <a:pt x="144063" y="1207"/>
                      </a:moveTo>
                      <a:lnTo>
                        <a:pt x="158013" y="1207"/>
                      </a:lnTo>
                      <a:lnTo>
                        <a:pt x="158013" y="5439"/>
                      </a:lnTo>
                      <a:lnTo>
                        <a:pt x="144063" y="5439"/>
                      </a:lnTo>
                      <a:close/>
                      <a:moveTo>
                        <a:pt x="128812" y="1207"/>
                      </a:moveTo>
                      <a:lnTo>
                        <a:pt x="142762" y="1207"/>
                      </a:lnTo>
                      <a:lnTo>
                        <a:pt x="142762" y="5439"/>
                      </a:lnTo>
                      <a:lnTo>
                        <a:pt x="128812" y="5439"/>
                      </a:lnTo>
                      <a:close/>
                      <a:moveTo>
                        <a:pt x="113560" y="1207"/>
                      </a:moveTo>
                      <a:lnTo>
                        <a:pt x="127511" y="1207"/>
                      </a:lnTo>
                      <a:lnTo>
                        <a:pt x="127511" y="5439"/>
                      </a:lnTo>
                      <a:lnTo>
                        <a:pt x="113560" y="5439"/>
                      </a:lnTo>
                      <a:close/>
                      <a:moveTo>
                        <a:pt x="98309" y="1207"/>
                      </a:moveTo>
                      <a:lnTo>
                        <a:pt x="112259" y="1207"/>
                      </a:lnTo>
                      <a:lnTo>
                        <a:pt x="112259" y="5439"/>
                      </a:lnTo>
                      <a:lnTo>
                        <a:pt x="98309" y="5439"/>
                      </a:lnTo>
                      <a:close/>
                      <a:moveTo>
                        <a:pt x="83058" y="1207"/>
                      </a:moveTo>
                      <a:lnTo>
                        <a:pt x="97008" y="1207"/>
                      </a:lnTo>
                      <a:lnTo>
                        <a:pt x="97008" y="5439"/>
                      </a:lnTo>
                      <a:lnTo>
                        <a:pt x="83058" y="5439"/>
                      </a:lnTo>
                      <a:close/>
                      <a:moveTo>
                        <a:pt x="67807" y="1207"/>
                      </a:moveTo>
                      <a:lnTo>
                        <a:pt x="81757" y="1207"/>
                      </a:lnTo>
                      <a:lnTo>
                        <a:pt x="81757" y="5439"/>
                      </a:lnTo>
                      <a:lnTo>
                        <a:pt x="67807" y="5439"/>
                      </a:lnTo>
                      <a:close/>
                      <a:moveTo>
                        <a:pt x="52556" y="1207"/>
                      </a:moveTo>
                      <a:lnTo>
                        <a:pt x="66490" y="1207"/>
                      </a:lnTo>
                      <a:lnTo>
                        <a:pt x="66490" y="5439"/>
                      </a:lnTo>
                      <a:lnTo>
                        <a:pt x="52556" y="5439"/>
                      </a:lnTo>
                      <a:close/>
                      <a:moveTo>
                        <a:pt x="37305" y="1207"/>
                      </a:moveTo>
                      <a:lnTo>
                        <a:pt x="51239" y="1207"/>
                      </a:lnTo>
                      <a:lnTo>
                        <a:pt x="51239" y="5439"/>
                      </a:lnTo>
                      <a:lnTo>
                        <a:pt x="37305" y="5439"/>
                      </a:lnTo>
                      <a:close/>
                      <a:moveTo>
                        <a:pt x="22038" y="1207"/>
                      </a:moveTo>
                      <a:lnTo>
                        <a:pt x="35988" y="1207"/>
                      </a:lnTo>
                      <a:lnTo>
                        <a:pt x="35988" y="5439"/>
                      </a:lnTo>
                      <a:lnTo>
                        <a:pt x="22038" y="5439"/>
                      </a:lnTo>
                      <a:close/>
                      <a:moveTo>
                        <a:pt x="6787" y="1207"/>
                      </a:moveTo>
                      <a:lnTo>
                        <a:pt x="20737" y="1207"/>
                      </a:lnTo>
                      <a:lnTo>
                        <a:pt x="20737" y="5439"/>
                      </a:lnTo>
                      <a:lnTo>
                        <a:pt x="6787" y="54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084" name="Google Shape;1084;p26"/>
          <p:cNvSpPr/>
          <p:nvPr/>
        </p:nvSpPr>
        <p:spPr>
          <a:xfrm>
            <a:off x="-799400" y="4052725"/>
            <a:ext cx="12354226" cy="1111684"/>
          </a:xfrm>
          <a:custGeom>
            <a:rect b="b" l="l" r="r" t="t"/>
            <a:pathLst>
              <a:path extrusionOk="0" h="25674" w="285317">
                <a:moveTo>
                  <a:pt x="17986" y="1"/>
                </a:moveTo>
                <a:cubicBezTo>
                  <a:pt x="17752" y="1"/>
                  <a:pt x="17518" y="144"/>
                  <a:pt x="17439" y="429"/>
                </a:cubicBezTo>
                <a:lnTo>
                  <a:pt x="15498" y="6797"/>
                </a:lnTo>
                <a:cubicBezTo>
                  <a:pt x="13376" y="6866"/>
                  <a:pt x="11321" y="7003"/>
                  <a:pt x="9358" y="7208"/>
                </a:cubicBezTo>
                <a:lnTo>
                  <a:pt x="7578" y="1342"/>
                </a:lnTo>
                <a:cubicBezTo>
                  <a:pt x="7498" y="1057"/>
                  <a:pt x="7264" y="914"/>
                  <a:pt x="7030" y="914"/>
                </a:cubicBezTo>
                <a:cubicBezTo>
                  <a:pt x="6796" y="914"/>
                  <a:pt x="6562" y="1057"/>
                  <a:pt x="6482" y="1342"/>
                </a:cubicBezTo>
                <a:lnTo>
                  <a:pt x="4497" y="7893"/>
                </a:lnTo>
                <a:cubicBezTo>
                  <a:pt x="2922" y="8167"/>
                  <a:pt x="1438" y="8486"/>
                  <a:pt x="0" y="8897"/>
                </a:cubicBezTo>
                <a:lnTo>
                  <a:pt x="0" y="25674"/>
                </a:lnTo>
                <a:lnTo>
                  <a:pt x="285316" y="25674"/>
                </a:lnTo>
                <a:lnTo>
                  <a:pt x="285316" y="13531"/>
                </a:lnTo>
                <a:cubicBezTo>
                  <a:pt x="284038" y="13622"/>
                  <a:pt x="282691" y="13713"/>
                  <a:pt x="281208" y="13850"/>
                </a:cubicBezTo>
                <a:lnTo>
                  <a:pt x="279222" y="7277"/>
                </a:lnTo>
                <a:cubicBezTo>
                  <a:pt x="279165" y="7083"/>
                  <a:pt x="278999" y="6986"/>
                  <a:pt x="278834" y="6986"/>
                </a:cubicBezTo>
                <a:cubicBezTo>
                  <a:pt x="278668" y="6986"/>
                  <a:pt x="278503" y="7083"/>
                  <a:pt x="278446" y="7277"/>
                </a:cubicBezTo>
                <a:lnTo>
                  <a:pt x="276300" y="14330"/>
                </a:lnTo>
                <a:cubicBezTo>
                  <a:pt x="275045" y="14467"/>
                  <a:pt x="273721" y="14603"/>
                  <a:pt x="272306" y="14763"/>
                </a:cubicBezTo>
                <a:lnTo>
                  <a:pt x="270457" y="8646"/>
                </a:lnTo>
                <a:cubicBezTo>
                  <a:pt x="270400" y="8452"/>
                  <a:pt x="270235" y="8355"/>
                  <a:pt x="270069" y="8355"/>
                </a:cubicBezTo>
                <a:cubicBezTo>
                  <a:pt x="269904" y="8355"/>
                  <a:pt x="269738" y="8452"/>
                  <a:pt x="269681" y="8646"/>
                </a:cubicBezTo>
                <a:lnTo>
                  <a:pt x="267650" y="15334"/>
                </a:lnTo>
                <a:cubicBezTo>
                  <a:pt x="266485" y="15471"/>
                  <a:pt x="265276" y="15608"/>
                  <a:pt x="264020" y="15768"/>
                </a:cubicBezTo>
                <a:cubicBezTo>
                  <a:pt x="261030" y="16156"/>
                  <a:pt x="258314" y="16498"/>
                  <a:pt x="255803" y="16840"/>
                </a:cubicBezTo>
                <a:lnTo>
                  <a:pt x="254571" y="12755"/>
                </a:lnTo>
                <a:cubicBezTo>
                  <a:pt x="254514" y="12561"/>
                  <a:pt x="254348" y="12464"/>
                  <a:pt x="254183" y="12464"/>
                </a:cubicBezTo>
                <a:cubicBezTo>
                  <a:pt x="254017" y="12464"/>
                  <a:pt x="253852" y="12561"/>
                  <a:pt x="253795" y="12755"/>
                </a:cubicBezTo>
                <a:lnTo>
                  <a:pt x="252425" y="17297"/>
                </a:lnTo>
                <a:cubicBezTo>
                  <a:pt x="250416" y="17571"/>
                  <a:pt x="248590" y="17822"/>
                  <a:pt x="246901" y="18050"/>
                </a:cubicBezTo>
                <a:lnTo>
                  <a:pt x="245532" y="13576"/>
                </a:lnTo>
                <a:cubicBezTo>
                  <a:pt x="245475" y="13382"/>
                  <a:pt x="245309" y="13285"/>
                  <a:pt x="245144" y="13285"/>
                </a:cubicBezTo>
                <a:cubicBezTo>
                  <a:pt x="244978" y="13285"/>
                  <a:pt x="244813" y="13382"/>
                  <a:pt x="244756" y="13576"/>
                </a:cubicBezTo>
                <a:lnTo>
                  <a:pt x="243226" y="18598"/>
                </a:lnTo>
                <a:cubicBezTo>
                  <a:pt x="228390" y="20789"/>
                  <a:pt x="225719" y="21634"/>
                  <a:pt x="216452" y="21862"/>
                </a:cubicBezTo>
                <a:cubicBezTo>
                  <a:pt x="215292" y="21891"/>
                  <a:pt x="214213" y="21904"/>
                  <a:pt x="213204" y="21904"/>
                </a:cubicBezTo>
                <a:cubicBezTo>
                  <a:pt x="198249" y="21904"/>
                  <a:pt x="198516" y="18933"/>
                  <a:pt x="174226" y="18826"/>
                </a:cubicBezTo>
                <a:cubicBezTo>
                  <a:pt x="173569" y="18821"/>
                  <a:pt x="172926" y="18819"/>
                  <a:pt x="172296" y="18819"/>
                </a:cubicBezTo>
                <a:cubicBezTo>
                  <a:pt x="166993" y="18819"/>
                  <a:pt x="162591" y="18980"/>
                  <a:pt x="158225" y="19123"/>
                </a:cubicBezTo>
                <a:lnTo>
                  <a:pt x="156353" y="12937"/>
                </a:lnTo>
                <a:cubicBezTo>
                  <a:pt x="156296" y="12743"/>
                  <a:pt x="156125" y="12646"/>
                  <a:pt x="155954" y="12646"/>
                </a:cubicBezTo>
                <a:cubicBezTo>
                  <a:pt x="155783" y="12646"/>
                  <a:pt x="155612" y="12743"/>
                  <a:pt x="155554" y="12937"/>
                </a:cubicBezTo>
                <a:lnTo>
                  <a:pt x="153637" y="19260"/>
                </a:lnTo>
                <a:cubicBezTo>
                  <a:pt x="152359" y="19305"/>
                  <a:pt x="151058" y="19328"/>
                  <a:pt x="149711" y="19351"/>
                </a:cubicBezTo>
                <a:lnTo>
                  <a:pt x="147588" y="12389"/>
                </a:lnTo>
                <a:cubicBezTo>
                  <a:pt x="147531" y="12195"/>
                  <a:pt x="147360" y="12098"/>
                  <a:pt x="147189" y="12098"/>
                </a:cubicBezTo>
                <a:cubicBezTo>
                  <a:pt x="147018" y="12098"/>
                  <a:pt x="146847" y="12195"/>
                  <a:pt x="146790" y="12389"/>
                </a:cubicBezTo>
                <a:lnTo>
                  <a:pt x="144644" y="19420"/>
                </a:lnTo>
                <a:cubicBezTo>
                  <a:pt x="143206" y="19420"/>
                  <a:pt x="141700" y="19397"/>
                  <a:pt x="140125" y="19374"/>
                </a:cubicBezTo>
                <a:lnTo>
                  <a:pt x="138002" y="12389"/>
                </a:lnTo>
                <a:cubicBezTo>
                  <a:pt x="137945" y="12195"/>
                  <a:pt x="137774" y="12098"/>
                  <a:pt x="137602" y="12098"/>
                </a:cubicBezTo>
                <a:cubicBezTo>
                  <a:pt x="137431" y="12098"/>
                  <a:pt x="137260" y="12195"/>
                  <a:pt x="137203" y="12389"/>
                </a:cubicBezTo>
                <a:lnTo>
                  <a:pt x="135103" y="19260"/>
                </a:lnTo>
                <a:cubicBezTo>
                  <a:pt x="134464" y="19237"/>
                  <a:pt x="133825" y="19214"/>
                  <a:pt x="133140" y="19191"/>
                </a:cubicBezTo>
                <a:cubicBezTo>
                  <a:pt x="131382" y="19123"/>
                  <a:pt x="129671" y="19054"/>
                  <a:pt x="128027" y="18963"/>
                </a:cubicBezTo>
                <a:lnTo>
                  <a:pt x="125950" y="12115"/>
                </a:lnTo>
                <a:cubicBezTo>
                  <a:pt x="125893" y="11921"/>
                  <a:pt x="125722" y="11824"/>
                  <a:pt x="125551" y="11824"/>
                </a:cubicBezTo>
                <a:cubicBezTo>
                  <a:pt x="125379" y="11824"/>
                  <a:pt x="125208" y="11921"/>
                  <a:pt x="125151" y="12115"/>
                </a:cubicBezTo>
                <a:lnTo>
                  <a:pt x="123165" y="18666"/>
                </a:lnTo>
                <a:cubicBezTo>
                  <a:pt x="121362" y="18552"/>
                  <a:pt x="119650" y="18415"/>
                  <a:pt x="118007" y="18278"/>
                </a:cubicBezTo>
                <a:lnTo>
                  <a:pt x="115542" y="10198"/>
                </a:lnTo>
                <a:cubicBezTo>
                  <a:pt x="115485" y="10004"/>
                  <a:pt x="115313" y="9907"/>
                  <a:pt x="115142" y="9907"/>
                </a:cubicBezTo>
                <a:cubicBezTo>
                  <a:pt x="114971" y="9907"/>
                  <a:pt x="114800" y="10004"/>
                  <a:pt x="114743" y="10198"/>
                </a:cubicBezTo>
                <a:lnTo>
                  <a:pt x="112437" y="17776"/>
                </a:lnTo>
                <a:cubicBezTo>
                  <a:pt x="110360" y="17571"/>
                  <a:pt x="108375" y="17365"/>
                  <a:pt x="106457" y="17160"/>
                </a:cubicBezTo>
                <a:lnTo>
                  <a:pt x="104517" y="10814"/>
                </a:lnTo>
                <a:cubicBezTo>
                  <a:pt x="104460" y="10609"/>
                  <a:pt x="104289" y="10506"/>
                  <a:pt x="104118" y="10506"/>
                </a:cubicBezTo>
                <a:cubicBezTo>
                  <a:pt x="103946" y="10506"/>
                  <a:pt x="103775" y="10609"/>
                  <a:pt x="103718" y="10814"/>
                </a:cubicBezTo>
                <a:lnTo>
                  <a:pt x="101938" y="16658"/>
                </a:lnTo>
                <a:cubicBezTo>
                  <a:pt x="83449" y="14558"/>
                  <a:pt x="72288" y="12321"/>
                  <a:pt x="63272" y="10495"/>
                </a:cubicBezTo>
                <a:lnTo>
                  <a:pt x="61902" y="6044"/>
                </a:lnTo>
                <a:cubicBezTo>
                  <a:pt x="61822" y="5759"/>
                  <a:pt x="61588" y="5616"/>
                  <a:pt x="61354" y="5616"/>
                </a:cubicBezTo>
                <a:cubicBezTo>
                  <a:pt x="61120" y="5616"/>
                  <a:pt x="60887" y="5759"/>
                  <a:pt x="60807" y="6044"/>
                </a:cubicBezTo>
                <a:lnTo>
                  <a:pt x="59665" y="9764"/>
                </a:lnTo>
                <a:cubicBezTo>
                  <a:pt x="57999" y="9422"/>
                  <a:pt x="56379" y="9125"/>
                  <a:pt x="54781" y="8829"/>
                </a:cubicBezTo>
                <a:lnTo>
                  <a:pt x="53137" y="3442"/>
                </a:lnTo>
                <a:cubicBezTo>
                  <a:pt x="53057" y="3157"/>
                  <a:pt x="52823" y="3014"/>
                  <a:pt x="52590" y="3014"/>
                </a:cubicBezTo>
                <a:cubicBezTo>
                  <a:pt x="52356" y="3014"/>
                  <a:pt x="52122" y="3157"/>
                  <a:pt x="52042" y="3442"/>
                </a:cubicBezTo>
                <a:lnTo>
                  <a:pt x="50604" y="8121"/>
                </a:lnTo>
                <a:cubicBezTo>
                  <a:pt x="48915" y="7847"/>
                  <a:pt x="47203" y="7619"/>
                  <a:pt x="45400" y="7413"/>
                </a:cubicBezTo>
                <a:lnTo>
                  <a:pt x="43551" y="1342"/>
                </a:lnTo>
                <a:cubicBezTo>
                  <a:pt x="43471" y="1057"/>
                  <a:pt x="43237" y="914"/>
                  <a:pt x="43003" y="914"/>
                </a:cubicBezTo>
                <a:cubicBezTo>
                  <a:pt x="42769" y="914"/>
                  <a:pt x="42535" y="1057"/>
                  <a:pt x="42455" y="1342"/>
                </a:cubicBezTo>
                <a:lnTo>
                  <a:pt x="40720" y="7003"/>
                </a:lnTo>
                <a:cubicBezTo>
                  <a:pt x="37844" y="6797"/>
                  <a:pt x="34717" y="6660"/>
                  <a:pt x="31202" y="6637"/>
                </a:cubicBezTo>
                <a:cubicBezTo>
                  <a:pt x="29633" y="6628"/>
                  <a:pt x="28099" y="6622"/>
                  <a:pt x="26598" y="6622"/>
                </a:cubicBezTo>
                <a:cubicBezTo>
                  <a:pt x="24476" y="6622"/>
                  <a:pt x="22421" y="6634"/>
                  <a:pt x="20429" y="6660"/>
                </a:cubicBezTo>
                <a:lnTo>
                  <a:pt x="18534" y="429"/>
                </a:lnTo>
                <a:cubicBezTo>
                  <a:pt x="18454" y="144"/>
                  <a:pt x="18220" y="1"/>
                  <a:pt x="179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088" name="Shape 1088"/>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089" name="Shape 1089"/>
        <p:cNvGrpSpPr/>
        <p:nvPr/>
      </p:nvGrpSpPr>
      <p:grpSpPr>
        <a:xfrm>
          <a:off x="0" y="0"/>
          <a:ext cx="0" cy="0"/>
          <a:chOff x="0" y="0"/>
          <a:chExt cx="0" cy="0"/>
        </a:xfrm>
      </p:grpSpPr>
      <p:sp>
        <p:nvSpPr>
          <p:cNvPr id="1090" name="Google Shape;1090;p2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1.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slideLayout" Target="../slideLayouts/slideLayout27.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FFEBEB"/>
            </a:gs>
            <a:gs pos="100000">
              <a:srgbClr val="B2D4A8"/>
            </a:gs>
          </a:gsLst>
          <a:lin ang="5400012" scaled="0"/>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75" y="539500"/>
            <a:ext cx="77175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2800"/>
              <a:buFont typeface="Bakbak One"/>
              <a:buNone/>
              <a:defRPr sz="2800">
                <a:solidFill>
                  <a:schemeClr val="dk1"/>
                </a:solidFill>
                <a:latin typeface="Bakbak One"/>
                <a:ea typeface="Bakbak One"/>
                <a:cs typeface="Bakbak One"/>
                <a:sym typeface="Bakbak One"/>
              </a:defRPr>
            </a:lvl1pPr>
            <a:lvl2pPr lvl="1" rtl="0" algn="ctr">
              <a:spcBef>
                <a:spcPts val="0"/>
              </a:spcBef>
              <a:spcAft>
                <a:spcPts val="0"/>
              </a:spcAft>
              <a:buClr>
                <a:schemeClr val="dk1"/>
              </a:buClr>
              <a:buSzPts val="2800"/>
              <a:buFont typeface="Bakbak One"/>
              <a:buNone/>
              <a:defRPr sz="2800">
                <a:solidFill>
                  <a:schemeClr val="dk1"/>
                </a:solidFill>
                <a:latin typeface="Bakbak One"/>
                <a:ea typeface="Bakbak One"/>
                <a:cs typeface="Bakbak One"/>
                <a:sym typeface="Bakbak One"/>
              </a:defRPr>
            </a:lvl2pPr>
            <a:lvl3pPr lvl="2" rtl="0" algn="ctr">
              <a:spcBef>
                <a:spcPts val="0"/>
              </a:spcBef>
              <a:spcAft>
                <a:spcPts val="0"/>
              </a:spcAft>
              <a:buClr>
                <a:schemeClr val="dk1"/>
              </a:buClr>
              <a:buSzPts val="2800"/>
              <a:buFont typeface="Bakbak One"/>
              <a:buNone/>
              <a:defRPr sz="2800">
                <a:solidFill>
                  <a:schemeClr val="dk1"/>
                </a:solidFill>
                <a:latin typeface="Bakbak One"/>
                <a:ea typeface="Bakbak One"/>
                <a:cs typeface="Bakbak One"/>
                <a:sym typeface="Bakbak One"/>
              </a:defRPr>
            </a:lvl3pPr>
            <a:lvl4pPr lvl="3" rtl="0" algn="ctr">
              <a:spcBef>
                <a:spcPts val="0"/>
              </a:spcBef>
              <a:spcAft>
                <a:spcPts val="0"/>
              </a:spcAft>
              <a:buClr>
                <a:schemeClr val="dk1"/>
              </a:buClr>
              <a:buSzPts val="2800"/>
              <a:buFont typeface="Bakbak One"/>
              <a:buNone/>
              <a:defRPr sz="2800">
                <a:solidFill>
                  <a:schemeClr val="dk1"/>
                </a:solidFill>
                <a:latin typeface="Bakbak One"/>
                <a:ea typeface="Bakbak One"/>
                <a:cs typeface="Bakbak One"/>
                <a:sym typeface="Bakbak One"/>
              </a:defRPr>
            </a:lvl4pPr>
            <a:lvl5pPr lvl="4" rtl="0" algn="ctr">
              <a:spcBef>
                <a:spcPts val="0"/>
              </a:spcBef>
              <a:spcAft>
                <a:spcPts val="0"/>
              </a:spcAft>
              <a:buClr>
                <a:schemeClr val="dk1"/>
              </a:buClr>
              <a:buSzPts val="2800"/>
              <a:buFont typeface="Bakbak One"/>
              <a:buNone/>
              <a:defRPr sz="2800">
                <a:solidFill>
                  <a:schemeClr val="dk1"/>
                </a:solidFill>
                <a:latin typeface="Bakbak One"/>
                <a:ea typeface="Bakbak One"/>
                <a:cs typeface="Bakbak One"/>
                <a:sym typeface="Bakbak One"/>
              </a:defRPr>
            </a:lvl5pPr>
            <a:lvl6pPr lvl="5" rtl="0" algn="ctr">
              <a:spcBef>
                <a:spcPts val="0"/>
              </a:spcBef>
              <a:spcAft>
                <a:spcPts val="0"/>
              </a:spcAft>
              <a:buClr>
                <a:schemeClr val="dk1"/>
              </a:buClr>
              <a:buSzPts val="2800"/>
              <a:buFont typeface="Bakbak One"/>
              <a:buNone/>
              <a:defRPr sz="2800">
                <a:solidFill>
                  <a:schemeClr val="dk1"/>
                </a:solidFill>
                <a:latin typeface="Bakbak One"/>
                <a:ea typeface="Bakbak One"/>
                <a:cs typeface="Bakbak One"/>
                <a:sym typeface="Bakbak One"/>
              </a:defRPr>
            </a:lvl6pPr>
            <a:lvl7pPr lvl="6" rtl="0" algn="ctr">
              <a:spcBef>
                <a:spcPts val="0"/>
              </a:spcBef>
              <a:spcAft>
                <a:spcPts val="0"/>
              </a:spcAft>
              <a:buClr>
                <a:schemeClr val="dk1"/>
              </a:buClr>
              <a:buSzPts val="2800"/>
              <a:buFont typeface="Bakbak One"/>
              <a:buNone/>
              <a:defRPr sz="2800">
                <a:solidFill>
                  <a:schemeClr val="dk1"/>
                </a:solidFill>
                <a:latin typeface="Bakbak One"/>
                <a:ea typeface="Bakbak One"/>
                <a:cs typeface="Bakbak One"/>
                <a:sym typeface="Bakbak One"/>
              </a:defRPr>
            </a:lvl7pPr>
            <a:lvl8pPr lvl="7" rtl="0" algn="ctr">
              <a:spcBef>
                <a:spcPts val="0"/>
              </a:spcBef>
              <a:spcAft>
                <a:spcPts val="0"/>
              </a:spcAft>
              <a:buClr>
                <a:schemeClr val="dk1"/>
              </a:buClr>
              <a:buSzPts val="2800"/>
              <a:buFont typeface="Bakbak One"/>
              <a:buNone/>
              <a:defRPr sz="2800">
                <a:solidFill>
                  <a:schemeClr val="dk1"/>
                </a:solidFill>
                <a:latin typeface="Bakbak One"/>
                <a:ea typeface="Bakbak One"/>
                <a:cs typeface="Bakbak One"/>
                <a:sym typeface="Bakbak One"/>
              </a:defRPr>
            </a:lvl8pPr>
            <a:lvl9pPr lvl="8" rtl="0" algn="ctr">
              <a:spcBef>
                <a:spcPts val="0"/>
              </a:spcBef>
              <a:spcAft>
                <a:spcPts val="0"/>
              </a:spcAft>
              <a:buClr>
                <a:schemeClr val="dk1"/>
              </a:buClr>
              <a:buSzPts val="2800"/>
              <a:buFont typeface="Bakbak One"/>
              <a:buNone/>
              <a:defRPr sz="2800">
                <a:solidFill>
                  <a:schemeClr val="dk1"/>
                </a:solidFill>
                <a:latin typeface="Bakbak One"/>
                <a:ea typeface="Bakbak One"/>
                <a:cs typeface="Bakbak One"/>
                <a:sym typeface="Bakbak One"/>
              </a:defRPr>
            </a:lvl9pPr>
          </a:lstStyle>
          <a:p/>
        </p:txBody>
      </p:sp>
      <p:sp>
        <p:nvSpPr>
          <p:cNvPr id="7" name="Google Shape;7;p1"/>
          <p:cNvSpPr txBox="1"/>
          <p:nvPr>
            <p:ph idx="1" type="body"/>
          </p:nvPr>
        </p:nvSpPr>
        <p:spPr>
          <a:xfrm>
            <a:off x="713225" y="1246950"/>
            <a:ext cx="77175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dk1"/>
              </a:buClr>
              <a:buSzPts val="1800"/>
              <a:buFont typeface="Abel"/>
              <a:buChar char="●"/>
              <a:defRPr sz="1800">
                <a:solidFill>
                  <a:schemeClr val="dk1"/>
                </a:solidFill>
                <a:latin typeface="Abel"/>
                <a:ea typeface="Abel"/>
                <a:cs typeface="Abel"/>
                <a:sym typeface="Abel"/>
              </a:defRPr>
            </a:lvl1pPr>
            <a:lvl2pPr indent="-317500" lvl="1" marL="914400">
              <a:lnSpc>
                <a:spcPct val="100000"/>
              </a:lnSpc>
              <a:spcBef>
                <a:spcPts val="0"/>
              </a:spcBef>
              <a:spcAft>
                <a:spcPts val="0"/>
              </a:spcAft>
              <a:buClr>
                <a:schemeClr val="dk1"/>
              </a:buClr>
              <a:buSzPts val="1400"/>
              <a:buFont typeface="Abel"/>
              <a:buChar char="○"/>
              <a:defRPr>
                <a:solidFill>
                  <a:schemeClr val="dk1"/>
                </a:solidFill>
                <a:latin typeface="Abel"/>
                <a:ea typeface="Abel"/>
                <a:cs typeface="Abel"/>
                <a:sym typeface="Abel"/>
              </a:defRPr>
            </a:lvl2pPr>
            <a:lvl3pPr indent="-317500" lvl="2" marL="1371600">
              <a:lnSpc>
                <a:spcPct val="100000"/>
              </a:lnSpc>
              <a:spcBef>
                <a:spcPts val="0"/>
              </a:spcBef>
              <a:spcAft>
                <a:spcPts val="0"/>
              </a:spcAft>
              <a:buClr>
                <a:schemeClr val="dk1"/>
              </a:buClr>
              <a:buSzPts val="1400"/>
              <a:buFont typeface="Abel"/>
              <a:buChar char="■"/>
              <a:defRPr>
                <a:solidFill>
                  <a:schemeClr val="dk1"/>
                </a:solidFill>
                <a:latin typeface="Abel"/>
                <a:ea typeface="Abel"/>
                <a:cs typeface="Abel"/>
                <a:sym typeface="Abel"/>
              </a:defRPr>
            </a:lvl3pPr>
            <a:lvl4pPr indent="-317500" lvl="3" marL="1828800">
              <a:lnSpc>
                <a:spcPct val="100000"/>
              </a:lnSpc>
              <a:spcBef>
                <a:spcPts val="0"/>
              </a:spcBef>
              <a:spcAft>
                <a:spcPts val="0"/>
              </a:spcAft>
              <a:buClr>
                <a:schemeClr val="dk1"/>
              </a:buClr>
              <a:buSzPts val="1400"/>
              <a:buFont typeface="Abel"/>
              <a:buChar char="●"/>
              <a:defRPr>
                <a:solidFill>
                  <a:schemeClr val="dk1"/>
                </a:solidFill>
                <a:latin typeface="Abel"/>
                <a:ea typeface="Abel"/>
                <a:cs typeface="Abel"/>
                <a:sym typeface="Abel"/>
              </a:defRPr>
            </a:lvl4pPr>
            <a:lvl5pPr indent="-317500" lvl="4" marL="2286000">
              <a:lnSpc>
                <a:spcPct val="100000"/>
              </a:lnSpc>
              <a:spcBef>
                <a:spcPts val="0"/>
              </a:spcBef>
              <a:spcAft>
                <a:spcPts val="0"/>
              </a:spcAft>
              <a:buClr>
                <a:schemeClr val="dk1"/>
              </a:buClr>
              <a:buSzPts val="1400"/>
              <a:buFont typeface="Abel"/>
              <a:buChar char="○"/>
              <a:defRPr>
                <a:solidFill>
                  <a:schemeClr val="dk1"/>
                </a:solidFill>
                <a:latin typeface="Abel"/>
                <a:ea typeface="Abel"/>
                <a:cs typeface="Abel"/>
                <a:sym typeface="Abel"/>
              </a:defRPr>
            </a:lvl5pPr>
            <a:lvl6pPr indent="-317500" lvl="5" marL="2743200">
              <a:lnSpc>
                <a:spcPct val="100000"/>
              </a:lnSpc>
              <a:spcBef>
                <a:spcPts val="0"/>
              </a:spcBef>
              <a:spcAft>
                <a:spcPts val="0"/>
              </a:spcAft>
              <a:buClr>
                <a:schemeClr val="dk1"/>
              </a:buClr>
              <a:buSzPts val="1400"/>
              <a:buFont typeface="Abel"/>
              <a:buChar char="■"/>
              <a:defRPr>
                <a:solidFill>
                  <a:schemeClr val="dk1"/>
                </a:solidFill>
                <a:latin typeface="Abel"/>
                <a:ea typeface="Abel"/>
                <a:cs typeface="Abel"/>
                <a:sym typeface="Abel"/>
              </a:defRPr>
            </a:lvl6pPr>
            <a:lvl7pPr indent="-317500" lvl="6" marL="3200400">
              <a:lnSpc>
                <a:spcPct val="100000"/>
              </a:lnSpc>
              <a:spcBef>
                <a:spcPts val="0"/>
              </a:spcBef>
              <a:spcAft>
                <a:spcPts val="0"/>
              </a:spcAft>
              <a:buClr>
                <a:schemeClr val="dk1"/>
              </a:buClr>
              <a:buSzPts val="1400"/>
              <a:buFont typeface="Abel"/>
              <a:buChar char="●"/>
              <a:defRPr>
                <a:solidFill>
                  <a:schemeClr val="dk1"/>
                </a:solidFill>
                <a:latin typeface="Abel"/>
                <a:ea typeface="Abel"/>
                <a:cs typeface="Abel"/>
                <a:sym typeface="Abel"/>
              </a:defRPr>
            </a:lvl7pPr>
            <a:lvl8pPr indent="-317500" lvl="7" marL="3657600">
              <a:lnSpc>
                <a:spcPct val="100000"/>
              </a:lnSpc>
              <a:spcBef>
                <a:spcPts val="0"/>
              </a:spcBef>
              <a:spcAft>
                <a:spcPts val="0"/>
              </a:spcAft>
              <a:buClr>
                <a:schemeClr val="dk1"/>
              </a:buClr>
              <a:buSzPts val="1400"/>
              <a:buFont typeface="Abel"/>
              <a:buChar char="○"/>
              <a:defRPr>
                <a:solidFill>
                  <a:schemeClr val="dk1"/>
                </a:solidFill>
                <a:latin typeface="Abel"/>
                <a:ea typeface="Abel"/>
                <a:cs typeface="Abel"/>
                <a:sym typeface="Abel"/>
              </a:defRPr>
            </a:lvl8pPr>
            <a:lvl9pPr indent="-317500" lvl="8" marL="4114800">
              <a:lnSpc>
                <a:spcPct val="100000"/>
              </a:lnSpc>
              <a:spcBef>
                <a:spcPts val="0"/>
              </a:spcBef>
              <a:spcAft>
                <a:spcPts val="0"/>
              </a:spcAft>
              <a:buClr>
                <a:schemeClr val="dk1"/>
              </a:buClr>
              <a:buSzPts val="1400"/>
              <a:buFont typeface="Abel"/>
              <a:buChar char="■"/>
              <a:defRPr>
                <a:solidFill>
                  <a:schemeClr val="dk1"/>
                </a:solidFill>
                <a:latin typeface="Abel"/>
                <a:ea typeface="Abel"/>
                <a:cs typeface="Abel"/>
                <a:sym typeface="Abe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340">
          <p15:clr>
            <a:srgbClr val="EA4335"/>
          </p15:clr>
        </p15:guide>
        <p15:guide id="2" pos="449">
          <p15:clr>
            <a:srgbClr val="EA4335"/>
          </p15:clr>
        </p15:guide>
        <p15:guide id="3" pos="5311">
          <p15:clr>
            <a:srgbClr val="EA4335"/>
          </p15:clr>
        </p15:guide>
        <p15:guide id="4" orient="horz" pos="2903">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085" name="Shape 1085"/>
        <p:cNvGrpSpPr/>
        <p:nvPr/>
      </p:nvGrpSpPr>
      <p:grpSpPr>
        <a:xfrm>
          <a:off x="0" y="0"/>
          <a:ext cx="0" cy="0"/>
          <a:chOff x="0" y="0"/>
          <a:chExt cx="0" cy="0"/>
        </a:xfrm>
      </p:grpSpPr>
      <p:sp>
        <p:nvSpPr>
          <p:cNvPr id="1086" name="Google Shape;1086;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087" name="Google Shape;1087;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 id="2147483674"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27.xml"/><Relationship Id="rId5" Type="http://schemas.openxmlformats.org/officeDocument/2006/relationships/slide" Target="/ppt/slides/slide21.xml"/><Relationship Id="rId6" Type="http://schemas.openxmlformats.org/officeDocument/2006/relationships/slide" Target="/ppt/slides/slide21.xml"/><Relationship Id="rId7" Type="http://schemas.openxmlformats.org/officeDocument/2006/relationships/slide" Target="/ppt/slides/slide20.xml"/><Relationship Id="rId8" Type="http://schemas.openxmlformats.org/officeDocument/2006/relationships/slide" Target="/ppt/slides/slide25.xml"/><Relationship Id="rId11" Type="http://schemas.openxmlformats.org/officeDocument/2006/relationships/hyperlink" Target="https://www.freepik.com/?utm_source=slidesgo_template&amp;utm_medium=referral-link&amp;utm_campaign=promo-slide&amp;utm_term=slidesgo&amp;utm_content=freepik" TargetMode="External"/><Relationship Id="rId10"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3" Type="http://schemas.openxmlformats.org/officeDocument/2006/relationships/hyperlink" Target="https://storyset.com/?utm_source=slidesgo_template&amp;utm_medium=referral-link&amp;utm_campaign=promo-slide&amp;utm_term=slidesgo&amp;utm_content=storyset" TargetMode="External"/><Relationship Id="rId12" Type="http://schemas.openxmlformats.org/officeDocument/2006/relationships/hyperlink" Target="https://www.flaticon.com/?utm_source=slidesgo_template&amp;utm_medium=referral-link&amp;utm_campaign=promo-slide&amp;utm_term=slidesgo&amp;utm_content=flaticon" TargetMode="External"/><Relationship Id="rId15" Type="http://schemas.openxmlformats.org/officeDocument/2006/relationships/hyperlink" Target="https://www.videvo.net/?utm_source=slidesgo_template&amp;utm_medium=referral-link&amp;utm_campaign=sg_resources&amp;utm_content=videvo" TargetMode="External"/><Relationship Id="rId14" Type="http://schemas.openxmlformats.org/officeDocument/2006/relationships/hyperlink" Target="https://wepik.com/?utm_source=slidesgo_template&amp;utm_medium=referral-link&amp;utm_campaign=promo-slide&amp;utm_term=slidesgo&amp;utm_content=wepik" TargetMode="External"/><Relationship Id="rId17" Type="http://schemas.openxmlformats.org/officeDocument/2006/relationships/hyperlink" Target="http://bit.ly/30B07Gq" TargetMode="External"/><Relationship Id="rId16" Type="http://schemas.openxmlformats.org/officeDocument/2006/relationships/hyperlink" Target="http://bit.ly/2Tynxth" TargetMode="External"/><Relationship Id="rId18" Type="http://schemas.openxmlformats.org/officeDocument/2006/relationships/hyperlink" Target="http://bit.ly/33VAFh3"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 Id="rId3" Type="http://schemas.openxmlformats.org/officeDocument/2006/relationships/image" Target="../media/image8.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hyperlink" Target="https://en.wikipedia.org/wiki/Diolkos"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7.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8.xml"/><Relationship Id="rId3" Type="http://schemas.openxmlformats.org/officeDocument/2006/relationships/hyperlink" Target="https://docs.google.com/spreadsheets/d/14E58vEBYFE3obZdRCifhGoRBZGgoMKBjLNw_evRa63c/copy#gid=0" TargetMode="External"/><Relationship Id="rId4" Type="http://schemas.openxmlformats.org/officeDocument/2006/relationships/image" Target="../media/image5.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 Id="rId3" Type="http://schemas.openxmlformats.org/officeDocument/2006/relationships/hyperlink" Target="https://www.freepik.com/free-vector/set-train-silhouettes_1118922.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2.xml"/><Relationship Id="rId3" Type="http://schemas.openxmlformats.org/officeDocument/2006/relationships/hyperlink" Target="https://www.freepik.com/free-vector/train-station-flat-design-background_1118911.htm/?utm_source=slidesgo_template&amp;utm_medium=referral-link&amp;utm_campaign=sg_resources&amp;utm_content=freepik" TargetMode="External"/><Relationship Id="rId4" Type="http://schemas.openxmlformats.org/officeDocument/2006/relationships/hyperlink" Target="https://www.freepik.com/free-vector/welcome-landing-page-template-with-landscape_5103767.htm/?utm_source=slidesgo_template&amp;utm_medium=referral-link&amp;utm_campaign=sg_resources&amp;utm_content=freepik" TargetMode="External"/><Relationship Id="rId9" Type="http://schemas.openxmlformats.org/officeDocument/2006/relationships/hyperlink" Target="https://www.freepik.com/free-vector/train-background-crossing-beautiful-landscape_1051641.htm#&amp;position=13&amp;from_view=undefined" TargetMode="External"/><Relationship Id="rId5" Type="http://schemas.openxmlformats.org/officeDocument/2006/relationships/hyperlink" Target="https://www.freepik.com/free-vector/hand-drawn-nyepi-greeting-card-template_22770652.htm/?utm_source=slidesgo_template&amp;utm_medium=referral-link&amp;utm_campaign=sg_resources&amp;utm_content=freepik" TargetMode="External"/><Relationship Id="rId6" Type="http://schemas.openxmlformats.org/officeDocument/2006/relationships/hyperlink" Target="https://www.freepik.com/free-vector/flat-travel-background_3689144.htm/?utm_source=slidesgo_template&amp;utm_medium=referral-link&amp;utm_campaign=sg_resources&amp;utm_content=freepik" TargetMode="External"/><Relationship Id="rId7" Type="http://schemas.openxmlformats.org/officeDocument/2006/relationships/hyperlink" Target="https://www.freepik.com/free-vector/modern-train-station-background_1128100.htm/?utm_source=slidesgo_template&amp;utm_medium=referral-link&amp;utm_campaign=sg_resources&amp;utm_content=freepik" TargetMode="External"/><Relationship Id="rId8" Type="http://schemas.openxmlformats.org/officeDocument/2006/relationships/hyperlink" Target="https://www.freepik.com/free-photo/transport-concept-with-railways-aerial-view_13951904.htm/?utm_source=slidesgo_template&amp;utm_medium=referral-link&amp;utm_campaign=sg_resources&amp;utm_content=freepik" TargetMode="External"/><Relationship Id="rId11" Type="http://schemas.openxmlformats.org/officeDocument/2006/relationships/hyperlink" Target="https://www.freepik.com/free-vector/landscape-background-with-river-mountains-blue-tones_1055827.htm/?utm_source=slidesgo_template&amp;utm_medium=referral-link&amp;utm_campaign=sg_resources&amp;utm_content=freepik" TargetMode="External"/><Relationship Id="rId10" Type="http://schemas.openxmlformats.org/officeDocument/2006/relationships/hyperlink" Target="https://www.freepik.com/free-vector/train-background-crossing-beautiful-landscape_1051641.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5.xml"/><Relationship Id="rId3" Type="http://schemas.openxmlformats.org/officeDocument/2006/relationships/hyperlink" Target="https://fonts.google.com/specimen/Bakbak+One" TargetMode="External"/><Relationship Id="rId4" Type="http://schemas.openxmlformats.org/officeDocument/2006/relationships/hyperlink" Target="https://fonts.google.com/specimen/Abel"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png"/><Relationship Id="rId14" Type="http://schemas.openxmlformats.org/officeDocument/2006/relationships/image" Target="../media/image2.png"/><Relationship Id="rId17" Type="http://schemas.openxmlformats.org/officeDocument/2006/relationships/image" Target="../media/image3.png"/><Relationship Id="rId16" Type="http://schemas.openxmlformats.org/officeDocument/2006/relationships/image" Target="../media/image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FFEBEB"/>
            </a:gs>
            <a:gs pos="100000">
              <a:srgbClr val="B2D4A8"/>
            </a:gs>
          </a:gsLst>
          <a:lin ang="5400012" scaled="0"/>
        </a:gradFill>
      </p:bgPr>
    </p:bg>
    <p:spTree>
      <p:nvGrpSpPr>
        <p:cNvPr id="1094" name="Shape 1094"/>
        <p:cNvGrpSpPr/>
        <p:nvPr/>
      </p:nvGrpSpPr>
      <p:grpSpPr>
        <a:xfrm>
          <a:off x="0" y="0"/>
          <a:ext cx="0" cy="0"/>
          <a:chOff x="0" y="0"/>
          <a:chExt cx="0" cy="0"/>
        </a:xfrm>
      </p:grpSpPr>
      <p:sp>
        <p:nvSpPr>
          <p:cNvPr id="1095" name="Google Shape;1095;p30"/>
          <p:cNvSpPr/>
          <p:nvPr/>
        </p:nvSpPr>
        <p:spPr>
          <a:xfrm>
            <a:off x="340050" y="3140250"/>
            <a:ext cx="8867716" cy="2936625"/>
          </a:xfrm>
          <a:custGeom>
            <a:rect b="b" l="l" r="r" t="t"/>
            <a:pathLst>
              <a:path extrusionOk="0" h="117465" w="208861">
                <a:moveTo>
                  <a:pt x="183045" y="1"/>
                </a:moveTo>
                <a:cubicBezTo>
                  <a:pt x="112165" y="1"/>
                  <a:pt x="135646" y="29390"/>
                  <a:pt x="94030" y="29390"/>
                </a:cubicBezTo>
                <a:cubicBezTo>
                  <a:pt x="65942" y="29390"/>
                  <a:pt x="66005" y="6271"/>
                  <a:pt x="37023" y="6271"/>
                </a:cubicBezTo>
                <a:cubicBezTo>
                  <a:pt x="8025" y="6271"/>
                  <a:pt x="0" y="28215"/>
                  <a:pt x="0" y="28215"/>
                </a:cubicBezTo>
                <a:lnTo>
                  <a:pt x="0" y="117464"/>
                </a:lnTo>
                <a:lnTo>
                  <a:pt x="208860" y="117464"/>
                </a:lnTo>
                <a:lnTo>
                  <a:pt x="208860" y="22337"/>
                </a:lnTo>
                <a:cubicBezTo>
                  <a:pt x="208860" y="22337"/>
                  <a:pt x="208860" y="1"/>
                  <a:pt x="183045"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0"/>
          <p:cNvSpPr/>
          <p:nvPr/>
        </p:nvSpPr>
        <p:spPr>
          <a:xfrm>
            <a:off x="-8925" y="2012525"/>
            <a:ext cx="3953475" cy="3130975"/>
          </a:xfrm>
          <a:custGeom>
            <a:rect b="b" l="l" r="r" t="t"/>
            <a:pathLst>
              <a:path extrusionOk="0" h="125239" w="158139">
                <a:moveTo>
                  <a:pt x="0" y="125239"/>
                </a:moveTo>
                <a:lnTo>
                  <a:pt x="158138" y="125239"/>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0"/>
          <p:cNvSpPr/>
          <p:nvPr/>
        </p:nvSpPr>
        <p:spPr>
          <a:xfrm>
            <a:off x="-8925" y="2012525"/>
            <a:ext cx="1866825" cy="2352350"/>
          </a:xfrm>
          <a:custGeom>
            <a:rect b="b" l="l" r="r" t="t"/>
            <a:pathLst>
              <a:path extrusionOk="0" h="94094" w="74673">
                <a:moveTo>
                  <a:pt x="0" y="1"/>
                </a:moveTo>
                <a:cubicBezTo>
                  <a:pt x="0" y="1"/>
                  <a:pt x="784" y="10565"/>
                  <a:pt x="8104" y="15785"/>
                </a:cubicBezTo>
                <a:cubicBezTo>
                  <a:pt x="15408" y="21004"/>
                  <a:pt x="1301" y="24672"/>
                  <a:pt x="8104" y="33027"/>
                </a:cubicBezTo>
                <a:cubicBezTo>
                  <a:pt x="14891" y="41381"/>
                  <a:pt x="32650" y="37494"/>
                  <a:pt x="36317" y="43623"/>
                </a:cubicBezTo>
                <a:cubicBezTo>
                  <a:pt x="39970" y="49751"/>
                  <a:pt x="27132" y="74046"/>
                  <a:pt x="33810" y="83843"/>
                </a:cubicBezTo>
                <a:cubicBezTo>
                  <a:pt x="40487" y="93639"/>
                  <a:pt x="46662" y="94094"/>
                  <a:pt x="46662" y="94094"/>
                </a:cubicBezTo>
                <a:lnTo>
                  <a:pt x="74672" y="59156"/>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 name="Google Shape;1098;p30"/>
          <p:cNvGrpSpPr/>
          <p:nvPr/>
        </p:nvGrpSpPr>
        <p:grpSpPr>
          <a:xfrm>
            <a:off x="1941675" y="4364875"/>
            <a:ext cx="853900" cy="770400"/>
            <a:chOff x="4219225" y="4330850"/>
            <a:chExt cx="853900" cy="770400"/>
          </a:xfrm>
        </p:grpSpPr>
        <p:grpSp>
          <p:nvGrpSpPr>
            <p:cNvPr id="1099" name="Google Shape;1099;p30"/>
            <p:cNvGrpSpPr/>
            <p:nvPr/>
          </p:nvGrpSpPr>
          <p:grpSpPr>
            <a:xfrm>
              <a:off x="4295625" y="4330850"/>
              <a:ext cx="777500" cy="770400"/>
              <a:chOff x="4295625" y="4330850"/>
              <a:chExt cx="777500" cy="770400"/>
            </a:xfrm>
          </p:grpSpPr>
          <p:sp>
            <p:nvSpPr>
              <p:cNvPr id="1100" name="Google Shape;1100;p30"/>
              <p:cNvSpPr/>
              <p:nvPr/>
            </p:nvSpPr>
            <p:spPr>
              <a:xfrm>
                <a:off x="4603250" y="4588300"/>
                <a:ext cx="408325" cy="293525"/>
              </a:xfrm>
              <a:custGeom>
                <a:rect b="b" l="l" r="r" t="t"/>
                <a:pathLst>
                  <a:path extrusionOk="0" h="11741" w="16333">
                    <a:moveTo>
                      <a:pt x="8167" y="0"/>
                    </a:moveTo>
                    <a:cubicBezTo>
                      <a:pt x="8167" y="0"/>
                      <a:pt x="5549" y="9185"/>
                      <a:pt x="0" y="9185"/>
                    </a:cubicBezTo>
                    <a:cubicBezTo>
                      <a:pt x="0" y="9185"/>
                      <a:pt x="3260" y="11740"/>
                      <a:pt x="8167" y="11740"/>
                    </a:cubicBezTo>
                    <a:cubicBezTo>
                      <a:pt x="13073" y="11740"/>
                      <a:pt x="16333" y="9185"/>
                      <a:pt x="16333" y="9185"/>
                    </a:cubicBezTo>
                    <a:cubicBezTo>
                      <a:pt x="10784" y="9185"/>
                      <a:pt x="8167" y="0"/>
                      <a:pt x="8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 name="Google Shape;1101;p30"/>
              <p:cNvGrpSpPr/>
              <p:nvPr/>
            </p:nvGrpSpPr>
            <p:grpSpPr>
              <a:xfrm>
                <a:off x="4295625" y="4330850"/>
                <a:ext cx="777500" cy="770400"/>
                <a:chOff x="4295625" y="4330850"/>
                <a:chExt cx="777500" cy="770400"/>
              </a:xfrm>
            </p:grpSpPr>
            <p:sp>
              <p:nvSpPr>
                <p:cNvPr id="1102" name="Google Shape;1102;p30"/>
                <p:cNvSpPr/>
                <p:nvPr/>
              </p:nvSpPr>
              <p:spPr>
                <a:xfrm>
                  <a:off x="4637325" y="4508750"/>
                  <a:ext cx="340550" cy="244925"/>
                </a:xfrm>
                <a:custGeom>
                  <a:rect b="b" l="l" r="r" t="t"/>
                  <a:pathLst>
                    <a:path extrusionOk="0" h="9797" w="13622">
                      <a:moveTo>
                        <a:pt x="6804" y="0"/>
                      </a:moveTo>
                      <a:cubicBezTo>
                        <a:pt x="6804" y="0"/>
                        <a:pt x="4625" y="7665"/>
                        <a:pt x="1" y="7665"/>
                      </a:cubicBezTo>
                      <a:cubicBezTo>
                        <a:pt x="1" y="7665"/>
                        <a:pt x="2713" y="9797"/>
                        <a:pt x="6804" y="9797"/>
                      </a:cubicBezTo>
                      <a:cubicBezTo>
                        <a:pt x="10895" y="9797"/>
                        <a:pt x="13622" y="7665"/>
                        <a:pt x="13622" y="7665"/>
                      </a:cubicBezTo>
                      <a:cubicBezTo>
                        <a:pt x="8998" y="7665"/>
                        <a:pt x="6804" y="0"/>
                        <a:pt x="68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0"/>
                <p:cNvSpPr/>
                <p:nvPr/>
              </p:nvSpPr>
              <p:spPr>
                <a:xfrm>
                  <a:off x="4330900" y="4565175"/>
                  <a:ext cx="166175" cy="189675"/>
                </a:xfrm>
                <a:custGeom>
                  <a:rect b="b" l="l" r="r" t="t"/>
                  <a:pathLst>
                    <a:path extrusionOk="0" h="7587" w="6647">
                      <a:moveTo>
                        <a:pt x="3323" y="0"/>
                      </a:moveTo>
                      <a:cubicBezTo>
                        <a:pt x="3323" y="0"/>
                        <a:pt x="2461" y="6850"/>
                        <a:pt x="1" y="6850"/>
                      </a:cubicBezTo>
                      <a:cubicBezTo>
                        <a:pt x="1" y="6850"/>
                        <a:pt x="1286" y="7587"/>
                        <a:pt x="3323" y="7587"/>
                      </a:cubicBezTo>
                      <a:cubicBezTo>
                        <a:pt x="5361" y="7587"/>
                        <a:pt x="6646" y="6850"/>
                        <a:pt x="6646" y="6850"/>
                      </a:cubicBezTo>
                      <a:cubicBezTo>
                        <a:pt x="4186" y="6850"/>
                        <a:pt x="3323" y="0"/>
                        <a:pt x="3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 name="Google Shape;1104;p30"/>
                <p:cNvGrpSpPr/>
                <p:nvPr/>
              </p:nvGrpSpPr>
              <p:grpSpPr>
                <a:xfrm>
                  <a:off x="4295625" y="4330850"/>
                  <a:ext cx="777500" cy="770400"/>
                  <a:chOff x="4295625" y="4330850"/>
                  <a:chExt cx="777500" cy="770400"/>
                </a:xfrm>
              </p:grpSpPr>
              <p:sp>
                <p:nvSpPr>
                  <p:cNvPr id="1105" name="Google Shape;1105;p30"/>
                  <p:cNvSpPr/>
                  <p:nvPr/>
                </p:nvSpPr>
                <p:spPr>
                  <a:xfrm>
                    <a:off x="4688275" y="4330850"/>
                    <a:ext cx="238675" cy="272750"/>
                  </a:xfrm>
                  <a:custGeom>
                    <a:rect b="b" l="l" r="r" t="t"/>
                    <a:pathLst>
                      <a:path extrusionOk="0" h="10910" w="9547">
                        <a:moveTo>
                          <a:pt x="4766" y="0"/>
                        </a:moveTo>
                        <a:cubicBezTo>
                          <a:pt x="4766" y="0"/>
                          <a:pt x="3543" y="9843"/>
                          <a:pt x="1" y="9843"/>
                        </a:cubicBezTo>
                        <a:cubicBezTo>
                          <a:pt x="1" y="9843"/>
                          <a:pt x="1850" y="10909"/>
                          <a:pt x="4766" y="10909"/>
                        </a:cubicBezTo>
                        <a:cubicBezTo>
                          <a:pt x="7697" y="10909"/>
                          <a:pt x="9546" y="9843"/>
                          <a:pt x="9546" y="9843"/>
                        </a:cubicBezTo>
                        <a:cubicBezTo>
                          <a:pt x="6004" y="9843"/>
                          <a:pt x="4766" y="0"/>
                          <a:pt x="4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0"/>
                  <p:cNvSpPr/>
                  <p:nvPr/>
                </p:nvSpPr>
                <p:spPr>
                  <a:xfrm>
                    <a:off x="4513550" y="4699175"/>
                    <a:ext cx="559575" cy="402075"/>
                  </a:xfrm>
                  <a:custGeom>
                    <a:rect b="b" l="l" r="r" t="t"/>
                    <a:pathLst>
                      <a:path extrusionOk="0" h="16083" w="22383">
                        <a:moveTo>
                          <a:pt x="11192" y="1"/>
                        </a:moveTo>
                        <a:cubicBezTo>
                          <a:pt x="11192" y="1"/>
                          <a:pt x="7618" y="12587"/>
                          <a:pt x="0" y="12587"/>
                        </a:cubicBezTo>
                        <a:cubicBezTo>
                          <a:pt x="0" y="12587"/>
                          <a:pt x="4483" y="16083"/>
                          <a:pt x="11192" y="16083"/>
                        </a:cubicBezTo>
                        <a:cubicBezTo>
                          <a:pt x="17916" y="16083"/>
                          <a:pt x="22383" y="12587"/>
                          <a:pt x="22383" y="12587"/>
                        </a:cubicBezTo>
                        <a:cubicBezTo>
                          <a:pt x="14781" y="12587"/>
                          <a:pt x="11192" y="1"/>
                          <a:pt x="1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0"/>
                  <p:cNvSpPr/>
                  <p:nvPr/>
                </p:nvSpPr>
                <p:spPr>
                  <a:xfrm>
                    <a:off x="4295625" y="4689000"/>
                    <a:ext cx="237100" cy="170475"/>
                  </a:xfrm>
                  <a:custGeom>
                    <a:rect b="b" l="l" r="r" t="t"/>
                    <a:pathLst>
                      <a:path extrusionOk="0" h="6819" w="9484">
                        <a:moveTo>
                          <a:pt x="4734" y="0"/>
                        </a:moveTo>
                        <a:cubicBezTo>
                          <a:pt x="4734" y="0"/>
                          <a:pt x="3214" y="5330"/>
                          <a:pt x="1" y="5330"/>
                        </a:cubicBezTo>
                        <a:cubicBezTo>
                          <a:pt x="1" y="5330"/>
                          <a:pt x="1882" y="6819"/>
                          <a:pt x="4734" y="6819"/>
                        </a:cubicBezTo>
                        <a:cubicBezTo>
                          <a:pt x="7587" y="6819"/>
                          <a:pt x="9484" y="5330"/>
                          <a:pt x="9484" y="5330"/>
                        </a:cubicBezTo>
                        <a:cubicBezTo>
                          <a:pt x="6255" y="5330"/>
                          <a:pt x="4734" y="0"/>
                          <a:pt x="4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08" name="Google Shape;1108;p30"/>
            <p:cNvGrpSpPr/>
            <p:nvPr/>
          </p:nvGrpSpPr>
          <p:grpSpPr>
            <a:xfrm>
              <a:off x="4219225" y="4744250"/>
              <a:ext cx="389525" cy="357000"/>
              <a:chOff x="4219225" y="4744250"/>
              <a:chExt cx="389525" cy="357000"/>
            </a:xfrm>
          </p:grpSpPr>
          <p:sp>
            <p:nvSpPr>
              <p:cNvPr id="1109" name="Google Shape;1109;p30"/>
              <p:cNvSpPr/>
              <p:nvPr/>
            </p:nvSpPr>
            <p:spPr>
              <a:xfrm>
                <a:off x="4271725" y="4744250"/>
                <a:ext cx="284525" cy="204175"/>
              </a:xfrm>
              <a:custGeom>
                <a:rect b="b" l="l" r="r" t="t"/>
                <a:pathLst>
                  <a:path extrusionOk="0" h="8167" w="11381">
                    <a:moveTo>
                      <a:pt x="5690" y="0"/>
                    </a:moveTo>
                    <a:cubicBezTo>
                      <a:pt x="5690" y="0"/>
                      <a:pt x="3872" y="6396"/>
                      <a:pt x="1" y="6396"/>
                    </a:cubicBezTo>
                    <a:cubicBezTo>
                      <a:pt x="1" y="6396"/>
                      <a:pt x="2273" y="8167"/>
                      <a:pt x="5690" y="8167"/>
                    </a:cubicBezTo>
                    <a:cubicBezTo>
                      <a:pt x="9107" y="8167"/>
                      <a:pt x="11380" y="6396"/>
                      <a:pt x="11380" y="6396"/>
                    </a:cubicBezTo>
                    <a:cubicBezTo>
                      <a:pt x="7509" y="6396"/>
                      <a:pt x="5690" y="0"/>
                      <a:pt x="56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0"/>
              <p:cNvSpPr/>
              <p:nvPr/>
            </p:nvSpPr>
            <p:spPr>
              <a:xfrm>
                <a:off x="4219225" y="4821450"/>
                <a:ext cx="389525" cy="279800"/>
              </a:xfrm>
              <a:custGeom>
                <a:rect b="b" l="l" r="r" t="t"/>
                <a:pathLst>
                  <a:path extrusionOk="0" h="11192" w="15581">
                    <a:moveTo>
                      <a:pt x="7790" y="0"/>
                    </a:moveTo>
                    <a:cubicBezTo>
                      <a:pt x="7790" y="0"/>
                      <a:pt x="5298" y="8762"/>
                      <a:pt x="0" y="8762"/>
                    </a:cubicBezTo>
                    <a:cubicBezTo>
                      <a:pt x="0" y="8762"/>
                      <a:pt x="3120" y="11192"/>
                      <a:pt x="7790" y="11192"/>
                    </a:cubicBezTo>
                    <a:cubicBezTo>
                      <a:pt x="12461" y="11192"/>
                      <a:pt x="15581" y="8762"/>
                      <a:pt x="15581" y="8762"/>
                    </a:cubicBezTo>
                    <a:cubicBezTo>
                      <a:pt x="10283" y="8762"/>
                      <a:pt x="7790" y="0"/>
                      <a:pt x="77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11" name="Google Shape;1111;p30"/>
          <p:cNvSpPr txBox="1"/>
          <p:nvPr>
            <p:ph type="ctrTitle"/>
          </p:nvPr>
        </p:nvSpPr>
        <p:spPr>
          <a:xfrm>
            <a:off x="2041638" y="682250"/>
            <a:ext cx="4690200" cy="201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7100">
                <a:solidFill>
                  <a:schemeClr val="dk1"/>
                </a:solidFill>
              </a:rPr>
              <a:t>Railroad</a:t>
            </a:r>
            <a:endParaRPr sz="7100">
              <a:solidFill>
                <a:schemeClr val="dk1"/>
              </a:solidFill>
            </a:endParaRPr>
          </a:p>
          <a:p>
            <a:pPr indent="0" lvl="0" marL="0" rtl="0" algn="ctr">
              <a:spcBef>
                <a:spcPts val="0"/>
              </a:spcBef>
              <a:spcAft>
                <a:spcPts val="0"/>
              </a:spcAft>
              <a:buNone/>
            </a:pPr>
            <a:r>
              <a:rPr i="1" lang="en" sz="4500">
                <a:solidFill>
                  <a:schemeClr val="accent2"/>
                </a:solidFill>
              </a:rPr>
              <a:t>minitheme</a:t>
            </a:r>
            <a:endParaRPr i="1" sz="4500">
              <a:solidFill>
                <a:schemeClr val="accent2"/>
              </a:solidFill>
            </a:endParaRPr>
          </a:p>
        </p:txBody>
      </p:sp>
      <p:sp>
        <p:nvSpPr>
          <p:cNvPr id="1112" name="Google Shape;1112;p30"/>
          <p:cNvSpPr txBox="1"/>
          <p:nvPr>
            <p:ph idx="1" type="subTitle"/>
          </p:nvPr>
        </p:nvSpPr>
        <p:spPr>
          <a:xfrm>
            <a:off x="2745738" y="2296938"/>
            <a:ext cx="3282000" cy="43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1113" name="Google Shape;1113;p30"/>
          <p:cNvGrpSpPr/>
          <p:nvPr/>
        </p:nvGrpSpPr>
        <p:grpSpPr>
          <a:xfrm>
            <a:off x="4527625" y="753150"/>
            <a:ext cx="4656075" cy="4419000"/>
            <a:chOff x="4527625" y="682250"/>
            <a:chExt cx="4656075" cy="4419000"/>
          </a:xfrm>
        </p:grpSpPr>
        <p:sp>
          <p:nvSpPr>
            <p:cNvPr id="1114" name="Google Shape;1114;p30"/>
            <p:cNvSpPr/>
            <p:nvPr/>
          </p:nvSpPr>
          <p:spPr>
            <a:xfrm>
              <a:off x="4527625" y="682250"/>
              <a:ext cx="4656075" cy="4419000"/>
            </a:xfrm>
            <a:custGeom>
              <a:rect b="b" l="l" r="r" t="t"/>
              <a:pathLst>
                <a:path extrusionOk="0" h="176760" w="186243">
                  <a:moveTo>
                    <a:pt x="135238" y="1442"/>
                  </a:moveTo>
                  <a:lnTo>
                    <a:pt x="0" y="176760"/>
                  </a:lnTo>
                  <a:lnTo>
                    <a:pt x="186242" y="176760"/>
                  </a:lnTo>
                  <a:lnTo>
                    <a:pt x="186242" y="59359"/>
                  </a:lnTo>
                  <a:lnTo>
                    <a:pt x="141100" y="1427"/>
                  </a:lnTo>
                  <a:cubicBezTo>
                    <a:pt x="140348" y="471"/>
                    <a:pt x="139266" y="0"/>
                    <a:pt x="138169" y="0"/>
                  </a:cubicBezTo>
                  <a:lnTo>
                    <a:pt x="138169" y="0"/>
                  </a:lnTo>
                  <a:cubicBezTo>
                    <a:pt x="137072" y="0"/>
                    <a:pt x="135975" y="486"/>
                    <a:pt x="135238" y="1442"/>
                  </a:cubicBez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0"/>
            <p:cNvSpPr/>
            <p:nvPr/>
          </p:nvSpPr>
          <p:spPr>
            <a:xfrm>
              <a:off x="7564125" y="695575"/>
              <a:ext cx="1619575" cy="4405675"/>
            </a:xfrm>
            <a:custGeom>
              <a:rect b="b" l="l" r="r" t="t"/>
              <a:pathLst>
                <a:path extrusionOk="0" h="176227" w="64783">
                  <a:moveTo>
                    <a:pt x="21600" y="3417"/>
                  </a:moveTo>
                  <a:cubicBezTo>
                    <a:pt x="18935" y="0"/>
                    <a:pt x="13465" y="3198"/>
                    <a:pt x="15267" y="7148"/>
                  </a:cubicBezTo>
                  <a:cubicBezTo>
                    <a:pt x="15299" y="7226"/>
                    <a:pt x="15346" y="7289"/>
                    <a:pt x="15377" y="7367"/>
                  </a:cubicBezTo>
                  <a:cubicBezTo>
                    <a:pt x="17258" y="10894"/>
                    <a:pt x="21176" y="11286"/>
                    <a:pt x="21176" y="14029"/>
                  </a:cubicBezTo>
                  <a:cubicBezTo>
                    <a:pt x="21176" y="23042"/>
                    <a:pt x="1975" y="29437"/>
                    <a:pt x="1975" y="46678"/>
                  </a:cubicBezTo>
                  <a:cubicBezTo>
                    <a:pt x="1975" y="63920"/>
                    <a:pt x="41553" y="65488"/>
                    <a:pt x="41553" y="83513"/>
                  </a:cubicBezTo>
                  <a:cubicBezTo>
                    <a:pt x="41553" y="101539"/>
                    <a:pt x="0" y="98796"/>
                    <a:pt x="0" y="125442"/>
                  </a:cubicBezTo>
                  <a:cubicBezTo>
                    <a:pt x="0" y="152088"/>
                    <a:pt x="64782" y="176227"/>
                    <a:pt x="64782" y="176227"/>
                  </a:cubicBezTo>
                  <a:lnTo>
                    <a:pt x="64782" y="58826"/>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 name="Google Shape;1116;p30"/>
          <p:cNvSpPr/>
          <p:nvPr/>
        </p:nvSpPr>
        <p:spPr>
          <a:xfrm>
            <a:off x="559300" y="442800"/>
            <a:ext cx="1149750" cy="1149725"/>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 name="Google Shape;1117;p30"/>
          <p:cNvGrpSpPr/>
          <p:nvPr/>
        </p:nvGrpSpPr>
        <p:grpSpPr>
          <a:xfrm>
            <a:off x="533175" y="2631750"/>
            <a:ext cx="3075700" cy="952625"/>
            <a:chOff x="3962175" y="2631750"/>
            <a:chExt cx="3075700" cy="952625"/>
          </a:xfrm>
        </p:grpSpPr>
        <p:sp>
          <p:nvSpPr>
            <p:cNvPr id="1118" name="Google Shape;1118;p30"/>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0"/>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0"/>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0"/>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0"/>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0"/>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0"/>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0"/>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0"/>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0"/>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0"/>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0"/>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0"/>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0"/>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0"/>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0"/>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0"/>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0"/>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0"/>
            <p:cNvSpPr/>
            <p:nvPr/>
          </p:nvSpPr>
          <p:spPr>
            <a:xfrm>
              <a:off x="4570325" y="2631750"/>
              <a:ext cx="2293575" cy="582700"/>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 name="Google Shape;1137;p30"/>
          <p:cNvSpPr/>
          <p:nvPr/>
        </p:nvSpPr>
        <p:spPr>
          <a:xfrm>
            <a:off x="4305025" y="3983225"/>
            <a:ext cx="4881800" cy="1188925"/>
          </a:xfrm>
          <a:custGeom>
            <a:rect b="b" l="l" r="r" t="t"/>
            <a:pathLst>
              <a:path extrusionOk="0" h="47557" w="195272">
                <a:moveTo>
                  <a:pt x="169456" y="6161"/>
                </a:moveTo>
                <a:cubicBezTo>
                  <a:pt x="153343" y="18559"/>
                  <a:pt x="158233" y="14907"/>
                  <a:pt x="149001" y="12290"/>
                </a:cubicBezTo>
                <a:lnTo>
                  <a:pt x="149001" y="12290"/>
                </a:lnTo>
                <a:cubicBezTo>
                  <a:pt x="139753" y="9688"/>
                  <a:pt x="141070" y="6020"/>
                  <a:pt x="130489" y="13340"/>
                </a:cubicBezTo>
                <a:lnTo>
                  <a:pt x="130489" y="13340"/>
                </a:lnTo>
                <a:cubicBezTo>
                  <a:pt x="125160" y="17023"/>
                  <a:pt x="118279" y="16318"/>
                  <a:pt x="111147" y="15628"/>
                </a:cubicBezTo>
                <a:lnTo>
                  <a:pt x="111147" y="15628"/>
                </a:lnTo>
                <a:cubicBezTo>
                  <a:pt x="104125" y="14938"/>
                  <a:pt x="96868" y="14233"/>
                  <a:pt x="90645" y="17760"/>
                </a:cubicBezTo>
                <a:lnTo>
                  <a:pt x="90645" y="17760"/>
                </a:lnTo>
                <a:cubicBezTo>
                  <a:pt x="78106" y="24829"/>
                  <a:pt x="65990" y="32980"/>
                  <a:pt x="62416" y="32494"/>
                </a:cubicBezTo>
                <a:lnTo>
                  <a:pt x="62416" y="32494"/>
                </a:lnTo>
                <a:cubicBezTo>
                  <a:pt x="29515" y="28058"/>
                  <a:pt x="1" y="47557"/>
                  <a:pt x="1" y="47557"/>
                </a:cubicBezTo>
                <a:lnTo>
                  <a:pt x="1" y="47557"/>
                </a:lnTo>
                <a:lnTo>
                  <a:pt x="195271" y="47557"/>
                </a:lnTo>
                <a:lnTo>
                  <a:pt x="195271" y="3935"/>
                </a:lnTo>
                <a:cubicBezTo>
                  <a:pt x="195271" y="3935"/>
                  <a:pt x="191525" y="1"/>
                  <a:pt x="184817" y="1"/>
                </a:cubicBezTo>
                <a:lnTo>
                  <a:pt x="184817" y="1"/>
                </a:lnTo>
                <a:cubicBezTo>
                  <a:pt x="180726" y="1"/>
                  <a:pt x="175553" y="1459"/>
                  <a:pt x="169456" y="616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 name="Google Shape;1138;p30"/>
          <p:cNvGrpSpPr/>
          <p:nvPr/>
        </p:nvGrpSpPr>
        <p:grpSpPr>
          <a:xfrm>
            <a:off x="7524150" y="4407050"/>
            <a:ext cx="559600" cy="770400"/>
            <a:chOff x="7524150" y="4330850"/>
            <a:chExt cx="559600" cy="770400"/>
          </a:xfrm>
        </p:grpSpPr>
        <p:sp>
          <p:nvSpPr>
            <p:cNvPr id="1139" name="Google Shape;1139;p30"/>
            <p:cNvSpPr/>
            <p:nvPr/>
          </p:nvSpPr>
          <p:spPr>
            <a:xfrm>
              <a:off x="7684825" y="4330850"/>
              <a:ext cx="238275" cy="272750"/>
            </a:xfrm>
            <a:custGeom>
              <a:rect b="b" l="l" r="r" t="t"/>
              <a:pathLst>
                <a:path extrusionOk="0" h="10910" w="9531">
                  <a:moveTo>
                    <a:pt x="4765" y="0"/>
                  </a:moveTo>
                  <a:cubicBezTo>
                    <a:pt x="4765" y="0"/>
                    <a:pt x="3527" y="9843"/>
                    <a:pt x="0" y="9843"/>
                  </a:cubicBezTo>
                  <a:cubicBezTo>
                    <a:pt x="0" y="9843"/>
                    <a:pt x="1850" y="10909"/>
                    <a:pt x="4765" y="10909"/>
                  </a:cubicBezTo>
                  <a:cubicBezTo>
                    <a:pt x="7680" y="10909"/>
                    <a:pt x="9530" y="9843"/>
                    <a:pt x="9530" y="9843"/>
                  </a:cubicBezTo>
                  <a:cubicBezTo>
                    <a:pt x="5988" y="9843"/>
                    <a:pt x="4765" y="0"/>
                    <a:pt x="47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0"/>
            <p:cNvSpPr/>
            <p:nvPr/>
          </p:nvSpPr>
          <p:spPr>
            <a:xfrm>
              <a:off x="7633475" y="4508750"/>
              <a:ext cx="340950" cy="244925"/>
            </a:xfrm>
            <a:custGeom>
              <a:rect b="b" l="l" r="r" t="t"/>
              <a:pathLst>
                <a:path extrusionOk="0" h="9797" w="13638">
                  <a:moveTo>
                    <a:pt x="6819" y="0"/>
                  </a:moveTo>
                  <a:cubicBezTo>
                    <a:pt x="6819" y="0"/>
                    <a:pt x="4640" y="7665"/>
                    <a:pt x="1" y="7665"/>
                  </a:cubicBezTo>
                  <a:cubicBezTo>
                    <a:pt x="1" y="7665"/>
                    <a:pt x="2728" y="9797"/>
                    <a:pt x="6819" y="9797"/>
                  </a:cubicBezTo>
                  <a:cubicBezTo>
                    <a:pt x="10910" y="9797"/>
                    <a:pt x="13637" y="7665"/>
                    <a:pt x="13637" y="7665"/>
                  </a:cubicBezTo>
                  <a:cubicBezTo>
                    <a:pt x="8998" y="7665"/>
                    <a:pt x="6819" y="0"/>
                    <a:pt x="6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0"/>
            <p:cNvSpPr/>
            <p:nvPr/>
          </p:nvSpPr>
          <p:spPr>
            <a:xfrm>
              <a:off x="7599775" y="4588300"/>
              <a:ext cx="408350" cy="293525"/>
            </a:xfrm>
            <a:custGeom>
              <a:rect b="b" l="l" r="r" t="t"/>
              <a:pathLst>
                <a:path extrusionOk="0" h="11741" w="16334">
                  <a:moveTo>
                    <a:pt x="8167" y="0"/>
                  </a:moveTo>
                  <a:cubicBezTo>
                    <a:pt x="8167" y="0"/>
                    <a:pt x="5549" y="9185"/>
                    <a:pt x="1" y="9185"/>
                  </a:cubicBezTo>
                  <a:cubicBezTo>
                    <a:pt x="1" y="9185"/>
                    <a:pt x="3261" y="11740"/>
                    <a:pt x="8167" y="11740"/>
                  </a:cubicBezTo>
                  <a:cubicBezTo>
                    <a:pt x="13073" y="11740"/>
                    <a:pt x="16333" y="9185"/>
                    <a:pt x="16333" y="9185"/>
                  </a:cubicBezTo>
                  <a:cubicBezTo>
                    <a:pt x="10785" y="9185"/>
                    <a:pt x="8167" y="0"/>
                    <a:pt x="8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0"/>
            <p:cNvSpPr/>
            <p:nvPr/>
          </p:nvSpPr>
          <p:spPr>
            <a:xfrm>
              <a:off x="7524150" y="4699175"/>
              <a:ext cx="559600" cy="402075"/>
            </a:xfrm>
            <a:custGeom>
              <a:rect b="b" l="l" r="r" t="t"/>
              <a:pathLst>
                <a:path extrusionOk="0" h="16083" w="22384">
                  <a:moveTo>
                    <a:pt x="11192" y="1"/>
                  </a:moveTo>
                  <a:cubicBezTo>
                    <a:pt x="11192" y="1"/>
                    <a:pt x="7603" y="12587"/>
                    <a:pt x="1" y="12587"/>
                  </a:cubicBezTo>
                  <a:cubicBezTo>
                    <a:pt x="1" y="12587"/>
                    <a:pt x="4468" y="16083"/>
                    <a:pt x="11192" y="16083"/>
                  </a:cubicBezTo>
                  <a:cubicBezTo>
                    <a:pt x="17916" y="16083"/>
                    <a:pt x="22384" y="12587"/>
                    <a:pt x="22384" y="12587"/>
                  </a:cubicBezTo>
                  <a:cubicBezTo>
                    <a:pt x="14781" y="12587"/>
                    <a:pt x="11192" y="1"/>
                    <a:pt x="1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30"/>
          <p:cNvGrpSpPr/>
          <p:nvPr/>
        </p:nvGrpSpPr>
        <p:grpSpPr>
          <a:xfrm>
            <a:off x="5354825" y="4641375"/>
            <a:ext cx="389150" cy="536075"/>
            <a:chOff x="5354825" y="4565175"/>
            <a:chExt cx="389150" cy="536075"/>
          </a:xfrm>
        </p:grpSpPr>
        <p:sp>
          <p:nvSpPr>
            <p:cNvPr id="1144" name="Google Shape;1144;p30"/>
            <p:cNvSpPr/>
            <p:nvPr/>
          </p:nvSpPr>
          <p:spPr>
            <a:xfrm>
              <a:off x="5466500" y="4565175"/>
              <a:ext cx="165775" cy="189675"/>
            </a:xfrm>
            <a:custGeom>
              <a:rect b="b" l="l" r="r" t="t"/>
              <a:pathLst>
                <a:path extrusionOk="0" h="7587" w="6631">
                  <a:moveTo>
                    <a:pt x="3324" y="0"/>
                  </a:moveTo>
                  <a:cubicBezTo>
                    <a:pt x="3324" y="0"/>
                    <a:pt x="2462" y="6850"/>
                    <a:pt x="1" y="6850"/>
                  </a:cubicBezTo>
                  <a:cubicBezTo>
                    <a:pt x="1" y="6850"/>
                    <a:pt x="1286" y="7587"/>
                    <a:pt x="3324" y="7587"/>
                  </a:cubicBezTo>
                  <a:cubicBezTo>
                    <a:pt x="5346" y="7587"/>
                    <a:pt x="6631" y="6850"/>
                    <a:pt x="6631" y="6850"/>
                  </a:cubicBezTo>
                  <a:cubicBezTo>
                    <a:pt x="4170" y="6850"/>
                    <a:pt x="3324" y="0"/>
                    <a:pt x="3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 name="Google Shape;1145;p30"/>
            <p:cNvGrpSpPr/>
            <p:nvPr/>
          </p:nvGrpSpPr>
          <p:grpSpPr>
            <a:xfrm>
              <a:off x="5354825" y="4689000"/>
              <a:ext cx="389150" cy="412250"/>
              <a:chOff x="5354825" y="4689000"/>
              <a:chExt cx="389150" cy="412250"/>
            </a:xfrm>
          </p:grpSpPr>
          <p:sp>
            <p:nvSpPr>
              <p:cNvPr id="1146" name="Google Shape;1146;p30"/>
              <p:cNvSpPr/>
              <p:nvPr/>
            </p:nvSpPr>
            <p:spPr>
              <a:xfrm>
                <a:off x="5430850" y="4689000"/>
                <a:ext cx="237100" cy="170475"/>
              </a:xfrm>
              <a:custGeom>
                <a:rect b="b" l="l" r="r" t="t"/>
                <a:pathLst>
                  <a:path extrusionOk="0" h="6819" w="9484">
                    <a:moveTo>
                      <a:pt x="4750" y="0"/>
                    </a:moveTo>
                    <a:cubicBezTo>
                      <a:pt x="4750" y="0"/>
                      <a:pt x="3229" y="5330"/>
                      <a:pt x="0" y="5330"/>
                    </a:cubicBezTo>
                    <a:cubicBezTo>
                      <a:pt x="0" y="5330"/>
                      <a:pt x="1897" y="6819"/>
                      <a:pt x="4750" y="6819"/>
                    </a:cubicBezTo>
                    <a:cubicBezTo>
                      <a:pt x="7587" y="6819"/>
                      <a:pt x="9483" y="5330"/>
                      <a:pt x="9483" y="5330"/>
                    </a:cubicBezTo>
                    <a:cubicBezTo>
                      <a:pt x="6270" y="5330"/>
                      <a:pt x="4750" y="0"/>
                      <a:pt x="4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0"/>
              <p:cNvSpPr/>
              <p:nvPr/>
            </p:nvSpPr>
            <p:spPr>
              <a:xfrm>
                <a:off x="5407325" y="4744250"/>
                <a:ext cx="284125" cy="204175"/>
              </a:xfrm>
              <a:custGeom>
                <a:rect b="b" l="l" r="r" t="t"/>
                <a:pathLst>
                  <a:path extrusionOk="0" h="8167" w="11365">
                    <a:moveTo>
                      <a:pt x="5691" y="0"/>
                    </a:moveTo>
                    <a:cubicBezTo>
                      <a:pt x="5691" y="0"/>
                      <a:pt x="3857" y="6396"/>
                      <a:pt x="1" y="6396"/>
                    </a:cubicBezTo>
                    <a:cubicBezTo>
                      <a:pt x="1" y="6396"/>
                      <a:pt x="2274" y="8167"/>
                      <a:pt x="5691" y="8167"/>
                    </a:cubicBezTo>
                    <a:cubicBezTo>
                      <a:pt x="9092" y="8167"/>
                      <a:pt x="11365" y="6396"/>
                      <a:pt x="11365" y="6396"/>
                    </a:cubicBezTo>
                    <a:cubicBezTo>
                      <a:pt x="7509" y="6396"/>
                      <a:pt x="5691" y="0"/>
                      <a:pt x="56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0"/>
              <p:cNvSpPr/>
              <p:nvPr/>
            </p:nvSpPr>
            <p:spPr>
              <a:xfrm>
                <a:off x="5354825" y="4821450"/>
                <a:ext cx="389150" cy="279800"/>
              </a:xfrm>
              <a:custGeom>
                <a:rect b="b" l="l" r="r" t="t"/>
                <a:pathLst>
                  <a:path extrusionOk="0" h="11192" w="15566">
                    <a:moveTo>
                      <a:pt x="7791" y="0"/>
                    </a:moveTo>
                    <a:cubicBezTo>
                      <a:pt x="7791" y="0"/>
                      <a:pt x="5283" y="8762"/>
                      <a:pt x="1" y="8762"/>
                    </a:cubicBezTo>
                    <a:cubicBezTo>
                      <a:pt x="1" y="8762"/>
                      <a:pt x="3104" y="11192"/>
                      <a:pt x="7791" y="11192"/>
                    </a:cubicBezTo>
                    <a:cubicBezTo>
                      <a:pt x="12462" y="11192"/>
                      <a:pt x="15565" y="8762"/>
                      <a:pt x="15565" y="8762"/>
                    </a:cubicBezTo>
                    <a:cubicBezTo>
                      <a:pt x="10283" y="8762"/>
                      <a:pt x="7791" y="0"/>
                      <a:pt x="7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9" name="Google Shape;1149;p30"/>
          <p:cNvGrpSpPr/>
          <p:nvPr/>
        </p:nvGrpSpPr>
        <p:grpSpPr>
          <a:xfrm>
            <a:off x="4219225" y="4407050"/>
            <a:ext cx="853900" cy="770400"/>
            <a:chOff x="4219225" y="4330850"/>
            <a:chExt cx="853900" cy="770400"/>
          </a:xfrm>
        </p:grpSpPr>
        <p:grpSp>
          <p:nvGrpSpPr>
            <p:cNvPr id="1150" name="Google Shape;1150;p30"/>
            <p:cNvGrpSpPr/>
            <p:nvPr/>
          </p:nvGrpSpPr>
          <p:grpSpPr>
            <a:xfrm>
              <a:off x="4295625" y="4330850"/>
              <a:ext cx="777500" cy="770400"/>
              <a:chOff x="4295625" y="4330850"/>
              <a:chExt cx="777500" cy="770400"/>
            </a:xfrm>
          </p:grpSpPr>
          <p:sp>
            <p:nvSpPr>
              <p:cNvPr id="1151" name="Google Shape;1151;p30"/>
              <p:cNvSpPr/>
              <p:nvPr/>
            </p:nvSpPr>
            <p:spPr>
              <a:xfrm>
                <a:off x="4603250" y="4588300"/>
                <a:ext cx="408325" cy="293525"/>
              </a:xfrm>
              <a:custGeom>
                <a:rect b="b" l="l" r="r" t="t"/>
                <a:pathLst>
                  <a:path extrusionOk="0" h="11741" w="16333">
                    <a:moveTo>
                      <a:pt x="8167" y="0"/>
                    </a:moveTo>
                    <a:cubicBezTo>
                      <a:pt x="8167" y="0"/>
                      <a:pt x="5549" y="9185"/>
                      <a:pt x="0" y="9185"/>
                    </a:cubicBezTo>
                    <a:cubicBezTo>
                      <a:pt x="0" y="9185"/>
                      <a:pt x="3260" y="11740"/>
                      <a:pt x="8167" y="11740"/>
                    </a:cubicBezTo>
                    <a:cubicBezTo>
                      <a:pt x="13073" y="11740"/>
                      <a:pt x="16333" y="9185"/>
                      <a:pt x="16333" y="9185"/>
                    </a:cubicBezTo>
                    <a:cubicBezTo>
                      <a:pt x="10784" y="9185"/>
                      <a:pt x="8167" y="0"/>
                      <a:pt x="8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 name="Google Shape;1152;p30"/>
              <p:cNvGrpSpPr/>
              <p:nvPr/>
            </p:nvGrpSpPr>
            <p:grpSpPr>
              <a:xfrm>
                <a:off x="4295625" y="4330850"/>
                <a:ext cx="777500" cy="770400"/>
                <a:chOff x="4295625" y="4330850"/>
                <a:chExt cx="777500" cy="770400"/>
              </a:xfrm>
            </p:grpSpPr>
            <p:sp>
              <p:nvSpPr>
                <p:cNvPr id="1153" name="Google Shape;1153;p30"/>
                <p:cNvSpPr/>
                <p:nvPr/>
              </p:nvSpPr>
              <p:spPr>
                <a:xfrm>
                  <a:off x="4637325" y="4508750"/>
                  <a:ext cx="340550" cy="244925"/>
                </a:xfrm>
                <a:custGeom>
                  <a:rect b="b" l="l" r="r" t="t"/>
                  <a:pathLst>
                    <a:path extrusionOk="0" h="9797" w="13622">
                      <a:moveTo>
                        <a:pt x="6804" y="0"/>
                      </a:moveTo>
                      <a:cubicBezTo>
                        <a:pt x="6804" y="0"/>
                        <a:pt x="4625" y="7665"/>
                        <a:pt x="1" y="7665"/>
                      </a:cubicBezTo>
                      <a:cubicBezTo>
                        <a:pt x="1" y="7665"/>
                        <a:pt x="2713" y="9797"/>
                        <a:pt x="6804" y="9797"/>
                      </a:cubicBezTo>
                      <a:cubicBezTo>
                        <a:pt x="10895" y="9797"/>
                        <a:pt x="13622" y="7665"/>
                        <a:pt x="13622" y="7665"/>
                      </a:cubicBezTo>
                      <a:cubicBezTo>
                        <a:pt x="8998" y="7665"/>
                        <a:pt x="6804" y="0"/>
                        <a:pt x="68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0"/>
                <p:cNvSpPr/>
                <p:nvPr/>
              </p:nvSpPr>
              <p:spPr>
                <a:xfrm>
                  <a:off x="4330900" y="4565175"/>
                  <a:ext cx="166175" cy="189675"/>
                </a:xfrm>
                <a:custGeom>
                  <a:rect b="b" l="l" r="r" t="t"/>
                  <a:pathLst>
                    <a:path extrusionOk="0" h="7587" w="6647">
                      <a:moveTo>
                        <a:pt x="3323" y="0"/>
                      </a:moveTo>
                      <a:cubicBezTo>
                        <a:pt x="3323" y="0"/>
                        <a:pt x="2461" y="6850"/>
                        <a:pt x="1" y="6850"/>
                      </a:cubicBezTo>
                      <a:cubicBezTo>
                        <a:pt x="1" y="6850"/>
                        <a:pt x="1286" y="7587"/>
                        <a:pt x="3323" y="7587"/>
                      </a:cubicBezTo>
                      <a:cubicBezTo>
                        <a:pt x="5361" y="7587"/>
                        <a:pt x="6646" y="6850"/>
                        <a:pt x="6646" y="6850"/>
                      </a:cubicBezTo>
                      <a:cubicBezTo>
                        <a:pt x="4186" y="6850"/>
                        <a:pt x="3323" y="0"/>
                        <a:pt x="3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 name="Google Shape;1155;p30"/>
                <p:cNvGrpSpPr/>
                <p:nvPr/>
              </p:nvGrpSpPr>
              <p:grpSpPr>
                <a:xfrm>
                  <a:off x="4295625" y="4330850"/>
                  <a:ext cx="777500" cy="770400"/>
                  <a:chOff x="4295625" y="4330850"/>
                  <a:chExt cx="777500" cy="770400"/>
                </a:xfrm>
              </p:grpSpPr>
              <p:sp>
                <p:nvSpPr>
                  <p:cNvPr id="1156" name="Google Shape;1156;p30"/>
                  <p:cNvSpPr/>
                  <p:nvPr/>
                </p:nvSpPr>
                <p:spPr>
                  <a:xfrm>
                    <a:off x="4688275" y="4330850"/>
                    <a:ext cx="238675" cy="272750"/>
                  </a:xfrm>
                  <a:custGeom>
                    <a:rect b="b" l="l" r="r" t="t"/>
                    <a:pathLst>
                      <a:path extrusionOk="0" h="10910" w="9547">
                        <a:moveTo>
                          <a:pt x="4766" y="0"/>
                        </a:moveTo>
                        <a:cubicBezTo>
                          <a:pt x="4766" y="0"/>
                          <a:pt x="3543" y="9843"/>
                          <a:pt x="1" y="9843"/>
                        </a:cubicBezTo>
                        <a:cubicBezTo>
                          <a:pt x="1" y="9843"/>
                          <a:pt x="1850" y="10909"/>
                          <a:pt x="4766" y="10909"/>
                        </a:cubicBezTo>
                        <a:cubicBezTo>
                          <a:pt x="7697" y="10909"/>
                          <a:pt x="9546" y="9843"/>
                          <a:pt x="9546" y="9843"/>
                        </a:cubicBezTo>
                        <a:cubicBezTo>
                          <a:pt x="6004" y="9843"/>
                          <a:pt x="4766" y="0"/>
                          <a:pt x="4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0"/>
                  <p:cNvSpPr/>
                  <p:nvPr/>
                </p:nvSpPr>
                <p:spPr>
                  <a:xfrm>
                    <a:off x="4513550" y="4699175"/>
                    <a:ext cx="559575" cy="402075"/>
                  </a:xfrm>
                  <a:custGeom>
                    <a:rect b="b" l="l" r="r" t="t"/>
                    <a:pathLst>
                      <a:path extrusionOk="0" h="16083" w="22383">
                        <a:moveTo>
                          <a:pt x="11192" y="1"/>
                        </a:moveTo>
                        <a:cubicBezTo>
                          <a:pt x="11192" y="1"/>
                          <a:pt x="7618" y="12587"/>
                          <a:pt x="0" y="12587"/>
                        </a:cubicBezTo>
                        <a:cubicBezTo>
                          <a:pt x="0" y="12587"/>
                          <a:pt x="4483" y="16083"/>
                          <a:pt x="11192" y="16083"/>
                        </a:cubicBezTo>
                        <a:cubicBezTo>
                          <a:pt x="17916" y="16083"/>
                          <a:pt x="22383" y="12587"/>
                          <a:pt x="22383" y="12587"/>
                        </a:cubicBezTo>
                        <a:cubicBezTo>
                          <a:pt x="14781" y="12587"/>
                          <a:pt x="11192" y="1"/>
                          <a:pt x="1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0"/>
                  <p:cNvSpPr/>
                  <p:nvPr/>
                </p:nvSpPr>
                <p:spPr>
                  <a:xfrm>
                    <a:off x="4295625" y="4689000"/>
                    <a:ext cx="237100" cy="170475"/>
                  </a:xfrm>
                  <a:custGeom>
                    <a:rect b="b" l="l" r="r" t="t"/>
                    <a:pathLst>
                      <a:path extrusionOk="0" h="6819" w="9484">
                        <a:moveTo>
                          <a:pt x="4734" y="0"/>
                        </a:moveTo>
                        <a:cubicBezTo>
                          <a:pt x="4734" y="0"/>
                          <a:pt x="3214" y="5330"/>
                          <a:pt x="1" y="5330"/>
                        </a:cubicBezTo>
                        <a:cubicBezTo>
                          <a:pt x="1" y="5330"/>
                          <a:pt x="1882" y="6819"/>
                          <a:pt x="4734" y="6819"/>
                        </a:cubicBezTo>
                        <a:cubicBezTo>
                          <a:pt x="7587" y="6819"/>
                          <a:pt x="9484" y="5330"/>
                          <a:pt x="9484" y="5330"/>
                        </a:cubicBezTo>
                        <a:cubicBezTo>
                          <a:pt x="6255" y="5330"/>
                          <a:pt x="4734" y="0"/>
                          <a:pt x="4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59" name="Google Shape;1159;p30"/>
            <p:cNvGrpSpPr/>
            <p:nvPr/>
          </p:nvGrpSpPr>
          <p:grpSpPr>
            <a:xfrm>
              <a:off x="4219225" y="4744250"/>
              <a:ext cx="389525" cy="357000"/>
              <a:chOff x="4219225" y="4744250"/>
              <a:chExt cx="389525" cy="357000"/>
            </a:xfrm>
          </p:grpSpPr>
          <p:sp>
            <p:nvSpPr>
              <p:cNvPr id="1160" name="Google Shape;1160;p30"/>
              <p:cNvSpPr/>
              <p:nvPr/>
            </p:nvSpPr>
            <p:spPr>
              <a:xfrm>
                <a:off x="4271725" y="4744250"/>
                <a:ext cx="284525" cy="204175"/>
              </a:xfrm>
              <a:custGeom>
                <a:rect b="b" l="l" r="r" t="t"/>
                <a:pathLst>
                  <a:path extrusionOk="0" h="8167" w="11381">
                    <a:moveTo>
                      <a:pt x="5690" y="0"/>
                    </a:moveTo>
                    <a:cubicBezTo>
                      <a:pt x="5690" y="0"/>
                      <a:pt x="3872" y="6396"/>
                      <a:pt x="1" y="6396"/>
                    </a:cubicBezTo>
                    <a:cubicBezTo>
                      <a:pt x="1" y="6396"/>
                      <a:pt x="2273" y="8167"/>
                      <a:pt x="5690" y="8167"/>
                    </a:cubicBezTo>
                    <a:cubicBezTo>
                      <a:pt x="9107" y="8167"/>
                      <a:pt x="11380" y="6396"/>
                      <a:pt x="11380" y="6396"/>
                    </a:cubicBezTo>
                    <a:cubicBezTo>
                      <a:pt x="7509" y="6396"/>
                      <a:pt x="5690" y="0"/>
                      <a:pt x="56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0"/>
              <p:cNvSpPr/>
              <p:nvPr/>
            </p:nvSpPr>
            <p:spPr>
              <a:xfrm>
                <a:off x="4219225" y="4821450"/>
                <a:ext cx="389525" cy="279800"/>
              </a:xfrm>
              <a:custGeom>
                <a:rect b="b" l="l" r="r" t="t"/>
                <a:pathLst>
                  <a:path extrusionOk="0" h="11192" w="15581">
                    <a:moveTo>
                      <a:pt x="7790" y="0"/>
                    </a:moveTo>
                    <a:cubicBezTo>
                      <a:pt x="7790" y="0"/>
                      <a:pt x="5298" y="8762"/>
                      <a:pt x="0" y="8762"/>
                    </a:cubicBezTo>
                    <a:cubicBezTo>
                      <a:pt x="0" y="8762"/>
                      <a:pt x="3120" y="11192"/>
                      <a:pt x="7790" y="11192"/>
                    </a:cubicBezTo>
                    <a:cubicBezTo>
                      <a:pt x="12461" y="11192"/>
                      <a:pt x="15581" y="8762"/>
                      <a:pt x="15581" y="8762"/>
                    </a:cubicBezTo>
                    <a:cubicBezTo>
                      <a:pt x="10283" y="8762"/>
                      <a:pt x="7790" y="0"/>
                      <a:pt x="77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2" name="Google Shape;1162;p30"/>
          <p:cNvGrpSpPr/>
          <p:nvPr/>
        </p:nvGrpSpPr>
        <p:grpSpPr>
          <a:xfrm>
            <a:off x="7974400" y="4641375"/>
            <a:ext cx="389125" cy="536075"/>
            <a:chOff x="7974400" y="4565175"/>
            <a:chExt cx="389125" cy="536075"/>
          </a:xfrm>
        </p:grpSpPr>
        <p:sp>
          <p:nvSpPr>
            <p:cNvPr id="1163" name="Google Shape;1163;p30"/>
            <p:cNvSpPr/>
            <p:nvPr/>
          </p:nvSpPr>
          <p:spPr>
            <a:xfrm>
              <a:off x="8086075" y="4565175"/>
              <a:ext cx="165775" cy="189675"/>
            </a:xfrm>
            <a:custGeom>
              <a:rect b="b" l="l" r="r" t="t"/>
              <a:pathLst>
                <a:path extrusionOk="0" h="7587" w="6631">
                  <a:moveTo>
                    <a:pt x="3308" y="0"/>
                  </a:moveTo>
                  <a:cubicBezTo>
                    <a:pt x="3308" y="0"/>
                    <a:pt x="2461" y="6850"/>
                    <a:pt x="1" y="6850"/>
                  </a:cubicBezTo>
                  <a:cubicBezTo>
                    <a:pt x="1" y="6850"/>
                    <a:pt x="1286" y="7587"/>
                    <a:pt x="3308" y="7587"/>
                  </a:cubicBezTo>
                  <a:cubicBezTo>
                    <a:pt x="5346" y="7587"/>
                    <a:pt x="6631" y="6850"/>
                    <a:pt x="6631" y="6850"/>
                  </a:cubicBezTo>
                  <a:cubicBezTo>
                    <a:pt x="4170" y="6850"/>
                    <a:pt x="3308" y="0"/>
                    <a:pt x="33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0"/>
            <p:cNvSpPr/>
            <p:nvPr/>
          </p:nvSpPr>
          <p:spPr>
            <a:xfrm>
              <a:off x="8050425" y="4689000"/>
              <a:ext cx="237100" cy="170475"/>
            </a:xfrm>
            <a:custGeom>
              <a:rect b="b" l="l" r="r" t="t"/>
              <a:pathLst>
                <a:path extrusionOk="0" h="6819" w="9484">
                  <a:moveTo>
                    <a:pt x="4734" y="0"/>
                  </a:moveTo>
                  <a:cubicBezTo>
                    <a:pt x="4734" y="0"/>
                    <a:pt x="3213" y="5330"/>
                    <a:pt x="0" y="5330"/>
                  </a:cubicBezTo>
                  <a:cubicBezTo>
                    <a:pt x="0" y="5330"/>
                    <a:pt x="1897" y="6819"/>
                    <a:pt x="4734" y="6819"/>
                  </a:cubicBezTo>
                  <a:cubicBezTo>
                    <a:pt x="7587" y="6819"/>
                    <a:pt x="9483" y="5330"/>
                    <a:pt x="9483" y="5330"/>
                  </a:cubicBezTo>
                  <a:cubicBezTo>
                    <a:pt x="6254" y="5330"/>
                    <a:pt x="4734" y="0"/>
                    <a:pt x="4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0"/>
            <p:cNvSpPr/>
            <p:nvPr/>
          </p:nvSpPr>
          <p:spPr>
            <a:xfrm>
              <a:off x="8026900" y="4744250"/>
              <a:ext cx="284125" cy="204175"/>
            </a:xfrm>
            <a:custGeom>
              <a:rect b="b" l="l" r="r" t="t"/>
              <a:pathLst>
                <a:path extrusionOk="0" h="8167" w="11365">
                  <a:moveTo>
                    <a:pt x="5675" y="0"/>
                  </a:moveTo>
                  <a:cubicBezTo>
                    <a:pt x="5675" y="0"/>
                    <a:pt x="3857" y="6396"/>
                    <a:pt x="1" y="6396"/>
                  </a:cubicBezTo>
                  <a:cubicBezTo>
                    <a:pt x="1" y="6396"/>
                    <a:pt x="2274" y="8167"/>
                    <a:pt x="5675" y="8167"/>
                  </a:cubicBezTo>
                  <a:cubicBezTo>
                    <a:pt x="9092" y="8167"/>
                    <a:pt x="11365" y="6396"/>
                    <a:pt x="11365" y="6396"/>
                  </a:cubicBezTo>
                  <a:cubicBezTo>
                    <a:pt x="7509" y="6396"/>
                    <a:pt x="5675" y="0"/>
                    <a:pt x="56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0"/>
            <p:cNvSpPr/>
            <p:nvPr/>
          </p:nvSpPr>
          <p:spPr>
            <a:xfrm>
              <a:off x="7974400" y="4821450"/>
              <a:ext cx="389125" cy="279800"/>
            </a:xfrm>
            <a:custGeom>
              <a:rect b="b" l="l" r="r" t="t"/>
              <a:pathLst>
                <a:path extrusionOk="0" h="11192" w="15565">
                  <a:moveTo>
                    <a:pt x="7775" y="0"/>
                  </a:moveTo>
                  <a:cubicBezTo>
                    <a:pt x="7775" y="0"/>
                    <a:pt x="5283" y="8762"/>
                    <a:pt x="0" y="8762"/>
                  </a:cubicBezTo>
                  <a:cubicBezTo>
                    <a:pt x="0" y="8762"/>
                    <a:pt x="3104" y="11192"/>
                    <a:pt x="7775" y="11192"/>
                  </a:cubicBezTo>
                  <a:cubicBezTo>
                    <a:pt x="12461" y="11192"/>
                    <a:pt x="15565" y="8762"/>
                    <a:pt x="15565" y="8762"/>
                  </a:cubicBezTo>
                  <a:cubicBezTo>
                    <a:pt x="10283" y="8762"/>
                    <a:pt x="7775" y="0"/>
                    <a:pt x="77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 name="Google Shape;1167;p30"/>
          <p:cNvGrpSpPr/>
          <p:nvPr/>
        </p:nvGrpSpPr>
        <p:grpSpPr>
          <a:xfrm>
            <a:off x="6522575" y="4158200"/>
            <a:ext cx="724950" cy="1019250"/>
            <a:chOff x="6522575" y="4082000"/>
            <a:chExt cx="724950" cy="1019250"/>
          </a:xfrm>
        </p:grpSpPr>
        <p:sp>
          <p:nvSpPr>
            <p:cNvPr id="1168" name="Google Shape;1168;p30"/>
            <p:cNvSpPr/>
            <p:nvPr/>
          </p:nvSpPr>
          <p:spPr>
            <a:xfrm>
              <a:off x="6714575" y="4259900"/>
              <a:ext cx="340550" cy="244950"/>
            </a:xfrm>
            <a:custGeom>
              <a:rect b="b" l="l" r="r" t="t"/>
              <a:pathLst>
                <a:path extrusionOk="0" h="9798" w="13622">
                  <a:moveTo>
                    <a:pt x="6819" y="1"/>
                  </a:moveTo>
                  <a:cubicBezTo>
                    <a:pt x="6819" y="1"/>
                    <a:pt x="4624" y="7666"/>
                    <a:pt x="0" y="7666"/>
                  </a:cubicBezTo>
                  <a:cubicBezTo>
                    <a:pt x="0" y="7666"/>
                    <a:pt x="2728" y="9797"/>
                    <a:pt x="6819" y="9797"/>
                  </a:cubicBezTo>
                  <a:cubicBezTo>
                    <a:pt x="10910" y="9797"/>
                    <a:pt x="13621" y="7666"/>
                    <a:pt x="13621" y="7666"/>
                  </a:cubicBezTo>
                  <a:cubicBezTo>
                    <a:pt x="8998" y="7666"/>
                    <a:pt x="6819" y="1"/>
                    <a:pt x="68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 name="Google Shape;1169;p30"/>
            <p:cNvGrpSpPr/>
            <p:nvPr/>
          </p:nvGrpSpPr>
          <p:grpSpPr>
            <a:xfrm>
              <a:off x="6522575" y="4082000"/>
              <a:ext cx="724950" cy="1019250"/>
              <a:chOff x="6522575" y="4082000"/>
              <a:chExt cx="724950" cy="1019250"/>
            </a:xfrm>
          </p:grpSpPr>
          <p:sp>
            <p:nvSpPr>
              <p:cNvPr id="1170" name="Google Shape;1170;p30"/>
              <p:cNvSpPr/>
              <p:nvPr/>
            </p:nvSpPr>
            <p:spPr>
              <a:xfrm>
                <a:off x="6765900" y="4082000"/>
                <a:ext cx="238275" cy="272775"/>
              </a:xfrm>
              <a:custGeom>
                <a:rect b="b" l="l" r="r" t="t"/>
                <a:pathLst>
                  <a:path extrusionOk="0" h="10911" w="9531">
                    <a:moveTo>
                      <a:pt x="4766" y="1"/>
                    </a:moveTo>
                    <a:cubicBezTo>
                      <a:pt x="4766" y="1"/>
                      <a:pt x="3527" y="9829"/>
                      <a:pt x="1" y="9829"/>
                    </a:cubicBezTo>
                    <a:cubicBezTo>
                      <a:pt x="1" y="9829"/>
                      <a:pt x="1835" y="10910"/>
                      <a:pt x="4766" y="10910"/>
                    </a:cubicBezTo>
                    <a:cubicBezTo>
                      <a:pt x="7681" y="10910"/>
                      <a:pt x="9531" y="9829"/>
                      <a:pt x="9531" y="9829"/>
                    </a:cubicBezTo>
                    <a:cubicBezTo>
                      <a:pt x="5988" y="9829"/>
                      <a:pt x="4766" y="1"/>
                      <a:pt x="4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0"/>
              <p:cNvSpPr/>
              <p:nvPr/>
            </p:nvSpPr>
            <p:spPr>
              <a:xfrm>
                <a:off x="6680875" y="4339450"/>
                <a:ext cx="408350" cy="293525"/>
              </a:xfrm>
              <a:custGeom>
                <a:rect b="b" l="l" r="r" t="t"/>
                <a:pathLst>
                  <a:path extrusionOk="0" h="11741" w="16334">
                    <a:moveTo>
                      <a:pt x="8167" y="1"/>
                    </a:moveTo>
                    <a:cubicBezTo>
                      <a:pt x="8167" y="1"/>
                      <a:pt x="5549" y="9186"/>
                      <a:pt x="0" y="9186"/>
                    </a:cubicBezTo>
                    <a:cubicBezTo>
                      <a:pt x="0" y="9186"/>
                      <a:pt x="3261" y="11741"/>
                      <a:pt x="8167" y="11741"/>
                    </a:cubicBezTo>
                    <a:cubicBezTo>
                      <a:pt x="13073" y="11741"/>
                      <a:pt x="16333" y="9186"/>
                      <a:pt x="16333" y="9186"/>
                    </a:cubicBezTo>
                    <a:cubicBezTo>
                      <a:pt x="10784" y="9186"/>
                      <a:pt x="8167" y="1"/>
                      <a:pt x="81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0"/>
              <p:cNvSpPr/>
              <p:nvPr/>
            </p:nvSpPr>
            <p:spPr>
              <a:xfrm>
                <a:off x="6605250" y="4450350"/>
                <a:ext cx="559600" cy="402075"/>
              </a:xfrm>
              <a:custGeom>
                <a:rect b="b" l="l" r="r" t="t"/>
                <a:pathLst>
                  <a:path extrusionOk="0" h="16083" w="22384">
                    <a:moveTo>
                      <a:pt x="11192" y="1"/>
                    </a:moveTo>
                    <a:cubicBezTo>
                      <a:pt x="11192" y="1"/>
                      <a:pt x="7602" y="12587"/>
                      <a:pt x="0" y="12587"/>
                    </a:cubicBezTo>
                    <a:cubicBezTo>
                      <a:pt x="0" y="12587"/>
                      <a:pt x="4467" y="16083"/>
                      <a:pt x="11192" y="16083"/>
                    </a:cubicBezTo>
                    <a:cubicBezTo>
                      <a:pt x="17916" y="16083"/>
                      <a:pt x="22383" y="12587"/>
                      <a:pt x="22383" y="12587"/>
                    </a:cubicBezTo>
                    <a:cubicBezTo>
                      <a:pt x="14781" y="12587"/>
                      <a:pt x="11192" y="1"/>
                      <a:pt x="1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0"/>
              <p:cNvSpPr/>
              <p:nvPr/>
            </p:nvSpPr>
            <p:spPr>
              <a:xfrm>
                <a:off x="6522575" y="4580450"/>
                <a:ext cx="724950" cy="520800"/>
              </a:xfrm>
              <a:custGeom>
                <a:rect b="b" l="l" r="r" t="t"/>
                <a:pathLst>
                  <a:path extrusionOk="0" h="20832" w="28998">
                    <a:moveTo>
                      <a:pt x="14499" y="1"/>
                    </a:moveTo>
                    <a:cubicBezTo>
                      <a:pt x="14499" y="1"/>
                      <a:pt x="9843" y="16302"/>
                      <a:pt x="0" y="16302"/>
                    </a:cubicBezTo>
                    <a:cubicBezTo>
                      <a:pt x="0" y="16302"/>
                      <a:pt x="5784" y="20832"/>
                      <a:pt x="14499" y="20832"/>
                    </a:cubicBezTo>
                    <a:cubicBezTo>
                      <a:pt x="23198" y="20832"/>
                      <a:pt x="28998" y="16302"/>
                      <a:pt x="28998" y="16302"/>
                    </a:cubicBezTo>
                    <a:cubicBezTo>
                      <a:pt x="19138" y="16302"/>
                      <a:pt x="14499" y="1"/>
                      <a:pt x="144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74" name="Google Shape;1174;p30"/>
          <p:cNvSpPr/>
          <p:nvPr/>
        </p:nvSpPr>
        <p:spPr>
          <a:xfrm>
            <a:off x="-8925" y="695575"/>
            <a:ext cx="3504800" cy="490625"/>
          </a:xfrm>
          <a:custGeom>
            <a:rect b="b" l="l" r="r" t="t"/>
            <a:pathLst>
              <a:path extrusionOk="0" h="19625" w="140192">
                <a:moveTo>
                  <a:pt x="45832" y="2399"/>
                </a:moveTo>
                <a:cubicBezTo>
                  <a:pt x="38057" y="7775"/>
                  <a:pt x="0" y="2399"/>
                  <a:pt x="0" y="2399"/>
                </a:cubicBezTo>
                <a:lnTo>
                  <a:pt x="0" y="2399"/>
                </a:lnTo>
                <a:lnTo>
                  <a:pt x="0" y="19625"/>
                </a:lnTo>
                <a:cubicBezTo>
                  <a:pt x="0" y="19625"/>
                  <a:pt x="58293" y="7242"/>
                  <a:pt x="63418" y="4781"/>
                </a:cubicBezTo>
                <a:lnTo>
                  <a:pt x="63418" y="4781"/>
                </a:lnTo>
                <a:cubicBezTo>
                  <a:pt x="68528" y="2336"/>
                  <a:pt x="140191" y="2399"/>
                  <a:pt x="140191" y="2399"/>
                </a:cubicBezTo>
                <a:lnTo>
                  <a:pt x="140191" y="2399"/>
                </a:lnTo>
                <a:cubicBezTo>
                  <a:pt x="140191" y="2399"/>
                  <a:pt x="101711" y="0"/>
                  <a:pt x="73763" y="0"/>
                </a:cubicBezTo>
                <a:lnTo>
                  <a:pt x="73763" y="0"/>
                </a:lnTo>
                <a:cubicBezTo>
                  <a:pt x="59782" y="0"/>
                  <a:pt x="48434" y="596"/>
                  <a:pt x="45832" y="2399"/>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0"/>
          <p:cNvSpPr/>
          <p:nvPr/>
        </p:nvSpPr>
        <p:spPr>
          <a:xfrm>
            <a:off x="5614225" y="159252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0"/>
          <p:cNvSpPr/>
          <p:nvPr/>
        </p:nvSpPr>
        <p:spPr>
          <a:xfrm>
            <a:off x="6525300" y="4845350"/>
            <a:ext cx="25" cy="25"/>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0"/>
          <p:cNvSpPr/>
          <p:nvPr/>
        </p:nvSpPr>
        <p:spPr>
          <a:xfrm>
            <a:off x="6525300" y="4846125"/>
            <a:ext cx="825" cy="4725"/>
          </a:xfrm>
          <a:custGeom>
            <a:rect b="b" l="l" r="r" t="t"/>
            <a:pathLst>
              <a:path extrusionOk="0" h="189" w="33">
                <a:moveTo>
                  <a:pt x="32" y="189"/>
                </a:moveTo>
                <a:lnTo>
                  <a:pt x="32" y="189"/>
                </a:lnTo>
                <a:cubicBezTo>
                  <a:pt x="16" y="126"/>
                  <a:pt x="1" y="63"/>
                  <a:pt x="1" y="1"/>
                </a:cubicBezTo>
                <a:cubicBezTo>
                  <a:pt x="1" y="63"/>
                  <a:pt x="16" y="126"/>
                  <a:pt x="32" y="18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0"/>
          <p:cNvSpPr/>
          <p:nvPr/>
        </p:nvSpPr>
        <p:spPr>
          <a:xfrm>
            <a:off x="6531575" y="4866125"/>
            <a:ext cx="25" cy="400"/>
          </a:xfrm>
          <a:custGeom>
            <a:rect b="b" l="l" r="r" t="t"/>
            <a:pathLst>
              <a:path extrusionOk="0" h="16" w="1">
                <a:moveTo>
                  <a:pt x="1" y="16"/>
                </a:moveTo>
                <a:cubicBezTo>
                  <a:pt x="1" y="16"/>
                  <a:pt x="1" y="0"/>
                  <a:pt x="1" y="0"/>
                </a:cubicBezTo>
                <a:cubicBezTo>
                  <a:pt x="1" y="0"/>
                  <a:pt x="1" y="16"/>
                  <a:pt x="1" y="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0"/>
          <p:cNvSpPr/>
          <p:nvPr/>
        </p:nvSpPr>
        <p:spPr>
          <a:xfrm>
            <a:off x="6530800" y="4864550"/>
            <a:ext cx="400" cy="800"/>
          </a:xfrm>
          <a:custGeom>
            <a:rect b="b" l="l" r="r" t="t"/>
            <a:pathLst>
              <a:path extrusionOk="0" h="32" w="16">
                <a:moveTo>
                  <a:pt x="16" y="32"/>
                </a:moveTo>
                <a:cubicBezTo>
                  <a:pt x="0" y="16"/>
                  <a:pt x="0" y="16"/>
                  <a:pt x="0" y="0"/>
                </a:cubicBezTo>
                <a:cubicBezTo>
                  <a:pt x="0" y="16"/>
                  <a:pt x="0" y="16"/>
                  <a:pt x="16" y="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0"/>
          <p:cNvSpPr/>
          <p:nvPr/>
        </p:nvSpPr>
        <p:spPr>
          <a:xfrm>
            <a:off x="6527650" y="4856700"/>
            <a:ext cx="2775" cy="7475"/>
          </a:xfrm>
          <a:custGeom>
            <a:rect b="b" l="l" r="r" t="t"/>
            <a:pathLst>
              <a:path extrusionOk="0" h="299" w="111">
                <a:moveTo>
                  <a:pt x="1" y="1"/>
                </a:moveTo>
                <a:cubicBezTo>
                  <a:pt x="32" y="111"/>
                  <a:pt x="63" y="205"/>
                  <a:pt x="111" y="299"/>
                </a:cubicBezTo>
                <a:cubicBezTo>
                  <a:pt x="63" y="205"/>
                  <a:pt x="32" y="11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 name="Google Shape;1181;p30"/>
          <p:cNvGrpSpPr/>
          <p:nvPr/>
        </p:nvGrpSpPr>
        <p:grpSpPr>
          <a:xfrm>
            <a:off x="-613275" y="3559275"/>
            <a:ext cx="9800100" cy="1657575"/>
            <a:chOff x="-613275" y="3559275"/>
            <a:chExt cx="9800100" cy="1657575"/>
          </a:xfrm>
        </p:grpSpPr>
        <p:sp>
          <p:nvSpPr>
            <p:cNvPr id="1182" name="Google Shape;1182;p30"/>
            <p:cNvSpPr/>
            <p:nvPr/>
          </p:nvSpPr>
          <p:spPr>
            <a:xfrm>
              <a:off x="8699600" y="3962263"/>
              <a:ext cx="444400" cy="1230850"/>
            </a:xfrm>
            <a:custGeom>
              <a:rect b="b" l="l" r="r" t="t"/>
              <a:pathLst>
                <a:path extrusionOk="0" h="49234" w="17776">
                  <a:moveTo>
                    <a:pt x="1" y="15017"/>
                  </a:moveTo>
                  <a:lnTo>
                    <a:pt x="1" y="49234"/>
                  </a:lnTo>
                  <a:lnTo>
                    <a:pt x="5487" y="49234"/>
                  </a:lnTo>
                  <a:lnTo>
                    <a:pt x="5487" y="15017"/>
                  </a:lnTo>
                  <a:cubicBezTo>
                    <a:pt x="5487" y="7665"/>
                    <a:pt x="10785" y="1537"/>
                    <a:pt x="17776" y="251"/>
                  </a:cubicBezTo>
                  <a:lnTo>
                    <a:pt x="17776" y="251"/>
                  </a:lnTo>
                  <a:cubicBezTo>
                    <a:pt x="16882" y="79"/>
                    <a:pt x="15957" y="1"/>
                    <a:pt x="15033" y="1"/>
                  </a:cubicBezTo>
                  <a:lnTo>
                    <a:pt x="15033"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0"/>
            <p:cNvSpPr/>
            <p:nvPr/>
          </p:nvSpPr>
          <p:spPr>
            <a:xfrm>
              <a:off x="7566750" y="3962263"/>
              <a:ext cx="444000" cy="1230850"/>
            </a:xfrm>
            <a:custGeom>
              <a:rect b="b" l="l" r="r" t="t"/>
              <a:pathLst>
                <a:path extrusionOk="0" h="49234" w="17760">
                  <a:moveTo>
                    <a:pt x="0" y="15017"/>
                  </a:moveTo>
                  <a:lnTo>
                    <a:pt x="0" y="49234"/>
                  </a:lnTo>
                  <a:lnTo>
                    <a:pt x="5486" y="49234"/>
                  </a:lnTo>
                  <a:lnTo>
                    <a:pt x="5486" y="15017"/>
                  </a:lnTo>
                  <a:cubicBezTo>
                    <a:pt x="5486" y="7665"/>
                    <a:pt x="10769" y="1537"/>
                    <a:pt x="17759" y="251"/>
                  </a:cubicBezTo>
                  <a:lnTo>
                    <a:pt x="17759" y="251"/>
                  </a:lnTo>
                  <a:cubicBezTo>
                    <a:pt x="16866"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0"/>
            <p:cNvSpPr/>
            <p:nvPr/>
          </p:nvSpPr>
          <p:spPr>
            <a:xfrm>
              <a:off x="6433500" y="3962263"/>
              <a:ext cx="444000" cy="1230850"/>
            </a:xfrm>
            <a:custGeom>
              <a:rect b="b" l="l" r="r" t="t"/>
              <a:pathLst>
                <a:path extrusionOk="0" h="49234" w="17760">
                  <a:moveTo>
                    <a:pt x="0" y="15017"/>
                  </a:moveTo>
                  <a:lnTo>
                    <a:pt x="0" y="49234"/>
                  </a:lnTo>
                  <a:lnTo>
                    <a:pt x="5486" y="49234"/>
                  </a:lnTo>
                  <a:lnTo>
                    <a:pt x="5486" y="15017"/>
                  </a:lnTo>
                  <a:cubicBezTo>
                    <a:pt x="5486" y="7665"/>
                    <a:pt x="10784" y="1537"/>
                    <a:pt x="17759" y="251"/>
                  </a:cubicBezTo>
                  <a:lnTo>
                    <a:pt x="17759" y="251"/>
                  </a:lnTo>
                  <a:cubicBezTo>
                    <a:pt x="16881"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0"/>
            <p:cNvSpPr/>
            <p:nvPr/>
          </p:nvSpPr>
          <p:spPr>
            <a:xfrm>
              <a:off x="5300250" y="3962263"/>
              <a:ext cx="444375" cy="1230850"/>
            </a:xfrm>
            <a:custGeom>
              <a:rect b="b" l="l" r="r" t="t"/>
              <a:pathLst>
                <a:path extrusionOk="0" h="49234" w="17775">
                  <a:moveTo>
                    <a:pt x="0" y="15017"/>
                  </a:moveTo>
                  <a:lnTo>
                    <a:pt x="0" y="49234"/>
                  </a:lnTo>
                  <a:lnTo>
                    <a:pt x="5486" y="49234"/>
                  </a:lnTo>
                  <a:lnTo>
                    <a:pt x="5486" y="15017"/>
                  </a:lnTo>
                  <a:cubicBezTo>
                    <a:pt x="5486" y="7665"/>
                    <a:pt x="10784" y="1537"/>
                    <a:pt x="17775" y="251"/>
                  </a:cubicBezTo>
                  <a:lnTo>
                    <a:pt x="17775" y="251"/>
                  </a:lnTo>
                  <a:cubicBezTo>
                    <a:pt x="16881" y="79"/>
                    <a:pt x="15957" y="1"/>
                    <a:pt x="15032" y="1"/>
                  </a:cubicBezTo>
                  <a:lnTo>
                    <a:pt x="15032" y="1"/>
                  </a:lnTo>
                  <a:cubicBezTo>
                    <a:pt x="6724"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 name="Google Shape;1186;p30"/>
            <p:cNvGrpSpPr/>
            <p:nvPr/>
          </p:nvGrpSpPr>
          <p:grpSpPr>
            <a:xfrm>
              <a:off x="-613275" y="3559275"/>
              <a:ext cx="9800100" cy="1657575"/>
              <a:chOff x="-613275" y="3443675"/>
              <a:chExt cx="9800100" cy="1657575"/>
            </a:xfrm>
          </p:grpSpPr>
          <p:sp>
            <p:nvSpPr>
              <p:cNvPr id="1187" name="Google Shape;1187;p30"/>
              <p:cNvSpPr/>
              <p:nvPr/>
            </p:nvSpPr>
            <p:spPr>
              <a:xfrm>
                <a:off x="3962175" y="3443675"/>
                <a:ext cx="5224650" cy="1657575"/>
              </a:xfrm>
              <a:custGeom>
                <a:rect b="b" l="l" r="r" t="t"/>
                <a:pathLst>
                  <a:path extrusionOk="0" h="66303" w="208986">
                    <a:moveTo>
                      <a:pt x="0" y="0"/>
                    </a:moveTo>
                    <a:lnTo>
                      <a:pt x="0" y="1207"/>
                    </a:lnTo>
                    <a:lnTo>
                      <a:pt x="5486" y="1207"/>
                    </a:lnTo>
                    <a:lnTo>
                      <a:pt x="5486" y="5439"/>
                    </a:lnTo>
                    <a:lnTo>
                      <a:pt x="0" y="5439"/>
                    </a:lnTo>
                    <a:lnTo>
                      <a:pt x="0" y="66303"/>
                    </a:lnTo>
                    <a:lnTo>
                      <a:pt x="8104" y="66303"/>
                    </a:lnTo>
                    <a:lnTo>
                      <a:pt x="8104" y="32086"/>
                    </a:lnTo>
                    <a:cubicBezTo>
                      <a:pt x="8104" y="23794"/>
                      <a:pt x="14828" y="17070"/>
                      <a:pt x="23120" y="17070"/>
                    </a:cubicBezTo>
                    <a:lnTo>
                      <a:pt x="23120" y="17070"/>
                    </a:lnTo>
                    <a:cubicBezTo>
                      <a:pt x="31411" y="17070"/>
                      <a:pt x="38136" y="23794"/>
                      <a:pt x="38136" y="32086"/>
                    </a:cubicBezTo>
                    <a:lnTo>
                      <a:pt x="38136" y="32086"/>
                    </a:lnTo>
                    <a:lnTo>
                      <a:pt x="38136" y="66303"/>
                    </a:lnTo>
                    <a:lnTo>
                      <a:pt x="53434" y="66303"/>
                    </a:lnTo>
                    <a:lnTo>
                      <a:pt x="53434" y="32086"/>
                    </a:lnTo>
                    <a:cubicBezTo>
                      <a:pt x="53434" y="23794"/>
                      <a:pt x="60158" y="17070"/>
                      <a:pt x="68450" y="17070"/>
                    </a:cubicBezTo>
                    <a:lnTo>
                      <a:pt x="68450" y="17070"/>
                    </a:lnTo>
                    <a:cubicBezTo>
                      <a:pt x="76741" y="17070"/>
                      <a:pt x="83466" y="23794"/>
                      <a:pt x="83466" y="32086"/>
                    </a:cubicBezTo>
                    <a:lnTo>
                      <a:pt x="83466" y="32086"/>
                    </a:lnTo>
                    <a:lnTo>
                      <a:pt x="83466" y="66303"/>
                    </a:lnTo>
                    <a:lnTo>
                      <a:pt x="98764" y="66303"/>
                    </a:lnTo>
                    <a:lnTo>
                      <a:pt x="98764" y="32086"/>
                    </a:lnTo>
                    <a:cubicBezTo>
                      <a:pt x="98764" y="23794"/>
                      <a:pt x="105488" y="17070"/>
                      <a:pt x="113780" y="17070"/>
                    </a:cubicBezTo>
                    <a:lnTo>
                      <a:pt x="113780" y="17070"/>
                    </a:lnTo>
                    <a:cubicBezTo>
                      <a:pt x="122072" y="17070"/>
                      <a:pt x="128796" y="23794"/>
                      <a:pt x="128796" y="32086"/>
                    </a:cubicBezTo>
                    <a:lnTo>
                      <a:pt x="128796" y="32086"/>
                    </a:lnTo>
                    <a:lnTo>
                      <a:pt x="128796" y="66303"/>
                    </a:lnTo>
                    <a:lnTo>
                      <a:pt x="144094" y="66303"/>
                    </a:lnTo>
                    <a:lnTo>
                      <a:pt x="144094" y="32086"/>
                    </a:lnTo>
                    <a:cubicBezTo>
                      <a:pt x="144094" y="23794"/>
                      <a:pt x="150818" y="17070"/>
                      <a:pt x="159110" y="17070"/>
                    </a:cubicBezTo>
                    <a:lnTo>
                      <a:pt x="159110" y="17070"/>
                    </a:lnTo>
                    <a:cubicBezTo>
                      <a:pt x="167402" y="17070"/>
                      <a:pt x="174126" y="23794"/>
                      <a:pt x="174126" y="32086"/>
                    </a:cubicBezTo>
                    <a:lnTo>
                      <a:pt x="174126" y="32086"/>
                    </a:lnTo>
                    <a:lnTo>
                      <a:pt x="174126" y="66303"/>
                    </a:lnTo>
                    <a:lnTo>
                      <a:pt x="189424" y="66303"/>
                    </a:lnTo>
                    <a:lnTo>
                      <a:pt x="189424" y="32086"/>
                    </a:lnTo>
                    <a:cubicBezTo>
                      <a:pt x="189424" y="23794"/>
                      <a:pt x="196148" y="17070"/>
                      <a:pt x="204440" y="17070"/>
                    </a:cubicBezTo>
                    <a:lnTo>
                      <a:pt x="204440" y="17070"/>
                    </a:lnTo>
                    <a:cubicBezTo>
                      <a:pt x="205976" y="17070"/>
                      <a:pt x="207591" y="17305"/>
                      <a:pt x="208986" y="17728"/>
                    </a:cubicBezTo>
                    <a:lnTo>
                      <a:pt x="208986" y="17728"/>
                    </a:lnTo>
                    <a:lnTo>
                      <a:pt x="208986" y="5439"/>
                    </a:lnTo>
                    <a:lnTo>
                      <a:pt x="205083" y="5439"/>
                    </a:lnTo>
                    <a:lnTo>
                      <a:pt x="205083" y="1207"/>
                    </a:lnTo>
                    <a:lnTo>
                      <a:pt x="208986" y="1207"/>
                    </a:lnTo>
                    <a:lnTo>
                      <a:pt x="208986" y="0"/>
                    </a:lnTo>
                    <a:close/>
                    <a:moveTo>
                      <a:pt x="189832" y="1207"/>
                    </a:moveTo>
                    <a:lnTo>
                      <a:pt x="203766" y="1207"/>
                    </a:lnTo>
                    <a:lnTo>
                      <a:pt x="203766" y="5439"/>
                    </a:lnTo>
                    <a:lnTo>
                      <a:pt x="189832" y="5439"/>
                    </a:lnTo>
                    <a:close/>
                    <a:moveTo>
                      <a:pt x="174581" y="1207"/>
                    </a:moveTo>
                    <a:lnTo>
                      <a:pt x="188515" y="1207"/>
                    </a:lnTo>
                    <a:lnTo>
                      <a:pt x="188515" y="5439"/>
                    </a:lnTo>
                    <a:lnTo>
                      <a:pt x="174581" y="5439"/>
                    </a:lnTo>
                    <a:close/>
                    <a:moveTo>
                      <a:pt x="159314" y="1207"/>
                    </a:moveTo>
                    <a:lnTo>
                      <a:pt x="173264" y="1207"/>
                    </a:lnTo>
                    <a:lnTo>
                      <a:pt x="173264" y="5439"/>
                    </a:lnTo>
                    <a:lnTo>
                      <a:pt x="159314" y="5439"/>
                    </a:lnTo>
                    <a:close/>
                    <a:moveTo>
                      <a:pt x="144063" y="1207"/>
                    </a:moveTo>
                    <a:lnTo>
                      <a:pt x="158013" y="1207"/>
                    </a:lnTo>
                    <a:lnTo>
                      <a:pt x="158013" y="5439"/>
                    </a:lnTo>
                    <a:lnTo>
                      <a:pt x="144063" y="5439"/>
                    </a:lnTo>
                    <a:close/>
                    <a:moveTo>
                      <a:pt x="128812" y="1207"/>
                    </a:moveTo>
                    <a:lnTo>
                      <a:pt x="142762" y="1207"/>
                    </a:lnTo>
                    <a:lnTo>
                      <a:pt x="142762" y="5439"/>
                    </a:lnTo>
                    <a:lnTo>
                      <a:pt x="128812" y="5439"/>
                    </a:lnTo>
                    <a:close/>
                    <a:moveTo>
                      <a:pt x="113560" y="1207"/>
                    </a:moveTo>
                    <a:lnTo>
                      <a:pt x="127511" y="1207"/>
                    </a:lnTo>
                    <a:lnTo>
                      <a:pt x="127511" y="5439"/>
                    </a:lnTo>
                    <a:lnTo>
                      <a:pt x="113560" y="5439"/>
                    </a:lnTo>
                    <a:close/>
                    <a:moveTo>
                      <a:pt x="98309" y="1207"/>
                    </a:moveTo>
                    <a:lnTo>
                      <a:pt x="112259" y="1207"/>
                    </a:lnTo>
                    <a:lnTo>
                      <a:pt x="112259" y="5439"/>
                    </a:lnTo>
                    <a:lnTo>
                      <a:pt x="98309" y="5439"/>
                    </a:lnTo>
                    <a:close/>
                    <a:moveTo>
                      <a:pt x="83058" y="1207"/>
                    </a:moveTo>
                    <a:lnTo>
                      <a:pt x="97008" y="1207"/>
                    </a:lnTo>
                    <a:lnTo>
                      <a:pt x="97008" y="5439"/>
                    </a:lnTo>
                    <a:lnTo>
                      <a:pt x="83058" y="5439"/>
                    </a:lnTo>
                    <a:close/>
                    <a:moveTo>
                      <a:pt x="67807" y="1207"/>
                    </a:moveTo>
                    <a:lnTo>
                      <a:pt x="81757" y="1207"/>
                    </a:lnTo>
                    <a:lnTo>
                      <a:pt x="81757" y="5439"/>
                    </a:lnTo>
                    <a:lnTo>
                      <a:pt x="67807" y="5439"/>
                    </a:lnTo>
                    <a:close/>
                    <a:moveTo>
                      <a:pt x="52556" y="1207"/>
                    </a:moveTo>
                    <a:lnTo>
                      <a:pt x="66490" y="1207"/>
                    </a:lnTo>
                    <a:lnTo>
                      <a:pt x="66490" y="5439"/>
                    </a:lnTo>
                    <a:lnTo>
                      <a:pt x="52556" y="5439"/>
                    </a:lnTo>
                    <a:close/>
                    <a:moveTo>
                      <a:pt x="37305" y="1207"/>
                    </a:moveTo>
                    <a:lnTo>
                      <a:pt x="51239" y="1207"/>
                    </a:lnTo>
                    <a:lnTo>
                      <a:pt x="51239" y="5439"/>
                    </a:lnTo>
                    <a:lnTo>
                      <a:pt x="37305" y="5439"/>
                    </a:lnTo>
                    <a:close/>
                    <a:moveTo>
                      <a:pt x="22038" y="1207"/>
                    </a:moveTo>
                    <a:lnTo>
                      <a:pt x="35988" y="1207"/>
                    </a:lnTo>
                    <a:lnTo>
                      <a:pt x="35988" y="5439"/>
                    </a:lnTo>
                    <a:lnTo>
                      <a:pt x="22038" y="5439"/>
                    </a:lnTo>
                    <a:close/>
                    <a:moveTo>
                      <a:pt x="6787" y="1207"/>
                    </a:moveTo>
                    <a:lnTo>
                      <a:pt x="20737" y="1207"/>
                    </a:lnTo>
                    <a:lnTo>
                      <a:pt x="20737" y="5439"/>
                    </a:lnTo>
                    <a:lnTo>
                      <a:pt x="6787" y="54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 name="Google Shape;1188;p30"/>
              <p:cNvGrpSpPr/>
              <p:nvPr/>
            </p:nvGrpSpPr>
            <p:grpSpPr>
              <a:xfrm>
                <a:off x="-613275" y="3443675"/>
                <a:ext cx="5224650" cy="1657575"/>
                <a:chOff x="1161525" y="3805200"/>
                <a:chExt cx="5224650" cy="1657575"/>
              </a:xfrm>
            </p:grpSpPr>
            <p:sp>
              <p:nvSpPr>
                <p:cNvPr id="1189" name="Google Shape;1189;p30"/>
                <p:cNvSpPr/>
                <p:nvPr/>
              </p:nvSpPr>
              <p:spPr>
                <a:xfrm>
                  <a:off x="5896325" y="4231925"/>
                  <a:ext cx="444400" cy="1230850"/>
                </a:xfrm>
                <a:custGeom>
                  <a:rect b="b" l="l" r="r" t="t"/>
                  <a:pathLst>
                    <a:path extrusionOk="0" h="49234" w="17776">
                      <a:moveTo>
                        <a:pt x="1" y="15017"/>
                      </a:moveTo>
                      <a:lnTo>
                        <a:pt x="1" y="49234"/>
                      </a:lnTo>
                      <a:lnTo>
                        <a:pt x="5487" y="49234"/>
                      </a:lnTo>
                      <a:lnTo>
                        <a:pt x="5487" y="15017"/>
                      </a:lnTo>
                      <a:cubicBezTo>
                        <a:pt x="5487" y="7665"/>
                        <a:pt x="10785" y="1537"/>
                        <a:pt x="17776" y="251"/>
                      </a:cubicBezTo>
                      <a:lnTo>
                        <a:pt x="17776" y="251"/>
                      </a:lnTo>
                      <a:cubicBezTo>
                        <a:pt x="16882" y="79"/>
                        <a:pt x="15957" y="1"/>
                        <a:pt x="15033" y="1"/>
                      </a:cubicBezTo>
                      <a:lnTo>
                        <a:pt x="15033"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0"/>
                <p:cNvSpPr/>
                <p:nvPr/>
              </p:nvSpPr>
              <p:spPr>
                <a:xfrm>
                  <a:off x="4763475" y="4231925"/>
                  <a:ext cx="444000" cy="1230850"/>
                </a:xfrm>
                <a:custGeom>
                  <a:rect b="b" l="l" r="r" t="t"/>
                  <a:pathLst>
                    <a:path extrusionOk="0" h="49234" w="17760">
                      <a:moveTo>
                        <a:pt x="0" y="15017"/>
                      </a:moveTo>
                      <a:lnTo>
                        <a:pt x="0" y="49234"/>
                      </a:lnTo>
                      <a:lnTo>
                        <a:pt x="5486" y="49234"/>
                      </a:lnTo>
                      <a:lnTo>
                        <a:pt x="5486" y="15017"/>
                      </a:lnTo>
                      <a:cubicBezTo>
                        <a:pt x="5486" y="7665"/>
                        <a:pt x="10769" y="1537"/>
                        <a:pt x="17759" y="251"/>
                      </a:cubicBezTo>
                      <a:lnTo>
                        <a:pt x="17759" y="251"/>
                      </a:lnTo>
                      <a:cubicBezTo>
                        <a:pt x="16866"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0"/>
                <p:cNvSpPr/>
                <p:nvPr/>
              </p:nvSpPr>
              <p:spPr>
                <a:xfrm>
                  <a:off x="3630225" y="4231925"/>
                  <a:ext cx="444000" cy="1230850"/>
                </a:xfrm>
                <a:custGeom>
                  <a:rect b="b" l="l" r="r" t="t"/>
                  <a:pathLst>
                    <a:path extrusionOk="0" h="49234" w="17760">
                      <a:moveTo>
                        <a:pt x="0" y="15017"/>
                      </a:moveTo>
                      <a:lnTo>
                        <a:pt x="0" y="49234"/>
                      </a:lnTo>
                      <a:lnTo>
                        <a:pt x="5486" y="49234"/>
                      </a:lnTo>
                      <a:lnTo>
                        <a:pt x="5486" y="15017"/>
                      </a:lnTo>
                      <a:cubicBezTo>
                        <a:pt x="5486" y="7665"/>
                        <a:pt x="10784" y="1537"/>
                        <a:pt x="17759" y="251"/>
                      </a:cubicBezTo>
                      <a:lnTo>
                        <a:pt x="17759" y="251"/>
                      </a:lnTo>
                      <a:cubicBezTo>
                        <a:pt x="16881"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0"/>
                <p:cNvSpPr/>
                <p:nvPr/>
              </p:nvSpPr>
              <p:spPr>
                <a:xfrm>
                  <a:off x="2496975" y="4231925"/>
                  <a:ext cx="444375" cy="1230850"/>
                </a:xfrm>
                <a:custGeom>
                  <a:rect b="b" l="l" r="r" t="t"/>
                  <a:pathLst>
                    <a:path extrusionOk="0" h="49234" w="17775">
                      <a:moveTo>
                        <a:pt x="0" y="15017"/>
                      </a:moveTo>
                      <a:lnTo>
                        <a:pt x="0" y="49234"/>
                      </a:lnTo>
                      <a:lnTo>
                        <a:pt x="5486" y="49234"/>
                      </a:lnTo>
                      <a:lnTo>
                        <a:pt x="5486" y="15017"/>
                      </a:lnTo>
                      <a:cubicBezTo>
                        <a:pt x="5486" y="7665"/>
                        <a:pt x="10784" y="1537"/>
                        <a:pt x="17775" y="251"/>
                      </a:cubicBezTo>
                      <a:lnTo>
                        <a:pt x="17775" y="251"/>
                      </a:lnTo>
                      <a:cubicBezTo>
                        <a:pt x="16881" y="79"/>
                        <a:pt x="15957" y="1"/>
                        <a:pt x="15032" y="1"/>
                      </a:cubicBezTo>
                      <a:lnTo>
                        <a:pt x="15032" y="1"/>
                      </a:lnTo>
                      <a:cubicBezTo>
                        <a:pt x="6724"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0"/>
                <p:cNvSpPr/>
                <p:nvPr/>
              </p:nvSpPr>
              <p:spPr>
                <a:xfrm>
                  <a:off x="1364100" y="4231925"/>
                  <a:ext cx="444000" cy="1230850"/>
                </a:xfrm>
                <a:custGeom>
                  <a:rect b="b" l="l" r="r" t="t"/>
                  <a:pathLst>
                    <a:path extrusionOk="0" h="49234" w="17760">
                      <a:moveTo>
                        <a:pt x="1" y="15017"/>
                      </a:moveTo>
                      <a:lnTo>
                        <a:pt x="1" y="49234"/>
                      </a:lnTo>
                      <a:lnTo>
                        <a:pt x="5487" y="49234"/>
                      </a:lnTo>
                      <a:lnTo>
                        <a:pt x="5487" y="15017"/>
                      </a:lnTo>
                      <a:cubicBezTo>
                        <a:pt x="5487" y="7665"/>
                        <a:pt x="10769" y="1537"/>
                        <a:pt x="17760" y="251"/>
                      </a:cubicBezTo>
                      <a:lnTo>
                        <a:pt x="17760" y="251"/>
                      </a:lnTo>
                      <a:cubicBezTo>
                        <a:pt x="16866" y="79"/>
                        <a:pt x="15957" y="1"/>
                        <a:pt x="15017" y="1"/>
                      </a:cubicBezTo>
                      <a:lnTo>
                        <a:pt x="15017"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0"/>
                <p:cNvSpPr/>
                <p:nvPr/>
              </p:nvSpPr>
              <p:spPr>
                <a:xfrm>
                  <a:off x="1161525" y="3805200"/>
                  <a:ext cx="5224650" cy="1657575"/>
                </a:xfrm>
                <a:custGeom>
                  <a:rect b="b" l="l" r="r" t="t"/>
                  <a:pathLst>
                    <a:path extrusionOk="0" h="66303" w="208986">
                      <a:moveTo>
                        <a:pt x="0" y="0"/>
                      </a:moveTo>
                      <a:lnTo>
                        <a:pt x="0" y="1207"/>
                      </a:lnTo>
                      <a:lnTo>
                        <a:pt x="5486" y="1207"/>
                      </a:lnTo>
                      <a:lnTo>
                        <a:pt x="5486" y="5439"/>
                      </a:lnTo>
                      <a:lnTo>
                        <a:pt x="0" y="5439"/>
                      </a:lnTo>
                      <a:lnTo>
                        <a:pt x="0" y="66303"/>
                      </a:lnTo>
                      <a:lnTo>
                        <a:pt x="8104" y="66303"/>
                      </a:lnTo>
                      <a:lnTo>
                        <a:pt x="8104" y="32086"/>
                      </a:lnTo>
                      <a:cubicBezTo>
                        <a:pt x="8104" y="23794"/>
                        <a:pt x="14828" y="17070"/>
                        <a:pt x="23120" y="17070"/>
                      </a:cubicBezTo>
                      <a:lnTo>
                        <a:pt x="23120" y="17070"/>
                      </a:lnTo>
                      <a:cubicBezTo>
                        <a:pt x="31411" y="17070"/>
                        <a:pt x="38136" y="23794"/>
                        <a:pt x="38136" y="32086"/>
                      </a:cubicBezTo>
                      <a:lnTo>
                        <a:pt x="38136" y="32086"/>
                      </a:lnTo>
                      <a:lnTo>
                        <a:pt x="38136" y="66303"/>
                      </a:lnTo>
                      <a:lnTo>
                        <a:pt x="53434" y="66303"/>
                      </a:lnTo>
                      <a:lnTo>
                        <a:pt x="53434" y="32086"/>
                      </a:lnTo>
                      <a:cubicBezTo>
                        <a:pt x="53434" y="23794"/>
                        <a:pt x="60158" y="17070"/>
                        <a:pt x="68450" y="17070"/>
                      </a:cubicBezTo>
                      <a:lnTo>
                        <a:pt x="68450" y="17070"/>
                      </a:lnTo>
                      <a:cubicBezTo>
                        <a:pt x="76741" y="17070"/>
                        <a:pt x="83466" y="23794"/>
                        <a:pt x="83466" y="32086"/>
                      </a:cubicBezTo>
                      <a:lnTo>
                        <a:pt x="83466" y="32086"/>
                      </a:lnTo>
                      <a:lnTo>
                        <a:pt x="83466" y="66303"/>
                      </a:lnTo>
                      <a:lnTo>
                        <a:pt x="98764" y="66303"/>
                      </a:lnTo>
                      <a:lnTo>
                        <a:pt x="98764" y="32086"/>
                      </a:lnTo>
                      <a:cubicBezTo>
                        <a:pt x="98764" y="23794"/>
                        <a:pt x="105488" y="17070"/>
                        <a:pt x="113780" y="17070"/>
                      </a:cubicBezTo>
                      <a:lnTo>
                        <a:pt x="113780" y="17070"/>
                      </a:lnTo>
                      <a:cubicBezTo>
                        <a:pt x="122072" y="17070"/>
                        <a:pt x="128796" y="23794"/>
                        <a:pt x="128796" y="32086"/>
                      </a:cubicBezTo>
                      <a:lnTo>
                        <a:pt x="128796" y="32086"/>
                      </a:lnTo>
                      <a:lnTo>
                        <a:pt x="128796" y="66303"/>
                      </a:lnTo>
                      <a:lnTo>
                        <a:pt x="144094" y="66303"/>
                      </a:lnTo>
                      <a:lnTo>
                        <a:pt x="144094" y="32086"/>
                      </a:lnTo>
                      <a:cubicBezTo>
                        <a:pt x="144094" y="23794"/>
                        <a:pt x="150818" y="17070"/>
                        <a:pt x="159110" y="17070"/>
                      </a:cubicBezTo>
                      <a:lnTo>
                        <a:pt x="159110" y="17070"/>
                      </a:lnTo>
                      <a:cubicBezTo>
                        <a:pt x="167402" y="17070"/>
                        <a:pt x="174126" y="23794"/>
                        <a:pt x="174126" y="32086"/>
                      </a:cubicBezTo>
                      <a:lnTo>
                        <a:pt x="174126" y="32086"/>
                      </a:lnTo>
                      <a:lnTo>
                        <a:pt x="174126" y="66303"/>
                      </a:lnTo>
                      <a:lnTo>
                        <a:pt x="189424" y="66303"/>
                      </a:lnTo>
                      <a:lnTo>
                        <a:pt x="189424" y="32086"/>
                      </a:lnTo>
                      <a:cubicBezTo>
                        <a:pt x="189424" y="23794"/>
                        <a:pt x="196148" y="17070"/>
                        <a:pt x="204440" y="17070"/>
                      </a:cubicBezTo>
                      <a:lnTo>
                        <a:pt x="204440" y="17070"/>
                      </a:lnTo>
                      <a:cubicBezTo>
                        <a:pt x="205976" y="17070"/>
                        <a:pt x="207591" y="17305"/>
                        <a:pt x="208986" y="17728"/>
                      </a:cubicBezTo>
                      <a:lnTo>
                        <a:pt x="208986" y="17728"/>
                      </a:lnTo>
                      <a:lnTo>
                        <a:pt x="208986" y="5439"/>
                      </a:lnTo>
                      <a:lnTo>
                        <a:pt x="205083" y="5439"/>
                      </a:lnTo>
                      <a:lnTo>
                        <a:pt x="205083" y="1207"/>
                      </a:lnTo>
                      <a:lnTo>
                        <a:pt x="208986" y="1207"/>
                      </a:lnTo>
                      <a:lnTo>
                        <a:pt x="208986" y="0"/>
                      </a:lnTo>
                      <a:close/>
                      <a:moveTo>
                        <a:pt x="189832" y="1207"/>
                      </a:moveTo>
                      <a:lnTo>
                        <a:pt x="203766" y="1207"/>
                      </a:lnTo>
                      <a:lnTo>
                        <a:pt x="203766" y="5439"/>
                      </a:lnTo>
                      <a:lnTo>
                        <a:pt x="189832" y="5439"/>
                      </a:lnTo>
                      <a:close/>
                      <a:moveTo>
                        <a:pt x="174581" y="1207"/>
                      </a:moveTo>
                      <a:lnTo>
                        <a:pt x="188515" y="1207"/>
                      </a:lnTo>
                      <a:lnTo>
                        <a:pt x="188515" y="5439"/>
                      </a:lnTo>
                      <a:lnTo>
                        <a:pt x="174581" y="5439"/>
                      </a:lnTo>
                      <a:close/>
                      <a:moveTo>
                        <a:pt x="159314" y="1207"/>
                      </a:moveTo>
                      <a:lnTo>
                        <a:pt x="173264" y="1207"/>
                      </a:lnTo>
                      <a:lnTo>
                        <a:pt x="173264" y="5439"/>
                      </a:lnTo>
                      <a:lnTo>
                        <a:pt x="159314" y="5439"/>
                      </a:lnTo>
                      <a:close/>
                      <a:moveTo>
                        <a:pt x="144063" y="1207"/>
                      </a:moveTo>
                      <a:lnTo>
                        <a:pt x="158013" y="1207"/>
                      </a:lnTo>
                      <a:lnTo>
                        <a:pt x="158013" y="5439"/>
                      </a:lnTo>
                      <a:lnTo>
                        <a:pt x="144063" y="5439"/>
                      </a:lnTo>
                      <a:close/>
                      <a:moveTo>
                        <a:pt x="128812" y="1207"/>
                      </a:moveTo>
                      <a:lnTo>
                        <a:pt x="142762" y="1207"/>
                      </a:lnTo>
                      <a:lnTo>
                        <a:pt x="142762" y="5439"/>
                      </a:lnTo>
                      <a:lnTo>
                        <a:pt x="128812" y="5439"/>
                      </a:lnTo>
                      <a:close/>
                      <a:moveTo>
                        <a:pt x="113560" y="1207"/>
                      </a:moveTo>
                      <a:lnTo>
                        <a:pt x="127511" y="1207"/>
                      </a:lnTo>
                      <a:lnTo>
                        <a:pt x="127511" y="5439"/>
                      </a:lnTo>
                      <a:lnTo>
                        <a:pt x="113560" y="5439"/>
                      </a:lnTo>
                      <a:close/>
                      <a:moveTo>
                        <a:pt x="98309" y="1207"/>
                      </a:moveTo>
                      <a:lnTo>
                        <a:pt x="112259" y="1207"/>
                      </a:lnTo>
                      <a:lnTo>
                        <a:pt x="112259" y="5439"/>
                      </a:lnTo>
                      <a:lnTo>
                        <a:pt x="98309" y="5439"/>
                      </a:lnTo>
                      <a:close/>
                      <a:moveTo>
                        <a:pt x="83058" y="1207"/>
                      </a:moveTo>
                      <a:lnTo>
                        <a:pt x="97008" y="1207"/>
                      </a:lnTo>
                      <a:lnTo>
                        <a:pt x="97008" y="5439"/>
                      </a:lnTo>
                      <a:lnTo>
                        <a:pt x="83058" y="5439"/>
                      </a:lnTo>
                      <a:close/>
                      <a:moveTo>
                        <a:pt x="67807" y="1207"/>
                      </a:moveTo>
                      <a:lnTo>
                        <a:pt x="81757" y="1207"/>
                      </a:lnTo>
                      <a:lnTo>
                        <a:pt x="81757" y="5439"/>
                      </a:lnTo>
                      <a:lnTo>
                        <a:pt x="67807" y="5439"/>
                      </a:lnTo>
                      <a:close/>
                      <a:moveTo>
                        <a:pt x="52556" y="1207"/>
                      </a:moveTo>
                      <a:lnTo>
                        <a:pt x="66490" y="1207"/>
                      </a:lnTo>
                      <a:lnTo>
                        <a:pt x="66490" y="5439"/>
                      </a:lnTo>
                      <a:lnTo>
                        <a:pt x="52556" y="5439"/>
                      </a:lnTo>
                      <a:close/>
                      <a:moveTo>
                        <a:pt x="37305" y="1207"/>
                      </a:moveTo>
                      <a:lnTo>
                        <a:pt x="51239" y="1207"/>
                      </a:lnTo>
                      <a:lnTo>
                        <a:pt x="51239" y="5439"/>
                      </a:lnTo>
                      <a:lnTo>
                        <a:pt x="37305" y="5439"/>
                      </a:lnTo>
                      <a:close/>
                      <a:moveTo>
                        <a:pt x="22038" y="1207"/>
                      </a:moveTo>
                      <a:lnTo>
                        <a:pt x="35988" y="1207"/>
                      </a:lnTo>
                      <a:lnTo>
                        <a:pt x="35988" y="5439"/>
                      </a:lnTo>
                      <a:lnTo>
                        <a:pt x="22038" y="5439"/>
                      </a:lnTo>
                      <a:close/>
                      <a:moveTo>
                        <a:pt x="6787" y="1207"/>
                      </a:moveTo>
                      <a:lnTo>
                        <a:pt x="20737" y="1207"/>
                      </a:lnTo>
                      <a:lnTo>
                        <a:pt x="20737" y="5439"/>
                      </a:lnTo>
                      <a:lnTo>
                        <a:pt x="6787" y="54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8" name="Shape 1198"/>
        <p:cNvGrpSpPr/>
        <p:nvPr/>
      </p:nvGrpSpPr>
      <p:grpSpPr>
        <a:xfrm>
          <a:off x="0" y="0"/>
          <a:ext cx="0" cy="0"/>
          <a:chOff x="0" y="0"/>
          <a:chExt cx="0" cy="0"/>
        </a:xfrm>
      </p:grpSpPr>
      <p:grpSp>
        <p:nvGrpSpPr>
          <p:cNvPr id="1199" name="Google Shape;1199;p31"/>
          <p:cNvGrpSpPr/>
          <p:nvPr/>
        </p:nvGrpSpPr>
        <p:grpSpPr>
          <a:xfrm>
            <a:off x="543463" y="3301326"/>
            <a:ext cx="8057030" cy="1458716"/>
            <a:chOff x="3775764" y="2993756"/>
            <a:chExt cx="3262087" cy="590621"/>
          </a:xfrm>
        </p:grpSpPr>
        <p:sp>
          <p:nvSpPr>
            <p:cNvPr id="1200" name="Google Shape;1200;p31"/>
            <p:cNvSpPr/>
            <p:nvPr/>
          </p:nvSpPr>
          <p:spPr>
            <a:xfrm>
              <a:off x="3775764" y="3227752"/>
              <a:ext cx="3262087"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1"/>
            <p:cNvSpPr/>
            <p:nvPr/>
          </p:nvSpPr>
          <p:spPr>
            <a:xfrm>
              <a:off x="6301551" y="3296687"/>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1"/>
            <p:cNvSpPr/>
            <p:nvPr/>
          </p:nvSpPr>
          <p:spPr>
            <a:xfrm>
              <a:off x="5995216" y="2993756"/>
              <a:ext cx="868577" cy="220668"/>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203" name="Google Shape;1203;p31"/>
          <p:cNvGraphicFramePr/>
          <p:nvPr/>
        </p:nvGraphicFramePr>
        <p:xfrm>
          <a:off x="713213" y="1548836"/>
          <a:ext cx="3000000" cy="3000000"/>
        </p:xfrm>
        <a:graphic>
          <a:graphicData uri="http://schemas.openxmlformats.org/drawingml/2006/table">
            <a:tbl>
              <a:tblPr>
                <a:noFill/>
                <a:tableStyleId>{C546DBDB-1F74-4361-BF75-D81A5296C669}</a:tableStyleId>
              </a:tblPr>
              <a:tblGrid>
                <a:gridCol w="2091350"/>
                <a:gridCol w="5237475"/>
              </a:tblGrid>
              <a:tr h="350500">
                <a:tc>
                  <a:txBody>
                    <a:bodyPr/>
                    <a:lstStyle/>
                    <a:p>
                      <a:pPr indent="0" lvl="0" marL="0" rtl="0" algn="l">
                        <a:spcBef>
                          <a:spcPts val="0"/>
                        </a:spcBef>
                        <a:spcAft>
                          <a:spcPts val="0"/>
                        </a:spcAft>
                        <a:buNone/>
                      </a:pPr>
                      <a:r>
                        <a:rPr b="1" lang="en" sz="1000">
                          <a:solidFill>
                            <a:schemeClr val="dk1"/>
                          </a:solidFill>
                          <a:uFill>
                            <a:noFill/>
                          </a:uFill>
                          <a:latin typeface="Abel"/>
                          <a:ea typeface="Abel"/>
                          <a:cs typeface="Abel"/>
                          <a:sym typeface="Abel"/>
                          <a:hlinkClick action="ppaction://hlinksldjump" r:id="rId3">
                            <a:extLst>
                              <a:ext uri="{A12FA001-AC4F-418D-AE19-62706E023703}">
                                <ahyp:hlinkClr val="tx"/>
                              </a:ext>
                            </a:extLst>
                          </a:hlinkClick>
                        </a:rPr>
                        <a:t>Fonts</a:t>
                      </a:r>
                      <a:endParaRPr b="1" sz="10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28575">
                      <a:solidFill>
                        <a:srgbClr val="B33C3C">
                          <a:alpha val="0"/>
                        </a:srgb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Abel"/>
                          <a:ea typeface="Abel"/>
                          <a:cs typeface="Abel"/>
                          <a:sym typeface="Abel"/>
                        </a:rPr>
                        <a:t>To view this template correctly in PowerPoint, download and install the fonts we used</a:t>
                      </a:r>
                      <a:endParaRPr sz="9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28575">
                      <a:solidFill>
                        <a:srgbClr val="B33C3C">
                          <a:alpha val="0"/>
                        </a:srgb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dk1"/>
                          </a:solidFill>
                          <a:uFill>
                            <a:noFill/>
                          </a:uFill>
                          <a:latin typeface="Abel"/>
                          <a:ea typeface="Abel"/>
                          <a:cs typeface="Abel"/>
                          <a:sym typeface="Abel"/>
                          <a:hlinkClick action="ppaction://hlinksldjump" r:id="rId4">
                            <a:extLst>
                              <a:ext uri="{A12FA001-AC4F-418D-AE19-62706E023703}">
                                <ahyp:hlinkClr val="tx"/>
                              </a:ext>
                            </a:extLst>
                          </a:hlinkClick>
                        </a:rPr>
                        <a:t>Used</a:t>
                      </a:r>
                      <a:r>
                        <a:rPr b="1" lang="en" sz="1000">
                          <a:solidFill>
                            <a:schemeClr val="dk1"/>
                          </a:solidFill>
                          <a:latin typeface="Abel"/>
                          <a:ea typeface="Abel"/>
                          <a:cs typeface="Abel"/>
                          <a:sym typeface="Abel"/>
                        </a:rPr>
                        <a:t> and </a:t>
                      </a:r>
                      <a:r>
                        <a:rPr b="1" lang="en" sz="1000">
                          <a:solidFill>
                            <a:schemeClr val="dk1"/>
                          </a:solidFill>
                          <a:uFill>
                            <a:noFill/>
                          </a:uFill>
                          <a:latin typeface="Abel"/>
                          <a:ea typeface="Abel"/>
                          <a:cs typeface="Abel"/>
                          <a:sym typeface="Abel"/>
                          <a:hlinkClick action="ppaction://hlinksldjump" r:id="rId5">
                            <a:extLst>
                              <a:ext uri="{A12FA001-AC4F-418D-AE19-62706E023703}">
                                <ahyp:hlinkClr val="tx"/>
                              </a:ext>
                            </a:extLst>
                          </a:hlinkClick>
                        </a:rPr>
                        <a:t>alternative</a:t>
                      </a:r>
                      <a:r>
                        <a:rPr b="1" lang="en" sz="1000">
                          <a:solidFill>
                            <a:schemeClr val="dk1"/>
                          </a:solidFill>
                          <a:uFill>
                            <a:noFill/>
                          </a:uFill>
                          <a:latin typeface="Abel"/>
                          <a:ea typeface="Abel"/>
                          <a:cs typeface="Abel"/>
                          <a:sym typeface="Abel"/>
                          <a:hlinkClick action="ppaction://hlinksldjump" r:id="rId6">
                            <a:extLst>
                              <a:ext uri="{A12FA001-AC4F-418D-AE19-62706E023703}">
                                <ahyp:hlinkClr val="tx"/>
                              </a:ext>
                            </a:extLst>
                          </a:hlinkClick>
                        </a:rPr>
                        <a:t> resources</a:t>
                      </a:r>
                      <a:endParaRPr b="1" sz="10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900">
                          <a:solidFill>
                            <a:schemeClr val="dk1"/>
                          </a:solidFill>
                          <a:latin typeface="Abel"/>
                          <a:ea typeface="Abel"/>
                          <a:cs typeface="Abel"/>
                          <a:sym typeface="Abel"/>
                        </a:rPr>
                        <a:t>An assortment of graphic resources that are suitable for use in this presentation</a:t>
                      </a:r>
                      <a:endParaRPr sz="9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dk1"/>
                          </a:solidFill>
                          <a:uFill>
                            <a:noFill/>
                          </a:uFill>
                          <a:latin typeface="Abel"/>
                          <a:ea typeface="Abel"/>
                          <a:cs typeface="Abel"/>
                          <a:sym typeface="Abel"/>
                          <a:hlinkClick action="ppaction://hlinksldjump" r:id="rId7">
                            <a:extLst>
                              <a:ext uri="{A12FA001-AC4F-418D-AE19-62706E023703}">
                                <ahyp:hlinkClr val="tx"/>
                              </a:ext>
                            </a:extLst>
                          </a:hlinkClick>
                        </a:rPr>
                        <a:t>Thanks slide</a:t>
                      </a:r>
                      <a:endParaRPr b="1" sz="10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Abel"/>
                          <a:ea typeface="Abel"/>
                          <a:cs typeface="Abel"/>
                          <a:sym typeface="Abel"/>
                        </a:rPr>
                        <a:t>You must keep it so that proper credits for our design are given</a:t>
                      </a:r>
                      <a:endParaRPr sz="9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dk1"/>
                          </a:solidFill>
                          <a:uFill>
                            <a:noFill/>
                          </a:uFill>
                          <a:latin typeface="Abel"/>
                          <a:ea typeface="Abel"/>
                          <a:cs typeface="Abel"/>
                          <a:sym typeface="Abel"/>
                          <a:hlinkClick action="ppaction://hlinksldjump" r:id="rId8">
                            <a:extLst>
                              <a:ext uri="{A12FA001-AC4F-418D-AE19-62706E023703}">
                                <ahyp:hlinkClr val="tx"/>
                              </a:ext>
                            </a:extLst>
                          </a:hlinkClick>
                        </a:rPr>
                        <a:t>Colors</a:t>
                      </a:r>
                      <a:endParaRPr b="1" sz="10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Abel"/>
                          <a:ea typeface="Abel"/>
                          <a:cs typeface="Abel"/>
                          <a:sym typeface="Abel"/>
                        </a:rPr>
                        <a:t>All the colors used in this presentation</a:t>
                      </a:r>
                      <a:endParaRPr sz="9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r>
              <a:tr h="350500">
                <a:tc>
                  <a:txBody>
                    <a:bodyPr/>
                    <a:lstStyle/>
                    <a:p>
                      <a:pPr indent="0" lvl="0" marL="0" rtl="0" algn="l">
                        <a:spcBef>
                          <a:spcPts val="0"/>
                        </a:spcBef>
                        <a:spcAft>
                          <a:spcPts val="0"/>
                        </a:spcAft>
                        <a:buClr>
                          <a:srgbClr val="3C78D8"/>
                        </a:buClr>
                        <a:buSzPts val="1100"/>
                        <a:buFont typeface="Arial"/>
                        <a:buNone/>
                      </a:pPr>
                      <a:r>
                        <a:rPr b="1" lang="en" sz="1000">
                          <a:solidFill>
                            <a:schemeClr val="dk1"/>
                          </a:solidFill>
                          <a:uFill>
                            <a:noFill/>
                          </a:uFill>
                          <a:latin typeface="Abel"/>
                          <a:ea typeface="Abel"/>
                          <a:cs typeface="Abel"/>
                          <a:sym typeface="Abel"/>
                          <a:hlinkClick>
                            <a:extLst>
                              <a:ext uri="{A12FA001-AC4F-418D-AE19-62706E023703}">
                                <ahyp:hlinkClr val="tx"/>
                              </a:ext>
                            </a:extLst>
                          </a:hlinkClick>
                        </a:rPr>
                        <a:t>Icons </a:t>
                      </a:r>
                      <a:r>
                        <a:rPr b="1" lang="en" sz="1000">
                          <a:solidFill>
                            <a:schemeClr val="dk1"/>
                          </a:solidFill>
                          <a:latin typeface="Abel"/>
                          <a:ea typeface="Abel"/>
                          <a:cs typeface="Abel"/>
                          <a:sym typeface="Abel"/>
                        </a:rPr>
                        <a:t>and </a:t>
                      </a:r>
                      <a:r>
                        <a:rPr b="1" lang="en" sz="1000">
                          <a:solidFill>
                            <a:schemeClr val="dk1"/>
                          </a:solidFill>
                          <a:uFill>
                            <a:noFill/>
                          </a:uFill>
                          <a:latin typeface="Abel"/>
                          <a:ea typeface="Abel"/>
                          <a:cs typeface="Abel"/>
                          <a:sym typeface="Abel"/>
                          <a:hlinkClick action="ppaction://hlinksldjump" r:id="rId9">
                            <a:extLst>
                              <a:ext uri="{A12FA001-AC4F-418D-AE19-62706E023703}">
                                <ahyp:hlinkClr val="tx"/>
                              </a:ext>
                            </a:extLst>
                          </a:hlinkClick>
                        </a:rPr>
                        <a:t>infographic resources</a:t>
                      </a:r>
                      <a:endParaRPr b="1" sz="10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sz="900">
                          <a:solidFill>
                            <a:schemeClr val="dk1"/>
                          </a:solidFill>
                          <a:latin typeface="Abel"/>
                          <a:ea typeface="Abel"/>
                          <a:cs typeface="Abel"/>
                          <a:sym typeface="Abel"/>
                        </a:rPr>
                        <a:t>These can be used in the template, and their size and color can be edited</a:t>
                      </a:r>
                      <a:endParaRPr sz="9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dk1"/>
                          </a:solidFill>
                          <a:latin typeface="Abel"/>
                          <a:ea typeface="Abel"/>
                          <a:cs typeface="Abel"/>
                          <a:sym typeface="Abel"/>
                        </a:rPr>
                        <a:t>Editable presentation theme</a:t>
                      </a:r>
                      <a:endParaRPr b="1" sz="10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c>
                  <a:txBody>
                    <a:bodyPr/>
                    <a:lstStyle/>
                    <a:p>
                      <a:pPr indent="0" lvl="0" marL="0" rtl="0" algn="l">
                        <a:spcBef>
                          <a:spcPts val="0"/>
                        </a:spcBef>
                        <a:spcAft>
                          <a:spcPts val="1600"/>
                        </a:spcAft>
                        <a:buClr>
                          <a:schemeClr val="dk1"/>
                        </a:buClr>
                        <a:buSzPts val="1100"/>
                        <a:buFont typeface="Arial"/>
                        <a:buNone/>
                      </a:pPr>
                      <a:r>
                        <a:rPr lang="en" sz="900">
                          <a:solidFill>
                            <a:schemeClr val="dk1"/>
                          </a:solidFill>
                          <a:latin typeface="Abel"/>
                          <a:ea typeface="Abel"/>
                          <a:cs typeface="Abel"/>
                          <a:sym typeface="Abel"/>
                        </a:rPr>
                        <a:t>You can edit the master slides easily. For more info, click </a:t>
                      </a:r>
                      <a:r>
                        <a:rPr lang="en" sz="900" u="sng">
                          <a:solidFill>
                            <a:schemeClr val="dk1"/>
                          </a:solidFill>
                          <a:latin typeface="Abel"/>
                          <a:ea typeface="Abel"/>
                          <a:cs typeface="Abel"/>
                          <a:sym typeface="Abel"/>
                          <a:hlinkClick r:id="rId10">
                            <a:extLst>
                              <a:ext uri="{A12FA001-AC4F-418D-AE19-62706E023703}">
                                <ahyp:hlinkClr val="tx"/>
                              </a:ext>
                            </a:extLst>
                          </a:hlinkClick>
                        </a:rPr>
                        <a:t>here</a:t>
                      </a:r>
                      <a:endParaRPr sz="900">
                        <a:solidFill>
                          <a:schemeClr val="dk1"/>
                        </a:solidFill>
                        <a:latin typeface="Abel"/>
                        <a:ea typeface="Abel"/>
                        <a:cs typeface="Abel"/>
                        <a:sym typeface="Abel"/>
                      </a:endParaRPr>
                    </a:p>
                  </a:txBody>
                  <a:tcPr marT="91425" marB="91425" marR="91425" marL="91425">
                    <a:lnL cap="flat" cmpd="sng" w="28575">
                      <a:solidFill>
                        <a:srgbClr val="B33C3C">
                          <a:alpha val="0"/>
                        </a:srgbClr>
                      </a:solidFill>
                      <a:prstDash val="solid"/>
                      <a:round/>
                      <a:headEnd len="sm" w="sm" type="none"/>
                      <a:tailEnd len="sm" w="sm" type="none"/>
                    </a:lnL>
                    <a:lnR cap="flat" cmpd="sng" w="28575">
                      <a:solidFill>
                        <a:srgbClr val="B33C3C">
                          <a:alpha val="0"/>
                        </a:srgb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r>
            </a:tbl>
          </a:graphicData>
        </a:graphic>
      </p:graphicFrame>
      <p:sp>
        <p:nvSpPr>
          <p:cNvPr id="1204" name="Google Shape;1204;p31"/>
          <p:cNvSpPr txBox="1"/>
          <p:nvPr/>
        </p:nvSpPr>
        <p:spPr>
          <a:xfrm>
            <a:off x="713225" y="1112200"/>
            <a:ext cx="7596600" cy="3243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rPr lang="en" sz="1200">
                <a:solidFill>
                  <a:schemeClr val="dk1"/>
                </a:solidFill>
                <a:latin typeface="Abel"/>
                <a:ea typeface="Abel"/>
                <a:cs typeface="Abel"/>
                <a:sym typeface="Abel"/>
              </a:rPr>
              <a:t>You can delete this slide when you’re done editing the presentation</a:t>
            </a:r>
            <a:endParaRPr sz="1200">
              <a:solidFill>
                <a:schemeClr val="dk1"/>
              </a:solidFill>
              <a:latin typeface="Abel"/>
              <a:ea typeface="Abel"/>
              <a:cs typeface="Abel"/>
              <a:sym typeface="Abel"/>
            </a:endParaRPr>
          </a:p>
          <a:p>
            <a:pPr indent="0" lvl="0" marL="0" rtl="0" algn="l">
              <a:spcBef>
                <a:spcPts val="0"/>
              </a:spcBef>
              <a:spcAft>
                <a:spcPts val="0"/>
              </a:spcAft>
              <a:buNone/>
            </a:pPr>
            <a:r>
              <a:t/>
            </a:r>
            <a:endParaRPr sz="1200">
              <a:solidFill>
                <a:schemeClr val="dk1"/>
              </a:solidFill>
              <a:latin typeface="Abel"/>
              <a:ea typeface="Abel"/>
              <a:cs typeface="Abel"/>
              <a:sym typeface="Abel"/>
            </a:endParaRPr>
          </a:p>
        </p:txBody>
      </p:sp>
      <p:sp>
        <p:nvSpPr>
          <p:cNvPr id="1205" name="Google Shape;1205;p31"/>
          <p:cNvSpPr txBox="1"/>
          <p:nvPr/>
        </p:nvSpPr>
        <p:spPr>
          <a:xfrm>
            <a:off x="3437463" y="4023700"/>
            <a:ext cx="26814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lt1"/>
                </a:solidFill>
                <a:latin typeface="Abel"/>
                <a:ea typeface="Abel"/>
                <a:cs typeface="Abel"/>
                <a:sym typeface="Abel"/>
              </a:rPr>
              <a:t>You can visit our sister </a:t>
            </a:r>
            <a:r>
              <a:rPr lang="en" sz="800">
                <a:solidFill>
                  <a:schemeClr val="lt1"/>
                </a:solidFill>
                <a:latin typeface="Abel"/>
                <a:ea typeface="Abel"/>
                <a:cs typeface="Abel"/>
                <a:sym typeface="Abel"/>
              </a:rPr>
              <a:t>projects</a:t>
            </a:r>
            <a:r>
              <a:rPr lang="en" sz="800">
                <a:solidFill>
                  <a:schemeClr val="lt1"/>
                </a:solidFill>
                <a:latin typeface="Abel"/>
                <a:ea typeface="Abel"/>
                <a:cs typeface="Abel"/>
                <a:sym typeface="Abel"/>
              </a:rPr>
              <a:t>:</a:t>
            </a:r>
            <a:br>
              <a:rPr lang="en" sz="800">
                <a:solidFill>
                  <a:schemeClr val="lt1"/>
                </a:solidFill>
                <a:latin typeface="Abel"/>
                <a:ea typeface="Abel"/>
                <a:cs typeface="Abel"/>
                <a:sym typeface="Abel"/>
              </a:rPr>
            </a:br>
            <a:r>
              <a:rPr b="1" lang="en" sz="1000">
                <a:solidFill>
                  <a:schemeClr val="lt1"/>
                </a:solidFill>
                <a:uFill>
                  <a:noFill/>
                </a:uFill>
                <a:latin typeface="Abel"/>
                <a:ea typeface="Abel"/>
                <a:cs typeface="Abel"/>
                <a:sym typeface="Abel"/>
                <a:hlinkClick r:id="rId11">
                  <a:extLst>
                    <a:ext uri="{A12FA001-AC4F-418D-AE19-62706E023703}">
                      <ahyp:hlinkClr val="tx"/>
                    </a:ext>
                  </a:extLst>
                </a:hlinkClick>
              </a:rPr>
              <a:t>FREEPIK</a:t>
            </a:r>
            <a:r>
              <a:rPr b="1" lang="en" sz="1000">
                <a:solidFill>
                  <a:schemeClr val="lt1"/>
                </a:solidFill>
                <a:latin typeface="Abel"/>
                <a:ea typeface="Abel"/>
                <a:cs typeface="Abel"/>
                <a:sym typeface="Abel"/>
              </a:rPr>
              <a:t> | </a:t>
            </a:r>
            <a:r>
              <a:rPr b="1" lang="en" sz="1000">
                <a:solidFill>
                  <a:schemeClr val="lt1"/>
                </a:solidFill>
                <a:uFill>
                  <a:noFill/>
                </a:uFill>
                <a:latin typeface="Abel"/>
                <a:ea typeface="Abel"/>
                <a:cs typeface="Abel"/>
                <a:sym typeface="Abel"/>
                <a:hlinkClick r:id="rId12">
                  <a:extLst>
                    <a:ext uri="{A12FA001-AC4F-418D-AE19-62706E023703}">
                      <ahyp:hlinkClr val="tx"/>
                    </a:ext>
                  </a:extLst>
                </a:hlinkClick>
              </a:rPr>
              <a:t>FLATICON</a:t>
            </a:r>
            <a:r>
              <a:rPr b="1" lang="en" sz="1000">
                <a:solidFill>
                  <a:schemeClr val="lt1"/>
                </a:solidFill>
                <a:latin typeface="Abel"/>
                <a:ea typeface="Abel"/>
                <a:cs typeface="Abel"/>
                <a:sym typeface="Abel"/>
              </a:rPr>
              <a:t> | </a:t>
            </a:r>
            <a:r>
              <a:rPr b="1" lang="en" sz="1000">
                <a:solidFill>
                  <a:schemeClr val="lt1"/>
                </a:solidFill>
                <a:uFill>
                  <a:noFill/>
                </a:uFill>
                <a:latin typeface="Abel"/>
                <a:ea typeface="Abel"/>
                <a:cs typeface="Abel"/>
                <a:sym typeface="Abel"/>
                <a:hlinkClick r:id="rId13">
                  <a:extLst>
                    <a:ext uri="{A12FA001-AC4F-418D-AE19-62706E023703}">
                      <ahyp:hlinkClr val="tx"/>
                    </a:ext>
                  </a:extLst>
                </a:hlinkClick>
              </a:rPr>
              <a:t>STORYSET</a:t>
            </a:r>
            <a:r>
              <a:rPr b="1" lang="en" sz="1000">
                <a:solidFill>
                  <a:schemeClr val="lt1"/>
                </a:solidFill>
                <a:latin typeface="Abel"/>
                <a:ea typeface="Abel"/>
                <a:cs typeface="Abel"/>
                <a:sym typeface="Abel"/>
              </a:rPr>
              <a:t> | </a:t>
            </a:r>
            <a:r>
              <a:rPr b="1" lang="en" sz="1000">
                <a:solidFill>
                  <a:schemeClr val="lt1"/>
                </a:solidFill>
                <a:uFill>
                  <a:noFill/>
                </a:uFill>
                <a:latin typeface="Abel"/>
                <a:ea typeface="Abel"/>
                <a:cs typeface="Abel"/>
                <a:sym typeface="Abel"/>
                <a:hlinkClick r:id="rId14">
                  <a:extLst>
                    <a:ext uri="{A12FA001-AC4F-418D-AE19-62706E023703}">
                      <ahyp:hlinkClr val="tx"/>
                    </a:ext>
                  </a:extLst>
                </a:hlinkClick>
              </a:rPr>
              <a:t>WEPIK </a:t>
            </a:r>
            <a:r>
              <a:rPr b="1" lang="en" sz="1000">
                <a:solidFill>
                  <a:schemeClr val="lt1"/>
                </a:solidFill>
                <a:latin typeface="Abel"/>
                <a:ea typeface="Abel"/>
                <a:cs typeface="Abel"/>
                <a:sym typeface="Abel"/>
              </a:rPr>
              <a:t>|</a:t>
            </a:r>
            <a:r>
              <a:rPr b="1" lang="en" sz="1000">
                <a:solidFill>
                  <a:schemeClr val="lt1"/>
                </a:solidFill>
                <a:latin typeface="Abel"/>
                <a:ea typeface="Abel"/>
                <a:cs typeface="Abel"/>
                <a:sym typeface="Abel"/>
              </a:rPr>
              <a:t> </a:t>
            </a:r>
            <a:r>
              <a:rPr b="1" lang="en" sz="1000">
                <a:solidFill>
                  <a:schemeClr val="lt1"/>
                </a:solidFill>
                <a:uFill>
                  <a:noFill/>
                </a:uFill>
                <a:latin typeface="Abel"/>
                <a:ea typeface="Abel"/>
                <a:cs typeface="Abel"/>
                <a:sym typeface="Abel"/>
                <a:hlinkClick r:id="rId15">
                  <a:extLst>
                    <a:ext uri="{A12FA001-AC4F-418D-AE19-62706E023703}">
                      <ahyp:hlinkClr val="tx"/>
                    </a:ext>
                  </a:extLst>
                </a:hlinkClick>
              </a:rPr>
              <a:t>VIDEVO</a:t>
            </a:r>
            <a:endParaRPr b="1" sz="600">
              <a:solidFill>
                <a:schemeClr val="lt1"/>
              </a:solidFill>
              <a:latin typeface="Abel"/>
              <a:ea typeface="Abel"/>
              <a:cs typeface="Abel"/>
              <a:sym typeface="Abel"/>
            </a:endParaRPr>
          </a:p>
        </p:txBody>
      </p:sp>
      <p:sp>
        <p:nvSpPr>
          <p:cNvPr id="1206" name="Google Shape;1206;p31"/>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Contents </a:t>
            </a:r>
            <a:r>
              <a:rPr lang="en"/>
              <a:t>of this template</a:t>
            </a:r>
            <a:endParaRPr/>
          </a:p>
        </p:txBody>
      </p:sp>
      <p:sp>
        <p:nvSpPr>
          <p:cNvPr id="1207" name="Google Shape;1207;p31"/>
          <p:cNvSpPr/>
          <p:nvPr/>
        </p:nvSpPr>
        <p:spPr>
          <a:xfrm>
            <a:off x="7778250" y="384063"/>
            <a:ext cx="883583" cy="883564"/>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1"/>
          <p:cNvSpPr/>
          <p:nvPr/>
        </p:nvSpPr>
        <p:spPr>
          <a:xfrm>
            <a:off x="5614225" y="956600"/>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1"/>
          <p:cNvSpPr txBox="1"/>
          <p:nvPr/>
        </p:nvSpPr>
        <p:spPr>
          <a:xfrm>
            <a:off x="827113" y="4023700"/>
            <a:ext cx="23076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lt1"/>
                </a:solidFill>
                <a:latin typeface="Abel"/>
                <a:ea typeface="Abel"/>
                <a:cs typeface="Abel"/>
                <a:sym typeface="Abel"/>
              </a:rPr>
              <a:t>For more info:</a:t>
            </a:r>
            <a:br>
              <a:rPr lang="en" sz="800">
                <a:solidFill>
                  <a:schemeClr val="lt1"/>
                </a:solidFill>
                <a:latin typeface="Abel"/>
                <a:ea typeface="Abel"/>
                <a:cs typeface="Abel"/>
                <a:sym typeface="Abel"/>
              </a:rPr>
            </a:br>
            <a:r>
              <a:rPr b="1" lang="en" sz="1000">
                <a:solidFill>
                  <a:schemeClr val="lt1"/>
                </a:solidFill>
                <a:uFill>
                  <a:noFill/>
                </a:uFill>
                <a:latin typeface="Abel"/>
                <a:ea typeface="Abel"/>
                <a:cs typeface="Abel"/>
                <a:sym typeface="Abel"/>
                <a:hlinkClick r:id="rId16">
                  <a:extLst>
                    <a:ext uri="{A12FA001-AC4F-418D-AE19-62706E023703}">
                      <ahyp:hlinkClr val="tx"/>
                    </a:ext>
                  </a:extLst>
                </a:hlinkClick>
              </a:rPr>
              <a:t>SLIDESGO </a:t>
            </a:r>
            <a:r>
              <a:rPr b="1" lang="en" sz="1000">
                <a:solidFill>
                  <a:schemeClr val="lt1"/>
                </a:solidFill>
                <a:latin typeface="Abel"/>
                <a:ea typeface="Abel"/>
                <a:cs typeface="Abel"/>
                <a:sym typeface="Abel"/>
              </a:rPr>
              <a:t> |  </a:t>
            </a:r>
            <a:r>
              <a:rPr b="1" lang="en" sz="1000">
                <a:solidFill>
                  <a:schemeClr val="hlink"/>
                </a:solidFill>
                <a:uFill>
                  <a:noFill/>
                </a:uFill>
                <a:latin typeface="Abel"/>
                <a:ea typeface="Abel"/>
                <a:cs typeface="Abel"/>
                <a:sym typeface="Abel"/>
                <a:hlinkClick r:id="rId17"/>
              </a:rPr>
              <a:t>BLOG</a:t>
            </a:r>
            <a:r>
              <a:rPr b="1" lang="en" sz="1000">
                <a:solidFill>
                  <a:schemeClr val="lt1"/>
                </a:solidFill>
                <a:latin typeface="Abel"/>
                <a:ea typeface="Abel"/>
                <a:cs typeface="Abel"/>
                <a:sym typeface="Abel"/>
              </a:rPr>
              <a:t> | </a:t>
            </a:r>
            <a:r>
              <a:rPr b="1" lang="en" sz="1000">
                <a:solidFill>
                  <a:schemeClr val="lt1"/>
                </a:solidFill>
                <a:uFill>
                  <a:noFill/>
                </a:uFill>
                <a:latin typeface="Abel"/>
                <a:ea typeface="Abel"/>
                <a:cs typeface="Abel"/>
                <a:sym typeface="Abel"/>
                <a:hlinkClick r:id="rId18">
                  <a:extLst>
                    <a:ext uri="{A12FA001-AC4F-418D-AE19-62706E023703}">
                      <ahyp:hlinkClr val="tx"/>
                    </a:ext>
                  </a:extLst>
                </a:hlinkClick>
              </a:rPr>
              <a:t>FAQS</a:t>
            </a:r>
            <a:endParaRPr b="1" sz="1500">
              <a:solidFill>
                <a:schemeClr val="lt1"/>
              </a:solidFill>
              <a:latin typeface="Abel"/>
              <a:ea typeface="Abel"/>
              <a:cs typeface="Abel"/>
              <a:sym typeface="Abe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 name="Shape 1213"/>
        <p:cNvGrpSpPr/>
        <p:nvPr/>
      </p:nvGrpSpPr>
      <p:grpSpPr>
        <a:xfrm>
          <a:off x="0" y="0"/>
          <a:ext cx="0" cy="0"/>
          <a:chOff x="0" y="0"/>
          <a:chExt cx="0" cy="0"/>
        </a:xfrm>
      </p:grpSpPr>
      <p:sp>
        <p:nvSpPr>
          <p:cNvPr id="1214" name="Google Shape;1214;p32"/>
          <p:cNvSpPr/>
          <p:nvPr/>
        </p:nvSpPr>
        <p:spPr>
          <a:xfrm>
            <a:off x="7727825" y="347300"/>
            <a:ext cx="840230" cy="840196"/>
          </a:xfrm>
          <a:custGeom>
            <a:rect b="b" l="l" r="r" t="t"/>
            <a:pathLst>
              <a:path extrusionOk="0" h="25165" w="25166">
                <a:moveTo>
                  <a:pt x="12583" y="1"/>
                </a:moveTo>
                <a:cubicBezTo>
                  <a:pt x="5638" y="1"/>
                  <a:pt x="1" y="5638"/>
                  <a:pt x="1" y="12583"/>
                </a:cubicBezTo>
                <a:cubicBezTo>
                  <a:pt x="1" y="19527"/>
                  <a:pt x="5638" y="25165"/>
                  <a:pt x="12583" y="25165"/>
                </a:cubicBezTo>
                <a:cubicBezTo>
                  <a:pt x="19527" y="25165"/>
                  <a:pt x="25165" y="19527"/>
                  <a:pt x="25165" y="12583"/>
                </a:cubicBezTo>
                <a:cubicBezTo>
                  <a:pt x="25165" y="5638"/>
                  <a:pt x="19527" y="1"/>
                  <a:pt x="125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2"/>
          <p:cNvSpPr/>
          <p:nvPr/>
        </p:nvSpPr>
        <p:spPr>
          <a:xfrm>
            <a:off x="-1637787" y="74538"/>
            <a:ext cx="10828625" cy="1112950"/>
          </a:xfrm>
          <a:custGeom>
            <a:rect b="b" l="l" r="r" t="t"/>
            <a:pathLst>
              <a:path extrusionOk="0" h="44518" w="313487">
                <a:moveTo>
                  <a:pt x="313487" y="1"/>
                </a:moveTo>
                <a:cubicBezTo>
                  <a:pt x="313487" y="1"/>
                  <a:pt x="213140" y="16051"/>
                  <a:pt x="210068" y="16051"/>
                </a:cubicBezTo>
                <a:cubicBezTo>
                  <a:pt x="207011" y="16051"/>
                  <a:pt x="103075" y="10487"/>
                  <a:pt x="103075" y="10487"/>
                </a:cubicBezTo>
                <a:lnTo>
                  <a:pt x="0" y="16051"/>
                </a:lnTo>
                <a:lnTo>
                  <a:pt x="0" y="29421"/>
                </a:lnTo>
                <a:cubicBezTo>
                  <a:pt x="1815" y="29204"/>
                  <a:pt x="5448" y="29107"/>
                  <a:pt x="10266" y="29107"/>
                </a:cubicBezTo>
                <a:cubicBezTo>
                  <a:pt x="33210" y="29107"/>
                  <a:pt x="83034" y="31301"/>
                  <a:pt x="91350" y="33089"/>
                </a:cubicBezTo>
                <a:cubicBezTo>
                  <a:pt x="101315" y="35234"/>
                  <a:pt x="223068" y="44518"/>
                  <a:pt x="227337" y="44518"/>
                </a:cubicBezTo>
                <a:cubicBezTo>
                  <a:pt x="227373" y="44518"/>
                  <a:pt x="227400" y="44517"/>
                  <a:pt x="227419" y="44516"/>
                </a:cubicBezTo>
                <a:cubicBezTo>
                  <a:pt x="229755" y="44343"/>
                  <a:pt x="313487" y="18575"/>
                  <a:pt x="313487" y="18575"/>
                </a:cubicBezTo>
                <a:lnTo>
                  <a:pt x="313487" y="1"/>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2"/>
          <p:cNvSpPr txBox="1"/>
          <p:nvPr>
            <p:ph idx="15"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1217" name="Google Shape;1217;p32"/>
          <p:cNvSpPr txBox="1"/>
          <p:nvPr>
            <p:ph type="title"/>
          </p:nvPr>
        </p:nvSpPr>
        <p:spPr>
          <a:xfrm flipH="1">
            <a:off x="713224" y="1417925"/>
            <a:ext cx="648600" cy="45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218" name="Google Shape;1218;p32"/>
          <p:cNvSpPr txBox="1"/>
          <p:nvPr>
            <p:ph idx="1" type="subTitle"/>
          </p:nvPr>
        </p:nvSpPr>
        <p:spPr>
          <a:xfrm flipH="1">
            <a:off x="1451399" y="1427425"/>
            <a:ext cx="1938300" cy="37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History</a:t>
            </a:r>
            <a:endParaRPr/>
          </a:p>
        </p:txBody>
      </p:sp>
      <p:sp>
        <p:nvSpPr>
          <p:cNvPr id="1219" name="Google Shape;1219;p32"/>
          <p:cNvSpPr txBox="1"/>
          <p:nvPr>
            <p:ph idx="2" type="subTitle"/>
          </p:nvPr>
        </p:nvSpPr>
        <p:spPr>
          <a:xfrm flipH="1">
            <a:off x="1451400" y="1751023"/>
            <a:ext cx="1938300" cy="5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20" name="Google Shape;1220;p32"/>
          <p:cNvSpPr txBox="1"/>
          <p:nvPr>
            <p:ph idx="3" type="title"/>
          </p:nvPr>
        </p:nvSpPr>
        <p:spPr>
          <a:xfrm flipH="1">
            <a:off x="713224" y="2714350"/>
            <a:ext cx="648600" cy="45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221" name="Google Shape;1221;p32"/>
          <p:cNvSpPr txBox="1"/>
          <p:nvPr>
            <p:ph idx="4" type="subTitle"/>
          </p:nvPr>
        </p:nvSpPr>
        <p:spPr>
          <a:xfrm flipH="1">
            <a:off x="1451399" y="2725628"/>
            <a:ext cx="1938300" cy="37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Trains</a:t>
            </a:r>
            <a:r>
              <a:rPr lang="en"/>
              <a:t> </a:t>
            </a:r>
            <a:endParaRPr/>
          </a:p>
        </p:txBody>
      </p:sp>
      <p:sp>
        <p:nvSpPr>
          <p:cNvPr id="1222" name="Google Shape;1222;p32"/>
          <p:cNvSpPr txBox="1"/>
          <p:nvPr>
            <p:ph idx="5" type="subTitle"/>
          </p:nvPr>
        </p:nvSpPr>
        <p:spPr>
          <a:xfrm flipH="1">
            <a:off x="1451400" y="3031578"/>
            <a:ext cx="1938300" cy="5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23" name="Google Shape;1223;p32"/>
          <p:cNvSpPr txBox="1"/>
          <p:nvPr>
            <p:ph idx="6" type="title"/>
          </p:nvPr>
        </p:nvSpPr>
        <p:spPr>
          <a:xfrm>
            <a:off x="3782650" y="1417925"/>
            <a:ext cx="648600" cy="45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224" name="Google Shape;1224;p32"/>
          <p:cNvSpPr txBox="1"/>
          <p:nvPr>
            <p:ph idx="7" type="subTitle"/>
          </p:nvPr>
        </p:nvSpPr>
        <p:spPr>
          <a:xfrm>
            <a:off x="4493875" y="1427425"/>
            <a:ext cx="1938300" cy="37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Infrastructure</a:t>
            </a:r>
            <a:r>
              <a:rPr lang="en"/>
              <a:t> </a:t>
            </a:r>
            <a:endParaRPr/>
          </a:p>
        </p:txBody>
      </p:sp>
      <p:sp>
        <p:nvSpPr>
          <p:cNvPr id="1225" name="Google Shape;1225;p32"/>
          <p:cNvSpPr txBox="1"/>
          <p:nvPr>
            <p:ph idx="8" type="subTitle"/>
          </p:nvPr>
        </p:nvSpPr>
        <p:spPr>
          <a:xfrm>
            <a:off x="4493876" y="1751033"/>
            <a:ext cx="1938300" cy="5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26" name="Google Shape;1226;p32"/>
          <p:cNvSpPr txBox="1"/>
          <p:nvPr>
            <p:ph idx="9" type="title"/>
          </p:nvPr>
        </p:nvSpPr>
        <p:spPr>
          <a:xfrm>
            <a:off x="3782650" y="2714350"/>
            <a:ext cx="648600" cy="45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a:t>
            </a:r>
            <a:r>
              <a:rPr lang="en"/>
              <a:t>4</a:t>
            </a:r>
            <a:endParaRPr/>
          </a:p>
        </p:txBody>
      </p:sp>
      <p:sp>
        <p:nvSpPr>
          <p:cNvPr id="1227" name="Google Shape;1227;p32"/>
          <p:cNvSpPr txBox="1"/>
          <p:nvPr>
            <p:ph idx="13" type="subTitle"/>
          </p:nvPr>
        </p:nvSpPr>
        <p:spPr>
          <a:xfrm>
            <a:off x="4493875" y="2725627"/>
            <a:ext cx="1938300" cy="37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Operations</a:t>
            </a:r>
            <a:endParaRPr/>
          </a:p>
        </p:txBody>
      </p:sp>
      <p:sp>
        <p:nvSpPr>
          <p:cNvPr id="1228" name="Google Shape;1228;p32"/>
          <p:cNvSpPr txBox="1"/>
          <p:nvPr>
            <p:ph idx="14" type="subTitle"/>
          </p:nvPr>
        </p:nvSpPr>
        <p:spPr>
          <a:xfrm>
            <a:off x="4493876" y="3031576"/>
            <a:ext cx="1938300" cy="5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29" name="Google Shape;1229;p32"/>
          <p:cNvSpPr/>
          <p:nvPr/>
        </p:nvSpPr>
        <p:spPr>
          <a:xfrm>
            <a:off x="6638025" y="5131575"/>
            <a:ext cx="225450" cy="266525"/>
          </a:xfrm>
          <a:custGeom>
            <a:rect b="b" l="l" r="r" t="t"/>
            <a:pathLst>
              <a:path extrusionOk="0" h="10661" w="9018">
                <a:moveTo>
                  <a:pt x="1" y="10660"/>
                </a:moveTo>
                <a:lnTo>
                  <a:pt x="9017" y="10660"/>
                </a:lnTo>
                <a:lnTo>
                  <a:pt x="9017" y="1"/>
                </a:lnTo>
                <a:lnTo>
                  <a:pt x="1" y="1"/>
                </a:lnTo>
                <a:close/>
              </a:path>
            </a:pathLst>
          </a:custGeom>
          <a:solidFill>
            <a:srgbClr val="033B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2"/>
          <p:cNvSpPr/>
          <p:nvPr/>
        </p:nvSpPr>
        <p:spPr>
          <a:xfrm>
            <a:off x="6709900" y="4473175"/>
            <a:ext cx="72825" cy="792553"/>
          </a:xfrm>
          <a:custGeom>
            <a:rect b="b" l="l" r="r" t="t"/>
            <a:pathLst>
              <a:path extrusionOk="0" h="48780" w="2913">
                <a:moveTo>
                  <a:pt x="1" y="48780"/>
                </a:moveTo>
                <a:lnTo>
                  <a:pt x="2913" y="48780"/>
                </a:lnTo>
                <a:lnTo>
                  <a:pt x="2913" y="1"/>
                </a:lnTo>
                <a:lnTo>
                  <a:pt x="1" y="1"/>
                </a:lnTo>
                <a:close/>
              </a:path>
            </a:pathLst>
          </a:custGeom>
          <a:solidFill>
            <a:srgbClr val="033B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2"/>
          <p:cNvSpPr/>
          <p:nvPr/>
        </p:nvSpPr>
        <p:spPr>
          <a:xfrm>
            <a:off x="5855850" y="3492550"/>
            <a:ext cx="3625540" cy="2207975"/>
          </a:xfrm>
          <a:custGeom>
            <a:rect b="b" l="l" r="r" t="t"/>
            <a:pathLst>
              <a:path extrusionOk="0" h="88319" w="102525">
                <a:moveTo>
                  <a:pt x="65114" y="10828"/>
                </a:moveTo>
                <a:cubicBezTo>
                  <a:pt x="55668" y="13983"/>
                  <a:pt x="48798" y="13068"/>
                  <a:pt x="45027" y="19826"/>
                </a:cubicBezTo>
                <a:lnTo>
                  <a:pt x="45027" y="19826"/>
                </a:lnTo>
                <a:cubicBezTo>
                  <a:pt x="41256" y="26583"/>
                  <a:pt x="39315" y="30186"/>
                  <a:pt x="32613" y="31549"/>
                </a:cubicBezTo>
                <a:lnTo>
                  <a:pt x="32613" y="31549"/>
                </a:lnTo>
                <a:cubicBezTo>
                  <a:pt x="25930" y="32893"/>
                  <a:pt x="23989" y="35413"/>
                  <a:pt x="19098" y="40678"/>
                </a:cubicBezTo>
                <a:lnTo>
                  <a:pt x="19098" y="40678"/>
                </a:lnTo>
                <a:cubicBezTo>
                  <a:pt x="14207" y="45961"/>
                  <a:pt x="8737" y="50460"/>
                  <a:pt x="8084" y="56321"/>
                </a:cubicBezTo>
                <a:lnTo>
                  <a:pt x="8084" y="56321"/>
                </a:lnTo>
                <a:cubicBezTo>
                  <a:pt x="7449" y="62183"/>
                  <a:pt x="0" y="74355"/>
                  <a:pt x="131" y="78405"/>
                </a:cubicBezTo>
                <a:lnTo>
                  <a:pt x="131" y="78405"/>
                </a:lnTo>
                <a:cubicBezTo>
                  <a:pt x="243" y="82456"/>
                  <a:pt x="3118" y="87422"/>
                  <a:pt x="3118" y="87422"/>
                </a:cubicBezTo>
                <a:lnTo>
                  <a:pt x="3118" y="87422"/>
                </a:lnTo>
                <a:cubicBezTo>
                  <a:pt x="3118" y="87422"/>
                  <a:pt x="21748" y="88318"/>
                  <a:pt x="32613" y="87422"/>
                </a:cubicBezTo>
                <a:lnTo>
                  <a:pt x="32613" y="87422"/>
                </a:lnTo>
                <a:cubicBezTo>
                  <a:pt x="43497" y="86507"/>
                  <a:pt x="46540" y="84715"/>
                  <a:pt x="51318" y="84715"/>
                </a:cubicBezTo>
                <a:lnTo>
                  <a:pt x="51318" y="84715"/>
                </a:lnTo>
                <a:cubicBezTo>
                  <a:pt x="56116" y="84715"/>
                  <a:pt x="63453" y="85611"/>
                  <a:pt x="76688" y="83801"/>
                </a:cubicBezTo>
                <a:lnTo>
                  <a:pt x="76688" y="83801"/>
                </a:lnTo>
                <a:cubicBezTo>
                  <a:pt x="89905" y="82008"/>
                  <a:pt x="102525" y="85163"/>
                  <a:pt x="102525" y="85163"/>
                </a:cubicBezTo>
                <a:lnTo>
                  <a:pt x="102525" y="85163"/>
                </a:lnTo>
                <a:lnTo>
                  <a:pt x="102525" y="0"/>
                </a:lnTo>
                <a:cubicBezTo>
                  <a:pt x="102525" y="0"/>
                  <a:pt x="74560" y="7673"/>
                  <a:pt x="65114" y="108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2"/>
          <p:cNvSpPr/>
          <p:nvPr/>
        </p:nvSpPr>
        <p:spPr>
          <a:xfrm>
            <a:off x="6401152" y="3798225"/>
            <a:ext cx="2867400" cy="1881300"/>
          </a:xfrm>
          <a:custGeom>
            <a:rect b="b" l="l" r="r" t="t"/>
            <a:pathLst>
              <a:path extrusionOk="0" h="75252" w="96888">
                <a:moveTo>
                  <a:pt x="96887" y="1214"/>
                </a:moveTo>
                <a:cubicBezTo>
                  <a:pt x="96887" y="1214"/>
                  <a:pt x="84809" y="1"/>
                  <a:pt x="53970" y="19173"/>
                </a:cubicBezTo>
                <a:cubicBezTo>
                  <a:pt x="48967" y="22290"/>
                  <a:pt x="34928" y="39670"/>
                  <a:pt x="28992" y="40510"/>
                </a:cubicBezTo>
                <a:cubicBezTo>
                  <a:pt x="23037" y="41350"/>
                  <a:pt x="21301" y="42918"/>
                  <a:pt x="16970" y="46185"/>
                </a:cubicBezTo>
                <a:cubicBezTo>
                  <a:pt x="12620" y="49471"/>
                  <a:pt x="7748" y="52271"/>
                  <a:pt x="7188" y="55930"/>
                </a:cubicBezTo>
                <a:cubicBezTo>
                  <a:pt x="6628" y="59570"/>
                  <a:pt x="1" y="67131"/>
                  <a:pt x="113" y="69651"/>
                </a:cubicBezTo>
                <a:cubicBezTo>
                  <a:pt x="206" y="72171"/>
                  <a:pt x="2763" y="75251"/>
                  <a:pt x="2763" y="75251"/>
                </a:cubicBezTo>
                <a:cubicBezTo>
                  <a:pt x="2763" y="75251"/>
                  <a:pt x="41350" y="73571"/>
                  <a:pt x="45606" y="73571"/>
                </a:cubicBezTo>
                <a:cubicBezTo>
                  <a:pt x="49863" y="73571"/>
                  <a:pt x="56396" y="74131"/>
                  <a:pt x="68139" y="73011"/>
                </a:cubicBezTo>
                <a:cubicBezTo>
                  <a:pt x="79899" y="71891"/>
                  <a:pt x="91119" y="73851"/>
                  <a:pt x="91119" y="7385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2"/>
          <p:cNvSpPr/>
          <p:nvPr/>
        </p:nvSpPr>
        <p:spPr>
          <a:xfrm>
            <a:off x="5687175" y="240497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 name="Google Shape;1234;p32"/>
          <p:cNvGrpSpPr/>
          <p:nvPr/>
        </p:nvGrpSpPr>
        <p:grpSpPr>
          <a:xfrm>
            <a:off x="7697498" y="2089814"/>
            <a:ext cx="2353043" cy="3308282"/>
            <a:chOff x="6522575" y="4082000"/>
            <a:chExt cx="724950" cy="1019250"/>
          </a:xfrm>
        </p:grpSpPr>
        <p:sp>
          <p:nvSpPr>
            <p:cNvPr id="1235" name="Google Shape;1235;p32"/>
            <p:cNvSpPr/>
            <p:nvPr/>
          </p:nvSpPr>
          <p:spPr>
            <a:xfrm>
              <a:off x="6714575" y="4259900"/>
              <a:ext cx="340550" cy="244950"/>
            </a:xfrm>
            <a:custGeom>
              <a:rect b="b" l="l" r="r" t="t"/>
              <a:pathLst>
                <a:path extrusionOk="0" h="9798" w="13622">
                  <a:moveTo>
                    <a:pt x="6819" y="1"/>
                  </a:moveTo>
                  <a:cubicBezTo>
                    <a:pt x="6819" y="1"/>
                    <a:pt x="4624" y="7666"/>
                    <a:pt x="0" y="7666"/>
                  </a:cubicBezTo>
                  <a:cubicBezTo>
                    <a:pt x="0" y="7666"/>
                    <a:pt x="2728" y="9797"/>
                    <a:pt x="6819" y="9797"/>
                  </a:cubicBezTo>
                  <a:cubicBezTo>
                    <a:pt x="10910" y="9797"/>
                    <a:pt x="13621" y="7666"/>
                    <a:pt x="13621" y="7666"/>
                  </a:cubicBezTo>
                  <a:cubicBezTo>
                    <a:pt x="8998" y="7666"/>
                    <a:pt x="6819" y="1"/>
                    <a:pt x="6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 name="Google Shape;1236;p32"/>
            <p:cNvGrpSpPr/>
            <p:nvPr/>
          </p:nvGrpSpPr>
          <p:grpSpPr>
            <a:xfrm>
              <a:off x="6522575" y="4082000"/>
              <a:ext cx="724950" cy="1019250"/>
              <a:chOff x="6522575" y="4082000"/>
              <a:chExt cx="724950" cy="1019250"/>
            </a:xfrm>
          </p:grpSpPr>
          <p:sp>
            <p:nvSpPr>
              <p:cNvPr id="1237" name="Google Shape;1237;p32"/>
              <p:cNvSpPr/>
              <p:nvPr/>
            </p:nvSpPr>
            <p:spPr>
              <a:xfrm>
                <a:off x="6765900" y="4082000"/>
                <a:ext cx="238275" cy="272775"/>
              </a:xfrm>
              <a:custGeom>
                <a:rect b="b" l="l" r="r" t="t"/>
                <a:pathLst>
                  <a:path extrusionOk="0" h="10911" w="9531">
                    <a:moveTo>
                      <a:pt x="4766" y="1"/>
                    </a:moveTo>
                    <a:cubicBezTo>
                      <a:pt x="4766" y="1"/>
                      <a:pt x="3527" y="9829"/>
                      <a:pt x="1" y="9829"/>
                    </a:cubicBezTo>
                    <a:cubicBezTo>
                      <a:pt x="1" y="9829"/>
                      <a:pt x="1835" y="10910"/>
                      <a:pt x="4766" y="10910"/>
                    </a:cubicBezTo>
                    <a:cubicBezTo>
                      <a:pt x="7681" y="10910"/>
                      <a:pt x="9531" y="9829"/>
                      <a:pt x="9531" y="9829"/>
                    </a:cubicBezTo>
                    <a:cubicBezTo>
                      <a:pt x="5988" y="9829"/>
                      <a:pt x="4766" y="1"/>
                      <a:pt x="47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2"/>
              <p:cNvSpPr/>
              <p:nvPr/>
            </p:nvSpPr>
            <p:spPr>
              <a:xfrm>
                <a:off x="6680875" y="4339450"/>
                <a:ext cx="408350" cy="293525"/>
              </a:xfrm>
              <a:custGeom>
                <a:rect b="b" l="l" r="r" t="t"/>
                <a:pathLst>
                  <a:path extrusionOk="0" h="11741" w="16334">
                    <a:moveTo>
                      <a:pt x="8167" y="1"/>
                    </a:moveTo>
                    <a:cubicBezTo>
                      <a:pt x="8167" y="1"/>
                      <a:pt x="5549" y="9186"/>
                      <a:pt x="0" y="9186"/>
                    </a:cubicBezTo>
                    <a:cubicBezTo>
                      <a:pt x="0" y="9186"/>
                      <a:pt x="3261" y="11741"/>
                      <a:pt x="8167" y="11741"/>
                    </a:cubicBezTo>
                    <a:cubicBezTo>
                      <a:pt x="13073" y="11741"/>
                      <a:pt x="16333" y="9186"/>
                      <a:pt x="16333" y="9186"/>
                    </a:cubicBezTo>
                    <a:cubicBezTo>
                      <a:pt x="10784" y="9186"/>
                      <a:pt x="8167" y="1"/>
                      <a:pt x="8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2"/>
              <p:cNvSpPr/>
              <p:nvPr/>
            </p:nvSpPr>
            <p:spPr>
              <a:xfrm>
                <a:off x="6605250" y="4450350"/>
                <a:ext cx="559600" cy="402075"/>
              </a:xfrm>
              <a:custGeom>
                <a:rect b="b" l="l" r="r" t="t"/>
                <a:pathLst>
                  <a:path extrusionOk="0" h="16083" w="22384">
                    <a:moveTo>
                      <a:pt x="11192" y="1"/>
                    </a:moveTo>
                    <a:cubicBezTo>
                      <a:pt x="11192" y="1"/>
                      <a:pt x="7602" y="12587"/>
                      <a:pt x="0" y="12587"/>
                    </a:cubicBezTo>
                    <a:cubicBezTo>
                      <a:pt x="0" y="12587"/>
                      <a:pt x="4467" y="16083"/>
                      <a:pt x="11192" y="16083"/>
                    </a:cubicBezTo>
                    <a:cubicBezTo>
                      <a:pt x="17916" y="16083"/>
                      <a:pt x="22383" y="12587"/>
                      <a:pt x="22383" y="12587"/>
                    </a:cubicBezTo>
                    <a:cubicBezTo>
                      <a:pt x="14781" y="12587"/>
                      <a:pt x="11192" y="1"/>
                      <a:pt x="11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2"/>
              <p:cNvSpPr/>
              <p:nvPr/>
            </p:nvSpPr>
            <p:spPr>
              <a:xfrm>
                <a:off x="6522575" y="4580450"/>
                <a:ext cx="724950" cy="520800"/>
              </a:xfrm>
              <a:custGeom>
                <a:rect b="b" l="l" r="r" t="t"/>
                <a:pathLst>
                  <a:path extrusionOk="0" h="20832" w="28998">
                    <a:moveTo>
                      <a:pt x="14499" y="1"/>
                    </a:moveTo>
                    <a:cubicBezTo>
                      <a:pt x="14499" y="1"/>
                      <a:pt x="9843" y="16302"/>
                      <a:pt x="0" y="16302"/>
                    </a:cubicBezTo>
                    <a:cubicBezTo>
                      <a:pt x="0" y="16302"/>
                      <a:pt x="5784" y="20832"/>
                      <a:pt x="14499" y="20832"/>
                    </a:cubicBezTo>
                    <a:cubicBezTo>
                      <a:pt x="23198" y="20832"/>
                      <a:pt x="28998" y="16302"/>
                      <a:pt x="28998" y="16302"/>
                    </a:cubicBezTo>
                    <a:cubicBezTo>
                      <a:pt x="19138" y="16302"/>
                      <a:pt x="14499" y="1"/>
                      <a:pt x="144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41" name="Google Shape;1241;p32"/>
          <p:cNvSpPr/>
          <p:nvPr/>
        </p:nvSpPr>
        <p:spPr>
          <a:xfrm flipH="1" rot="-2231248">
            <a:off x="6494993" y="3640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2"/>
          <p:cNvSpPr/>
          <p:nvPr/>
        </p:nvSpPr>
        <p:spPr>
          <a:xfrm flipH="1" rot="-2231248">
            <a:off x="7607768" y="14884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6" name="Shape 1246"/>
        <p:cNvGrpSpPr/>
        <p:nvPr/>
      </p:nvGrpSpPr>
      <p:grpSpPr>
        <a:xfrm>
          <a:off x="0" y="0"/>
          <a:ext cx="0" cy="0"/>
          <a:chOff x="0" y="0"/>
          <a:chExt cx="0" cy="0"/>
        </a:xfrm>
      </p:grpSpPr>
      <p:sp>
        <p:nvSpPr>
          <p:cNvPr id="1247" name="Google Shape;1247;p33"/>
          <p:cNvSpPr/>
          <p:nvPr/>
        </p:nvSpPr>
        <p:spPr>
          <a:xfrm>
            <a:off x="-1682887" y="1208938"/>
            <a:ext cx="10828625" cy="1112950"/>
          </a:xfrm>
          <a:custGeom>
            <a:rect b="b" l="l" r="r" t="t"/>
            <a:pathLst>
              <a:path extrusionOk="0" h="44518" w="313487">
                <a:moveTo>
                  <a:pt x="313487" y="1"/>
                </a:moveTo>
                <a:cubicBezTo>
                  <a:pt x="313487" y="1"/>
                  <a:pt x="213140" y="16051"/>
                  <a:pt x="210068" y="16051"/>
                </a:cubicBezTo>
                <a:cubicBezTo>
                  <a:pt x="207011" y="16051"/>
                  <a:pt x="103075" y="10487"/>
                  <a:pt x="103075" y="10487"/>
                </a:cubicBezTo>
                <a:lnTo>
                  <a:pt x="0" y="16051"/>
                </a:lnTo>
                <a:lnTo>
                  <a:pt x="0" y="29421"/>
                </a:lnTo>
                <a:cubicBezTo>
                  <a:pt x="1815" y="29204"/>
                  <a:pt x="5448" y="29107"/>
                  <a:pt x="10266" y="29107"/>
                </a:cubicBezTo>
                <a:cubicBezTo>
                  <a:pt x="33210" y="29107"/>
                  <a:pt x="83034" y="31301"/>
                  <a:pt x="91350" y="33089"/>
                </a:cubicBezTo>
                <a:cubicBezTo>
                  <a:pt x="101315" y="35234"/>
                  <a:pt x="223068" y="44518"/>
                  <a:pt x="227337" y="44518"/>
                </a:cubicBezTo>
                <a:cubicBezTo>
                  <a:pt x="227373" y="44518"/>
                  <a:pt x="227400" y="44517"/>
                  <a:pt x="227419" y="44516"/>
                </a:cubicBezTo>
                <a:cubicBezTo>
                  <a:pt x="229755" y="44343"/>
                  <a:pt x="313487" y="18575"/>
                  <a:pt x="313487" y="18575"/>
                </a:cubicBezTo>
                <a:lnTo>
                  <a:pt x="313487" y="1"/>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3"/>
          <p:cNvSpPr/>
          <p:nvPr/>
        </p:nvSpPr>
        <p:spPr>
          <a:xfrm>
            <a:off x="124025" y="580325"/>
            <a:ext cx="2262175" cy="302175"/>
          </a:xfrm>
          <a:custGeom>
            <a:rect b="b" l="l" r="r" t="t"/>
            <a:pathLst>
              <a:path extrusionOk="0" h="12087" w="90487">
                <a:moveTo>
                  <a:pt x="19156" y="1"/>
                </a:moveTo>
                <a:cubicBezTo>
                  <a:pt x="0" y="1"/>
                  <a:pt x="15345" y="11802"/>
                  <a:pt x="15345" y="11802"/>
                </a:cubicBezTo>
                <a:cubicBezTo>
                  <a:pt x="15345" y="11802"/>
                  <a:pt x="31496" y="12086"/>
                  <a:pt x="48288" y="12086"/>
                </a:cubicBezTo>
                <a:cubicBezTo>
                  <a:pt x="68904" y="12086"/>
                  <a:pt x="90487" y="11658"/>
                  <a:pt x="84327" y="9749"/>
                </a:cubicBezTo>
                <a:cubicBezTo>
                  <a:pt x="73152" y="6285"/>
                  <a:pt x="34373" y="5846"/>
                  <a:pt x="37493" y="4514"/>
                </a:cubicBezTo>
                <a:cubicBezTo>
                  <a:pt x="40596" y="3166"/>
                  <a:pt x="44656" y="1097"/>
                  <a:pt x="21693" y="62"/>
                </a:cubicBezTo>
                <a:cubicBezTo>
                  <a:pt x="20787" y="21"/>
                  <a:pt x="19942" y="1"/>
                  <a:pt x="19156"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3"/>
          <p:cNvSpPr txBox="1"/>
          <p:nvPr>
            <p:ph type="title"/>
          </p:nvPr>
        </p:nvSpPr>
        <p:spPr>
          <a:xfrm>
            <a:off x="4155575" y="681200"/>
            <a:ext cx="3938100" cy="74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250" name="Google Shape;1250;p33"/>
          <p:cNvSpPr txBox="1"/>
          <p:nvPr>
            <p:ph idx="1" type="subTitle"/>
          </p:nvPr>
        </p:nvSpPr>
        <p:spPr>
          <a:xfrm>
            <a:off x="4155575" y="1594350"/>
            <a:ext cx="3938100" cy="120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a:t>
            </a:r>
            <a:r>
              <a:rPr lang="en"/>
              <a:t>ou can give a brief description of the topic you want to talk about here. For example, if you want to talk about Mercury, you can say that it’s the smallest planet in the entire Solar </a:t>
            </a:r>
            <a:r>
              <a:rPr lang="en"/>
              <a:t>System</a:t>
            </a:r>
            <a:endParaRPr/>
          </a:p>
        </p:txBody>
      </p:sp>
      <p:sp>
        <p:nvSpPr>
          <p:cNvPr id="1251" name="Google Shape;1251;p33"/>
          <p:cNvSpPr/>
          <p:nvPr/>
        </p:nvSpPr>
        <p:spPr>
          <a:xfrm flipH="1" rot="-2231248">
            <a:off x="3001543" y="9649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5" name="Shape 1255"/>
        <p:cNvGrpSpPr/>
        <p:nvPr/>
      </p:nvGrpSpPr>
      <p:grpSpPr>
        <a:xfrm>
          <a:off x="0" y="0"/>
          <a:ext cx="0" cy="0"/>
          <a:chOff x="0" y="0"/>
          <a:chExt cx="0" cy="0"/>
        </a:xfrm>
      </p:grpSpPr>
      <p:sp>
        <p:nvSpPr>
          <p:cNvPr id="1256" name="Google Shape;1256;p34"/>
          <p:cNvSpPr/>
          <p:nvPr/>
        </p:nvSpPr>
        <p:spPr>
          <a:xfrm>
            <a:off x="-94225" y="3782425"/>
            <a:ext cx="4442125" cy="1160325"/>
          </a:xfrm>
          <a:custGeom>
            <a:rect b="b" l="l" r="r" t="t"/>
            <a:pathLst>
              <a:path extrusionOk="0" h="46413" w="177685">
                <a:moveTo>
                  <a:pt x="53027" y="1"/>
                </a:moveTo>
                <a:cubicBezTo>
                  <a:pt x="53027" y="1"/>
                  <a:pt x="79109" y="2070"/>
                  <a:pt x="70927" y="2540"/>
                </a:cubicBezTo>
                <a:cubicBezTo>
                  <a:pt x="62761" y="3026"/>
                  <a:pt x="21224" y="5706"/>
                  <a:pt x="20644" y="7838"/>
                </a:cubicBezTo>
                <a:cubicBezTo>
                  <a:pt x="20064" y="9969"/>
                  <a:pt x="61977" y="9076"/>
                  <a:pt x="62369" y="12462"/>
                </a:cubicBezTo>
                <a:cubicBezTo>
                  <a:pt x="62761" y="15847"/>
                  <a:pt x="1" y="12462"/>
                  <a:pt x="1458" y="16098"/>
                </a:cubicBezTo>
                <a:cubicBezTo>
                  <a:pt x="2932" y="19750"/>
                  <a:pt x="51851" y="19202"/>
                  <a:pt x="51459" y="21380"/>
                </a:cubicBezTo>
                <a:cubicBezTo>
                  <a:pt x="51295" y="22331"/>
                  <a:pt x="42835" y="22437"/>
                  <a:pt x="33312" y="22437"/>
                </a:cubicBezTo>
                <a:cubicBezTo>
                  <a:pt x="30561" y="22437"/>
                  <a:pt x="27722" y="22428"/>
                  <a:pt x="24968" y="22428"/>
                </a:cubicBezTo>
                <a:cubicBezTo>
                  <a:pt x="15398" y="22428"/>
                  <a:pt x="6865" y="22536"/>
                  <a:pt x="6694" y="23496"/>
                </a:cubicBezTo>
                <a:cubicBezTo>
                  <a:pt x="6302" y="25691"/>
                  <a:pt x="55362" y="31240"/>
                  <a:pt x="52635" y="32964"/>
                </a:cubicBezTo>
                <a:cubicBezTo>
                  <a:pt x="51598" y="33619"/>
                  <a:pt x="46686" y="33692"/>
                  <a:pt x="40946" y="33692"/>
                </a:cubicBezTo>
                <a:cubicBezTo>
                  <a:pt x="39300" y="33692"/>
                  <a:pt x="37585" y="33686"/>
                  <a:pt x="35874" y="33686"/>
                </a:cubicBezTo>
                <a:cubicBezTo>
                  <a:pt x="27866" y="33686"/>
                  <a:pt x="19940" y="33818"/>
                  <a:pt x="19468" y="35315"/>
                </a:cubicBezTo>
                <a:cubicBezTo>
                  <a:pt x="18559" y="38246"/>
                  <a:pt x="53811" y="46412"/>
                  <a:pt x="53811" y="46412"/>
                </a:cubicBezTo>
                <a:lnTo>
                  <a:pt x="123875" y="46412"/>
                </a:lnTo>
                <a:cubicBezTo>
                  <a:pt x="123875" y="46412"/>
                  <a:pt x="159126" y="38246"/>
                  <a:pt x="158202" y="35315"/>
                </a:cubicBezTo>
                <a:cubicBezTo>
                  <a:pt x="157729" y="33818"/>
                  <a:pt x="149803" y="33686"/>
                  <a:pt x="141795" y="33686"/>
                </a:cubicBezTo>
                <a:cubicBezTo>
                  <a:pt x="140085" y="33686"/>
                  <a:pt x="138370" y="33692"/>
                  <a:pt x="136724" y="33692"/>
                </a:cubicBezTo>
                <a:cubicBezTo>
                  <a:pt x="130984" y="33692"/>
                  <a:pt x="126072" y="33619"/>
                  <a:pt x="125035" y="32964"/>
                </a:cubicBezTo>
                <a:cubicBezTo>
                  <a:pt x="122307" y="31240"/>
                  <a:pt x="171368" y="25691"/>
                  <a:pt x="170976" y="23496"/>
                </a:cubicBezTo>
                <a:cubicBezTo>
                  <a:pt x="170811" y="22536"/>
                  <a:pt x="162283" y="22428"/>
                  <a:pt x="152713" y="22428"/>
                </a:cubicBezTo>
                <a:cubicBezTo>
                  <a:pt x="149960" y="22428"/>
                  <a:pt x="147120" y="22437"/>
                  <a:pt x="144369" y="22437"/>
                </a:cubicBezTo>
                <a:cubicBezTo>
                  <a:pt x="134846" y="22437"/>
                  <a:pt x="126381" y="22331"/>
                  <a:pt x="126210" y="21380"/>
                </a:cubicBezTo>
                <a:cubicBezTo>
                  <a:pt x="125818" y="19202"/>
                  <a:pt x="174738" y="19750"/>
                  <a:pt x="176211" y="16098"/>
                </a:cubicBezTo>
                <a:cubicBezTo>
                  <a:pt x="177685" y="12462"/>
                  <a:pt x="114909" y="15847"/>
                  <a:pt x="115301" y="12462"/>
                </a:cubicBezTo>
                <a:cubicBezTo>
                  <a:pt x="115693" y="9076"/>
                  <a:pt x="157622" y="9969"/>
                  <a:pt x="157026" y="7838"/>
                </a:cubicBezTo>
                <a:cubicBezTo>
                  <a:pt x="156446" y="5706"/>
                  <a:pt x="114909" y="3026"/>
                  <a:pt x="106743" y="2540"/>
                </a:cubicBezTo>
                <a:cubicBezTo>
                  <a:pt x="98561" y="2070"/>
                  <a:pt x="124643" y="1"/>
                  <a:pt x="124643"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4"/>
          <p:cNvSpPr/>
          <p:nvPr/>
        </p:nvSpPr>
        <p:spPr>
          <a:xfrm>
            <a:off x="-838450" y="4242475"/>
            <a:ext cx="5219975" cy="901025"/>
          </a:xfrm>
          <a:custGeom>
            <a:rect b="b" l="l" r="r" t="t"/>
            <a:pathLst>
              <a:path extrusionOk="0" h="36041" w="208799">
                <a:moveTo>
                  <a:pt x="11178" y="0"/>
                </a:moveTo>
                <a:lnTo>
                  <a:pt x="0" y="8522"/>
                </a:lnTo>
                <a:lnTo>
                  <a:pt x="0" y="36041"/>
                </a:lnTo>
                <a:lnTo>
                  <a:pt x="208798" y="36041"/>
                </a:lnTo>
                <a:lnTo>
                  <a:pt x="208798" y="19925"/>
                </a:lnTo>
                <a:lnTo>
                  <a:pt x="161254" y="27018"/>
                </a:lnTo>
                <a:lnTo>
                  <a:pt x="129800" y="19925"/>
                </a:lnTo>
                <a:lnTo>
                  <a:pt x="113259" y="16166"/>
                </a:lnTo>
                <a:lnTo>
                  <a:pt x="98021" y="23284"/>
                </a:lnTo>
                <a:lnTo>
                  <a:pt x="71955" y="3735"/>
                </a:lnTo>
                <a:lnTo>
                  <a:pt x="48472" y="23108"/>
                </a:lnTo>
                <a:lnTo>
                  <a:pt x="111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 name="Google Shape;1258;p34"/>
          <p:cNvGrpSpPr/>
          <p:nvPr/>
        </p:nvGrpSpPr>
        <p:grpSpPr>
          <a:xfrm>
            <a:off x="4766341" y="1416933"/>
            <a:ext cx="1530872" cy="2106828"/>
            <a:chOff x="4219225" y="4565175"/>
            <a:chExt cx="389525" cy="536075"/>
          </a:xfrm>
        </p:grpSpPr>
        <p:grpSp>
          <p:nvGrpSpPr>
            <p:cNvPr id="1259" name="Google Shape;1259;p34"/>
            <p:cNvGrpSpPr/>
            <p:nvPr/>
          </p:nvGrpSpPr>
          <p:grpSpPr>
            <a:xfrm>
              <a:off x="4295625" y="4565175"/>
              <a:ext cx="237100" cy="294300"/>
              <a:chOff x="4295625" y="4565175"/>
              <a:chExt cx="237100" cy="294300"/>
            </a:xfrm>
          </p:grpSpPr>
          <p:sp>
            <p:nvSpPr>
              <p:cNvPr id="1260" name="Google Shape;1260;p34"/>
              <p:cNvSpPr/>
              <p:nvPr/>
            </p:nvSpPr>
            <p:spPr>
              <a:xfrm>
                <a:off x="4330900" y="4565175"/>
                <a:ext cx="166175" cy="189675"/>
              </a:xfrm>
              <a:custGeom>
                <a:rect b="b" l="l" r="r" t="t"/>
                <a:pathLst>
                  <a:path extrusionOk="0" h="7587" w="6647">
                    <a:moveTo>
                      <a:pt x="3323" y="0"/>
                    </a:moveTo>
                    <a:cubicBezTo>
                      <a:pt x="3323" y="0"/>
                      <a:pt x="2461" y="6850"/>
                      <a:pt x="1" y="6850"/>
                    </a:cubicBezTo>
                    <a:cubicBezTo>
                      <a:pt x="1" y="6850"/>
                      <a:pt x="1286" y="7587"/>
                      <a:pt x="3323" y="7587"/>
                    </a:cubicBezTo>
                    <a:cubicBezTo>
                      <a:pt x="5361" y="7587"/>
                      <a:pt x="6646" y="6850"/>
                      <a:pt x="6646" y="6850"/>
                    </a:cubicBezTo>
                    <a:cubicBezTo>
                      <a:pt x="4186" y="6850"/>
                      <a:pt x="3323" y="0"/>
                      <a:pt x="3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4"/>
              <p:cNvSpPr/>
              <p:nvPr/>
            </p:nvSpPr>
            <p:spPr>
              <a:xfrm>
                <a:off x="4295625" y="4689000"/>
                <a:ext cx="237100" cy="170475"/>
              </a:xfrm>
              <a:custGeom>
                <a:rect b="b" l="l" r="r" t="t"/>
                <a:pathLst>
                  <a:path extrusionOk="0" h="6819" w="9484">
                    <a:moveTo>
                      <a:pt x="4734" y="0"/>
                    </a:moveTo>
                    <a:cubicBezTo>
                      <a:pt x="4734" y="0"/>
                      <a:pt x="3214" y="5330"/>
                      <a:pt x="1" y="5330"/>
                    </a:cubicBezTo>
                    <a:cubicBezTo>
                      <a:pt x="1" y="5330"/>
                      <a:pt x="1882" y="6819"/>
                      <a:pt x="4734" y="6819"/>
                    </a:cubicBezTo>
                    <a:cubicBezTo>
                      <a:pt x="7587" y="6819"/>
                      <a:pt x="9484" y="5330"/>
                      <a:pt x="9484" y="5330"/>
                    </a:cubicBezTo>
                    <a:cubicBezTo>
                      <a:pt x="6255" y="5330"/>
                      <a:pt x="4734" y="0"/>
                      <a:pt x="4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34"/>
            <p:cNvGrpSpPr/>
            <p:nvPr/>
          </p:nvGrpSpPr>
          <p:grpSpPr>
            <a:xfrm>
              <a:off x="4219225" y="4744250"/>
              <a:ext cx="389525" cy="357000"/>
              <a:chOff x="4219225" y="4744250"/>
              <a:chExt cx="389525" cy="357000"/>
            </a:xfrm>
          </p:grpSpPr>
          <p:sp>
            <p:nvSpPr>
              <p:cNvPr id="1263" name="Google Shape;1263;p34"/>
              <p:cNvSpPr/>
              <p:nvPr/>
            </p:nvSpPr>
            <p:spPr>
              <a:xfrm>
                <a:off x="4271725" y="4744250"/>
                <a:ext cx="284525" cy="204175"/>
              </a:xfrm>
              <a:custGeom>
                <a:rect b="b" l="l" r="r" t="t"/>
                <a:pathLst>
                  <a:path extrusionOk="0" h="8167" w="11381">
                    <a:moveTo>
                      <a:pt x="5690" y="0"/>
                    </a:moveTo>
                    <a:cubicBezTo>
                      <a:pt x="5690" y="0"/>
                      <a:pt x="3872" y="6396"/>
                      <a:pt x="1" y="6396"/>
                    </a:cubicBezTo>
                    <a:cubicBezTo>
                      <a:pt x="1" y="6396"/>
                      <a:pt x="2273" y="8167"/>
                      <a:pt x="5690" y="8167"/>
                    </a:cubicBezTo>
                    <a:cubicBezTo>
                      <a:pt x="9107" y="8167"/>
                      <a:pt x="11380" y="6396"/>
                      <a:pt x="11380" y="6396"/>
                    </a:cubicBezTo>
                    <a:cubicBezTo>
                      <a:pt x="7509" y="6396"/>
                      <a:pt x="5690" y="0"/>
                      <a:pt x="56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4"/>
              <p:cNvSpPr/>
              <p:nvPr/>
            </p:nvSpPr>
            <p:spPr>
              <a:xfrm>
                <a:off x="4219225" y="4821450"/>
                <a:ext cx="389525" cy="279800"/>
              </a:xfrm>
              <a:custGeom>
                <a:rect b="b" l="l" r="r" t="t"/>
                <a:pathLst>
                  <a:path extrusionOk="0" h="11192" w="15581">
                    <a:moveTo>
                      <a:pt x="7790" y="0"/>
                    </a:moveTo>
                    <a:cubicBezTo>
                      <a:pt x="7790" y="0"/>
                      <a:pt x="5298" y="8762"/>
                      <a:pt x="0" y="8762"/>
                    </a:cubicBezTo>
                    <a:cubicBezTo>
                      <a:pt x="0" y="8762"/>
                      <a:pt x="3120" y="11192"/>
                      <a:pt x="7790" y="11192"/>
                    </a:cubicBezTo>
                    <a:cubicBezTo>
                      <a:pt x="12461" y="11192"/>
                      <a:pt x="15581" y="8762"/>
                      <a:pt x="15581" y="8762"/>
                    </a:cubicBezTo>
                    <a:cubicBezTo>
                      <a:pt x="10283" y="8762"/>
                      <a:pt x="7790" y="0"/>
                      <a:pt x="77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5" name="Google Shape;1265;p34"/>
          <p:cNvGrpSpPr/>
          <p:nvPr/>
        </p:nvGrpSpPr>
        <p:grpSpPr>
          <a:xfrm>
            <a:off x="4293618" y="1788397"/>
            <a:ext cx="945961" cy="1301858"/>
            <a:chOff x="4219225" y="4565175"/>
            <a:chExt cx="389525" cy="536075"/>
          </a:xfrm>
        </p:grpSpPr>
        <p:grpSp>
          <p:nvGrpSpPr>
            <p:cNvPr id="1266" name="Google Shape;1266;p34"/>
            <p:cNvGrpSpPr/>
            <p:nvPr/>
          </p:nvGrpSpPr>
          <p:grpSpPr>
            <a:xfrm>
              <a:off x="4295625" y="4565175"/>
              <a:ext cx="237100" cy="294300"/>
              <a:chOff x="4295625" y="4565175"/>
              <a:chExt cx="237100" cy="294300"/>
            </a:xfrm>
          </p:grpSpPr>
          <p:sp>
            <p:nvSpPr>
              <p:cNvPr id="1267" name="Google Shape;1267;p34"/>
              <p:cNvSpPr/>
              <p:nvPr/>
            </p:nvSpPr>
            <p:spPr>
              <a:xfrm>
                <a:off x="4330900" y="4565175"/>
                <a:ext cx="166175" cy="189675"/>
              </a:xfrm>
              <a:custGeom>
                <a:rect b="b" l="l" r="r" t="t"/>
                <a:pathLst>
                  <a:path extrusionOk="0" h="7587" w="6647">
                    <a:moveTo>
                      <a:pt x="3323" y="0"/>
                    </a:moveTo>
                    <a:cubicBezTo>
                      <a:pt x="3323" y="0"/>
                      <a:pt x="2461" y="6850"/>
                      <a:pt x="1" y="6850"/>
                    </a:cubicBezTo>
                    <a:cubicBezTo>
                      <a:pt x="1" y="6850"/>
                      <a:pt x="1286" y="7587"/>
                      <a:pt x="3323" y="7587"/>
                    </a:cubicBezTo>
                    <a:cubicBezTo>
                      <a:pt x="5361" y="7587"/>
                      <a:pt x="6646" y="6850"/>
                      <a:pt x="6646" y="6850"/>
                    </a:cubicBezTo>
                    <a:cubicBezTo>
                      <a:pt x="4186" y="6850"/>
                      <a:pt x="3323" y="0"/>
                      <a:pt x="33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4"/>
              <p:cNvSpPr/>
              <p:nvPr/>
            </p:nvSpPr>
            <p:spPr>
              <a:xfrm>
                <a:off x="4295625" y="4689000"/>
                <a:ext cx="237100" cy="170475"/>
              </a:xfrm>
              <a:custGeom>
                <a:rect b="b" l="l" r="r" t="t"/>
                <a:pathLst>
                  <a:path extrusionOk="0" h="6819" w="9484">
                    <a:moveTo>
                      <a:pt x="4734" y="0"/>
                    </a:moveTo>
                    <a:cubicBezTo>
                      <a:pt x="4734" y="0"/>
                      <a:pt x="3214" y="5330"/>
                      <a:pt x="1" y="5330"/>
                    </a:cubicBezTo>
                    <a:cubicBezTo>
                      <a:pt x="1" y="5330"/>
                      <a:pt x="1882" y="6819"/>
                      <a:pt x="4734" y="6819"/>
                    </a:cubicBezTo>
                    <a:cubicBezTo>
                      <a:pt x="7587" y="6819"/>
                      <a:pt x="9484" y="5330"/>
                      <a:pt x="9484" y="5330"/>
                    </a:cubicBezTo>
                    <a:cubicBezTo>
                      <a:pt x="6255" y="5330"/>
                      <a:pt x="4734" y="0"/>
                      <a:pt x="47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 name="Google Shape;1269;p34"/>
            <p:cNvGrpSpPr/>
            <p:nvPr/>
          </p:nvGrpSpPr>
          <p:grpSpPr>
            <a:xfrm>
              <a:off x="4219225" y="4744250"/>
              <a:ext cx="389525" cy="357000"/>
              <a:chOff x="4219225" y="4744250"/>
              <a:chExt cx="389525" cy="357000"/>
            </a:xfrm>
          </p:grpSpPr>
          <p:sp>
            <p:nvSpPr>
              <p:cNvPr id="1270" name="Google Shape;1270;p34"/>
              <p:cNvSpPr/>
              <p:nvPr/>
            </p:nvSpPr>
            <p:spPr>
              <a:xfrm>
                <a:off x="4271725" y="4744250"/>
                <a:ext cx="284525" cy="204175"/>
              </a:xfrm>
              <a:custGeom>
                <a:rect b="b" l="l" r="r" t="t"/>
                <a:pathLst>
                  <a:path extrusionOk="0" h="8167" w="11381">
                    <a:moveTo>
                      <a:pt x="5690" y="0"/>
                    </a:moveTo>
                    <a:cubicBezTo>
                      <a:pt x="5690" y="0"/>
                      <a:pt x="3872" y="6396"/>
                      <a:pt x="1" y="6396"/>
                    </a:cubicBezTo>
                    <a:cubicBezTo>
                      <a:pt x="1" y="6396"/>
                      <a:pt x="2273" y="8167"/>
                      <a:pt x="5690" y="8167"/>
                    </a:cubicBezTo>
                    <a:cubicBezTo>
                      <a:pt x="9107" y="8167"/>
                      <a:pt x="11380" y="6396"/>
                      <a:pt x="11380" y="6396"/>
                    </a:cubicBezTo>
                    <a:cubicBezTo>
                      <a:pt x="7509" y="6396"/>
                      <a:pt x="5690" y="0"/>
                      <a:pt x="56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4"/>
              <p:cNvSpPr/>
              <p:nvPr/>
            </p:nvSpPr>
            <p:spPr>
              <a:xfrm>
                <a:off x="4219225" y="4821450"/>
                <a:ext cx="389525" cy="279800"/>
              </a:xfrm>
              <a:custGeom>
                <a:rect b="b" l="l" r="r" t="t"/>
                <a:pathLst>
                  <a:path extrusionOk="0" h="11192" w="15581">
                    <a:moveTo>
                      <a:pt x="7790" y="0"/>
                    </a:moveTo>
                    <a:cubicBezTo>
                      <a:pt x="7790" y="0"/>
                      <a:pt x="5298" y="8762"/>
                      <a:pt x="0" y="8762"/>
                    </a:cubicBezTo>
                    <a:cubicBezTo>
                      <a:pt x="0" y="8762"/>
                      <a:pt x="3120" y="11192"/>
                      <a:pt x="7790" y="11192"/>
                    </a:cubicBezTo>
                    <a:cubicBezTo>
                      <a:pt x="12461" y="11192"/>
                      <a:pt x="15581" y="8762"/>
                      <a:pt x="15581" y="8762"/>
                    </a:cubicBezTo>
                    <a:cubicBezTo>
                      <a:pt x="10283" y="8762"/>
                      <a:pt x="7790" y="0"/>
                      <a:pt x="77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72" name="Google Shape;1272;p34"/>
          <p:cNvSpPr/>
          <p:nvPr/>
        </p:nvSpPr>
        <p:spPr>
          <a:xfrm flipH="1">
            <a:off x="-1057094" y="1476025"/>
            <a:ext cx="8629070" cy="2306396"/>
          </a:xfrm>
          <a:custGeom>
            <a:rect b="b" l="l" r="r" t="t"/>
            <a:pathLst>
              <a:path extrusionOk="0" h="47557" w="195272">
                <a:moveTo>
                  <a:pt x="169456" y="6161"/>
                </a:moveTo>
                <a:cubicBezTo>
                  <a:pt x="153343" y="18559"/>
                  <a:pt x="158233" y="14907"/>
                  <a:pt x="149001" y="12290"/>
                </a:cubicBezTo>
                <a:lnTo>
                  <a:pt x="149001" y="12290"/>
                </a:lnTo>
                <a:cubicBezTo>
                  <a:pt x="139753" y="9688"/>
                  <a:pt x="141070" y="6020"/>
                  <a:pt x="130489" y="13340"/>
                </a:cubicBezTo>
                <a:lnTo>
                  <a:pt x="130489" y="13340"/>
                </a:lnTo>
                <a:cubicBezTo>
                  <a:pt x="125160" y="17023"/>
                  <a:pt x="118279" y="16318"/>
                  <a:pt x="111147" y="15628"/>
                </a:cubicBezTo>
                <a:lnTo>
                  <a:pt x="111147" y="15628"/>
                </a:lnTo>
                <a:cubicBezTo>
                  <a:pt x="104125" y="14938"/>
                  <a:pt x="96868" y="14233"/>
                  <a:pt x="90645" y="17760"/>
                </a:cubicBezTo>
                <a:lnTo>
                  <a:pt x="90645" y="17760"/>
                </a:lnTo>
                <a:cubicBezTo>
                  <a:pt x="78106" y="24829"/>
                  <a:pt x="65990" y="32980"/>
                  <a:pt x="62416" y="32494"/>
                </a:cubicBezTo>
                <a:lnTo>
                  <a:pt x="62416" y="32494"/>
                </a:lnTo>
                <a:cubicBezTo>
                  <a:pt x="29515" y="28058"/>
                  <a:pt x="1" y="47557"/>
                  <a:pt x="1" y="47557"/>
                </a:cubicBezTo>
                <a:lnTo>
                  <a:pt x="1" y="47557"/>
                </a:lnTo>
                <a:lnTo>
                  <a:pt x="195271" y="47557"/>
                </a:lnTo>
                <a:lnTo>
                  <a:pt x="195271" y="3935"/>
                </a:lnTo>
                <a:cubicBezTo>
                  <a:pt x="195271" y="3935"/>
                  <a:pt x="191525" y="1"/>
                  <a:pt x="184817" y="1"/>
                </a:cubicBezTo>
                <a:lnTo>
                  <a:pt x="184817" y="1"/>
                </a:lnTo>
                <a:cubicBezTo>
                  <a:pt x="180726" y="1"/>
                  <a:pt x="175553" y="1459"/>
                  <a:pt x="169456" y="616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4"/>
          <p:cNvSpPr txBox="1"/>
          <p:nvPr>
            <p:ph type="title"/>
          </p:nvPr>
        </p:nvSpPr>
        <p:spPr>
          <a:xfrm>
            <a:off x="713225" y="2193100"/>
            <a:ext cx="3957000" cy="111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History</a:t>
            </a:r>
            <a:endParaRPr i="1"/>
          </a:p>
        </p:txBody>
      </p:sp>
      <p:sp>
        <p:nvSpPr>
          <p:cNvPr id="1274" name="Google Shape;1274;p34"/>
          <p:cNvSpPr txBox="1"/>
          <p:nvPr>
            <p:ph idx="2" type="title"/>
          </p:nvPr>
        </p:nvSpPr>
        <p:spPr>
          <a:xfrm>
            <a:off x="713225" y="686500"/>
            <a:ext cx="1303200" cy="1334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275" name="Google Shape;1275;p34"/>
          <p:cNvSpPr txBox="1"/>
          <p:nvPr>
            <p:ph idx="1" type="subTitle"/>
          </p:nvPr>
        </p:nvSpPr>
        <p:spPr>
          <a:xfrm>
            <a:off x="713225" y="3285275"/>
            <a:ext cx="3740400" cy="38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1276" name="Google Shape;1276;p34"/>
          <p:cNvGrpSpPr/>
          <p:nvPr/>
        </p:nvGrpSpPr>
        <p:grpSpPr>
          <a:xfrm>
            <a:off x="4012765" y="-2"/>
            <a:ext cx="5136119" cy="5858475"/>
            <a:chOff x="1190625" y="238125"/>
            <a:chExt cx="5221225" cy="5955550"/>
          </a:xfrm>
        </p:grpSpPr>
        <p:sp>
          <p:nvSpPr>
            <p:cNvPr id="1277" name="Google Shape;1277;p34"/>
            <p:cNvSpPr/>
            <p:nvPr/>
          </p:nvSpPr>
          <p:spPr>
            <a:xfrm>
              <a:off x="1195625" y="3411700"/>
              <a:ext cx="2401675" cy="1947400"/>
            </a:xfrm>
            <a:custGeom>
              <a:rect b="b" l="l" r="r" t="t"/>
              <a:pathLst>
                <a:path extrusionOk="0" h="77896" w="96067">
                  <a:moveTo>
                    <a:pt x="93685" y="0"/>
                  </a:moveTo>
                  <a:lnTo>
                    <a:pt x="1" y="77895"/>
                  </a:lnTo>
                  <a:lnTo>
                    <a:pt x="13434" y="77895"/>
                  </a:lnTo>
                  <a:lnTo>
                    <a:pt x="96066" y="3634"/>
                  </a:lnTo>
                  <a:lnTo>
                    <a:pt x="9368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4"/>
            <p:cNvSpPr/>
            <p:nvPr/>
          </p:nvSpPr>
          <p:spPr>
            <a:xfrm>
              <a:off x="1190625" y="5355300"/>
              <a:ext cx="344625" cy="104050"/>
            </a:xfrm>
            <a:custGeom>
              <a:rect b="b" l="l" r="r" t="t"/>
              <a:pathLst>
                <a:path extrusionOk="0" h="4162" w="13785">
                  <a:moveTo>
                    <a:pt x="0" y="1"/>
                  </a:moveTo>
                  <a:lnTo>
                    <a:pt x="0" y="4161"/>
                  </a:lnTo>
                  <a:lnTo>
                    <a:pt x="13785" y="4161"/>
                  </a:lnTo>
                  <a:lnTo>
                    <a:pt x="137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4"/>
            <p:cNvSpPr/>
            <p:nvPr/>
          </p:nvSpPr>
          <p:spPr>
            <a:xfrm>
              <a:off x="1524575" y="3787625"/>
              <a:ext cx="1754425" cy="1671725"/>
            </a:xfrm>
            <a:custGeom>
              <a:rect b="b" l="l" r="r" t="t"/>
              <a:pathLst>
                <a:path extrusionOk="0" h="66869" w="70177">
                  <a:moveTo>
                    <a:pt x="70176" y="1"/>
                  </a:moveTo>
                  <a:lnTo>
                    <a:pt x="0" y="62658"/>
                  </a:lnTo>
                  <a:lnTo>
                    <a:pt x="0" y="66868"/>
                  </a:lnTo>
                  <a:lnTo>
                    <a:pt x="1680" y="66868"/>
                  </a:lnTo>
                  <a:lnTo>
                    <a:pt x="701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4"/>
            <p:cNvSpPr/>
            <p:nvPr/>
          </p:nvSpPr>
          <p:spPr>
            <a:xfrm>
              <a:off x="1725075" y="3382250"/>
              <a:ext cx="2440525" cy="2658550"/>
            </a:xfrm>
            <a:custGeom>
              <a:rect b="b" l="l" r="r" t="t"/>
              <a:pathLst>
                <a:path extrusionOk="0" fill="none" h="106342" w="97621">
                  <a:moveTo>
                    <a:pt x="1" y="106342"/>
                  </a:moveTo>
                  <a:lnTo>
                    <a:pt x="97620" y="0"/>
                  </a:lnTo>
                </a:path>
              </a:pathLst>
            </a:custGeom>
            <a:solidFill>
              <a:schemeClr val="lt2"/>
            </a:solidFill>
            <a:ln cap="flat" cmpd="sng" w="73300">
              <a:solidFill>
                <a:schemeClr val="lt2"/>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4"/>
            <p:cNvSpPr/>
            <p:nvPr/>
          </p:nvSpPr>
          <p:spPr>
            <a:xfrm>
              <a:off x="1781475" y="3434250"/>
              <a:ext cx="2436750" cy="2654800"/>
            </a:xfrm>
            <a:custGeom>
              <a:rect b="b" l="l" r="r" t="t"/>
              <a:pathLst>
                <a:path extrusionOk="0" fill="none" h="106192" w="97470">
                  <a:moveTo>
                    <a:pt x="0" y="106191"/>
                  </a:moveTo>
                  <a:lnTo>
                    <a:pt x="97469" y="0"/>
                  </a:lnTo>
                </a:path>
              </a:pathLst>
            </a:custGeom>
            <a:solidFill>
              <a:schemeClr val="dk1"/>
            </a:solidFill>
            <a:ln cap="flat" cmpd="sng" w="73300">
              <a:solidFill>
                <a:schemeClr val="dk1"/>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4"/>
            <p:cNvSpPr/>
            <p:nvPr/>
          </p:nvSpPr>
          <p:spPr>
            <a:xfrm>
              <a:off x="2853525" y="4020725"/>
              <a:ext cx="1728725" cy="2124700"/>
            </a:xfrm>
            <a:custGeom>
              <a:rect b="b" l="l" r="r" t="t"/>
              <a:pathLst>
                <a:path extrusionOk="0" fill="none" h="84988" w="69149">
                  <a:moveTo>
                    <a:pt x="1" y="84988"/>
                  </a:moveTo>
                  <a:lnTo>
                    <a:pt x="69149" y="0"/>
                  </a:lnTo>
                </a:path>
              </a:pathLst>
            </a:custGeom>
            <a:solidFill>
              <a:schemeClr val="lt2"/>
            </a:solidFill>
            <a:ln cap="flat" cmpd="sng" w="73300">
              <a:solidFill>
                <a:schemeClr val="lt2"/>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4"/>
            <p:cNvSpPr/>
            <p:nvPr/>
          </p:nvSpPr>
          <p:spPr>
            <a:xfrm>
              <a:off x="2909300" y="4152925"/>
              <a:ext cx="1649150" cy="2040750"/>
            </a:xfrm>
            <a:custGeom>
              <a:rect b="b" l="l" r="r" t="t"/>
              <a:pathLst>
                <a:path extrusionOk="0" fill="none" h="81630" w="65966">
                  <a:moveTo>
                    <a:pt x="0" y="81630"/>
                  </a:moveTo>
                  <a:lnTo>
                    <a:pt x="65966" y="0"/>
                  </a:lnTo>
                </a:path>
              </a:pathLst>
            </a:custGeom>
            <a:solidFill>
              <a:schemeClr val="dk1"/>
            </a:solidFill>
            <a:ln cap="flat" cmpd="sng" w="73300">
              <a:solidFill>
                <a:schemeClr val="dk1"/>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4"/>
            <p:cNvSpPr/>
            <p:nvPr/>
          </p:nvSpPr>
          <p:spPr>
            <a:xfrm>
              <a:off x="2349775" y="4713700"/>
              <a:ext cx="276325" cy="276350"/>
            </a:xfrm>
            <a:custGeom>
              <a:rect b="b" l="l" r="r" t="t"/>
              <a:pathLst>
                <a:path extrusionOk="0" fill="none" h="11054" w="11053">
                  <a:moveTo>
                    <a:pt x="0" y="11053"/>
                  </a:moveTo>
                  <a:lnTo>
                    <a:pt x="11053" y="1"/>
                  </a:lnTo>
                </a:path>
              </a:pathLst>
            </a:custGeom>
            <a:noFill/>
            <a:ln cap="rnd" cmpd="sng" w="206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4"/>
            <p:cNvSpPr/>
            <p:nvPr/>
          </p:nvSpPr>
          <p:spPr>
            <a:xfrm>
              <a:off x="3414925" y="4473725"/>
              <a:ext cx="276350" cy="276350"/>
            </a:xfrm>
            <a:custGeom>
              <a:rect b="b" l="l" r="r" t="t"/>
              <a:pathLst>
                <a:path extrusionOk="0" fill="none" h="11054" w="11054">
                  <a:moveTo>
                    <a:pt x="1" y="11053"/>
                  </a:moveTo>
                  <a:lnTo>
                    <a:pt x="11054" y="0"/>
                  </a:lnTo>
                </a:path>
              </a:pathLst>
            </a:custGeom>
            <a:noFill/>
            <a:ln cap="rnd" cmpd="sng" w="206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4"/>
            <p:cNvSpPr/>
            <p:nvPr/>
          </p:nvSpPr>
          <p:spPr>
            <a:xfrm>
              <a:off x="1785850" y="4985000"/>
              <a:ext cx="276350" cy="276350"/>
            </a:xfrm>
            <a:custGeom>
              <a:rect b="b" l="l" r="r" t="t"/>
              <a:pathLst>
                <a:path extrusionOk="0" fill="none" h="11054" w="11054">
                  <a:moveTo>
                    <a:pt x="1" y="11053"/>
                  </a:moveTo>
                  <a:lnTo>
                    <a:pt x="11053" y="1"/>
                  </a:lnTo>
                </a:path>
              </a:pathLst>
            </a:custGeom>
            <a:noFill/>
            <a:ln cap="rnd" cmpd="sng" w="206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4"/>
            <p:cNvSpPr/>
            <p:nvPr/>
          </p:nvSpPr>
          <p:spPr>
            <a:xfrm>
              <a:off x="3288375" y="4996900"/>
              <a:ext cx="256900" cy="294525"/>
            </a:xfrm>
            <a:custGeom>
              <a:rect b="b" l="l" r="r" t="t"/>
              <a:pathLst>
                <a:path extrusionOk="0" fill="none" h="11781" w="10276">
                  <a:moveTo>
                    <a:pt x="0" y="11780"/>
                  </a:moveTo>
                  <a:lnTo>
                    <a:pt x="10276" y="1"/>
                  </a:lnTo>
                </a:path>
              </a:pathLst>
            </a:custGeom>
            <a:noFill/>
            <a:ln cap="rnd" cmpd="sng" w="206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4"/>
            <p:cNvSpPr/>
            <p:nvPr/>
          </p:nvSpPr>
          <p:spPr>
            <a:xfrm>
              <a:off x="4345400" y="4399800"/>
              <a:ext cx="252525" cy="298250"/>
            </a:xfrm>
            <a:custGeom>
              <a:rect b="b" l="l" r="r" t="t"/>
              <a:pathLst>
                <a:path extrusionOk="0" fill="none" h="11930" w="10101">
                  <a:moveTo>
                    <a:pt x="0" y="11930"/>
                  </a:moveTo>
                  <a:lnTo>
                    <a:pt x="10100" y="0"/>
                  </a:lnTo>
                </a:path>
              </a:pathLst>
            </a:custGeom>
            <a:noFill/>
            <a:ln cap="rnd" cmpd="sng" w="206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4"/>
            <p:cNvSpPr/>
            <p:nvPr/>
          </p:nvSpPr>
          <p:spPr>
            <a:xfrm>
              <a:off x="3990125" y="4243150"/>
              <a:ext cx="253150" cy="298275"/>
            </a:xfrm>
            <a:custGeom>
              <a:rect b="b" l="l" r="r" t="t"/>
              <a:pathLst>
                <a:path extrusionOk="0" fill="none" h="11931" w="10126">
                  <a:moveTo>
                    <a:pt x="1" y="11930"/>
                  </a:moveTo>
                  <a:lnTo>
                    <a:pt x="10126" y="0"/>
                  </a:lnTo>
                </a:path>
              </a:pathLst>
            </a:custGeom>
            <a:noFill/>
            <a:ln cap="rnd" cmpd="sng" w="206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4"/>
            <p:cNvSpPr/>
            <p:nvPr/>
          </p:nvSpPr>
          <p:spPr>
            <a:xfrm>
              <a:off x="3708175" y="2313625"/>
              <a:ext cx="2599025" cy="2064925"/>
            </a:xfrm>
            <a:custGeom>
              <a:rect b="b" l="l" r="r" t="t"/>
              <a:pathLst>
                <a:path extrusionOk="0" h="82597" w="103961">
                  <a:moveTo>
                    <a:pt x="1611" y="0"/>
                  </a:moveTo>
                  <a:cubicBezTo>
                    <a:pt x="524" y="0"/>
                    <a:pt x="0" y="63"/>
                    <a:pt x="0" y="63"/>
                  </a:cubicBezTo>
                  <a:lnTo>
                    <a:pt x="15088" y="76079"/>
                  </a:lnTo>
                  <a:cubicBezTo>
                    <a:pt x="15088" y="76079"/>
                    <a:pt x="23905" y="82597"/>
                    <a:pt x="30841" y="82597"/>
                  </a:cubicBezTo>
                  <a:cubicBezTo>
                    <a:pt x="33009" y="82597"/>
                    <a:pt x="34993" y="81960"/>
                    <a:pt x="36467" y="80289"/>
                  </a:cubicBezTo>
                  <a:cubicBezTo>
                    <a:pt x="45640" y="69913"/>
                    <a:pt x="83660" y="37958"/>
                    <a:pt x="88196" y="34174"/>
                  </a:cubicBezTo>
                  <a:cubicBezTo>
                    <a:pt x="91892" y="31097"/>
                    <a:pt x="97933" y="30614"/>
                    <a:pt x="101365" y="30614"/>
                  </a:cubicBezTo>
                  <a:cubicBezTo>
                    <a:pt x="102937" y="30614"/>
                    <a:pt x="103961" y="30715"/>
                    <a:pt x="103961" y="30715"/>
                  </a:cubicBezTo>
                  <a:lnTo>
                    <a:pt x="103585" y="12695"/>
                  </a:lnTo>
                  <a:cubicBezTo>
                    <a:pt x="103585" y="12695"/>
                    <a:pt x="91065" y="14257"/>
                    <a:pt x="76115" y="14257"/>
                  </a:cubicBezTo>
                  <a:cubicBezTo>
                    <a:pt x="63887" y="14257"/>
                    <a:pt x="50033" y="13212"/>
                    <a:pt x="40076" y="9412"/>
                  </a:cubicBezTo>
                  <a:cubicBezTo>
                    <a:pt x="17828" y="893"/>
                    <a:pt x="5712" y="0"/>
                    <a:pt x="1611" y="0"/>
                  </a:cubicBezTo>
                  <a:close/>
                </a:path>
              </a:pathLst>
            </a:custGeom>
            <a:solidFill>
              <a:srgbClr val="71C7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4"/>
            <p:cNvSpPr/>
            <p:nvPr/>
          </p:nvSpPr>
          <p:spPr>
            <a:xfrm>
              <a:off x="3708175" y="2313625"/>
              <a:ext cx="2599025" cy="2064925"/>
            </a:xfrm>
            <a:custGeom>
              <a:rect b="b" l="l" r="r" t="t"/>
              <a:pathLst>
                <a:path extrusionOk="0" h="82597" w="103961">
                  <a:moveTo>
                    <a:pt x="1611" y="0"/>
                  </a:moveTo>
                  <a:cubicBezTo>
                    <a:pt x="524" y="0"/>
                    <a:pt x="0" y="63"/>
                    <a:pt x="0" y="63"/>
                  </a:cubicBezTo>
                  <a:lnTo>
                    <a:pt x="15088" y="76079"/>
                  </a:lnTo>
                  <a:cubicBezTo>
                    <a:pt x="15088" y="76079"/>
                    <a:pt x="23905" y="82597"/>
                    <a:pt x="30841" y="82597"/>
                  </a:cubicBezTo>
                  <a:cubicBezTo>
                    <a:pt x="33009" y="82597"/>
                    <a:pt x="34993" y="81960"/>
                    <a:pt x="36467" y="80289"/>
                  </a:cubicBezTo>
                  <a:cubicBezTo>
                    <a:pt x="45640" y="69913"/>
                    <a:pt x="83660" y="37958"/>
                    <a:pt x="88196" y="34174"/>
                  </a:cubicBezTo>
                  <a:cubicBezTo>
                    <a:pt x="91892" y="31097"/>
                    <a:pt x="97933" y="30614"/>
                    <a:pt x="101365" y="30614"/>
                  </a:cubicBezTo>
                  <a:cubicBezTo>
                    <a:pt x="102937" y="30614"/>
                    <a:pt x="103961" y="30715"/>
                    <a:pt x="103961" y="30715"/>
                  </a:cubicBezTo>
                  <a:lnTo>
                    <a:pt x="103585" y="12695"/>
                  </a:lnTo>
                  <a:cubicBezTo>
                    <a:pt x="103585" y="12695"/>
                    <a:pt x="91065" y="14257"/>
                    <a:pt x="76115" y="14257"/>
                  </a:cubicBezTo>
                  <a:cubicBezTo>
                    <a:pt x="63887" y="14257"/>
                    <a:pt x="50033" y="13212"/>
                    <a:pt x="40076" y="9412"/>
                  </a:cubicBezTo>
                  <a:cubicBezTo>
                    <a:pt x="17828" y="893"/>
                    <a:pt x="5712" y="0"/>
                    <a:pt x="16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4"/>
            <p:cNvSpPr/>
            <p:nvPr/>
          </p:nvSpPr>
          <p:spPr>
            <a:xfrm>
              <a:off x="6079100" y="2824200"/>
              <a:ext cx="231250" cy="214075"/>
            </a:xfrm>
            <a:custGeom>
              <a:rect b="b" l="l" r="r" t="t"/>
              <a:pathLst>
                <a:path extrusionOk="0" h="8563" w="9250">
                  <a:moveTo>
                    <a:pt x="8900" y="1"/>
                  </a:moveTo>
                  <a:cubicBezTo>
                    <a:pt x="8029" y="1"/>
                    <a:pt x="7085" y="257"/>
                    <a:pt x="6215" y="257"/>
                  </a:cubicBezTo>
                  <a:cubicBezTo>
                    <a:pt x="6097" y="257"/>
                    <a:pt x="5980" y="252"/>
                    <a:pt x="5866" y="242"/>
                  </a:cubicBezTo>
                  <a:lnTo>
                    <a:pt x="26" y="442"/>
                  </a:lnTo>
                  <a:lnTo>
                    <a:pt x="1" y="8563"/>
                  </a:lnTo>
                  <a:cubicBezTo>
                    <a:pt x="3059" y="7861"/>
                    <a:pt x="5540" y="7836"/>
                    <a:pt x="9149" y="7786"/>
                  </a:cubicBezTo>
                  <a:lnTo>
                    <a:pt x="9249" y="16"/>
                  </a:lnTo>
                  <a:cubicBezTo>
                    <a:pt x="9134" y="6"/>
                    <a:pt x="9018" y="1"/>
                    <a:pt x="8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4"/>
            <p:cNvSpPr/>
            <p:nvPr/>
          </p:nvSpPr>
          <p:spPr>
            <a:xfrm>
              <a:off x="5775225" y="2846525"/>
              <a:ext cx="231850" cy="296400"/>
            </a:xfrm>
            <a:custGeom>
              <a:rect b="b" l="l" r="r" t="t"/>
              <a:pathLst>
                <a:path extrusionOk="0" h="11856" w="9274">
                  <a:moveTo>
                    <a:pt x="51" y="0"/>
                  </a:moveTo>
                  <a:lnTo>
                    <a:pt x="0" y="11855"/>
                  </a:lnTo>
                  <a:cubicBezTo>
                    <a:pt x="3083" y="10702"/>
                    <a:pt x="6141" y="9725"/>
                    <a:pt x="9224" y="8898"/>
                  </a:cubicBezTo>
                  <a:lnTo>
                    <a:pt x="9274" y="101"/>
                  </a:lnTo>
                  <a:lnTo>
                    <a:pt x="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4"/>
            <p:cNvSpPr/>
            <p:nvPr/>
          </p:nvSpPr>
          <p:spPr>
            <a:xfrm>
              <a:off x="5124225" y="2813950"/>
              <a:ext cx="236850" cy="688000"/>
            </a:xfrm>
            <a:custGeom>
              <a:rect b="b" l="l" r="r" t="t"/>
              <a:pathLst>
                <a:path extrusionOk="0" h="27520" w="9474">
                  <a:moveTo>
                    <a:pt x="301" y="0"/>
                  </a:moveTo>
                  <a:lnTo>
                    <a:pt x="0" y="27519"/>
                  </a:lnTo>
                  <a:cubicBezTo>
                    <a:pt x="2958" y="25238"/>
                    <a:pt x="6316" y="22707"/>
                    <a:pt x="9449" y="21003"/>
                  </a:cubicBezTo>
                  <a:lnTo>
                    <a:pt x="9474" y="1128"/>
                  </a:lnTo>
                  <a:lnTo>
                    <a:pt x="3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4"/>
            <p:cNvSpPr/>
            <p:nvPr/>
          </p:nvSpPr>
          <p:spPr>
            <a:xfrm>
              <a:off x="5457550" y="2827100"/>
              <a:ext cx="235000" cy="457425"/>
            </a:xfrm>
            <a:custGeom>
              <a:rect b="b" l="l" r="r" t="t"/>
              <a:pathLst>
                <a:path extrusionOk="0" h="18297" w="9400">
                  <a:moveTo>
                    <a:pt x="201" y="0"/>
                  </a:moveTo>
                  <a:lnTo>
                    <a:pt x="1" y="18296"/>
                  </a:lnTo>
                  <a:cubicBezTo>
                    <a:pt x="2532" y="16993"/>
                    <a:pt x="5063" y="15740"/>
                    <a:pt x="7620" y="14612"/>
                  </a:cubicBezTo>
                  <a:cubicBezTo>
                    <a:pt x="8171" y="14361"/>
                    <a:pt x="8697" y="14136"/>
                    <a:pt x="9249" y="13910"/>
                  </a:cubicBezTo>
                  <a:lnTo>
                    <a:pt x="9399" y="602"/>
                  </a:lnTo>
                  <a:lnTo>
                    <a:pt x="2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4"/>
            <p:cNvSpPr/>
            <p:nvPr/>
          </p:nvSpPr>
          <p:spPr>
            <a:xfrm>
              <a:off x="4741375" y="2710550"/>
              <a:ext cx="291400" cy="1037000"/>
            </a:xfrm>
            <a:custGeom>
              <a:rect b="b" l="l" r="r" t="t"/>
              <a:pathLst>
                <a:path extrusionOk="0" h="41480" w="11656">
                  <a:moveTo>
                    <a:pt x="1" y="1"/>
                  </a:moveTo>
                  <a:lnTo>
                    <a:pt x="2056" y="41480"/>
                  </a:lnTo>
                  <a:cubicBezTo>
                    <a:pt x="5615" y="38522"/>
                    <a:pt x="8071" y="36417"/>
                    <a:pt x="11329" y="34136"/>
                  </a:cubicBezTo>
                  <a:lnTo>
                    <a:pt x="11655" y="33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4"/>
            <p:cNvSpPr/>
            <p:nvPr/>
          </p:nvSpPr>
          <p:spPr>
            <a:xfrm>
              <a:off x="4741375" y="2630975"/>
              <a:ext cx="1478750" cy="111500"/>
            </a:xfrm>
            <a:custGeom>
              <a:rect b="b" l="l" r="r" t="t"/>
              <a:pathLst>
                <a:path extrusionOk="0" h="4460" w="59150">
                  <a:moveTo>
                    <a:pt x="1" y="1"/>
                  </a:moveTo>
                  <a:cubicBezTo>
                    <a:pt x="1" y="1"/>
                    <a:pt x="201" y="101"/>
                    <a:pt x="627" y="251"/>
                  </a:cubicBezTo>
                  <a:cubicBezTo>
                    <a:pt x="1028" y="377"/>
                    <a:pt x="1630" y="577"/>
                    <a:pt x="2432" y="828"/>
                  </a:cubicBezTo>
                  <a:cubicBezTo>
                    <a:pt x="3209" y="1053"/>
                    <a:pt x="4161" y="1329"/>
                    <a:pt x="5264" y="1580"/>
                  </a:cubicBezTo>
                  <a:cubicBezTo>
                    <a:pt x="6367" y="1855"/>
                    <a:pt x="7620" y="2156"/>
                    <a:pt x="8998" y="2407"/>
                  </a:cubicBezTo>
                  <a:cubicBezTo>
                    <a:pt x="9675" y="2532"/>
                    <a:pt x="10402" y="2683"/>
                    <a:pt x="11129" y="2808"/>
                  </a:cubicBezTo>
                  <a:cubicBezTo>
                    <a:pt x="11881" y="2908"/>
                    <a:pt x="12658" y="3058"/>
                    <a:pt x="13460" y="3159"/>
                  </a:cubicBezTo>
                  <a:cubicBezTo>
                    <a:pt x="14237" y="3284"/>
                    <a:pt x="15064" y="3384"/>
                    <a:pt x="15891" y="3510"/>
                  </a:cubicBezTo>
                  <a:cubicBezTo>
                    <a:pt x="16718" y="3610"/>
                    <a:pt x="17595" y="3685"/>
                    <a:pt x="18447" y="3785"/>
                  </a:cubicBezTo>
                  <a:cubicBezTo>
                    <a:pt x="19324" y="3886"/>
                    <a:pt x="20201" y="3936"/>
                    <a:pt x="21104" y="4011"/>
                  </a:cubicBezTo>
                  <a:cubicBezTo>
                    <a:pt x="22006" y="4086"/>
                    <a:pt x="22908" y="4161"/>
                    <a:pt x="23836" y="4211"/>
                  </a:cubicBezTo>
                  <a:cubicBezTo>
                    <a:pt x="24738" y="4261"/>
                    <a:pt x="25665" y="4312"/>
                    <a:pt x="26592" y="4362"/>
                  </a:cubicBezTo>
                  <a:cubicBezTo>
                    <a:pt x="27520" y="4387"/>
                    <a:pt x="28447" y="4412"/>
                    <a:pt x="29400" y="4437"/>
                  </a:cubicBezTo>
                  <a:cubicBezTo>
                    <a:pt x="30018" y="4454"/>
                    <a:pt x="30639" y="4459"/>
                    <a:pt x="31260" y="4459"/>
                  </a:cubicBezTo>
                  <a:cubicBezTo>
                    <a:pt x="32502" y="4459"/>
                    <a:pt x="33744" y="4437"/>
                    <a:pt x="34963" y="4437"/>
                  </a:cubicBezTo>
                  <a:cubicBezTo>
                    <a:pt x="36793" y="4412"/>
                    <a:pt x="38598" y="4312"/>
                    <a:pt x="40352" y="4261"/>
                  </a:cubicBezTo>
                  <a:cubicBezTo>
                    <a:pt x="42081" y="4136"/>
                    <a:pt x="43786" y="4011"/>
                    <a:pt x="45365" y="3911"/>
                  </a:cubicBezTo>
                  <a:cubicBezTo>
                    <a:pt x="46969" y="3810"/>
                    <a:pt x="48472" y="3660"/>
                    <a:pt x="49876" y="3560"/>
                  </a:cubicBezTo>
                  <a:cubicBezTo>
                    <a:pt x="51279" y="3434"/>
                    <a:pt x="52532" y="3309"/>
                    <a:pt x="53685" y="3184"/>
                  </a:cubicBezTo>
                  <a:cubicBezTo>
                    <a:pt x="54813" y="3084"/>
                    <a:pt x="55791" y="2983"/>
                    <a:pt x="56593" y="2883"/>
                  </a:cubicBezTo>
                  <a:cubicBezTo>
                    <a:pt x="58221" y="2708"/>
                    <a:pt x="59149" y="2607"/>
                    <a:pt x="59149" y="2607"/>
                  </a:cubicBezTo>
                  <a:lnTo>
                    <a:pt x="59149" y="2607"/>
                  </a:lnTo>
                  <a:cubicBezTo>
                    <a:pt x="59149" y="2607"/>
                    <a:pt x="58221" y="2683"/>
                    <a:pt x="56593" y="2808"/>
                  </a:cubicBezTo>
                  <a:cubicBezTo>
                    <a:pt x="55791" y="2883"/>
                    <a:pt x="54788" y="2958"/>
                    <a:pt x="53660" y="3058"/>
                  </a:cubicBezTo>
                  <a:cubicBezTo>
                    <a:pt x="52532" y="3159"/>
                    <a:pt x="51254" y="3234"/>
                    <a:pt x="49851" y="3334"/>
                  </a:cubicBezTo>
                  <a:cubicBezTo>
                    <a:pt x="48472" y="3434"/>
                    <a:pt x="46969" y="3560"/>
                    <a:pt x="45365" y="3635"/>
                  </a:cubicBezTo>
                  <a:cubicBezTo>
                    <a:pt x="43760" y="3710"/>
                    <a:pt x="42081" y="3810"/>
                    <a:pt x="40327" y="3911"/>
                  </a:cubicBezTo>
                  <a:cubicBezTo>
                    <a:pt x="38598" y="3936"/>
                    <a:pt x="36793" y="4036"/>
                    <a:pt x="34963" y="4036"/>
                  </a:cubicBezTo>
                  <a:cubicBezTo>
                    <a:pt x="33904" y="4036"/>
                    <a:pt x="32844" y="4052"/>
                    <a:pt x="31784" y="4052"/>
                  </a:cubicBezTo>
                  <a:cubicBezTo>
                    <a:pt x="30989" y="4052"/>
                    <a:pt x="30194" y="4043"/>
                    <a:pt x="29400" y="4011"/>
                  </a:cubicBezTo>
                  <a:cubicBezTo>
                    <a:pt x="28472" y="3986"/>
                    <a:pt x="27545" y="3961"/>
                    <a:pt x="26618" y="3936"/>
                  </a:cubicBezTo>
                  <a:cubicBezTo>
                    <a:pt x="25690" y="3911"/>
                    <a:pt x="24763" y="3860"/>
                    <a:pt x="23861" y="3810"/>
                  </a:cubicBezTo>
                  <a:cubicBezTo>
                    <a:pt x="22933" y="3785"/>
                    <a:pt x="22031" y="3710"/>
                    <a:pt x="21129" y="3635"/>
                  </a:cubicBezTo>
                  <a:cubicBezTo>
                    <a:pt x="20252" y="3560"/>
                    <a:pt x="19349" y="3510"/>
                    <a:pt x="18497" y="3409"/>
                  </a:cubicBezTo>
                  <a:cubicBezTo>
                    <a:pt x="17620" y="3334"/>
                    <a:pt x="16768" y="3234"/>
                    <a:pt x="15941" y="3159"/>
                  </a:cubicBezTo>
                  <a:cubicBezTo>
                    <a:pt x="15089" y="3058"/>
                    <a:pt x="14287" y="2958"/>
                    <a:pt x="13485" y="2858"/>
                  </a:cubicBezTo>
                  <a:cubicBezTo>
                    <a:pt x="12708" y="2758"/>
                    <a:pt x="11931" y="2632"/>
                    <a:pt x="11179" y="2532"/>
                  </a:cubicBezTo>
                  <a:cubicBezTo>
                    <a:pt x="10452" y="2407"/>
                    <a:pt x="9725" y="2282"/>
                    <a:pt x="9049" y="2156"/>
                  </a:cubicBezTo>
                  <a:cubicBezTo>
                    <a:pt x="8347" y="2056"/>
                    <a:pt x="7695" y="1931"/>
                    <a:pt x="7069" y="1805"/>
                  </a:cubicBezTo>
                  <a:cubicBezTo>
                    <a:pt x="6442" y="1680"/>
                    <a:pt x="5840" y="1555"/>
                    <a:pt x="5289" y="1429"/>
                  </a:cubicBezTo>
                  <a:cubicBezTo>
                    <a:pt x="4186" y="1179"/>
                    <a:pt x="3234" y="953"/>
                    <a:pt x="2457" y="753"/>
                  </a:cubicBezTo>
                  <a:cubicBezTo>
                    <a:pt x="1655" y="527"/>
                    <a:pt x="1053" y="352"/>
                    <a:pt x="627" y="226"/>
                  </a:cubicBezTo>
                  <a:cubicBezTo>
                    <a:pt x="202" y="76"/>
                    <a:pt x="1" y="1"/>
                    <a:pt x="1" y="1"/>
                  </a:cubicBezTo>
                  <a:close/>
                </a:path>
              </a:pathLst>
            </a:custGeom>
            <a:solidFill>
              <a:srgbClr val="CBE5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4"/>
            <p:cNvSpPr/>
            <p:nvPr/>
          </p:nvSpPr>
          <p:spPr>
            <a:xfrm>
              <a:off x="2813425" y="2315200"/>
              <a:ext cx="1819575" cy="2078425"/>
            </a:xfrm>
            <a:custGeom>
              <a:rect b="b" l="l" r="r" t="t"/>
              <a:pathLst>
                <a:path extrusionOk="0" h="83137" w="72783">
                  <a:moveTo>
                    <a:pt x="36392" y="0"/>
                  </a:moveTo>
                  <a:cubicBezTo>
                    <a:pt x="16291" y="0"/>
                    <a:pt x="1" y="16291"/>
                    <a:pt x="1" y="36391"/>
                  </a:cubicBezTo>
                  <a:lnTo>
                    <a:pt x="201" y="79048"/>
                  </a:lnTo>
                  <a:cubicBezTo>
                    <a:pt x="201" y="82729"/>
                    <a:pt x="6614" y="83137"/>
                    <a:pt x="8887" y="83137"/>
                  </a:cubicBezTo>
                  <a:cubicBezTo>
                    <a:pt x="9385" y="83137"/>
                    <a:pt x="9684" y="83117"/>
                    <a:pt x="9675" y="83108"/>
                  </a:cubicBezTo>
                  <a:lnTo>
                    <a:pt x="63084" y="83108"/>
                  </a:lnTo>
                  <a:cubicBezTo>
                    <a:pt x="63134" y="83033"/>
                    <a:pt x="72432" y="76843"/>
                    <a:pt x="72432" y="72356"/>
                  </a:cubicBezTo>
                  <a:lnTo>
                    <a:pt x="72783" y="36391"/>
                  </a:lnTo>
                  <a:cubicBezTo>
                    <a:pt x="72783" y="16291"/>
                    <a:pt x="56492" y="0"/>
                    <a:pt x="363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4"/>
            <p:cNvSpPr/>
            <p:nvPr/>
          </p:nvSpPr>
          <p:spPr>
            <a:xfrm>
              <a:off x="2990750" y="2492500"/>
              <a:ext cx="1464325" cy="1724350"/>
            </a:xfrm>
            <a:custGeom>
              <a:rect b="b" l="l" r="r" t="t"/>
              <a:pathLst>
                <a:path extrusionOk="0" h="68974" w="58573">
                  <a:moveTo>
                    <a:pt x="29299" y="1"/>
                  </a:moveTo>
                  <a:cubicBezTo>
                    <a:pt x="13133" y="1"/>
                    <a:pt x="0" y="13159"/>
                    <a:pt x="0" y="29274"/>
                  </a:cubicBezTo>
                  <a:lnTo>
                    <a:pt x="201" y="65239"/>
                  </a:lnTo>
                  <a:cubicBezTo>
                    <a:pt x="928" y="66167"/>
                    <a:pt x="2757" y="67721"/>
                    <a:pt x="4612" y="68974"/>
                  </a:cubicBezTo>
                  <a:lnTo>
                    <a:pt x="53635" y="68974"/>
                  </a:lnTo>
                  <a:cubicBezTo>
                    <a:pt x="56692" y="66467"/>
                    <a:pt x="57870" y="65114"/>
                    <a:pt x="58246" y="64538"/>
                  </a:cubicBezTo>
                  <a:lnTo>
                    <a:pt x="58572" y="29274"/>
                  </a:lnTo>
                  <a:cubicBezTo>
                    <a:pt x="58572" y="13134"/>
                    <a:pt x="45439" y="1"/>
                    <a:pt x="29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4"/>
            <p:cNvSpPr/>
            <p:nvPr/>
          </p:nvSpPr>
          <p:spPr>
            <a:xfrm>
              <a:off x="2817825" y="3984375"/>
              <a:ext cx="1822075" cy="419200"/>
            </a:xfrm>
            <a:custGeom>
              <a:rect b="b" l="l" r="r" t="t"/>
              <a:pathLst>
                <a:path extrusionOk="0" h="16768" w="72883">
                  <a:moveTo>
                    <a:pt x="72883" y="0"/>
                  </a:moveTo>
                  <a:lnTo>
                    <a:pt x="0" y="51"/>
                  </a:lnTo>
                  <a:lnTo>
                    <a:pt x="25" y="12281"/>
                  </a:lnTo>
                  <a:cubicBezTo>
                    <a:pt x="25" y="15962"/>
                    <a:pt x="6438" y="16370"/>
                    <a:pt x="8711" y="16370"/>
                  </a:cubicBezTo>
                  <a:cubicBezTo>
                    <a:pt x="9209" y="16370"/>
                    <a:pt x="9508" y="16350"/>
                    <a:pt x="9499" y="16341"/>
                  </a:cubicBezTo>
                  <a:lnTo>
                    <a:pt x="62908" y="16341"/>
                  </a:lnTo>
                  <a:cubicBezTo>
                    <a:pt x="62958" y="16266"/>
                    <a:pt x="72256" y="16767"/>
                    <a:pt x="72256" y="12281"/>
                  </a:cubicBezTo>
                  <a:lnTo>
                    <a:pt x="72883" y="0"/>
                  </a:lnTo>
                  <a:close/>
                </a:path>
              </a:pathLst>
            </a:custGeom>
            <a:solidFill>
              <a:srgbClr val="5595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4"/>
            <p:cNvSpPr/>
            <p:nvPr/>
          </p:nvSpPr>
          <p:spPr>
            <a:xfrm>
              <a:off x="2817825" y="3984375"/>
              <a:ext cx="1822075" cy="419200"/>
            </a:xfrm>
            <a:custGeom>
              <a:rect b="b" l="l" r="r" t="t"/>
              <a:pathLst>
                <a:path extrusionOk="0" h="16768" w="72883">
                  <a:moveTo>
                    <a:pt x="72883" y="0"/>
                  </a:moveTo>
                  <a:lnTo>
                    <a:pt x="0" y="51"/>
                  </a:lnTo>
                  <a:lnTo>
                    <a:pt x="25" y="12281"/>
                  </a:lnTo>
                  <a:cubicBezTo>
                    <a:pt x="25" y="15962"/>
                    <a:pt x="6438" y="16370"/>
                    <a:pt x="8711" y="16370"/>
                  </a:cubicBezTo>
                  <a:cubicBezTo>
                    <a:pt x="9209" y="16370"/>
                    <a:pt x="9508" y="16350"/>
                    <a:pt x="9499" y="16341"/>
                  </a:cubicBezTo>
                  <a:lnTo>
                    <a:pt x="62908" y="16341"/>
                  </a:lnTo>
                  <a:cubicBezTo>
                    <a:pt x="62958" y="16266"/>
                    <a:pt x="72256" y="16767"/>
                    <a:pt x="72256" y="12281"/>
                  </a:cubicBezTo>
                  <a:lnTo>
                    <a:pt x="7288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4"/>
            <p:cNvSpPr/>
            <p:nvPr/>
          </p:nvSpPr>
          <p:spPr>
            <a:xfrm>
              <a:off x="2965050" y="4074600"/>
              <a:ext cx="198650" cy="198650"/>
            </a:xfrm>
            <a:custGeom>
              <a:rect b="b" l="l" r="r" t="t"/>
              <a:pathLst>
                <a:path extrusionOk="0" h="7946" w="7946">
                  <a:moveTo>
                    <a:pt x="3961" y="0"/>
                  </a:moveTo>
                  <a:cubicBezTo>
                    <a:pt x="1780" y="0"/>
                    <a:pt x="1" y="1780"/>
                    <a:pt x="1" y="3960"/>
                  </a:cubicBezTo>
                  <a:cubicBezTo>
                    <a:pt x="1" y="6166"/>
                    <a:pt x="1780" y="7945"/>
                    <a:pt x="3961" y="7945"/>
                  </a:cubicBezTo>
                  <a:cubicBezTo>
                    <a:pt x="6166" y="7945"/>
                    <a:pt x="7946" y="6166"/>
                    <a:pt x="7946" y="3960"/>
                  </a:cubicBezTo>
                  <a:cubicBezTo>
                    <a:pt x="7946" y="1780"/>
                    <a:pt x="6166" y="0"/>
                    <a:pt x="3961"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4"/>
            <p:cNvSpPr/>
            <p:nvPr/>
          </p:nvSpPr>
          <p:spPr>
            <a:xfrm>
              <a:off x="2975700" y="4085875"/>
              <a:ext cx="176725" cy="176100"/>
            </a:xfrm>
            <a:custGeom>
              <a:rect b="b" l="l" r="r" t="t"/>
              <a:pathLst>
                <a:path extrusionOk="0" h="7044" w="7069">
                  <a:moveTo>
                    <a:pt x="3535" y="1"/>
                  </a:moveTo>
                  <a:cubicBezTo>
                    <a:pt x="1580" y="1"/>
                    <a:pt x="1" y="1580"/>
                    <a:pt x="1" y="3509"/>
                  </a:cubicBezTo>
                  <a:cubicBezTo>
                    <a:pt x="1" y="5464"/>
                    <a:pt x="1580" y="7043"/>
                    <a:pt x="3535" y="7043"/>
                  </a:cubicBezTo>
                  <a:cubicBezTo>
                    <a:pt x="5490" y="7043"/>
                    <a:pt x="7069" y="5464"/>
                    <a:pt x="7069" y="3509"/>
                  </a:cubicBezTo>
                  <a:cubicBezTo>
                    <a:pt x="7069" y="1580"/>
                    <a:pt x="5490" y="1"/>
                    <a:pt x="35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4"/>
            <p:cNvSpPr/>
            <p:nvPr/>
          </p:nvSpPr>
          <p:spPr>
            <a:xfrm>
              <a:off x="4270200" y="4074600"/>
              <a:ext cx="198650" cy="198650"/>
            </a:xfrm>
            <a:custGeom>
              <a:rect b="b" l="l" r="r" t="t"/>
              <a:pathLst>
                <a:path extrusionOk="0" h="7946" w="7946">
                  <a:moveTo>
                    <a:pt x="3961" y="0"/>
                  </a:moveTo>
                  <a:cubicBezTo>
                    <a:pt x="1780" y="0"/>
                    <a:pt x="1" y="1780"/>
                    <a:pt x="1" y="3960"/>
                  </a:cubicBezTo>
                  <a:cubicBezTo>
                    <a:pt x="1" y="6166"/>
                    <a:pt x="1780" y="7945"/>
                    <a:pt x="3961" y="7945"/>
                  </a:cubicBezTo>
                  <a:cubicBezTo>
                    <a:pt x="6166" y="7945"/>
                    <a:pt x="7946" y="6166"/>
                    <a:pt x="7946" y="3960"/>
                  </a:cubicBezTo>
                  <a:cubicBezTo>
                    <a:pt x="7946" y="1780"/>
                    <a:pt x="6166" y="0"/>
                    <a:pt x="3961"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4"/>
            <p:cNvSpPr/>
            <p:nvPr/>
          </p:nvSpPr>
          <p:spPr>
            <a:xfrm>
              <a:off x="4281475" y="4085875"/>
              <a:ext cx="176100" cy="176100"/>
            </a:xfrm>
            <a:custGeom>
              <a:rect b="b" l="l" r="r" t="t"/>
              <a:pathLst>
                <a:path extrusionOk="0" h="7044" w="7044">
                  <a:moveTo>
                    <a:pt x="3510" y="1"/>
                  </a:moveTo>
                  <a:cubicBezTo>
                    <a:pt x="1580" y="1"/>
                    <a:pt x="1" y="1580"/>
                    <a:pt x="1" y="3509"/>
                  </a:cubicBezTo>
                  <a:cubicBezTo>
                    <a:pt x="1" y="5464"/>
                    <a:pt x="1580" y="7043"/>
                    <a:pt x="3510" y="7043"/>
                  </a:cubicBezTo>
                  <a:cubicBezTo>
                    <a:pt x="5464" y="7043"/>
                    <a:pt x="7043" y="5464"/>
                    <a:pt x="7043" y="3509"/>
                  </a:cubicBezTo>
                  <a:cubicBezTo>
                    <a:pt x="7043" y="1580"/>
                    <a:pt x="5464" y="1"/>
                    <a:pt x="35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4"/>
            <p:cNvSpPr/>
            <p:nvPr/>
          </p:nvSpPr>
          <p:spPr>
            <a:xfrm>
              <a:off x="3237625" y="4080875"/>
              <a:ext cx="960550" cy="21325"/>
            </a:xfrm>
            <a:custGeom>
              <a:rect b="b" l="l" r="r" t="t"/>
              <a:pathLst>
                <a:path extrusionOk="0" h="853" w="38422">
                  <a:moveTo>
                    <a:pt x="401" y="0"/>
                  </a:moveTo>
                  <a:cubicBezTo>
                    <a:pt x="176" y="0"/>
                    <a:pt x="0" y="176"/>
                    <a:pt x="0" y="401"/>
                  </a:cubicBezTo>
                  <a:lnTo>
                    <a:pt x="0" y="451"/>
                  </a:lnTo>
                  <a:cubicBezTo>
                    <a:pt x="0" y="677"/>
                    <a:pt x="176" y="852"/>
                    <a:pt x="401" y="852"/>
                  </a:cubicBezTo>
                  <a:lnTo>
                    <a:pt x="38020" y="852"/>
                  </a:lnTo>
                  <a:cubicBezTo>
                    <a:pt x="38246" y="852"/>
                    <a:pt x="38421" y="677"/>
                    <a:pt x="38421" y="451"/>
                  </a:cubicBezTo>
                  <a:lnTo>
                    <a:pt x="38421" y="401"/>
                  </a:lnTo>
                  <a:cubicBezTo>
                    <a:pt x="38421" y="176"/>
                    <a:pt x="38246" y="0"/>
                    <a:pt x="38020" y="0"/>
                  </a:cubicBezTo>
                  <a:close/>
                </a:path>
              </a:pathLst>
            </a:custGeom>
            <a:solidFill>
              <a:srgbClr val="E8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4"/>
            <p:cNvSpPr/>
            <p:nvPr/>
          </p:nvSpPr>
          <p:spPr>
            <a:xfrm>
              <a:off x="3237625" y="4164825"/>
              <a:ext cx="960550" cy="20700"/>
            </a:xfrm>
            <a:custGeom>
              <a:rect b="b" l="l" r="r" t="t"/>
              <a:pathLst>
                <a:path extrusionOk="0" h="828" w="38422">
                  <a:moveTo>
                    <a:pt x="401" y="1"/>
                  </a:moveTo>
                  <a:cubicBezTo>
                    <a:pt x="176" y="1"/>
                    <a:pt x="0" y="176"/>
                    <a:pt x="0" y="402"/>
                  </a:cubicBezTo>
                  <a:lnTo>
                    <a:pt x="0" y="427"/>
                  </a:lnTo>
                  <a:cubicBezTo>
                    <a:pt x="0" y="652"/>
                    <a:pt x="176" y="828"/>
                    <a:pt x="401" y="828"/>
                  </a:cubicBezTo>
                  <a:lnTo>
                    <a:pt x="38020" y="828"/>
                  </a:lnTo>
                  <a:cubicBezTo>
                    <a:pt x="38246" y="828"/>
                    <a:pt x="38421" y="652"/>
                    <a:pt x="38421" y="427"/>
                  </a:cubicBezTo>
                  <a:lnTo>
                    <a:pt x="38421" y="402"/>
                  </a:lnTo>
                  <a:cubicBezTo>
                    <a:pt x="38421" y="176"/>
                    <a:pt x="38246" y="1"/>
                    <a:pt x="38020" y="1"/>
                  </a:cubicBezTo>
                  <a:close/>
                </a:path>
              </a:pathLst>
            </a:custGeom>
            <a:solidFill>
              <a:srgbClr val="E8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4"/>
            <p:cNvSpPr/>
            <p:nvPr/>
          </p:nvSpPr>
          <p:spPr>
            <a:xfrm>
              <a:off x="3237625" y="4248150"/>
              <a:ext cx="960550" cy="20700"/>
            </a:xfrm>
            <a:custGeom>
              <a:rect b="b" l="l" r="r" t="t"/>
              <a:pathLst>
                <a:path extrusionOk="0" h="828" w="38422">
                  <a:moveTo>
                    <a:pt x="401" y="1"/>
                  </a:moveTo>
                  <a:cubicBezTo>
                    <a:pt x="176" y="1"/>
                    <a:pt x="0" y="176"/>
                    <a:pt x="0" y="402"/>
                  </a:cubicBezTo>
                  <a:lnTo>
                    <a:pt x="0" y="427"/>
                  </a:lnTo>
                  <a:cubicBezTo>
                    <a:pt x="0" y="653"/>
                    <a:pt x="176" y="828"/>
                    <a:pt x="401" y="828"/>
                  </a:cubicBezTo>
                  <a:lnTo>
                    <a:pt x="38020" y="828"/>
                  </a:lnTo>
                  <a:cubicBezTo>
                    <a:pt x="38246" y="828"/>
                    <a:pt x="38421" y="653"/>
                    <a:pt x="38421" y="427"/>
                  </a:cubicBezTo>
                  <a:lnTo>
                    <a:pt x="38421" y="402"/>
                  </a:lnTo>
                  <a:cubicBezTo>
                    <a:pt x="38421" y="176"/>
                    <a:pt x="38246" y="1"/>
                    <a:pt x="38020" y="1"/>
                  </a:cubicBezTo>
                  <a:close/>
                </a:path>
              </a:pathLst>
            </a:custGeom>
            <a:solidFill>
              <a:srgbClr val="E8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4"/>
            <p:cNvSpPr/>
            <p:nvPr/>
          </p:nvSpPr>
          <p:spPr>
            <a:xfrm>
              <a:off x="3132975" y="3026350"/>
              <a:ext cx="1201175" cy="647275"/>
            </a:xfrm>
            <a:custGeom>
              <a:rect b="b" l="l" r="r" t="t"/>
              <a:pathLst>
                <a:path extrusionOk="0" h="25891" w="48047">
                  <a:moveTo>
                    <a:pt x="1329" y="0"/>
                  </a:moveTo>
                  <a:cubicBezTo>
                    <a:pt x="602" y="0"/>
                    <a:pt x="1" y="602"/>
                    <a:pt x="1" y="1329"/>
                  </a:cubicBezTo>
                  <a:lnTo>
                    <a:pt x="1" y="24562"/>
                  </a:lnTo>
                  <a:cubicBezTo>
                    <a:pt x="1" y="25314"/>
                    <a:pt x="602" y="25890"/>
                    <a:pt x="1329" y="25890"/>
                  </a:cubicBezTo>
                  <a:lnTo>
                    <a:pt x="46718" y="25890"/>
                  </a:lnTo>
                  <a:cubicBezTo>
                    <a:pt x="47445" y="25890"/>
                    <a:pt x="48046" y="25314"/>
                    <a:pt x="48046" y="24562"/>
                  </a:cubicBezTo>
                  <a:lnTo>
                    <a:pt x="48046" y="1329"/>
                  </a:lnTo>
                  <a:cubicBezTo>
                    <a:pt x="48046" y="602"/>
                    <a:pt x="47445" y="0"/>
                    <a:pt x="46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4"/>
            <p:cNvSpPr/>
            <p:nvPr/>
          </p:nvSpPr>
          <p:spPr>
            <a:xfrm>
              <a:off x="3362925" y="2733750"/>
              <a:ext cx="678600" cy="198625"/>
            </a:xfrm>
            <a:custGeom>
              <a:rect b="b" l="l" r="r" t="t"/>
              <a:pathLst>
                <a:path extrusionOk="0" h="7945" w="27144">
                  <a:moveTo>
                    <a:pt x="1580" y="0"/>
                  </a:moveTo>
                  <a:cubicBezTo>
                    <a:pt x="803" y="0"/>
                    <a:pt x="1" y="652"/>
                    <a:pt x="1" y="1479"/>
                  </a:cubicBezTo>
                  <a:lnTo>
                    <a:pt x="1" y="6441"/>
                  </a:lnTo>
                  <a:cubicBezTo>
                    <a:pt x="1" y="7268"/>
                    <a:pt x="803" y="7945"/>
                    <a:pt x="1580" y="7945"/>
                  </a:cubicBezTo>
                  <a:lnTo>
                    <a:pt x="25565" y="7945"/>
                  </a:lnTo>
                  <a:cubicBezTo>
                    <a:pt x="26342" y="7945"/>
                    <a:pt x="27144" y="7268"/>
                    <a:pt x="27144" y="6441"/>
                  </a:cubicBezTo>
                  <a:lnTo>
                    <a:pt x="27144" y="1479"/>
                  </a:lnTo>
                  <a:cubicBezTo>
                    <a:pt x="27144" y="652"/>
                    <a:pt x="26342" y="0"/>
                    <a:pt x="255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4"/>
            <p:cNvSpPr/>
            <p:nvPr/>
          </p:nvSpPr>
          <p:spPr>
            <a:xfrm>
              <a:off x="3404275" y="2765075"/>
              <a:ext cx="21325" cy="125325"/>
            </a:xfrm>
            <a:custGeom>
              <a:rect b="b" l="l" r="r" t="t"/>
              <a:pathLst>
                <a:path extrusionOk="0" h="5013" w="853">
                  <a:moveTo>
                    <a:pt x="427" y="0"/>
                  </a:moveTo>
                  <a:cubicBezTo>
                    <a:pt x="201" y="0"/>
                    <a:pt x="1" y="201"/>
                    <a:pt x="1" y="426"/>
                  </a:cubicBezTo>
                  <a:lnTo>
                    <a:pt x="1" y="4612"/>
                  </a:lnTo>
                  <a:cubicBezTo>
                    <a:pt x="1" y="4837"/>
                    <a:pt x="201" y="5013"/>
                    <a:pt x="427" y="5013"/>
                  </a:cubicBezTo>
                  <a:cubicBezTo>
                    <a:pt x="652" y="5013"/>
                    <a:pt x="853" y="4837"/>
                    <a:pt x="853" y="4612"/>
                  </a:cubicBezTo>
                  <a:lnTo>
                    <a:pt x="853" y="426"/>
                  </a:lnTo>
                  <a:cubicBezTo>
                    <a:pt x="853" y="201"/>
                    <a:pt x="652" y="0"/>
                    <a:pt x="427"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4"/>
            <p:cNvSpPr/>
            <p:nvPr/>
          </p:nvSpPr>
          <p:spPr>
            <a:xfrm>
              <a:off x="3456925" y="2765075"/>
              <a:ext cx="20700" cy="125325"/>
            </a:xfrm>
            <a:custGeom>
              <a:rect b="b" l="l" r="r" t="t"/>
              <a:pathLst>
                <a:path extrusionOk="0" h="5013" w="828">
                  <a:moveTo>
                    <a:pt x="401" y="0"/>
                  </a:moveTo>
                  <a:cubicBezTo>
                    <a:pt x="176" y="0"/>
                    <a:pt x="0" y="201"/>
                    <a:pt x="0" y="426"/>
                  </a:cubicBezTo>
                  <a:lnTo>
                    <a:pt x="0" y="4612"/>
                  </a:lnTo>
                  <a:cubicBezTo>
                    <a:pt x="0" y="4837"/>
                    <a:pt x="176" y="5013"/>
                    <a:pt x="401" y="5013"/>
                  </a:cubicBezTo>
                  <a:cubicBezTo>
                    <a:pt x="652" y="5013"/>
                    <a:pt x="827" y="4837"/>
                    <a:pt x="827" y="4612"/>
                  </a:cubicBezTo>
                  <a:lnTo>
                    <a:pt x="827" y="426"/>
                  </a:lnTo>
                  <a:cubicBezTo>
                    <a:pt x="827" y="201"/>
                    <a:pt x="652" y="0"/>
                    <a:pt x="401"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4"/>
            <p:cNvSpPr/>
            <p:nvPr/>
          </p:nvSpPr>
          <p:spPr>
            <a:xfrm>
              <a:off x="3508925" y="2765075"/>
              <a:ext cx="20700" cy="125325"/>
            </a:xfrm>
            <a:custGeom>
              <a:rect b="b" l="l" r="r" t="t"/>
              <a:pathLst>
                <a:path extrusionOk="0" h="5013" w="828">
                  <a:moveTo>
                    <a:pt x="426" y="0"/>
                  </a:moveTo>
                  <a:cubicBezTo>
                    <a:pt x="176" y="0"/>
                    <a:pt x="0" y="201"/>
                    <a:pt x="0" y="426"/>
                  </a:cubicBezTo>
                  <a:lnTo>
                    <a:pt x="0" y="4612"/>
                  </a:lnTo>
                  <a:cubicBezTo>
                    <a:pt x="0" y="4837"/>
                    <a:pt x="176" y="5013"/>
                    <a:pt x="426" y="5013"/>
                  </a:cubicBezTo>
                  <a:cubicBezTo>
                    <a:pt x="652" y="5013"/>
                    <a:pt x="827" y="4837"/>
                    <a:pt x="827" y="4612"/>
                  </a:cubicBezTo>
                  <a:lnTo>
                    <a:pt x="827" y="426"/>
                  </a:lnTo>
                  <a:cubicBezTo>
                    <a:pt x="827" y="201"/>
                    <a:pt x="652" y="0"/>
                    <a:pt x="426"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4"/>
            <p:cNvSpPr/>
            <p:nvPr/>
          </p:nvSpPr>
          <p:spPr>
            <a:xfrm>
              <a:off x="3560925" y="2765075"/>
              <a:ext cx="21325" cy="125325"/>
            </a:xfrm>
            <a:custGeom>
              <a:rect b="b" l="l" r="r" t="t"/>
              <a:pathLst>
                <a:path extrusionOk="0" h="5013" w="853">
                  <a:moveTo>
                    <a:pt x="427" y="0"/>
                  </a:moveTo>
                  <a:cubicBezTo>
                    <a:pt x="201" y="0"/>
                    <a:pt x="1" y="201"/>
                    <a:pt x="1" y="426"/>
                  </a:cubicBezTo>
                  <a:lnTo>
                    <a:pt x="1" y="4612"/>
                  </a:lnTo>
                  <a:cubicBezTo>
                    <a:pt x="1" y="4837"/>
                    <a:pt x="201" y="5013"/>
                    <a:pt x="427" y="5013"/>
                  </a:cubicBezTo>
                  <a:cubicBezTo>
                    <a:pt x="652" y="5013"/>
                    <a:pt x="853" y="4837"/>
                    <a:pt x="853" y="4612"/>
                  </a:cubicBezTo>
                  <a:lnTo>
                    <a:pt x="853" y="426"/>
                  </a:lnTo>
                  <a:cubicBezTo>
                    <a:pt x="853" y="201"/>
                    <a:pt x="652" y="0"/>
                    <a:pt x="427"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4"/>
            <p:cNvSpPr/>
            <p:nvPr/>
          </p:nvSpPr>
          <p:spPr>
            <a:xfrm>
              <a:off x="3613550" y="2765075"/>
              <a:ext cx="20700" cy="125325"/>
            </a:xfrm>
            <a:custGeom>
              <a:rect b="b" l="l" r="r" t="t"/>
              <a:pathLst>
                <a:path extrusionOk="0" h="5013" w="828">
                  <a:moveTo>
                    <a:pt x="402" y="0"/>
                  </a:moveTo>
                  <a:cubicBezTo>
                    <a:pt x="176" y="0"/>
                    <a:pt x="1" y="201"/>
                    <a:pt x="1" y="426"/>
                  </a:cubicBezTo>
                  <a:lnTo>
                    <a:pt x="1" y="4612"/>
                  </a:lnTo>
                  <a:cubicBezTo>
                    <a:pt x="1" y="4837"/>
                    <a:pt x="176" y="5013"/>
                    <a:pt x="402" y="5013"/>
                  </a:cubicBezTo>
                  <a:cubicBezTo>
                    <a:pt x="652" y="5013"/>
                    <a:pt x="828" y="4837"/>
                    <a:pt x="828" y="4612"/>
                  </a:cubicBezTo>
                  <a:lnTo>
                    <a:pt x="828" y="426"/>
                  </a:lnTo>
                  <a:cubicBezTo>
                    <a:pt x="828" y="201"/>
                    <a:pt x="652" y="0"/>
                    <a:pt x="402"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4"/>
            <p:cNvSpPr/>
            <p:nvPr/>
          </p:nvSpPr>
          <p:spPr>
            <a:xfrm>
              <a:off x="3665575" y="2765075"/>
              <a:ext cx="20700" cy="125325"/>
            </a:xfrm>
            <a:custGeom>
              <a:rect b="b" l="l" r="r" t="t"/>
              <a:pathLst>
                <a:path extrusionOk="0" h="5013" w="828">
                  <a:moveTo>
                    <a:pt x="426" y="0"/>
                  </a:moveTo>
                  <a:cubicBezTo>
                    <a:pt x="175" y="0"/>
                    <a:pt x="0" y="201"/>
                    <a:pt x="0" y="426"/>
                  </a:cubicBezTo>
                  <a:lnTo>
                    <a:pt x="0" y="4612"/>
                  </a:lnTo>
                  <a:cubicBezTo>
                    <a:pt x="0" y="4837"/>
                    <a:pt x="175" y="5013"/>
                    <a:pt x="426" y="5013"/>
                  </a:cubicBezTo>
                  <a:cubicBezTo>
                    <a:pt x="652" y="5013"/>
                    <a:pt x="827" y="4837"/>
                    <a:pt x="827" y="4612"/>
                  </a:cubicBezTo>
                  <a:lnTo>
                    <a:pt x="827" y="426"/>
                  </a:lnTo>
                  <a:cubicBezTo>
                    <a:pt x="827" y="201"/>
                    <a:pt x="652" y="0"/>
                    <a:pt x="426"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4"/>
            <p:cNvSpPr/>
            <p:nvPr/>
          </p:nvSpPr>
          <p:spPr>
            <a:xfrm>
              <a:off x="3717575" y="2765075"/>
              <a:ext cx="21325" cy="125325"/>
            </a:xfrm>
            <a:custGeom>
              <a:rect b="b" l="l" r="r" t="t"/>
              <a:pathLst>
                <a:path extrusionOk="0" h="5013" w="853">
                  <a:moveTo>
                    <a:pt x="426" y="0"/>
                  </a:moveTo>
                  <a:cubicBezTo>
                    <a:pt x="201" y="0"/>
                    <a:pt x="0" y="201"/>
                    <a:pt x="0" y="426"/>
                  </a:cubicBezTo>
                  <a:lnTo>
                    <a:pt x="0" y="4612"/>
                  </a:lnTo>
                  <a:cubicBezTo>
                    <a:pt x="0" y="4837"/>
                    <a:pt x="201" y="5013"/>
                    <a:pt x="426" y="5013"/>
                  </a:cubicBezTo>
                  <a:cubicBezTo>
                    <a:pt x="652" y="5013"/>
                    <a:pt x="852" y="4837"/>
                    <a:pt x="852" y="4612"/>
                  </a:cubicBezTo>
                  <a:lnTo>
                    <a:pt x="852" y="426"/>
                  </a:lnTo>
                  <a:cubicBezTo>
                    <a:pt x="852" y="201"/>
                    <a:pt x="652" y="0"/>
                    <a:pt x="426"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4"/>
            <p:cNvSpPr/>
            <p:nvPr/>
          </p:nvSpPr>
          <p:spPr>
            <a:xfrm>
              <a:off x="3770200" y="2765075"/>
              <a:ext cx="20700" cy="125325"/>
            </a:xfrm>
            <a:custGeom>
              <a:rect b="b" l="l" r="r" t="t"/>
              <a:pathLst>
                <a:path extrusionOk="0" h="5013" w="828">
                  <a:moveTo>
                    <a:pt x="402" y="0"/>
                  </a:moveTo>
                  <a:cubicBezTo>
                    <a:pt x="176" y="0"/>
                    <a:pt x="1" y="201"/>
                    <a:pt x="1" y="426"/>
                  </a:cubicBezTo>
                  <a:lnTo>
                    <a:pt x="1" y="4612"/>
                  </a:lnTo>
                  <a:cubicBezTo>
                    <a:pt x="1" y="4837"/>
                    <a:pt x="176" y="5013"/>
                    <a:pt x="402" y="5013"/>
                  </a:cubicBezTo>
                  <a:cubicBezTo>
                    <a:pt x="652" y="5013"/>
                    <a:pt x="828" y="4837"/>
                    <a:pt x="828" y="4612"/>
                  </a:cubicBezTo>
                  <a:lnTo>
                    <a:pt x="828" y="426"/>
                  </a:lnTo>
                  <a:cubicBezTo>
                    <a:pt x="828" y="201"/>
                    <a:pt x="652" y="0"/>
                    <a:pt x="402"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4"/>
            <p:cNvSpPr/>
            <p:nvPr/>
          </p:nvSpPr>
          <p:spPr>
            <a:xfrm>
              <a:off x="3822200" y="2765075"/>
              <a:ext cx="20700" cy="125325"/>
            </a:xfrm>
            <a:custGeom>
              <a:rect b="b" l="l" r="r" t="t"/>
              <a:pathLst>
                <a:path extrusionOk="0" h="5013" w="828">
                  <a:moveTo>
                    <a:pt x="427" y="0"/>
                  </a:moveTo>
                  <a:cubicBezTo>
                    <a:pt x="176" y="0"/>
                    <a:pt x="1" y="201"/>
                    <a:pt x="1" y="426"/>
                  </a:cubicBezTo>
                  <a:lnTo>
                    <a:pt x="1" y="4612"/>
                  </a:lnTo>
                  <a:cubicBezTo>
                    <a:pt x="1" y="4837"/>
                    <a:pt x="176" y="5013"/>
                    <a:pt x="427" y="5013"/>
                  </a:cubicBezTo>
                  <a:cubicBezTo>
                    <a:pt x="652" y="5013"/>
                    <a:pt x="828" y="4837"/>
                    <a:pt x="828" y="4612"/>
                  </a:cubicBezTo>
                  <a:lnTo>
                    <a:pt x="828" y="426"/>
                  </a:lnTo>
                  <a:cubicBezTo>
                    <a:pt x="828" y="201"/>
                    <a:pt x="652" y="0"/>
                    <a:pt x="427"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4"/>
            <p:cNvSpPr/>
            <p:nvPr/>
          </p:nvSpPr>
          <p:spPr>
            <a:xfrm>
              <a:off x="3874200" y="2765075"/>
              <a:ext cx="21350" cy="125325"/>
            </a:xfrm>
            <a:custGeom>
              <a:rect b="b" l="l" r="r" t="t"/>
              <a:pathLst>
                <a:path extrusionOk="0" h="5013" w="854">
                  <a:moveTo>
                    <a:pt x="427" y="0"/>
                  </a:moveTo>
                  <a:cubicBezTo>
                    <a:pt x="201" y="0"/>
                    <a:pt x="1" y="201"/>
                    <a:pt x="1" y="426"/>
                  </a:cubicBezTo>
                  <a:lnTo>
                    <a:pt x="1" y="4612"/>
                  </a:lnTo>
                  <a:cubicBezTo>
                    <a:pt x="1" y="4837"/>
                    <a:pt x="201" y="5013"/>
                    <a:pt x="427" y="5013"/>
                  </a:cubicBezTo>
                  <a:cubicBezTo>
                    <a:pt x="653" y="5013"/>
                    <a:pt x="853" y="4837"/>
                    <a:pt x="853" y="4612"/>
                  </a:cubicBezTo>
                  <a:lnTo>
                    <a:pt x="853" y="426"/>
                  </a:lnTo>
                  <a:cubicBezTo>
                    <a:pt x="853" y="201"/>
                    <a:pt x="653" y="0"/>
                    <a:pt x="427"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4"/>
            <p:cNvSpPr/>
            <p:nvPr/>
          </p:nvSpPr>
          <p:spPr>
            <a:xfrm>
              <a:off x="3926850" y="2765075"/>
              <a:ext cx="20700" cy="125325"/>
            </a:xfrm>
            <a:custGeom>
              <a:rect b="b" l="l" r="r" t="t"/>
              <a:pathLst>
                <a:path extrusionOk="0" h="5013" w="828">
                  <a:moveTo>
                    <a:pt x="401" y="0"/>
                  </a:moveTo>
                  <a:cubicBezTo>
                    <a:pt x="176" y="0"/>
                    <a:pt x="0" y="201"/>
                    <a:pt x="0" y="426"/>
                  </a:cubicBezTo>
                  <a:lnTo>
                    <a:pt x="0" y="4612"/>
                  </a:lnTo>
                  <a:cubicBezTo>
                    <a:pt x="0" y="4837"/>
                    <a:pt x="176" y="5013"/>
                    <a:pt x="401" y="5013"/>
                  </a:cubicBezTo>
                  <a:cubicBezTo>
                    <a:pt x="652" y="5013"/>
                    <a:pt x="827" y="4837"/>
                    <a:pt x="827" y="4612"/>
                  </a:cubicBezTo>
                  <a:lnTo>
                    <a:pt x="827" y="426"/>
                  </a:lnTo>
                  <a:cubicBezTo>
                    <a:pt x="827" y="201"/>
                    <a:pt x="652" y="0"/>
                    <a:pt x="401"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4"/>
            <p:cNvSpPr/>
            <p:nvPr/>
          </p:nvSpPr>
          <p:spPr>
            <a:xfrm>
              <a:off x="3978850" y="2765075"/>
              <a:ext cx="20700" cy="125325"/>
            </a:xfrm>
            <a:custGeom>
              <a:rect b="b" l="l" r="r" t="t"/>
              <a:pathLst>
                <a:path extrusionOk="0" h="5013" w="828">
                  <a:moveTo>
                    <a:pt x="426" y="0"/>
                  </a:moveTo>
                  <a:cubicBezTo>
                    <a:pt x="176" y="0"/>
                    <a:pt x="0" y="201"/>
                    <a:pt x="0" y="426"/>
                  </a:cubicBezTo>
                  <a:lnTo>
                    <a:pt x="0" y="4612"/>
                  </a:lnTo>
                  <a:cubicBezTo>
                    <a:pt x="0" y="4837"/>
                    <a:pt x="176" y="5013"/>
                    <a:pt x="426" y="5013"/>
                  </a:cubicBezTo>
                  <a:cubicBezTo>
                    <a:pt x="652" y="5013"/>
                    <a:pt x="828" y="4837"/>
                    <a:pt x="828" y="4612"/>
                  </a:cubicBezTo>
                  <a:lnTo>
                    <a:pt x="828" y="426"/>
                  </a:lnTo>
                  <a:cubicBezTo>
                    <a:pt x="828" y="201"/>
                    <a:pt x="652" y="0"/>
                    <a:pt x="426"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4"/>
            <p:cNvSpPr/>
            <p:nvPr/>
          </p:nvSpPr>
          <p:spPr>
            <a:xfrm>
              <a:off x="3344125" y="3273225"/>
              <a:ext cx="193650" cy="193625"/>
            </a:xfrm>
            <a:custGeom>
              <a:rect b="b" l="l" r="r" t="t"/>
              <a:pathLst>
                <a:path extrusionOk="0" fill="none" h="7745" w="7746">
                  <a:moveTo>
                    <a:pt x="1" y="0"/>
                  </a:moveTo>
                  <a:lnTo>
                    <a:pt x="7745" y="7745"/>
                  </a:lnTo>
                </a:path>
              </a:pathLst>
            </a:custGeom>
            <a:noFill/>
            <a:ln cap="flat" cmpd="sng" w="20675">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4"/>
            <p:cNvSpPr/>
            <p:nvPr/>
          </p:nvSpPr>
          <p:spPr>
            <a:xfrm>
              <a:off x="3555275" y="3191775"/>
              <a:ext cx="355925" cy="355900"/>
            </a:xfrm>
            <a:custGeom>
              <a:rect b="b" l="l" r="r" t="t"/>
              <a:pathLst>
                <a:path extrusionOk="0" fill="none" h="14236" w="14237">
                  <a:moveTo>
                    <a:pt x="1" y="0"/>
                  </a:moveTo>
                  <a:lnTo>
                    <a:pt x="14237" y="14236"/>
                  </a:lnTo>
                </a:path>
              </a:pathLst>
            </a:custGeom>
            <a:noFill/>
            <a:ln cap="flat" cmpd="sng" w="20675">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4"/>
            <p:cNvSpPr/>
            <p:nvPr/>
          </p:nvSpPr>
          <p:spPr>
            <a:xfrm>
              <a:off x="3928725" y="3273225"/>
              <a:ext cx="194250" cy="193625"/>
            </a:xfrm>
            <a:custGeom>
              <a:rect b="b" l="l" r="r" t="t"/>
              <a:pathLst>
                <a:path extrusionOk="0" fill="none" h="7745" w="7770">
                  <a:moveTo>
                    <a:pt x="0" y="0"/>
                  </a:moveTo>
                  <a:lnTo>
                    <a:pt x="7770" y="7745"/>
                  </a:lnTo>
                </a:path>
              </a:pathLst>
            </a:custGeom>
            <a:noFill/>
            <a:ln cap="flat" cmpd="sng" w="20675">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4"/>
            <p:cNvSpPr/>
            <p:nvPr/>
          </p:nvSpPr>
          <p:spPr>
            <a:xfrm>
              <a:off x="3132975" y="3788875"/>
              <a:ext cx="177350" cy="94025"/>
            </a:xfrm>
            <a:custGeom>
              <a:rect b="b" l="l" r="r" t="t"/>
              <a:pathLst>
                <a:path extrusionOk="0" h="3761" w="7094">
                  <a:moveTo>
                    <a:pt x="1254" y="1"/>
                  </a:moveTo>
                  <a:cubicBezTo>
                    <a:pt x="552" y="1"/>
                    <a:pt x="1" y="552"/>
                    <a:pt x="1" y="1254"/>
                  </a:cubicBezTo>
                  <a:lnTo>
                    <a:pt x="1" y="2507"/>
                  </a:lnTo>
                  <a:cubicBezTo>
                    <a:pt x="1" y="3184"/>
                    <a:pt x="552" y="3760"/>
                    <a:pt x="1254" y="3760"/>
                  </a:cubicBezTo>
                  <a:lnTo>
                    <a:pt x="5840" y="3760"/>
                  </a:lnTo>
                  <a:cubicBezTo>
                    <a:pt x="6542" y="3760"/>
                    <a:pt x="7093" y="3184"/>
                    <a:pt x="7093" y="2507"/>
                  </a:cubicBezTo>
                  <a:lnTo>
                    <a:pt x="7093" y="1254"/>
                  </a:lnTo>
                  <a:cubicBezTo>
                    <a:pt x="7093" y="552"/>
                    <a:pt x="6542" y="1"/>
                    <a:pt x="58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4"/>
            <p:cNvSpPr/>
            <p:nvPr/>
          </p:nvSpPr>
          <p:spPr>
            <a:xfrm>
              <a:off x="4156175" y="3788875"/>
              <a:ext cx="177975" cy="94025"/>
            </a:xfrm>
            <a:custGeom>
              <a:rect b="b" l="l" r="r" t="t"/>
              <a:pathLst>
                <a:path extrusionOk="0" h="3761" w="7119">
                  <a:moveTo>
                    <a:pt x="1253" y="1"/>
                  </a:moveTo>
                  <a:cubicBezTo>
                    <a:pt x="577" y="1"/>
                    <a:pt x="0" y="552"/>
                    <a:pt x="0" y="1254"/>
                  </a:cubicBezTo>
                  <a:lnTo>
                    <a:pt x="0" y="2507"/>
                  </a:lnTo>
                  <a:cubicBezTo>
                    <a:pt x="0" y="3184"/>
                    <a:pt x="577" y="3760"/>
                    <a:pt x="1253" y="3760"/>
                  </a:cubicBezTo>
                  <a:lnTo>
                    <a:pt x="5865" y="3760"/>
                  </a:lnTo>
                  <a:cubicBezTo>
                    <a:pt x="6542" y="3760"/>
                    <a:pt x="7118" y="3184"/>
                    <a:pt x="7118" y="2507"/>
                  </a:cubicBezTo>
                  <a:lnTo>
                    <a:pt x="7118" y="1254"/>
                  </a:lnTo>
                  <a:cubicBezTo>
                    <a:pt x="7118" y="552"/>
                    <a:pt x="6542" y="1"/>
                    <a:pt x="58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4"/>
            <p:cNvSpPr/>
            <p:nvPr/>
          </p:nvSpPr>
          <p:spPr>
            <a:xfrm>
              <a:off x="3341625" y="3798900"/>
              <a:ext cx="783250" cy="21325"/>
            </a:xfrm>
            <a:custGeom>
              <a:rect b="b" l="l" r="r" t="t"/>
              <a:pathLst>
                <a:path extrusionOk="0" h="853" w="31330">
                  <a:moveTo>
                    <a:pt x="427" y="1"/>
                  </a:moveTo>
                  <a:cubicBezTo>
                    <a:pt x="201" y="1"/>
                    <a:pt x="1" y="201"/>
                    <a:pt x="1" y="427"/>
                  </a:cubicBezTo>
                  <a:cubicBezTo>
                    <a:pt x="1" y="652"/>
                    <a:pt x="201" y="853"/>
                    <a:pt x="427" y="853"/>
                  </a:cubicBezTo>
                  <a:lnTo>
                    <a:pt x="30928" y="853"/>
                  </a:lnTo>
                  <a:cubicBezTo>
                    <a:pt x="31154" y="853"/>
                    <a:pt x="31329" y="652"/>
                    <a:pt x="31329" y="427"/>
                  </a:cubicBezTo>
                  <a:cubicBezTo>
                    <a:pt x="31329" y="201"/>
                    <a:pt x="31154" y="1"/>
                    <a:pt x="309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4"/>
            <p:cNvSpPr/>
            <p:nvPr/>
          </p:nvSpPr>
          <p:spPr>
            <a:xfrm>
              <a:off x="3341625" y="3851550"/>
              <a:ext cx="783250" cy="20700"/>
            </a:xfrm>
            <a:custGeom>
              <a:rect b="b" l="l" r="r" t="t"/>
              <a:pathLst>
                <a:path extrusionOk="0" h="828" w="31330">
                  <a:moveTo>
                    <a:pt x="427" y="0"/>
                  </a:moveTo>
                  <a:cubicBezTo>
                    <a:pt x="201" y="0"/>
                    <a:pt x="1" y="176"/>
                    <a:pt x="1" y="401"/>
                  </a:cubicBezTo>
                  <a:cubicBezTo>
                    <a:pt x="1" y="652"/>
                    <a:pt x="201" y="827"/>
                    <a:pt x="427" y="827"/>
                  </a:cubicBezTo>
                  <a:lnTo>
                    <a:pt x="30928" y="827"/>
                  </a:lnTo>
                  <a:cubicBezTo>
                    <a:pt x="31154" y="827"/>
                    <a:pt x="31329" y="652"/>
                    <a:pt x="31329" y="401"/>
                  </a:cubicBezTo>
                  <a:cubicBezTo>
                    <a:pt x="31329" y="176"/>
                    <a:pt x="31154" y="0"/>
                    <a:pt x="309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0" name="Google Shape;1330;p34"/>
            <p:cNvGrpSpPr/>
            <p:nvPr/>
          </p:nvGrpSpPr>
          <p:grpSpPr>
            <a:xfrm>
              <a:off x="3748900" y="238125"/>
              <a:ext cx="2662950" cy="5224975"/>
              <a:chOff x="3748900" y="238125"/>
              <a:chExt cx="2662950" cy="5224975"/>
            </a:xfrm>
          </p:grpSpPr>
          <p:sp>
            <p:nvSpPr>
              <p:cNvPr id="1331" name="Google Shape;1331;p34"/>
              <p:cNvSpPr/>
              <p:nvPr/>
            </p:nvSpPr>
            <p:spPr>
              <a:xfrm>
                <a:off x="4036500" y="1009425"/>
                <a:ext cx="400400" cy="188625"/>
              </a:xfrm>
              <a:custGeom>
                <a:rect b="b" l="l" r="r" t="t"/>
                <a:pathLst>
                  <a:path extrusionOk="0" h="7545" w="16016">
                    <a:moveTo>
                      <a:pt x="8020" y="0"/>
                    </a:moveTo>
                    <a:cubicBezTo>
                      <a:pt x="3735" y="0"/>
                      <a:pt x="251" y="3334"/>
                      <a:pt x="0" y="7544"/>
                    </a:cubicBezTo>
                    <a:lnTo>
                      <a:pt x="16015" y="7544"/>
                    </a:lnTo>
                    <a:cubicBezTo>
                      <a:pt x="15765" y="3334"/>
                      <a:pt x="12281" y="0"/>
                      <a:pt x="8020" y="0"/>
                    </a:cubicBezTo>
                    <a:close/>
                  </a:path>
                </a:pathLst>
              </a:custGeom>
              <a:solidFill>
                <a:srgbClr val="CBE5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4"/>
              <p:cNvSpPr/>
              <p:nvPr/>
            </p:nvSpPr>
            <p:spPr>
              <a:xfrm>
                <a:off x="3748900" y="238125"/>
                <a:ext cx="2662950" cy="1755025"/>
              </a:xfrm>
              <a:custGeom>
                <a:rect b="b" l="l" r="r" t="t"/>
                <a:pathLst>
                  <a:path extrusionOk="0" h="70201" w="106518">
                    <a:moveTo>
                      <a:pt x="0" y="0"/>
                    </a:moveTo>
                    <a:lnTo>
                      <a:pt x="89023" y="70201"/>
                    </a:lnTo>
                    <a:lnTo>
                      <a:pt x="106517" y="70201"/>
                    </a:lnTo>
                    <a:lnTo>
                      <a:pt x="106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4"/>
              <p:cNvSpPr/>
              <p:nvPr/>
            </p:nvSpPr>
            <p:spPr>
              <a:xfrm>
                <a:off x="3790875" y="394750"/>
                <a:ext cx="2381000" cy="981875"/>
              </a:xfrm>
              <a:custGeom>
                <a:rect b="b" l="l" r="r" t="t"/>
                <a:pathLst>
                  <a:path extrusionOk="0" h="39275" w="95240">
                    <a:moveTo>
                      <a:pt x="1" y="1"/>
                    </a:moveTo>
                    <a:lnTo>
                      <a:pt x="1" y="39274"/>
                    </a:lnTo>
                    <a:lnTo>
                      <a:pt x="95239" y="39274"/>
                    </a:lnTo>
                    <a:lnTo>
                      <a:pt x="952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4"/>
              <p:cNvSpPr/>
              <p:nvPr/>
            </p:nvSpPr>
            <p:spPr>
              <a:xfrm>
                <a:off x="4124850" y="248775"/>
                <a:ext cx="94000" cy="448650"/>
              </a:xfrm>
              <a:custGeom>
                <a:rect b="b" l="l" r="r" t="t"/>
                <a:pathLst>
                  <a:path extrusionOk="0" h="17946" w="3760">
                    <a:moveTo>
                      <a:pt x="0" y="0"/>
                    </a:moveTo>
                    <a:lnTo>
                      <a:pt x="0" y="17945"/>
                    </a:lnTo>
                    <a:lnTo>
                      <a:pt x="3759" y="17945"/>
                    </a:lnTo>
                    <a:lnTo>
                      <a:pt x="37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4"/>
              <p:cNvSpPr/>
              <p:nvPr/>
            </p:nvSpPr>
            <p:spPr>
              <a:xfrm>
                <a:off x="5659925" y="248775"/>
                <a:ext cx="94025" cy="448650"/>
              </a:xfrm>
              <a:custGeom>
                <a:rect b="b" l="l" r="r" t="t"/>
                <a:pathLst>
                  <a:path extrusionOk="0" h="17946" w="3761">
                    <a:moveTo>
                      <a:pt x="1" y="0"/>
                    </a:moveTo>
                    <a:lnTo>
                      <a:pt x="1" y="17945"/>
                    </a:lnTo>
                    <a:lnTo>
                      <a:pt x="3760" y="17945"/>
                    </a:lnTo>
                    <a:lnTo>
                      <a:pt x="37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4"/>
              <p:cNvSpPr/>
              <p:nvPr/>
            </p:nvSpPr>
            <p:spPr>
              <a:xfrm>
                <a:off x="3895525" y="501275"/>
                <a:ext cx="2171700" cy="770075"/>
              </a:xfrm>
              <a:custGeom>
                <a:rect b="b" l="l" r="r" t="t"/>
                <a:pathLst>
                  <a:path extrusionOk="0" h="30803" w="86868">
                    <a:moveTo>
                      <a:pt x="0" y="0"/>
                    </a:moveTo>
                    <a:lnTo>
                      <a:pt x="0" y="30803"/>
                    </a:lnTo>
                    <a:lnTo>
                      <a:pt x="86868" y="30803"/>
                    </a:lnTo>
                    <a:lnTo>
                      <a:pt x="868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4"/>
              <p:cNvSpPr/>
              <p:nvPr/>
            </p:nvSpPr>
            <p:spPr>
              <a:xfrm>
                <a:off x="4452525" y="666675"/>
                <a:ext cx="133500" cy="151050"/>
              </a:xfrm>
              <a:custGeom>
                <a:rect b="b" l="l" r="r" t="t"/>
                <a:pathLst>
                  <a:path extrusionOk="0" h="6042" w="5340">
                    <a:moveTo>
                      <a:pt x="2933" y="1"/>
                    </a:moveTo>
                    <a:cubicBezTo>
                      <a:pt x="2457" y="1"/>
                      <a:pt x="2056" y="101"/>
                      <a:pt x="1680" y="277"/>
                    </a:cubicBezTo>
                    <a:cubicBezTo>
                      <a:pt x="1329" y="452"/>
                      <a:pt x="1028" y="678"/>
                      <a:pt x="778" y="953"/>
                    </a:cubicBezTo>
                    <a:cubicBezTo>
                      <a:pt x="527" y="1229"/>
                      <a:pt x="327" y="1555"/>
                      <a:pt x="201" y="1906"/>
                    </a:cubicBezTo>
                    <a:cubicBezTo>
                      <a:pt x="51" y="2257"/>
                      <a:pt x="1" y="2607"/>
                      <a:pt x="1" y="2983"/>
                    </a:cubicBezTo>
                    <a:cubicBezTo>
                      <a:pt x="1" y="3359"/>
                      <a:pt x="76" y="3735"/>
                      <a:pt x="201" y="4086"/>
                    </a:cubicBezTo>
                    <a:cubicBezTo>
                      <a:pt x="352" y="4462"/>
                      <a:pt x="552" y="4788"/>
                      <a:pt x="803" y="5089"/>
                    </a:cubicBezTo>
                    <a:cubicBezTo>
                      <a:pt x="1054" y="5364"/>
                      <a:pt x="1354" y="5590"/>
                      <a:pt x="1705" y="5765"/>
                    </a:cubicBezTo>
                    <a:cubicBezTo>
                      <a:pt x="2056" y="5941"/>
                      <a:pt x="2457" y="6041"/>
                      <a:pt x="2883" y="6041"/>
                    </a:cubicBezTo>
                    <a:cubicBezTo>
                      <a:pt x="3134" y="6041"/>
                      <a:pt x="3359" y="6016"/>
                      <a:pt x="3610" y="5941"/>
                    </a:cubicBezTo>
                    <a:cubicBezTo>
                      <a:pt x="3861" y="5891"/>
                      <a:pt x="4111" y="5790"/>
                      <a:pt x="4312" y="5690"/>
                    </a:cubicBezTo>
                    <a:cubicBezTo>
                      <a:pt x="4537" y="5565"/>
                      <a:pt x="4738" y="5415"/>
                      <a:pt x="4913" y="5264"/>
                    </a:cubicBezTo>
                    <a:cubicBezTo>
                      <a:pt x="5089" y="5089"/>
                      <a:pt x="5239" y="4888"/>
                      <a:pt x="5339" y="4663"/>
                    </a:cubicBezTo>
                    <a:lnTo>
                      <a:pt x="4387" y="4111"/>
                    </a:lnTo>
                    <a:cubicBezTo>
                      <a:pt x="4312" y="4287"/>
                      <a:pt x="4237" y="4412"/>
                      <a:pt x="4111" y="4537"/>
                    </a:cubicBezTo>
                    <a:cubicBezTo>
                      <a:pt x="4011" y="4638"/>
                      <a:pt x="3886" y="4738"/>
                      <a:pt x="3735" y="4813"/>
                    </a:cubicBezTo>
                    <a:cubicBezTo>
                      <a:pt x="3610" y="4888"/>
                      <a:pt x="3485" y="4938"/>
                      <a:pt x="3334" y="4963"/>
                    </a:cubicBezTo>
                    <a:cubicBezTo>
                      <a:pt x="3184" y="5014"/>
                      <a:pt x="3059" y="5014"/>
                      <a:pt x="2908" y="5014"/>
                    </a:cubicBezTo>
                    <a:cubicBezTo>
                      <a:pt x="2658" y="5014"/>
                      <a:pt x="2432" y="4963"/>
                      <a:pt x="2206" y="4863"/>
                    </a:cubicBezTo>
                    <a:cubicBezTo>
                      <a:pt x="1981" y="4738"/>
                      <a:pt x="1805" y="4587"/>
                      <a:pt x="1655" y="4412"/>
                    </a:cubicBezTo>
                    <a:cubicBezTo>
                      <a:pt x="1505" y="4211"/>
                      <a:pt x="1379" y="4011"/>
                      <a:pt x="1304" y="3760"/>
                    </a:cubicBezTo>
                    <a:cubicBezTo>
                      <a:pt x="1204" y="3535"/>
                      <a:pt x="1179" y="3259"/>
                      <a:pt x="1179" y="3008"/>
                    </a:cubicBezTo>
                    <a:cubicBezTo>
                      <a:pt x="1179" y="2783"/>
                      <a:pt x="1204" y="2532"/>
                      <a:pt x="1279" y="2307"/>
                    </a:cubicBezTo>
                    <a:cubicBezTo>
                      <a:pt x="1354" y="2056"/>
                      <a:pt x="1455" y="1856"/>
                      <a:pt x="1605" y="1655"/>
                    </a:cubicBezTo>
                    <a:cubicBezTo>
                      <a:pt x="1755" y="1480"/>
                      <a:pt x="1931" y="1329"/>
                      <a:pt x="2131" y="1204"/>
                    </a:cubicBezTo>
                    <a:cubicBezTo>
                      <a:pt x="2357" y="1079"/>
                      <a:pt x="2607" y="1029"/>
                      <a:pt x="2908" y="1029"/>
                    </a:cubicBezTo>
                    <a:cubicBezTo>
                      <a:pt x="3033" y="1029"/>
                      <a:pt x="3159" y="1054"/>
                      <a:pt x="3309" y="1079"/>
                    </a:cubicBezTo>
                    <a:cubicBezTo>
                      <a:pt x="3460" y="1104"/>
                      <a:pt x="3585" y="1154"/>
                      <a:pt x="3710" y="1229"/>
                    </a:cubicBezTo>
                    <a:cubicBezTo>
                      <a:pt x="3836" y="1279"/>
                      <a:pt x="3961" y="1379"/>
                      <a:pt x="4061" y="1505"/>
                    </a:cubicBezTo>
                    <a:cubicBezTo>
                      <a:pt x="4186" y="1605"/>
                      <a:pt x="4287" y="1755"/>
                      <a:pt x="4362" y="1931"/>
                    </a:cubicBezTo>
                    <a:lnTo>
                      <a:pt x="5239" y="1304"/>
                    </a:lnTo>
                    <a:cubicBezTo>
                      <a:pt x="5039" y="928"/>
                      <a:pt x="4738" y="602"/>
                      <a:pt x="4337" y="377"/>
                    </a:cubicBezTo>
                    <a:cubicBezTo>
                      <a:pt x="3961" y="126"/>
                      <a:pt x="3485" y="1"/>
                      <a:pt x="29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4"/>
              <p:cNvSpPr/>
              <p:nvPr/>
            </p:nvSpPr>
            <p:spPr>
              <a:xfrm>
                <a:off x="4621700" y="667950"/>
                <a:ext cx="103425" cy="148500"/>
              </a:xfrm>
              <a:custGeom>
                <a:rect b="b" l="l" r="r" t="t"/>
                <a:pathLst>
                  <a:path extrusionOk="0" h="5940" w="4137">
                    <a:moveTo>
                      <a:pt x="1" y="0"/>
                    </a:moveTo>
                    <a:lnTo>
                      <a:pt x="1" y="5940"/>
                    </a:lnTo>
                    <a:lnTo>
                      <a:pt x="4136" y="5940"/>
                    </a:lnTo>
                    <a:lnTo>
                      <a:pt x="4136" y="4937"/>
                    </a:lnTo>
                    <a:lnTo>
                      <a:pt x="1179" y="4937"/>
                    </a:lnTo>
                    <a:lnTo>
                      <a:pt x="1179" y="3384"/>
                    </a:lnTo>
                    <a:lnTo>
                      <a:pt x="3660" y="3384"/>
                    </a:lnTo>
                    <a:lnTo>
                      <a:pt x="3660" y="2431"/>
                    </a:lnTo>
                    <a:lnTo>
                      <a:pt x="1179" y="2431"/>
                    </a:lnTo>
                    <a:lnTo>
                      <a:pt x="1179" y="1003"/>
                    </a:lnTo>
                    <a:lnTo>
                      <a:pt x="4061" y="1003"/>
                    </a:lnTo>
                    <a:lnTo>
                      <a:pt x="40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4"/>
              <p:cNvSpPr/>
              <p:nvPr/>
            </p:nvSpPr>
            <p:spPr>
              <a:xfrm>
                <a:off x="4764575" y="667950"/>
                <a:ext cx="129100" cy="148500"/>
              </a:xfrm>
              <a:custGeom>
                <a:rect b="b" l="l" r="r" t="t"/>
                <a:pathLst>
                  <a:path extrusionOk="0" h="5940" w="5164">
                    <a:moveTo>
                      <a:pt x="0" y="0"/>
                    </a:moveTo>
                    <a:lnTo>
                      <a:pt x="0" y="5940"/>
                    </a:lnTo>
                    <a:lnTo>
                      <a:pt x="1153" y="5940"/>
                    </a:lnTo>
                    <a:lnTo>
                      <a:pt x="1153" y="2130"/>
                    </a:lnTo>
                    <a:lnTo>
                      <a:pt x="4211" y="5940"/>
                    </a:lnTo>
                    <a:lnTo>
                      <a:pt x="5163" y="5940"/>
                    </a:lnTo>
                    <a:lnTo>
                      <a:pt x="5163" y="0"/>
                    </a:lnTo>
                    <a:lnTo>
                      <a:pt x="3985" y="0"/>
                    </a:lnTo>
                    <a:lnTo>
                      <a:pt x="3985" y="3885"/>
                    </a:lnTo>
                    <a:lnTo>
                      <a:pt x="9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4"/>
              <p:cNvSpPr/>
              <p:nvPr/>
            </p:nvSpPr>
            <p:spPr>
              <a:xfrm>
                <a:off x="4928725" y="667950"/>
                <a:ext cx="123450" cy="148500"/>
              </a:xfrm>
              <a:custGeom>
                <a:rect b="b" l="l" r="r" t="t"/>
                <a:pathLst>
                  <a:path extrusionOk="0" h="5940" w="4938">
                    <a:moveTo>
                      <a:pt x="1" y="0"/>
                    </a:moveTo>
                    <a:lnTo>
                      <a:pt x="1" y="1003"/>
                    </a:lnTo>
                    <a:lnTo>
                      <a:pt x="1905" y="1003"/>
                    </a:lnTo>
                    <a:lnTo>
                      <a:pt x="1905" y="5940"/>
                    </a:lnTo>
                    <a:lnTo>
                      <a:pt x="3033" y="5940"/>
                    </a:lnTo>
                    <a:lnTo>
                      <a:pt x="3033" y="1003"/>
                    </a:lnTo>
                    <a:lnTo>
                      <a:pt x="4938" y="1003"/>
                    </a:lnTo>
                    <a:lnTo>
                      <a:pt x="49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4"/>
              <p:cNvSpPr/>
              <p:nvPr/>
            </p:nvSpPr>
            <p:spPr>
              <a:xfrm>
                <a:off x="5087875" y="667950"/>
                <a:ext cx="119700" cy="148500"/>
              </a:xfrm>
              <a:custGeom>
                <a:rect b="b" l="l" r="r" t="t"/>
                <a:pathLst>
                  <a:path extrusionOk="0" h="5940" w="4788">
                    <a:moveTo>
                      <a:pt x="2532" y="1003"/>
                    </a:moveTo>
                    <a:cubicBezTo>
                      <a:pt x="2632" y="1003"/>
                      <a:pt x="2732" y="1028"/>
                      <a:pt x="2833" y="1078"/>
                    </a:cubicBezTo>
                    <a:cubicBezTo>
                      <a:pt x="2933" y="1128"/>
                      <a:pt x="3033" y="1203"/>
                      <a:pt x="3108" y="1278"/>
                    </a:cubicBezTo>
                    <a:cubicBezTo>
                      <a:pt x="3184" y="1353"/>
                      <a:pt x="3234" y="1454"/>
                      <a:pt x="3284" y="1579"/>
                    </a:cubicBezTo>
                    <a:cubicBezTo>
                      <a:pt x="3334" y="1704"/>
                      <a:pt x="3359" y="1830"/>
                      <a:pt x="3359" y="1980"/>
                    </a:cubicBezTo>
                    <a:cubicBezTo>
                      <a:pt x="3359" y="2105"/>
                      <a:pt x="3334" y="2231"/>
                      <a:pt x="3284" y="2356"/>
                    </a:cubicBezTo>
                    <a:cubicBezTo>
                      <a:pt x="3259" y="2456"/>
                      <a:pt x="3209" y="2556"/>
                      <a:pt x="3133" y="2657"/>
                    </a:cubicBezTo>
                    <a:cubicBezTo>
                      <a:pt x="3058" y="2732"/>
                      <a:pt x="2983" y="2807"/>
                      <a:pt x="2883" y="2857"/>
                    </a:cubicBezTo>
                    <a:cubicBezTo>
                      <a:pt x="2808" y="2907"/>
                      <a:pt x="2707" y="2932"/>
                      <a:pt x="2582" y="2932"/>
                    </a:cubicBezTo>
                    <a:lnTo>
                      <a:pt x="1153" y="2932"/>
                    </a:lnTo>
                    <a:lnTo>
                      <a:pt x="1153" y="1003"/>
                    </a:lnTo>
                    <a:close/>
                    <a:moveTo>
                      <a:pt x="1" y="0"/>
                    </a:moveTo>
                    <a:lnTo>
                      <a:pt x="1" y="5940"/>
                    </a:lnTo>
                    <a:lnTo>
                      <a:pt x="1153" y="5940"/>
                    </a:lnTo>
                    <a:lnTo>
                      <a:pt x="1153" y="3935"/>
                    </a:lnTo>
                    <a:lnTo>
                      <a:pt x="2281" y="3935"/>
                    </a:lnTo>
                    <a:lnTo>
                      <a:pt x="3509" y="5940"/>
                    </a:lnTo>
                    <a:lnTo>
                      <a:pt x="4788" y="5940"/>
                    </a:lnTo>
                    <a:lnTo>
                      <a:pt x="3434" y="3709"/>
                    </a:lnTo>
                    <a:cubicBezTo>
                      <a:pt x="3760" y="3559"/>
                      <a:pt x="4036" y="3333"/>
                      <a:pt x="4211" y="3033"/>
                    </a:cubicBezTo>
                    <a:cubicBezTo>
                      <a:pt x="4412" y="2707"/>
                      <a:pt x="4512" y="2356"/>
                      <a:pt x="4512" y="1980"/>
                    </a:cubicBezTo>
                    <a:cubicBezTo>
                      <a:pt x="4512" y="1729"/>
                      <a:pt x="4462" y="1479"/>
                      <a:pt x="4361" y="1253"/>
                    </a:cubicBezTo>
                    <a:cubicBezTo>
                      <a:pt x="4286" y="1028"/>
                      <a:pt x="4136" y="802"/>
                      <a:pt x="3986" y="627"/>
                    </a:cubicBezTo>
                    <a:cubicBezTo>
                      <a:pt x="3810" y="426"/>
                      <a:pt x="3610" y="276"/>
                      <a:pt x="3384" y="176"/>
                    </a:cubicBezTo>
                    <a:cubicBezTo>
                      <a:pt x="3133" y="50"/>
                      <a:pt x="2883" y="0"/>
                      <a:pt x="2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4"/>
              <p:cNvSpPr/>
              <p:nvPr/>
            </p:nvSpPr>
            <p:spPr>
              <a:xfrm>
                <a:off x="5226975" y="667950"/>
                <a:ext cx="138500" cy="148500"/>
              </a:xfrm>
              <a:custGeom>
                <a:rect b="b" l="l" r="r" t="t"/>
                <a:pathLst>
                  <a:path extrusionOk="0" h="5940" w="5540">
                    <a:moveTo>
                      <a:pt x="2782" y="1303"/>
                    </a:moveTo>
                    <a:lnTo>
                      <a:pt x="3610" y="3634"/>
                    </a:lnTo>
                    <a:lnTo>
                      <a:pt x="1930" y="3634"/>
                    </a:lnTo>
                    <a:lnTo>
                      <a:pt x="2782" y="1303"/>
                    </a:lnTo>
                    <a:close/>
                    <a:moveTo>
                      <a:pt x="2256" y="0"/>
                    </a:moveTo>
                    <a:lnTo>
                      <a:pt x="1" y="5940"/>
                    </a:lnTo>
                    <a:lnTo>
                      <a:pt x="1178" y="5940"/>
                    </a:lnTo>
                    <a:lnTo>
                      <a:pt x="1730" y="4461"/>
                    </a:lnTo>
                    <a:lnTo>
                      <a:pt x="3810" y="4461"/>
                    </a:lnTo>
                    <a:lnTo>
                      <a:pt x="4361" y="5940"/>
                    </a:lnTo>
                    <a:lnTo>
                      <a:pt x="5539" y="5940"/>
                    </a:lnTo>
                    <a:lnTo>
                      <a:pt x="32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4"/>
              <p:cNvSpPr/>
              <p:nvPr/>
            </p:nvSpPr>
            <p:spPr>
              <a:xfrm>
                <a:off x="5398650" y="667950"/>
                <a:ext cx="104675" cy="148500"/>
              </a:xfrm>
              <a:custGeom>
                <a:rect b="b" l="l" r="r" t="t"/>
                <a:pathLst>
                  <a:path extrusionOk="0" h="5940" w="4187">
                    <a:moveTo>
                      <a:pt x="1" y="0"/>
                    </a:moveTo>
                    <a:lnTo>
                      <a:pt x="1" y="5940"/>
                    </a:lnTo>
                    <a:lnTo>
                      <a:pt x="4186" y="5940"/>
                    </a:lnTo>
                    <a:lnTo>
                      <a:pt x="4186" y="4937"/>
                    </a:lnTo>
                    <a:lnTo>
                      <a:pt x="1154" y="4937"/>
                    </a:lnTo>
                    <a:lnTo>
                      <a:pt x="11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4"/>
              <p:cNvSpPr/>
              <p:nvPr/>
            </p:nvSpPr>
            <p:spPr>
              <a:xfrm>
                <a:off x="4235125" y="885350"/>
                <a:ext cx="177950" cy="229350"/>
              </a:xfrm>
              <a:custGeom>
                <a:rect b="b" l="l" r="r" t="t"/>
                <a:pathLst>
                  <a:path extrusionOk="0" h="9174" w="7118">
                    <a:moveTo>
                      <a:pt x="3659" y="1"/>
                    </a:moveTo>
                    <a:cubicBezTo>
                      <a:pt x="3183" y="1"/>
                      <a:pt x="2757" y="51"/>
                      <a:pt x="2356" y="176"/>
                    </a:cubicBezTo>
                    <a:cubicBezTo>
                      <a:pt x="1980" y="302"/>
                      <a:pt x="1604" y="477"/>
                      <a:pt x="1303" y="703"/>
                    </a:cubicBezTo>
                    <a:cubicBezTo>
                      <a:pt x="1003" y="953"/>
                      <a:pt x="777" y="1254"/>
                      <a:pt x="602" y="1605"/>
                    </a:cubicBezTo>
                    <a:cubicBezTo>
                      <a:pt x="451" y="1956"/>
                      <a:pt x="351" y="2357"/>
                      <a:pt x="351" y="2833"/>
                    </a:cubicBezTo>
                    <a:cubicBezTo>
                      <a:pt x="351" y="3159"/>
                      <a:pt x="401" y="3460"/>
                      <a:pt x="501" y="3735"/>
                    </a:cubicBezTo>
                    <a:cubicBezTo>
                      <a:pt x="627" y="3961"/>
                      <a:pt x="777" y="4186"/>
                      <a:pt x="1003" y="4387"/>
                    </a:cubicBezTo>
                    <a:cubicBezTo>
                      <a:pt x="1203" y="4562"/>
                      <a:pt x="1479" y="4738"/>
                      <a:pt x="1780" y="4888"/>
                    </a:cubicBezTo>
                    <a:cubicBezTo>
                      <a:pt x="2105" y="5013"/>
                      <a:pt x="2481" y="5139"/>
                      <a:pt x="2907" y="5264"/>
                    </a:cubicBezTo>
                    <a:cubicBezTo>
                      <a:pt x="3258" y="5364"/>
                      <a:pt x="3584" y="5465"/>
                      <a:pt x="3885" y="5540"/>
                    </a:cubicBezTo>
                    <a:cubicBezTo>
                      <a:pt x="4161" y="5640"/>
                      <a:pt x="4411" y="5715"/>
                      <a:pt x="4612" y="5815"/>
                    </a:cubicBezTo>
                    <a:cubicBezTo>
                      <a:pt x="4812" y="5916"/>
                      <a:pt x="4988" y="6041"/>
                      <a:pt x="5088" y="6166"/>
                    </a:cubicBezTo>
                    <a:cubicBezTo>
                      <a:pt x="5188" y="6317"/>
                      <a:pt x="5263" y="6467"/>
                      <a:pt x="5263" y="6668"/>
                    </a:cubicBezTo>
                    <a:cubicBezTo>
                      <a:pt x="5263" y="7294"/>
                      <a:pt x="4762" y="7595"/>
                      <a:pt x="3810" y="7595"/>
                    </a:cubicBezTo>
                    <a:cubicBezTo>
                      <a:pt x="3459" y="7595"/>
                      <a:pt x="3108" y="7570"/>
                      <a:pt x="2782" y="7470"/>
                    </a:cubicBezTo>
                    <a:cubicBezTo>
                      <a:pt x="2456" y="7394"/>
                      <a:pt x="2156" y="7294"/>
                      <a:pt x="1880" y="7169"/>
                    </a:cubicBezTo>
                    <a:cubicBezTo>
                      <a:pt x="1604" y="7044"/>
                      <a:pt x="1379" y="6918"/>
                      <a:pt x="1178" y="6793"/>
                    </a:cubicBezTo>
                    <a:cubicBezTo>
                      <a:pt x="978" y="6668"/>
                      <a:pt x="852" y="6567"/>
                      <a:pt x="777" y="6492"/>
                    </a:cubicBezTo>
                    <a:lnTo>
                      <a:pt x="0" y="8021"/>
                    </a:lnTo>
                    <a:cubicBezTo>
                      <a:pt x="526" y="8372"/>
                      <a:pt x="1103" y="8673"/>
                      <a:pt x="1780" y="8873"/>
                    </a:cubicBezTo>
                    <a:cubicBezTo>
                      <a:pt x="2431" y="9074"/>
                      <a:pt x="3108" y="9174"/>
                      <a:pt x="3785" y="9174"/>
                    </a:cubicBezTo>
                    <a:cubicBezTo>
                      <a:pt x="4211" y="9174"/>
                      <a:pt x="4637" y="9124"/>
                      <a:pt x="5038" y="9049"/>
                    </a:cubicBezTo>
                    <a:cubicBezTo>
                      <a:pt x="5439" y="8948"/>
                      <a:pt x="5790" y="8773"/>
                      <a:pt x="6115" y="8572"/>
                    </a:cubicBezTo>
                    <a:cubicBezTo>
                      <a:pt x="6416" y="8347"/>
                      <a:pt x="6667" y="8071"/>
                      <a:pt x="6842" y="7745"/>
                    </a:cubicBezTo>
                    <a:cubicBezTo>
                      <a:pt x="7018" y="7394"/>
                      <a:pt x="7118" y="6968"/>
                      <a:pt x="7118" y="6492"/>
                    </a:cubicBezTo>
                    <a:cubicBezTo>
                      <a:pt x="7118" y="6091"/>
                      <a:pt x="7043" y="5740"/>
                      <a:pt x="6917" y="5465"/>
                    </a:cubicBezTo>
                    <a:cubicBezTo>
                      <a:pt x="6792" y="5164"/>
                      <a:pt x="6592" y="4913"/>
                      <a:pt x="6341" y="4713"/>
                    </a:cubicBezTo>
                    <a:cubicBezTo>
                      <a:pt x="6090" y="4512"/>
                      <a:pt x="5790" y="4337"/>
                      <a:pt x="5414" y="4211"/>
                    </a:cubicBezTo>
                    <a:cubicBezTo>
                      <a:pt x="5063" y="4061"/>
                      <a:pt x="4662" y="3936"/>
                      <a:pt x="4211" y="3835"/>
                    </a:cubicBezTo>
                    <a:cubicBezTo>
                      <a:pt x="3885" y="3735"/>
                      <a:pt x="3584" y="3660"/>
                      <a:pt x="3308" y="3585"/>
                    </a:cubicBezTo>
                    <a:cubicBezTo>
                      <a:pt x="3058" y="3510"/>
                      <a:pt x="2857" y="3434"/>
                      <a:pt x="2682" y="3334"/>
                    </a:cubicBezTo>
                    <a:cubicBezTo>
                      <a:pt x="2506" y="3234"/>
                      <a:pt x="2381" y="3134"/>
                      <a:pt x="2281" y="3008"/>
                    </a:cubicBezTo>
                    <a:cubicBezTo>
                      <a:pt x="2206" y="2883"/>
                      <a:pt x="2156" y="2733"/>
                      <a:pt x="2156" y="2532"/>
                    </a:cubicBezTo>
                    <a:cubicBezTo>
                      <a:pt x="2156" y="2231"/>
                      <a:pt x="2281" y="1981"/>
                      <a:pt x="2506" y="1805"/>
                    </a:cubicBezTo>
                    <a:cubicBezTo>
                      <a:pt x="2757" y="1605"/>
                      <a:pt x="3108" y="1530"/>
                      <a:pt x="3609" y="1530"/>
                    </a:cubicBezTo>
                    <a:cubicBezTo>
                      <a:pt x="3860" y="1530"/>
                      <a:pt x="4135" y="1555"/>
                      <a:pt x="4411" y="1630"/>
                    </a:cubicBezTo>
                    <a:cubicBezTo>
                      <a:pt x="4662" y="1705"/>
                      <a:pt x="4912" y="1780"/>
                      <a:pt x="5113" y="1881"/>
                    </a:cubicBezTo>
                    <a:cubicBezTo>
                      <a:pt x="5364" y="1981"/>
                      <a:pt x="5539" y="2081"/>
                      <a:pt x="5689" y="2181"/>
                    </a:cubicBezTo>
                    <a:cubicBezTo>
                      <a:pt x="5865" y="2282"/>
                      <a:pt x="5965" y="2357"/>
                      <a:pt x="6015" y="2407"/>
                    </a:cubicBezTo>
                    <a:lnTo>
                      <a:pt x="6792" y="1003"/>
                    </a:lnTo>
                    <a:cubicBezTo>
                      <a:pt x="6416" y="728"/>
                      <a:pt x="5940" y="477"/>
                      <a:pt x="5414" y="302"/>
                    </a:cubicBezTo>
                    <a:cubicBezTo>
                      <a:pt x="4862" y="101"/>
                      <a:pt x="4286" y="1"/>
                      <a:pt x="36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4"/>
              <p:cNvSpPr/>
              <p:nvPr/>
            </p:nvSpPr>
            <p:spPr>
              <a:xfrm>
                <a:off x="4450650" y="886600"/>
                <a:ext cx="188000" cy="225600"/>
              </a:xfrm>
              <a:custGeom>
                <a:rect b="b" l="l" r="r" t="t"/>
                <a:pathLst>
                  <a:path extrusionOk="0" h="9024" w="7520">
                    <a:moveTo>
                      <a:pt x="1" y="1"/>
                    </a:moveTo>
                    <a:lnTo>
                      <a:pt x="1" y="1530"/>
                    </a:lnTo>
                    <a:lnTo>
                      <a:pt x="2908" y="1530"/>
                    </a:lnTo>
                    <a:lnTo>
                      <a:pt x="2908" y="9024"/>
                    </a:lnTo>
                    <a:lnTo>
                      <a:pt x="4637" y="9024"/>
                    </a:lnTo>
                    <a:lnTo>
                      <a:pt x="4637" y="1530"/>
                    </a:lnTo>
                    <a:lnTo>
                      <a:pt x="7520" y="1530"/>
                    </a:lnTo>
                    <a:lnTo>
                      <a:pt x="75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4"/>
              <p:cNvSpPr/>
              <p:nvPr/>
            </p:nvSpPr>
            <p:spPr>
              <a:xfrm>
                <a:off x="4648025" y="886600"/>
                <a:ext cx="210550" cy="225600"/>
              </a:xfrm>
              <a:custGeom>
                <a:rect b="b" l="l" r="r" t="t"/>
                <a:pathLst>
                  <a:path extrusionOk="0" h="9024" w="8422">
                    <a:moveTo>
                      <a:pt x="4211" y="2006"/>
                    </a:moveTo>
                    <a:lnTo>
                      <a:pt x="5464" y="5540"/>
                    </a:lnTo>
                    <a:lnTo>
                      <a:pt x="2908" y="5540"/>
                    </a:lnTo>
                    <a:lnTo>
                      <a:pt x="4211" y="2006"/>
                    </a:lnTo>
                    <a:close/>
                    <a:moveTo>
                      <a:pt x="3434" y="1"/>
                    </a:moveTo>
                    <a:lnTo>
                      <a:pt x="0" y="9024"/>
                    </a:lnTo>
                    <a:lnTo>
                      <a:pt x="1805" y="9024"/>
                    </a:lnTo>
                    <a:lnTo>
                      <a:pt x="2632" y="6768"/>
                    </a:lnTo>
                    <a:lnTo>
                      <a:pt x="5790" y="6768"/>
                    </a:lnTo>
                    <a:lnTo>
                      <a:pt x="6617" y="9024"/>
                    </a:lnTo>
                    <a:lnTo>
                      <a:pt x="8422" y="9024"/>
                    </a:lnTo>
                    <a:lnTo>
                      <a:pt x="49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4"/>
              <p:cNvSpPr/>
              <p:nvPr/>
            </p:nvSpPr>
            <p:spPr>
              <a:xfrm>
                <a:off x="4867325" y="886600"/>
                <a:ext cx="188000" cy="225600"/>
              </a:xfrm>
              <a:custGeom>
                <a:rect b="b" l="l" r="r" t="t"/>
                <a:pathLst>
                  <a:path extrusionOk="0" h="9024" w="7520">
                    <a:moveTo>
                      <a:pt x="0" y="1"/>
                    </a:moveTo>
                    <a:lnTo>
                      <a:pt x="0" y="1530"/>
                    </a:lnTo>
                    <a:lnTo>
                      <a:pt x="2883" y="1530"/>
                    </a:lnTo>
                    <a:lnTo>
                      <a:pt x="2883" y="9024"/>
                    </a:lnTo>
                    <a:lnTo>
                      <a:pt x="4637" y="9024"/>
                    </a:lnTo>
                    <a:lnTo>
                      <a:pt x="4637" y="1530"/>
                    </a:lnTo>
                    <a:lnTo>
                      <a:pt x="7519" y="1530"/>
                    </a:lnTo>
                    <a:lnTo>
                      <a:pt x="75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4"/>
              <p:cNvSpPr/>
              <p:nvPr/>
            </p:nvSpPr>
            <p:spPr>
              <a:xfrm>
                <a:off x="5108550" y="886600"/>
                <a:ext cx="43900" cy="225600"/>
              </a:xfrm>
              <a:custGeom>
                <a:rect b="b" l="l" r="r" t="t"/>
                <a:pathLst>
                  <a:path extrusionOk="0" h="9024" w="1756">
                    <a:moveTo>
                      <a:pt x="1" y="1"/>
                    </a:moveTo>
                    <a:lnTo>
                      <a:pt x="1" y="9024"/>
                    </a:lnTo>
                    <a:lnTo>
                      <a:pt x="1755" y="9024"/>
                    </a:lnTo>
                    <a:lnTo>
                      <a:pt x="17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4"/>
              <p:cNvSpPr/>
              <p:nvPr/>
            </p:nvSpPr>
            <p:spPr>
              <a:xfrm>
                <a:off x="5211300" y="885350"/>
                <a:ext cx="219950" cy="228725"/>
              </a:xfrm>
              <a:custGeom>
                <a:rect b="b" l="l" r="r" t="t"/>
                <a:pathLst>
                  <a:path extrusionOk="0" h="9149" w="8798">
                    <a:moveTo>
                      <a:pt x="4412" y="1555"/>
                    </a:moveTo>
                    <a:cubicBezTo>
                      <a:pt x="4813" y="1555"/>
                      <a:pt x="5189" y="1630"/>
                      <a:pt x="5490" y="1805"/>
                    </a:cubicBezTo>
                    <a:cubicBezTo>
                      <a:pt x="5841" y="1956"/>
                      <a:pt x="6116" y="2181"/>
                      <a:pt x="6317" y="2457"/>
                    </a:cubicBezTo>
                    <a:cubicBezTo>
                      <a:pt x="6567" y="2758"/>
                      <a:pt x="6743" y="3059"/>
                      <a:pt x="6843" y="3434"/>
                    </a:cubicBezTo>
                    <a:cubicBezTo>
                      <a:pt x="6968" y="3785"/>
                      <a:pt x="7044" y="4186"/>
                      <a:pt x="7044" y="4562"/>
                    </a:cubicBezTo>
                    <a:cubicBezTo>
                      <a:pt x="7044" y="4938"/>
                      <a:pt x="6968" y="5314"/>
                      <a:pt x="6868" y="5665"/>
                    </a:cubicBezTo>
                    <a:cubicBezTo>
                      <a:pt x="6743" y="6016"/>
                      <a:pt x="6592" y="6342"/>
                      <a:pt x="6342" y="6643"/>
                    </a:cubicBezTo>
                    <a:cubicBezTo>
                      <a:pt x="6141" y="6918"/>
                      <a:pt x="5866" y="7169"/>
                      <a:pt x="5540" y="7344"/>
                    </a:cubicBezTo>
                    <a:cubicBezTo>
                      <a:pt x="5214" y="7495"/>
                      <a:pt x="4838" y="7595"/>
                      <a:pt x="4412" y="7595"/>
                    </a:cubicBezTo>
                    <a:cubicBezTo>
                      <a:pt x="3986" y="7595"/>
                      <a:pt x="3610" y="7495"/>
                      <a:pt x="3284" y="7344"/>
                    </a:cubicBezTo>
                    <a:cubicBezTo>
                      <a:pt x="2958" y="7169"/>
                      <a:pt x="2683" y="6943"/>
                      <a:pt x="2457" y="6668"/>
                    </a:cubicBezTo>
                    <a:cubicBezTo>
                      <a:pt x="2257" y="6392"/>
                      <a:pt x="2081" y="6066"/>
                      <a:pt x="1956" y="5690"/>
                    </a:cubicBezTo>
                    <a:cubicBezTo>
                      <a:pt x="1831" y="5339"/>
                      <a:pt x="1780" y="4963"/>
                      <a:pt x="1780" y="4562"/>
                    </a:cubicBezTo>
                    <a:cubicBezTo>
                      <a:pt x="1780" y="4186"/>
                      <a:pt x="1831" y="3835"/>
                      <a:pt x="1931" y="3460"/>
                    </a:cubicBezTo>
                    <a:cubicBezTo>
                      <a:pt x="2056" y="3109"/>
                      <a:pt x="2232" y="2783"/>
                      <a:pt x="2457" y="2507"/>
                    </a:cubicBezTo>
                    <a:cubicBezTo>
                      <a:pt x="2683" y="2206"/>
                      <a:pt x="2958" y="1981"/>
                      <a:pt x="3284" y="1830"/>
                    </a:cubicBezTo>
                    <a:cubicBezTo>
                      <a:pt x="3610" y="1630"/>
                      <a:pt x="3986" y="1555"/>
                      <a:pt x="4412" y="1555"/>
                    </a:cubicBezTo>
                    <a:close/>
                    <a:moveTo>
                      <a:pt x="4437" y="1"/>
                    </a:moveTo>
                    <a:cubicBezTo>
                      <a:pt x="3810" y="1"/>
                      <a:pt x="3209" y="126"/>
                      <a:pt x="2658" y="377"/>
                    </a:cubicBezTo>
                    <a:cubicBezTo>
                      <a:pt x="2131" y="627"/>
                      <a:pt x="1655" y="953"/>
                      <a:pt x="1254" y="1379"/>
                    </a:cubicBezTo>
                    <a:cubicBezTo>
                      <a:pt x="878" y="1805"/>
                      <a:pt x="552" y="2282"/>
                      <a:pt x="327" y="2833"/>
                    </a:cubicBezTo>
                    <a:cubicBezTo>
                      <a:pt x="101" y="3384"/>
                      <a:pt x="1" y="3961"/>
                      <a:pt x="1" y="4562"/>
                    </a:cubicBezTo>
                    <a:cubicBezTo>
                      <a:pt x="1" y="5139"/>
                      <a:pt x="101" y="5715"/>
                      <a:pt x="327" y="6267"/>
                    </a:cubicBezTo>
                    <a:cubicBezTo>
                      <a:pt x="527" y="6793"/>
                      <a:pt x="828" y="7294"/>
                      <a:pt x="1204" y="7720"/>
                    </a:cubicBezTo>
                    <a:cubicBezTo>
                      <a:pt x="1605" y="8146"/>
                      <a:pt x="2056" y="8497"/>
                      <a:pt x="2582" y="8748"/>
                    </a:cubicBezTo>
                    <a:cubicBezTo>
                      <a:pt x="3134" y="9023"/>
                      <a:pt x="3735" y="9149"/>
                      <a:pt x="4387" y="9149"/>
                    </a:cubicBezTo>
                    <a:cubicBezTo>
                      <a:pt x="5039" y="9149"/>
                      <a:pt x="5615" y="9023"/>
                      <a:pt x="6166" y="8773"/>
                    </a:cubicBezTo>
                    <a:cubicBezTo>
                      <a:pt x="6693" y="8522"/>
                      <a:pt x="7169" y="8171"/>
                      <a:pt x="7570" y="7770"/>
                    </a:cubicBezTo>
                    <a:cubicBezTo>
                      <a:pt x="7946" y="7344"/>
                      <a:pt x="8247" y="6868"/>
                      <a:pt x="8472" y="6317"/>
                    </a:cubicBezTo>
                    <a:cubicBezTo>
                      <a:pt x="8698" y="5765"/>
                      <a:pt x="8798" y="5189"/>
                      <a:pt x="8798" y="4587"/>
                    </a:cubicBezTo>
                    <a:cubicBezTo>
                      <a:pt x="8798" y="4011"/>
                      <a:pt x="8698" y="3460"/>
                      <a:pt x="8497" y="2908"/>
                    </a:cubicBezTo>
                    <a:cubicBezTo>
                      <a:pt x="8272" y="2357"/>
                      <a:pt x="7971" y="1881"/>
                      <a:pt x="7595" y="1429"/>
                    </a:cubicBezTo>
                    <a:cubicBezTo>
                      <a:pt x="7219" y="1003"/>
                      <a:pt x="6768" y="652"/>
                      <a:pt x="6217" y="402"/>
                    </a:cubicBezTo>
                    <a:cubicBezTo>
                      <a:pt x="5690" y="126"/>
                      <a:pt x="5089" y="1"/>
                      <a:pt x="44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4"/>
              <p:cNvSpPr/>
              <p:nvPr/>
            </p:nvSpPr>
            <p:spPr>
              <a:xfrm>
                <a:off x="5490750" y="886600"/>
                <a:ext cx="195525" cy="225600"/>
              </a:xfrm>
              <a:custGeom>
                <a:rect b="b" l="l" r="r" t="t"/>
                <a:pathLst>
                  <a:path extrusionOk="0" h="9024" w="7821">
                    <a:moveTo>
                      <a:pt x="1" y="1"/>
                    </a:moveTo>
                    <a:lnTo>
                      <a:pt x="1" y="9024"/>
                    </a:lnTo>
                    <a:lnTo>
                      <a:pt x="1755" y="9024"/>
                    </a:lnTo>
                    <a:lnTo>
                      <a:pt x="1755" y="3234"/>
                    </a:lnTo>
                    <a:lnTo>
                      <a:pt x="6392" y="9024"/>
                    </a:lnTo>
                    <a:lnTo>
                      <a:pt x="7821" y="9024"/>
                    </a:lnTo>
                    <a:lnTo>
                      <a:pt x="7821" y="26"/>
                    </a:lnTo>
                    <a:lnTo>
                      <a:pt x="6066" y="26"/>
                    </a:lnTo>
                    <a:lnTo>
                      <a:pt x="6066" y="5916"/>
                    </a:lnTo>
                    <a:lnTo>
                      <a:pt x="13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4"/>
              <p:cNvSpPr/>
              <p:nvPr/>
            </p:nvSpPr>
            <p:spPr>
              <a:xfrm>
                <a:off x="6297150" y="1991250"/>
                <a:ext cx="114700" cy="1138500"/>
              </a:xfrm>
              <a:custGeom>
                <a:rect b="b" l="l" r="r" t="t"/>
                <a:pathLst>
                  <a:path extrusionOk="0" h="45540" w="4588">
                    <a:moveTo>
                      <a:pt x="1" y="1"/>
                    </a:moveTo>
                    <a:lnTo>
                      <a:pt x="1" y="45540"/>
                    </a:lnTo>
                    <a:lnTo>
                      <a:pt x="4587" y="45540"/>
                    </a:lnTo>
                    <a:lnTo>
                      <a:pt x="45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4"/>
              <p:cNvSpPr/>
              <p:nvPr/>
            </p:nvSpPr>
            <p:spPr>
              <a:xfrm>
                <a:off x="4166825" y="5218725"/>
                <a:ext cx="2245025" cy="244375"/>
              </a:xfrm>
              <a:custGeom>
                <a:rect b="b" l="l" r="r" t="t"/>
                <a:pathLst>
                  <a:path extrusionOk="0" h="9775" w="89801">
                    <a:moveTo>
                      <a:pt x="89800" y="0"/>
                    </a:moveTo>
                    <a:lnTo>
                      <a:pt x="0" y="401"/>
                    </a:lnTo>
                    <a:lnTo>
                      <a:pt x="0" y="9775"/>
                    </a:lnTo>
                    <a:lnTo>
                      <a:pt x="89800" y="9775"/>
                    </a:lnTo>
                    <a:lnTo>
                      <a:pt x="89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4"/>
              <p:cNvSpPr/>
              <p:nvPr/>
            </p:nvSpPr>
            <p:spPr>
              <a:xfrm>
                <a:off x="4166825" y="3055800"/>
                <a:ext cx="2245025" cy="2172975"/>
              </a:xfrm>
              <a:custGeom>
                <a:rect b="b" l="l" r="r" t="t"/>
                <a:pathLst>
                  <a:path extrusionOk="0" h="86919" w="89801">
                    <a:moveTo>
                      <a:pt x="72306" y="0"/>
                    </a:moveTo>
                    <a:lnTo>
                      <a:pt x="0" y="86918"/>
                    </a:lnTo>
                    <a:lnTo>
                      <a:pt x="89800" y="86918"/>
                    </a:lnTo>
                    <a:lnTo>
                      <a:pt x="8980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4"/>
              <p:cNvSpPr/>
              <p:nvPr/>
            </p:nvSpPr>
            <p:spPr>
              <a:xfrm>
                <a:off x="4741375" y="4978125"/>
                <a:ext cx="1599675" cy="25"/>
              </a:xfrm>
              <a:custGeom>
                <a:rect b="b" l="l" r="r" t="t"/>
                <a:pathLst>
                  <a:path extrusionOk="0" fill="none" h="1" w="63987">
                    <a:moveTo>
                      <a:pt x="1" y="0"/>
                    </a:moveTo>
                    <a:lnTo>
                      <a:pt x="63986" y="0"/>
                    </a:lnTo>
                  </a:path>
                </a:pathLst>
              </a:custGeom>
              <a:noFill/>
              <a:ln cap="flat" cmpd="sng" w="20675">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4"/>
              <p:cNvSpPr/>
              <p:nvPr/>
            </p:nvSpPr>
            <p:spPr>
              <a:xfrm>
                <a:off x="5002025" y="4716825"/>
                <a:ext cx="1338400" cy="25"/>
              </a:xfrm>
              <a:custGeom>
                <a:rect b="b" l="l" r="r" t="t"/>
                <a:pathLst>
                  <a:path extrusionOk="0" fill="none" h="1" w="53536">
                    <a:moveTo>
                      <a:pt x="1" y="1"/>
                    </a:moveTo>
                    <a:lnTo>
                      <a:pt x="53535" y="1"/>
                    </a:lnTo>
                  </a:path>
                </a:pathLst>
              </a:custGeom>
              <a:noFill/>
              <a:ln cap="flat" cmpd="sng" w="20675">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4"/>
              <p:cNvSpPr/>
              <p:nvPr/>
            </p:nvSpPr>
            <p:spPr>
              <a:xfrm>
                <a:off x="5263325" y="4455550"/>
                <a:ext cx="1074575" cy="25"/>
              </a:xfrm>
              <a:custGeom>
                <a:rect b="b" l="l" r="r" t="t"/>
                <a:pathLst>
                  <a:path extrusionOk="0" fill="none" h="1" w="42983">
                    <a:moveTo>
                      <a:pt x="0" y="1"/>
                    </a:moveTo>
                    <a:lnTo>
                      <a:pt x="42983" y="1"/>
                    </a:lnTo>
                  </a:path>
                </a:pathLst>
              </a:custGeom>
              <a:noFill/>
              <a:ln cap="flat" cmpd="sng" w="20675">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4"/>
              <p:cNvSpPr/>
              <p:nvPr/>
            </p:nvSpPr>
            <p:spPr>
              <a:xfrm>
                <a:off x="5482625" y="4194900"/>
                <a:ext cx="855900" cy="25"/>
              </a:xfrm>
              <a:custGeom>
                <a:rect b="b" l="l" r="r" t="t"/>
                <a:pathLst>
                  <a:path extrusionOk="0" fill="none" h="1" w="34236">
                    <a:moveTo>
                      <a:pt x="0" y="1"/>
                    </a:moveTo>
                    <a:lnTo>
                      <a:pt x="34236" y="1"/>
                    </a:lnTo>
                  </a:path>
                </a:pathLst>
              </a:custGeom>
              <a:noFill/>
              <a:ln cap="flat" cmpd="sng" w="20675">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4"/>
              <p:cNvSpPr/>
              <p:nvPr/>
            </p:nvSpPr>
            <p:spPr>
              <a:xfrm>
                <a:off x="5659925" y="3933625"/>
                <a:ext cx="677350" cy="25"/>
              </a:xfrm>
              <a:custGeom>
                <a:rect b="b" l="l" r="r" t="t"/>
                <a:pathLst>
                  <a:path extrusionOk="0" fill="none" h="1" w="27094">
                    <a:moveTo>
                      <a:pt x="1" y="0"/>
                    </a:moveTo>
                    <a:lnTo>
                      <a:pt x="27094" y="0"/>
                    </a:lnTo>
                  </a:path>
                </a:pathLst>
              </a:custGeom>
              <a:noFill/>
              <a:ln cap="flat" cmpd="sng" w="20675">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4"/>
              <p:cNvSpPr/>
              <p:nvPr/>
            </p:nvSpPr>
            <p:spPr>
              <a:xfrm>
                <a:off x="5921225" y="3672350"/>
                <a:ext cx="420450" cy="25"/>
              </a:xfrm>
              <a:custGeom>
                <a:rect b="b" l="l" r="r" t="t"/>
                <a:pathLst>
                  <a:path extrusionOk="0" fill="none" h="1" w="16818">
                    <a:moveTo>
                      <a:pt x="0" y="0"/>
                    </a:moveTo>
                    <a:lnTo>
                      <a:pt x="16817" y="0"/>
                    </a:lnTo>
                  </a:path>
                </a:pathLst>
              </a:custGeom>
              <a:noFill/>
              <a:ln cap="flat" cmpd="sng" w="20675">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4"/>
              <p:cNvSpPr/>
              <p:nvPr/>
            </p:nvSpPr>
            <p:spPr>
              <a:xfrm>
                <a:off x="6098525" y="3411700"/>
                <a:ext cx="243150" cy="25"/>
              </a:xfrm>
              <a:custGeom>
                <a:rect b="b" l="l" r="r" t="t"/>
                <a:pathLst>
                  <a:path extrusionOk="0" fill="none" h="1" w="9726">
                    <a:moveTo>
                      <a:pt x="1" y="0"/>
                    </a:moveTo>
                    <a:lnTo>
                      <a:pt x="9725" y="0"/>
                    </a:lnTo>
                  </a:path>
                </a:pathLst>
              </a:custGeom>
              <a:noFill/>
              <a:ln cap="flat" cmpd="sng" w="20675">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4"/>
              <p:cNvSpPr/>
              <p:nvPr/>
            </p:nvSpPr>
            <p:spPr>
              <a:xfrm>
                <a:off x="6216325" y="3228725"/>
                <a:ext cx="125350" cy="25"/>
              </a:xfrm>
              <a:custGeom>
                <a:rect b="b" l="l" r="r" t="t"/>
                <a:pathLst>
                  <a:path extrusionOk="0" fill="none" h="1" w="5014">
                    <a:moveTo>
                      <a:pt x="1" y="1"/>
                    </a:moveTo>
                    <a:lnTo>
                      <a:pt x="5013" y="1"/>
                    </a:lnTo>
                  </a:path>
                </a:pathLst>
              </a:custGeom>
              <a:noFill/>
              <a:ln cap="flat" cmpd="sng" w="20675">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62" name="Google Shape;1362;p34"/>
          <p:cNvSpPr/>
          <p:nvPr/>
        </p:nvSpPr>
        <p:spPr>
          <a:xfrm>
            <a:off x="3743350" y="359025"/>
            <a:ext cx="1149750" cy="1149725"/>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4"/>
          <p:cNvSpPr/>
          <p:nvPr/>
        </p:nvSpPr>
        <p:spPr>
          <a:xfrm>
            <a:off x="1704525" y="271725"/>
            <a:ext cx="3403700" cy="364450"/>
          </a:xfrm>
          <a:custGeom>
            <a:rect b="b" l="l" r="r" t="t"/>
            <a:pathLst>
              <a:path extrusionOk="0" h="14578" w="136148">
                <a:moveTo>
                  <a:pt x="102228" y="0"/>
                </a:moveTo>
                <a:cubicBezTo>
                  <a:pt x="82573" y="0"/>
                  <a:pt x="77181" y="2414"/>
                  <a:pt x="85034" y="3088"/>
                </a:cubicBezTo>
                <a:cubicBezTo>
                  <a:pt x="92886" y="3762"/>
                  <a:pt x="106946" y="7900"/>
                  <a:pt x="64140" y="7900"/>
                </a:cubicBezTo>
                <a:cubicBezTo>
                  <a:pt x="46663" y="7900"/>
                  <a:pt x="0" y="14577"/>
                  <a:pt x="71460" y="14577"/>
                </a:cubicBezTo>
                <a:lnTo>
                  <a:pt x="116790" y="14577"/>
                </a:lnTo>
                <a:cubicBezTo>
                  <a:pt x="136147" y="14577"/>
                  <a:pt x="125849" y="8997"/>
                  <a:pt x="112542" y="8997"/>
                </a:cubicBezTo>
                <a:cubicBezTo>
                  <a:pt x="106225" y="8997"/>
                  <a:pt x="134110" y="0"/>
                  <a:pt x="102228" y="0"/>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4"/>
          <p:cNvSpPr/>
          <p:nvPr/>
        </p:nvSpPr>
        <p:spPr>
          <a:xfrm flipH="1" rot="-2231248">
            <a:off x="5706368" y="7475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8" name="Shape 1368"/>
        <p:cNvGrpSpPr/>
        <p:nvPr/>
      </p:nvGrpSpPr>
      <p:grpSpPr>
        <a:xfrm>
          <a:off x="0" y="0"/>
          <a:ext cx="0" cy="0"/>
          <a:chOff x="0" y="0"/>
          <a:chExt cx="0" cy="0"/>
        </a:xfrm>
      </p:grpSpPr>
      <p:sp>
        <p:nvSpPr>
          <p:cNvPr id="1369" name="Google Shape;1369;p35"/>
          <p:cNvSpPr/>
          <p:nvPr/>
        </p:nvSpPr>
        <p:spPr>
          <a:xfrm>
            <a:off x="1594975" y="147500"/>
            <a:ext cx="822761" cy="822743"/>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5"/>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History</a:t>
            </a:r>
            <a:endParaRPr/>
          </a:p>
        </p:txBody>
      </p:sp>
      <p:sp>
        <p:nvSpPr>
          <p:cNvPr id="1371" name="Google Shape;1371;p35"/>
          <p:cNvSpPr/>
          <p:nvPr/>
        </p:nvSpPr>
        <p:spPr>
          <a:xfrm>
            <a:off x="231575" y="376250"/>
            <a:ext cx="3038325" cy="293979"/>
          </a:xfrm>
          <a:custGeom>
            <a:rect b="b" l="l" r="r" t="t"/>
            <a:pathLst>
              <a:path extrusionOk="0" h="3413" w="121533">
                <a:moveTo>
                  <a:pt x="3294" y="2308"/>
                </a:moveTo>
                <a:cubicBezTo>
                  <a:pt x="8457" y="2208"/>
                  <a:pt x="15016" y="967"/>
                  <a:pt x="19888" y="1341"/>
                </a:cubicBezTo>
                <a:cubicBezTo>
                  <a:pt x="28034" y="1971"/>
                  <a:pt x="29758" y="137"/>
                  <a:pt x="36801" y="621"/>
                </a:cubicBezTo>
                <a:cubicBezTo>
                  <a:pt x="44966" y="1223"/>
                  <a:pt x="55457" y="1314"/>
                  <a:pt x="61551" y="1150"/>
                </a:cubicBezTo>
                <a:cubicBezTo>
                  <a:pt x="69068" y="958"/>
                  <a:pt x="74232" y="0"/>
                  <a:pt x="81439" y="767"/>
                </a:cubicBezTo>
                <a:cubicBezTo>
                  <a:pt x="84887" y="1150"/>
                  <a:pt x="81119" y="1825"/>
                  <a:pt x="90680" y="1104"/>
                </a:cubicBezTo>
                <a:cubicBezTo>
                  <a:pt x="94292" y="830"/>
                  <a:pt x="95688" y="812"/>
                  <a:pt x="99921" y="958"/>
                </a:cubicBezTo>
                <a:cubicBezTo>
                  <a:pt x="107119" y="1250"/>
                  <a:pt x="115576" y="1104"/>
                  <a:pt x="121533" y="1250"/>
                </a:cubicBezTo>
                <a:cubicBezTo>
                  <a:pt x="116679" y="1442"/>
                  <a:pt x="103515" y="1150"/>
                  <a:pt x="95378" y="1679"/>
                </a:cubicBezTo>
                <a:cubicBezTo>
                  <a:pt x="85352" y="2254"/>
                  <a:pt x="79559" y="2545"/>
                  <a:pt x="69378" y="2062"/>
                </a:cubicBezTo>
                <a:cubicBezTo>
                  <a:pt x="61396" y="1633"/>
                  <a:pt x="51680" y="1487"/>
                  <a:pt x="43534" y="1779"/>
                </a:cubicBezTo>
                <a:cubicBezTo>
                  <a:pt x="34767" y="2016"/>
                  <a:pt x="30069" y="3412"/>
                  <a:pt x="20672" y="2646"/>
                </a:cubicBezTo>
                <a:cubicBezTo>
                  <a:pt x="16448" y="2254"/>
                  <a:pt x="14879" y="2254"/>
                  <a:pt x="10656" y="2354"/>
                </a:cubicBezTo>
                <a:cubicBezTo>
                  <a:pt x="7837" y="2400"/>
                  <a:pt x="4388" y="2500"/>
                  <a:pt x="0" y="244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5"/>
          <p:cNvSpPr/>
          <p:nvPr/>
        </p:nvSpPr>
        <p:spPr>
          <a:xfrm>
            <a:off x="5789750" y="824225"/>
            <a:ext cx="3038100" cy="371398"/>
          </a:xfrm>
          <a:custGeom>
            <a:rect b="b" l="l" r="r" t="t"/>
            <a:pathLst>
              <a:path extrusionOk="0" h="3422" w="121524">
                <a:moveTo>
                  <a:pt x="3293" y="2318"/>
                </a:moveTo>
                <a:cubicBezTo>
                  <a:pt x="8457" y="2218"/>
                  <a:pt x="15016" y="977"/>
                  <a:pt x="19888" y="1351"/>
                </a:cubicBezTo>
                <a:cubicBezTo>
                  <a:pt x="28034" y="1981"/>
                  <a:pt x="29758" y="147"/>
                  <a:pt x="36801" y="630"/>
                </a:cubicBezTo>
                <a:cubicBezTo>
                  <a:pt x="44966" y="1233"/>
                  <a:pt x="55457" y="1324"/>
                  <a:pt x="61551" y="1160"/>
                </a:cubicBezTo>
                <a:cubicBezTo>
                  <a:pt x="69068" y="968"/>
                  <a:pt x="74231" y="1"/>
                  <a:pt x="81438" y="776"/>
                </a:cubicBezTo>
                <a:cubicBezTo>
                  <a:pt x="84878" y="1160"/>
                  <a:pt x="81119" y="1835"/>
                  <a:pt x="90680" y="1114"/>
                </a:cubicBezTo>
                <a:cubicBezTo>
                  <a:pt x="94292" y="840"/>
                  <a:pt x="95688" y="822"/>
                  <a:pt x="99912" y="968"/>
                </a:cubicBezTo>
                <a:cubicBezTo>
                  <a:pt x="107119" y="1260"/>
                  <a:pt x="115575" y="1114"/>
                  <a:pt x="121523" y="1260"/>
                </a:cubicBezTo>
                <a:cubicBezTo>
                  <a:pt x="116670" y="1451"/>
                  <a:pt x="103515" y="1160"/>
                  <a:pt x="95378" y="1689"/>
                </a:cubicBezTo>
                <a:cubicBezTo>
                  <a:pt x="85352" y="2263"/>
                  <a:pt x="79559" y="2555"/>
                  <a:pt x="69378" y="2072"/>
                </a:cubicBezTo>
                <a:cubicBezTo>
                  <a:pt x="61387" y="1643"/>
                  <a:pt x="51680" y="1497"/>
                  <a:pt x="43534" y="1789"/>
                </a:cubicBezTo>
                <a:cubicBezTo>
                  <a:pt x="34767" y="2026"/>
                  <a:pt x="30068" y="3422"/>
                  <a:pt x="20672" y="2647"/>
                </a:cubicBezTo>
                <a:cubicBezTo>
                  <a:pt x="16448" y="2263"/>
                  <a:pt x="14879" y="2263"/>
                  <a:pt x="10646" y="2364"/>
                </a:cubicBezTo>
                <a:cubicBezTo>
                  <a:pt x="7827" y="2409"/>
                  <a:pt x="4388" y="2510"/>
                  <a:pt x="0" y="245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5"/>
          <p:cNvSpPr/>
          <p:nvPr/>
        </p:nvSpPr>
        <p:spPr>
          <a:xfrm>
            <a:off x="5910175" y="4871050"/>
            <a:ext cx="3418975" cy="503825"/>
          </a:xfrm>
          <a:custGeom>
            <a:rect b="b" l="l" r="r" t="t"/>
            <a:pathLst>
              <a:path extrusionOk="0" h="20153" w="136759">
                <a:moveTo>
                  <a:pt x="0" y="20152"/>
                </a:moveTo>
                <a:cubicBezTo>
                  <a:pt x="0" y="20152"/>
                  <a:pt x="7171" y="14040"/>
                  <a:pt x="20882" y="12088"/>
                </a:cubicBezTo>
                <a:cubicBezTo>
                  <a:pt x="34603" y="10136"/>
                  <a:pt x="42293" y="5100"/>
                  <a:pt x="50650" y="4106"/>
                </a:cubicBezTo>
                <a:cubicBezTo>
                  <a:pt x="59006" y="3111"/>
                  <a:pt x="114198" y="0"/>
                  <a:pt x="136759" y="1460"/>
                </a:cubicBezTo>
                <a:lnTo>
                  <a:pt x="136759" y="20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5"/>
          <p:cNvSpPr/>
          <p:nvPr/>
        </p:nvSpPr>
        <p:spPr>
          <a:xfrm flipH="1" rot="10800000">
            <a:off x="-202700" y="2579553"/>
            <a:ext cx="10068013" cy="452084"/>
          </a:xfrm>
          <a:custGeom>
            <a:rect b="b" l="l" r="r" t="t"/>
            <a:pathLst>
              <a:path extrusionOk="0" h="9206" w="272532">
                <a:moveTo>
                  <a:pt x="4097" y="301"/>
                </a:moveTo>
                <a:cubicBezTo>
                  <a:pt x="5109" y="165"/>
                  <a:pt x="6122" y="92"/>
                  <a:pt x="7481" y="55"/>
                </a:cubicBezTo>
                <a:cubicBezTo>
                  <a:pt x="9771" y="0"/>
                  <a:pt x="12791" y="55"/>
                  <a:pt x="15035" y="64"/>
                </a:cubicBezTo>
                <a:cubicBezTo>
                  <a:pt x="21156" y="82"/>
                  <a:pt x="27277" y="92"/>
                  <a:pt x="33399" y="128"/>
                </a:cubicBezTo>
                <a:cubicBezTo>
                  <a:pt x="51954" y="219"/>
                  <a:pt x="70519" y="265"/>
                  <a:pt x="89084" y="283"/>
                </a:cubicBezTo>
                <a:cubicBezTo>
                  <a:pt x="111033" y="311"/>
                  <a:pt x="132945" y="402"/>
                  <a:pt x="154886" y="484"/>
                </a:cubicBezTo>
                <a:cubicBezTo>
                  <a:pt x="172191" y="548"/>
                  <a:pt x="189515" y="511"/>
                  <a:pt x="206821" y="612"/>
                </a:cubicBezTo>
                <a:cubicBezTo>
                  <a:pt x="221399" y="694"/>
                  <a:pt x="235913" y="958"/>
                  <a:pt x="250473" y="1095"/>
                </a:cubicBezTo>
                <a:cubicBezTo>
                  <a:pt x="256768" y="1150"/>
                  <a:pt x="263190" y="1168"/>
                  <a:pt x="269421" y="1314"/>
                </a:cubicBezTo>
                <a:cubicBezTo>
                  <a:pt x="272532" y="1387"/>
                  <a:pt x="270069" y="3358"/>
                  <a:pt x="269831" y="3613"/>
                </a:cubicBezTo>
                <a:cubicBezTo>
                  <a:pt x="269257" y="4261"/>
                  <a:pt x="268509" y="4899"/>
                  <a:pt x="267669" y="5538"/>
                </a:cubicBezTo>
                <a:cubicBezTo>
                  <a:pt x="267268" y="5848"/>
                  <a:pt x="267514" y="5994"/>
                  <a:pt x="267879" y="6277"/>
                </a:cubicBezTo>
                <a:cubicBezTo>
                  <a:pt x="268290" y="6605"/>
                  <a:pt x="267423" y="6888"/>
                  <a:pt x="266337" y="7180"/>
                </a:cubicBezTo>
                <a:cubicBezTo>
                  <a:pt x="264440" y="7673"/>
                  <a:pt x="262050" y="8229"/>
                  <a:pt x="258136" y="8329"/>
                </a:cubicBezTo>
                <a:cubicBezTo>
                  <a:pt x="256987" y="8366"/>
                  <a:pt x="255801" y="8348"/>
                  <a:pt x="254651" y="8375"/>
                </a:cubicBezTo>
                <a:cubicBezTo>
                  <a:pt x="250500" y="8475"/>
                  <a:pt x="247526" y="9068"/>
                  <a:pt x="243366" y="9141"/>
                </a:cubicBezTo>
                <a:cubicBezTo>
                  <a:pt x="241460" y="9178"/>
                  <a:pt x="239544" y="9096"/>
                  <a:pt x="237628" y="9077"/>
                </a:cubicBezTo>
                <a:cubicBezTo>
                  <a:pt x="234673" y="9050"/>
                  <a:pt x="231744" y="9169"/>
                  <a:pt x="228779" y="9178"/>
                </a:cubicBezTo>
                <a:cubicBezTo>
                  <a:pt x="223260" y="9205"/>
                  <a:pt x="218024" y="8877"/>
                  <a:pt x="212769" y="8630"/>
                </a:cubicBezTo>
                <a:cubicBezTo>
                  <a:pt x="208883" y="8457"/>
                  <a:pt x="204632" y="8311"/>
                  <a:pt x="200526" y="8411"/>
                </a:cubicBezTo>
                <a:cubicBezTo>
                  <a:pt x="196604" y="8503"/>
                  <a:pt x="193812" y="8621"/>
                  <a:pt x="189962" y="8329"/>
                </a:cubicBezTo>
                <a:cubicBezTo>
                  <a:pt x="189086" y="8256"/>
                  <a:pt x="188256" y="8174"/>
                  <a:pt x="187308" y="8129"/>
                </a:cubicBezTo>
                <a:cubicBezTo>
                  <a:pt x="183868" y="7964"/>
                  <a:pt x="180447" y="8275"/>
                  <a:pt x="177209" y="7983"/>
                </a:cubicBezTo>
                <a:cubicBezTo>
                  <a:pt x="174317" y="7727"/>
                  <a:pt x="171115" y="7572"/>
                  <a:pt x="168086" y="7335"/>
                </a:cubicBezTo>
                <a:cubicBezTo>
                  <a:pt x="167092" y="7253"/>
                  <a:pt x="166097" y="7171"/>
                  <a:pt x="164975" y="7134"/>
                </a:cubicBezTo>
                <a:cubicBezTo>
                  <a:pt x="164099" y="7116"/>
                  <a:pt x="163205" y="7134"/>
                  <a:pt x="162321" y="7143"/>
                </a:cubicBezTo>
                <a:cubicBezTo>
                  <a:pt x="159447" y="7180"/>
                  <a:pt x="156537" y="7171"/>
                  <a:pt x="153700" y="7098"/>
                </a:cubicBezTo>
                <a:cubicBezTo>
                  <a:pt x="150114" y="7007"/>
                  <a:pt x="146611" y="6806"/>
                  <a:pt x="142944" y="6788"/>
                </a:cubicBezTo>
                <a:cubicBezTo>
                  <a:pt x="139824" y="6779"/>
                  <a:pt x="137352" y="7007"/>
                  <a:pt x="134350" y="7098"/>
                </a:cubicBezTo>
                <a:cubicBezTo>
                  <a:pt x="131969" y="7180"/>
                  <a:pt x="129889" y="7089"/>
                  <a:pt x="127581" y="7125"/>
                </a:cubicBezTo>
                <a:cubicBezTo>
                  <a:pt x="123339" y="7189"/>
                  <a:pt x="119891" y="7609"/>
                  <a:pt x="115722" y="7709"/>
                </a:cubicBezTo>
                <a:cubicBezTo>
                  <a:pt x="111872" y="7800"/>
                  <a:pt x="109071" y="7590"/>
                  <a:pt x="105623" y="8010"/>
                </a:cubicBezTo>
                <a:cubicBezTo>
                  <a:pt x="104811" y="8101"/>
                  <a:pt x="104072" y="8220"/>
                  <a:pt x="103069" y="8266"/>
                </a:cubicBezTo>
                <a:cubicBezTo>
                  <a:pt x="102184" y="8311"/>
                  <a:pt x="101244" y="8284"/>
                  <a:pt x="100323" y="8284"/>
                </a:cubicBezTo>
                <a:cubicBezTo>
                  <a:pt x="97248" y="8266"/>
                  <a:pt x="94356" y="8466"/>
                  <a:pt x="91465" y="8612"/>
                </a:cubicBezTo>
                <a:cubicBezTo>
                  <a:pt x="89001" y="8740"/>
                  <a:pt x="87898" y="8640"/>
                  <a:pt x="85644" y="8585"/>
                </a:cubicBezTo>
                <a:cubicBezTo>
                  <a:pt x="83500" y="8530"/>
                  <a:pt x="81484" y="8749"/>
                  <a:pt x="79341" y="8676"/>
                </a:cubicBezTo>
                <a:cubicBezTo>
                  <a:pt x="78592" y="8649"/>
                  <a:pt x="77927" y="8594"/>
                  <a:pt x="77279" y="8539"/>
                </a:cubicBezTo>
                <a:cubicBezTo>
                  <a:pt x="73913" y="8238"/>
                  <a:pt x="70939" y="8101"/>
                  <a:pt x="67061" y="8074"/>
                </a:cubicBezTo>
                <a:cubicBezTo>
                  <a:pt x="63075" y="8047"/>
                  <a:pt x="58632" y="8056"/>
                  <a:pt x="54782" y="7891"/>
                </a:cubicBezTo>
                <a:cubicBezTo>
                  <a:pt x="53259" y="7828"/>
                  <a:pt x="51808" y="7727"/>
                  <a:pt x="50267" y="7673"/>
                </a:cubicBezTo>
                <a:cubicBezTo>
                  <a:pt x="46170" y="7527"/>
                  <a:pt x="42540" y="7709"/>
                  <a:pt x="38580" y="7791"/>
                </a:cubicBezTo>
                <a:cubicBezTo>
                  <a:pt x="34284" y="7882"/>
                  <a:pt x="29731" y="7837"/>
                  <a:pt x="25380" y="7837"/>
                </a:cubicBezTo>
                <a:cubicBezTo>
                  <a:pt x="15527" y="7837"/>
                  <a:pt x="8813" y="8722"/>
                  <a:pt x="0" y="9178"/>
                </a:cubicBezTo>
                <a:cubicBezTo>
                  <a:pt x="0" y="9178"/>
                  <a:pt x="2318" y="557"/>
                  <a:pt x="4097" y="301"/>
                </a:cubicBez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5"/>
          <p:cNvSpPr/>
          <p:nvPr/>
        </p:nvSpPr>
        <p:spPr>
          <a:xfrm>
            <a:off x="1594975" y="3029375"/>
            <a:ext cx="5604629" cy="2169924"/>
          </a:xfrm>
          <a:custGeom>
            <a:rect b="b" l="l" r="r" t="t"/>
            <a:pathLst>
              <a:path extrusionOk="0" h="46413" w="177685">
                <a:moveTo>
                  <a:pt x="53027" y="1"/>
                </a:moveTo>
                <a:cubicBezTo>
                  <a:pt x="53027" y="1"/>
                  <a:pt x="79109" y="2070"/>
                  <a:pt x="70927" y="2540"/>
                </a:cubicBezTo>
                <a:cubicBezTo>
                  <a:pt x="62761" y="3026"/>
                  <a:pt x="21224" y="5706"/>
                  <a:pt x="20644" y="7838"/>
                </a:cubicBezTo>
                <a:cubicBezTo>
                  <a:pt x="20064" y="9969"/>
                  <a:pt x="61977" y="9076"/>
                  <a:pt x="62369" y="12462"/>
                </a:cubicBezTo>
                <a:cubicBezTo>
                  <a:pt x="62761" y="15847"/>
                  <a:pt x="1" y="12462"/>
                  <a:pt x="1458" y="16098"/>
                </a:cubicBezTo>
                <a:cubicBezTo>
                  <a:pt x="2932" y="19750"/>
                  <a:pt x="51851" y="19202"/>
                  <a:pt x="51459" y="21380"/>
                </a:cubicBezTo>
                <a:cubicBezTo>
                  <a:pt x="51295" y="22331"/>
                  <a:pt x="42835" y="22437"/>
                  <a:pt x="33312" y="22437"/>
                </a:cubicBezTo>
                <a:cubicBezTo>
                  <a:pt x="30561" y="22437"/>
                  <a:pt x="27722" y="22428"/>
                  <a:pt x="24968" y="22428"/>
                </a:cubicBezTo>
                <a:cubicBezTo>
                  <a:pt x="15398" y="22428"/>
                  <a:pt x="6865" y="22536"/>
                  <a:pt x="6694" y="23496"/>
                </a:cubicBezTo>
                <a:cubicBezTo>
                  <a:pt x="6302" y="25691"/>
                  <a:pt x="55362" y="31240"/>
                  <a:pt x="52635" y="32964"/>
                </a:cubicBezTo>
                <a:cubicBezTo>
                  <a:pt x="51598" y="33619"/>
                  <a:pt x="46686" y="33692"/>
                  <a:pt x="40946" y="33692"/>
                </a:cubicBezTo>
                <a:cubicBezTo>
                  <a:pt x="39300" y="33692"/>
                  <a:pt x="37585" y="33686"/>
                  <a:pt x="35874" y="33686"/>
                </a:cubicBezTo>
                <a:cubicBezTo>
                  <a:pt x="27866" y="33686"/>
                  <a:pt x="19940" y="33818"/>
                  <a:pt x="19468" y="35315"/>
                </a:cubicBezTo>
                <a:cubicBezTo>
                  <a:pt x="18559" y="38246"/>
                  <a:pt x="53811" y="46412"/>
                  <a:pt x="53811" y="46412"/>
                </a:cubicBezTo>
                <a:lnTo>
                  <a:pt x="123875" y="46412"/>
                </a:lnTo>
                <a:cubicBezTo>
                  <a:pt x="123875" y="46412"/>
                  <a:pt x="159126" y="38246"/>
                  <a:pt x="158202" y="35315"/>
                </a:cubicBezTo>
                <a:cubicBezTo>
                  <a:pt x="157729" y="33818"/>
                  <a:pt x="149803" y="33686"/>
                  <a:pt x="141795" y="33686"/>
                </a:cubicBezTo>
                <a:cubicBezTo>
                  <a:pt x="140085" y="33686"/>
                  <a:pt x="138370" y="33692"/>
                  <a:pt x="136724" y="33692"/>
                </a:cubicBezTo>
                <a:cubicBezTo>
                  <a:pt x="130984" y="33692"/>
                  <a:pt x="126072" y="33619"/>
                  <a:pt x="125035" y="32964"/>
                </a:cubicBezTo>
                <a:cubicBezTo>
                  <a:pt x="122307" y="31240"/>
                  <a:pt x="171368" y="25691"/>
                  <a:pt x="170976" y="23496"/>
                </a:cubicBezTo>
                <a:cubicBezTo>
                  <a:pt x="170811" y="22536"/>
                  <a:pt x="162283" y="22428"/>
                  <a:pt x="152713" y="22428"/>
                </a:cubicBezTo>
                <a:cubicBezTo>
                  <a:pt x="149960" y="22428"/>
                  <a:pt x="147120" y="22437"/>
                  <a:pt x="144369" y="22437"/>
                </a:cubicBezTo>
                <a:cubicBezTo>
                  <a:pt x="134846" y="22437"/>
                  <a:pt x="126381" y="22331"/>
                  <a:pt x="126210" y="21380"/>
                </a:cubicBezTo>
                <a:cubicBezTo>
                  <a:pt x="125818" y="19202"/>
                  <a:pt x="174738" y="19750"/>
                  <a:pt x="176211" y="16098"/>
                </a:cubicBezTo>
                <a:cubicBezTo>
                  <a:pt x="177685" y="12462"/>
                  <a:pt x="114909" y="15847"/>
                  <a:pt x="115301" y="12462"/>
                </a:cubicBezTo>
                <a:cubicBezTo>
                  <a:pt x="115693" y="9076"/>
                  <a:pt x="157622" y="9969"/>
                  <a:pt x="157026" y="7838"/>
                </a:cubicBezTo>
                <a:cubicBezTo>
                  <a:pt x="156446" y="5706"/>
                  <a:pt x="114909" y="3026"/>
                  <a:pt x="106743" y="2540"/>
                </a:cubicBezTo>
                <a:cubicBezTo>
                  <a:pt x="98561" y="2070"/>
                  <a:pt x="124643" y="1"/>
                  <a:pt x="124643"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5"/>
          <p:cNvSpPr txBox="1"/>
          <p:nvPr>
            <p:ph idx="1" type="subTitle"/>
          </p:nvPr>
        </p:nvSpPr>
        <p:spPr>
          <a:xfrm>
            <a:off x="3463825" y="3438261"/>
            <a:ext cx="2216400" cy="37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Diesel power</a:t>
            </a:r>
            <a:endParaRPr/>
          </a:p>
        </p:txBody>
      </p:sp>
      <p:sp>
        <p:nvSpPr>
          <p:cNvPr id="1377" name="Google Shape;1377;p35"/>
          <p:cNvSpPr txBox="1"/>
          <p:nvPr>
            <p:ph idx="2" type="subTitle"/>
          </p:nvPr>
        </p:nvSpPr>
        <p:spPr>
          <a:xfrm>
            <a:off x="3463825" y="3753499"/>
            <a:ext cx="2216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
        <p:nvSpPr>
          <p:cNvPr id="1378" name="Google Shape;1378;p35"/>
          <p:cNvSpPr txBox="1"/>
          <p:nvPr>
            <p:ph idx="3" type="subTitle"/>
          </p:nvPr>
        </p:nvSpPr>
        <p:spPr>
          <a:xfrm>
            <a:off x="3463800" y="1602663"/>
            <a:ext cx="2216400" cy="37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Pre-steam power</a:t>
            </a:r>
            <a:endParaRPr/>
          </a:p>
        </p:txBody>
      </p:sp>
      <p:sp>
        <p:nvSpPr>
          <p:cNvPr id="1379" name="Google Shape;1379;p35"/>
          <p:cNvSpPr txBox="1"/>
          <p:nvPr>
            <p:ph idx="4" type="subTitle"/>
          </p:nvPr>
        </p:nvSpPr>
        <p:spPr>
          <a:xfrm>
            <a:off x="3463800" y="1917889"/>
            <a:ext cx="2216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1380" name="Google Shape;1380;p35"/>
          <p:cNvSpPr txBox="1"/>
          <p:nvPr>
            <p:ph idx="5" type="subTitle"/>
          </p:nvPr>
        </p:nvSpPr>
        <p:spPr>
          <a:xfrm>
            <a:off x="5794450" y="1602660"/>
            <a:ext cx="2216400" cy="37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Steam power</a:t>
            </a:r>
            <a:endParaRPr/>
          </a:p>
        </p:txBody>
      </p:sp>
      <p:sp>
        <p:nvSpPr>
          <p:cNvPr id="1381" name="Google Shape;1381;p35"/>
          <p:cNvSpPr txBox="1"/>
          <p:nvPr>
            <p:ph idx="6" type="subTitle"/>
          </p:nvPr>
        </p:nvSpPr>
        <p:spPr>
          <a:xfrm>
            <a:off x="5794450" y="1917888"/>
            <a:ext cx="2216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382" name="Google Shape;1382;p35"/>
          <p:cNvSpPr txBox="1"/>
          <p:nvPr>
            <p:ph idx="7" type="subTitle"/>
          </p:nvPr>
        </p:nvSpPr>
        <p:spPr>
          <a:xfrm>
            <a:off x="1133150" y="1602663"/>
            <a:ext cx="2216400" cy="37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Ancient system</a:t>
            </a:r>
            <a:endParaRPr/>
          </a:p>
        </p:txBody>
      </p:sp>
      <p:sp>
        <p:nvSpPr>
          <p:cNvPr id="1383" name="Google Shape;1383;p35"/>
          <p:cNvSpPr txBox="1"/>
          <p:nvPr>
            <p:ph idx="8" type="subTitle"/>
          </p:nvPr>
        </p:nvSpPr>
        <p:spPr>
          <a:xfrm>
            <a:off x="1133150" y="1917889"/>
            <a:ext cx="2216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384" name="Google Shape;1384;p35"/>
          <p:cNvSpPr txBox="1"/>
          <p:nvPr>
            <p:ph idx="9" type="subTitle"/>
          </p:nvPr>
        </p:nvSpPr>
        <p:spPr>
          <a:xfrm>
            <a:off x="1133175" y="3438261"/>
            <a:ext cx="2216400" cy="37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Electric power</a:t>
            </a:r>
            <a:endParaRPr/>
          </a:p>
        </p:txBody>
      </p:sp>
      <p:sp>
        <p:nvSpPr>
          <p:cNvPr id="1385" name="Google Shape;1385;p35"/>
          <p:cNvSpPr txBox="1"/>
          <p:nvPr>
            <p:ph idx="13" type="subTitle"/>
          </p:nvPr>
        </p:nvSpPr>
        <p:spPr>
          <a:xfrm>
            <a:off x="1133175" y="3753499"/>
            <a:ext cx="2216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386" name="Google Shape;1386;p35"/>
          <p:cNvSpPr txBox="1"/>
          <p:nvPr>
            <p:ph idx="14" type="subTitle"/>
          </p:nvPr>
        </p:nvSpPr>
        <p:spPr>
          <a:xfrm>
            <a:off x="5794475" y="3438250"/>
            <a:ext cx="2216400" cy="37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High-speed rail</a:t>
            </a:r>
            <a:endParaRPr/>
          </a:p>
        </p:txBody>
      </p:sp>
      <p:sp>
        <p:nvSpPr>
          <p:cNvPr id="1387" name="Google Shape;1387;p35"/>
          <p:cNvSpPr txBox="1"/>
          <p:nvPr>
            <p:ph idx="15" type="subTitle"/>
          </p:nvPr>
        </p:nvSpPr>
        <p:spPr>
          <a:xfrm>
            <a:off x="5794475" y="3753475"/>
            <a:ext cx="2216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grpSp>
        <p:nvGrpSpPr>
          <p:cNvPr id="1388" name="Google Shape;1388;p35"/>
          <p:cNvGrpSpPr/>
          <p:nvPr/>
        </p:nvGrpSpPr>
        <p:grpSpPr>
          <a:xfrm>
            <a:off x="-651050" y="2364325"/>
            <a:ext cx="2419653" cy="571601"/>
            <a:chOff x="3962175" y="2857795"/>
            <a:chExt cx="3075700" cy="726580"/>
          </a:xfrm>
        </p:grpSpPr>
        <p:sp>
          <p:nvSpPr>
            <p:cNvPr id="1389" name="Google Shape;1389;p35"/>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5"/>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5"/>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5"/>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5"/>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5"/>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5"/>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5"/>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5"/>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5"/>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5"/>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5"/>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5"/>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5"/>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5"/>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5"/>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5"/>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5"/>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5"/>
            <p:cNvSpPr/>
            <p:nvPr/>
          </p:nvSpPr>
          <p:spPr>
            <a:xfrm>
              <a:off x="4046545" y="2857795"/>
              <a:ext cx="2817428" cy="356671"/>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35"/>
          <p:cNvGrpSpPr/>
          <p:nvPr/>
        </p:nvGrpSpPr>
        <p:grpSpPr>
          <a:xfrm flipH="1" rot="10800000">
            <a:off x="-651050" y="3096882"/>
            <a:ext cx="2419653" cy="280557"/>
            <a:chOff x="3962175" y="3227750"/>
            <a:chExt cx="3075700" cy="356625"/>
          </a:xfrm>
        </p:grpSpPr>
        <p:sp>
          <p:nvSpPr>
            <p:cNvPr id="1409" name="Google Shape;1409;p35"/>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rgbClr val="274E13">
                <a:alpha val="25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5"/>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5"/>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5"/>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5"/>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5"/>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5"/>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5"/>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5"/>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5"/>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5"/>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5"/>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5"/>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5"/>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5"/>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5"/>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5"/>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5"/>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rgbClr val="FFFFFF">
                <a:alpha val="32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35"/>
          <p:cNvGrpSpPr/>
          <p:nvPr/>
        </p:nvGrpSpPr>
        <p:grpSpPr>
          <a:xfrm>
            <a:off x="0" y="2932663"/>
            <a:ext cx="9144000" cy="135700"/>
            <a:chOff x="96675" y="2823075"/>
            <a:chExt cx="9144000" cy="135700"/>
          </a:xfrm>
        </p:grpSpPr>
        <p:grpSp>
          <p:nvGrpSpPr>
            <p:cNvPr id="1428" name="Google Shape;1428;p35"/>
            <p:cNvGrpSpPr/>
            <p:nvPr/>
          </p:nvGrpSpPr>
          <p:grpSpPr>
            <a:xfrm>
              <a:off x="96675" y="2823075"/>
              <a:ext cx="9144000" cy="135700"/>
              <a:chOff x="96675" y="2823075"/>
              <a:chExt cx="9144000" cy="135700"/>
            </a:xfrm>
          </p:grpSpPr>
          <p:grpSp>
            <p:nvGrpSpPr>
              <p:cNvPr id="1429" name="Google Shape;1429;p35"/>
              <p:cNvGrpSpPr/>
              <p:nvPr/>
            </p:nvGrpSpPr>
            <p:grpSpPr>
              <a:xfrm>
                <a:off x="96675" y="2823075"/>
                <a:ext cx="9144000" cy="135700"/>
                <a:chOff x="-584175" y="4743925"/>
                <a:chExt cx="9144000" cy="135700"/>
              </a:xfrm>
            </p:grpSpPr>
            <p:sp>
              <p:nvSpPr>
                <p:cNvPr id="1430" name="Google Shape;1430;p35"/>
                <p:cNvSpPr/>
                <p:nvPr/>
              </p:nvSpPr>
              <p:spPr>
                <a:xfrm>
                  <a:off x="-584175" y="4743925"/>
                  <a:ext cx="91440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 name="Google Shape;1431;p35"/>
                <p:cNvGrpSpPr/>
                <p:nvPr/>
              </p:nvGrpSpPr>
              <p:grpSpPr>
                <a:xfrm>
                  <a:off x="-450100" y="4750325"/>
                  <a:ext cx="3095500" cy="129300"/>
                  <a:chOff x="-450100" y="4750325"/>
                  <a:chExt cx="3095500" cy="129300"/>
                </a:xfrm>
              </p:grpSpPr>
              <p:sp>
                <p:nvSpPr>
                  <p:cNvPr id="1432" name="Google Shape;1432;p35"/>
                  <p:cNvSpPr/>
                  <p:nvPr/>
                </p:nvSpPr>
                <p:spPr>
                  <a:xfrm rot="5400000">
                    <a:off x="-497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5"/>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5"/>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5"/>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5"/>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5"/>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5"/>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5"/>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5"/>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1" name="Google Shape;1441;p35"/>
              <p:cNvGrpSpPr/>
              <p:nvPr/>
            </p:nvGrpSpPr>
            <p:grpSpPr>
              <a:xfrm>
                <a:off x="3677725" y="2826275"/>
                <a:ext cx="2711075" cy="129300"/>
                <a:chOff x="-65675" y="4750325"/>
                <a:chExt cx="2711075" cy="129300"/>
              </a:xfrm>
            </p:grpSpPr>
            <p:sp>
              <p:nvSpPr>
                <p:cNvPr id="1442" name="Google Shape;1442;p35"/>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5"/>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5"/>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5"/>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5"/>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5"/>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5"/>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5"/>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0" name="Google Shape;1450;p35"/>
            <p:cNvGrpSpPr/>
            <p:nvPr/>
          </p:nvGrpSpPr>
          <p:grpSpPr>
            <a:xfrm>
              <a:off x="6356775" y="2826275"/>
              <a:ext cx="2711075" cy="129300"/>
              <a:chOff x="-65675" y="4750325"/>
              <a:chExt cx="2711075" cy="129300"/>
            </a:xfrm>
          </p:grpSpPr>
          <p:sp>
            <p:nvSpPr>
              <p:cNvPr id="1451" name="Google Shape;1451;p35"/>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5"/>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5"/>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5"/>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5"/>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5"/>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5"/>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5"/>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9" name="Google Shape;1459;p35"/>
          <p:cNvGrpSpPr/>
          <p:nvPr/>
        </p:nvGrpSpPr>
        <p:grpSpPr>
          <a:xfrm flipH="1" rot="10800000">
            <a:off x="0" y="2971321"/>
            <a:ext cx="9144000" cy="135700"/>
            <a:chOff x="96675" y="2823075"/>
            <a:chExt cx="9144000" cy="135700"/>
          </a:xfrm>
        </p:grpSpPr>
        <p:grpSp>
          <p:nvGrpSpPr>
            <p:cNvPr id="1460" name="Google Shape;1460;p35"/>
            <p:cNvGrpSpPr/>
            <p:nvPr/>
          </p:nvGrpSpPr>
          <p:grpSpPr>
            <a:xfrm>
              <a:off x="96675" y="2823075"/>
              <a:ext cx="9144000" cy="135700"/>
              <a:chOff x="96675" y="2823075"/>
              <a:chExt cx="9144000" cy="135700"/>
            </a:xfrm>
          </p:grpSpPr>
          <p:grpSp>
            <p:nvGrpSpPr>
              <p:cNvPr id="1461" name="Google Shape;1461;p35"/>
              <p:cNvGrpSpPr/>
              <p:nvPr/>
            </p:nvGrpSpPr>
            <p:grpSpPr>
              <a:xfrm>
                <a:off x="96675" y="2823075"/>
                <a:ext cx="9144000" cy="135700"/>
                <a:chOff x="-584175" y="4743925"/>
                <a:chExt cx="9144000" cy="135700"/>
              </a:xfrm>
            </p:grpSpPr>
            <p:sp>
              <p:nvSpPr>
                <p:cNvPr id="1462" name="Google Shape;1462;p35"/>
                <p:cNvSpPr/>
                <p:nvPr/>
              </p:nvSpPr>
              <p:spPr>
                <a:xfrm>
                  <a:off x="-584175" y="4743925"/>
                  <a:ext cx="91440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 name="Google Shape;1463;p35"/>
                <p:cNvGrpSpPr/>
                <p:nvPr/>
              </p:nvGrpSpPr>
              <p:grpSpPr>
                <a:xfrm>
                  <a:off x="-450100" y="4750325"/>
                  <a:ext cx="3095500" cy="129300"/>
                  <a:chOff x="-450100" y="4750325"/>
                  <a:chExt cx="3095500" cy="129300"/>
                </a:xfrm>
              </p:grpSpPr>
              <p:sp>
                <p:nvSpPr>
                  <p:cNvPr id="1464" name="Google Shape;1464;p35"/>
                  <p:cNvSpPr/>
                  <p:nvPr/>
                </p:nvSpPr>
                <p:spPr>
                  <a:xfrm rot="5400000">
                    <a:off x="-4970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5"/>
                  <p:cNvSpPr/>
                  <p:nvPr/>
                </p:nvSpPr>
                <p:spPr>
                  <a:xfrm rot="5400000">
                    <a:off x="-112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5"/>
                  <p:cNvSpPr/>
                  <p:nvPr/>
                </p:nvSpPr>
                <p:spPr>
                  <a:xfrm rot="5400000">
                    <a:off x="2718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5"/>
                  <p:cNvSpPr/>
                  <p:nvPr/>
                </p:nvSpPr>
                <p:spPr>
                  <a:xfrm rot="5400000">
                    <a:off x="6485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5"/>
                  <p:cNvSpPr/>
                  <p:nvPr/>
                </p:nvSpPr>
                <p:spPr>
                  <a:xfrm rot="5400000">
                    <a:off x="10253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5"/>
                  <p:cNvSpPr/>
                  <p:nvPr/>
                </p:nvSpPr>
                <p:spPr>
                  <a:xfrm rot="5400000">
                    <a:off x="14097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5"/>
                  <p:cNvSpPr/>
                  <p:nvPr/>
                </p:nvSpPr>
                <p:spPr>
                  <a:xfrm rot="5400000">
                    <a:off x="17942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5"/>
                  <p:cNvSpPr/>
                  <p:nvPr/>
                </p:nvSpPr>
                <p:spPr>
                  <a:xfrm rot="5400000">
                    <a:off x="2178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5"/>
                  <p:cNvSpPr/>
                  <p:nvPr/>
                </p:nvSpPr>
                <p:spPr>
                  <a:xfrm rot="5400000">
                    <a:off x="25630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3" name="Google Shape;1473;p35"/>
              <p:cNvGrpSpPr/>
              <p:nvPr/>
            </p:nvGrpSpPr>
            <p:grpSpPr>
              <a:xfrm>
                <a:off x="3677725" y="2826275"/>
                <a:ext cx="2711075" cy="129300"/>
                <a:chOff x="-65675" y="4750325"/>
                <a:chExt cx="2711075" cy="129300"/>
              </a:xfrm>
            </p:grpSpPr>
            <p:sp>
              <p:nvSpPr>
                <p:cNvPr id="1474" name="Google Shape;1474;p35"/>
                <p:cNvSpPr/>
                <p:nvPr/>
              </p:nvSpPr>
              <p:spPr>
                <a:xfrm rot="5400000">
                  <a:off x="-112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5"/>
                <p:cNvSpPr/>
                <p:nvPr/>
              </p:nvSpPr>
              <p:spPr>
                <a:xfrm rot="5400000">
                  <a:off x="2718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5"/>
                <p:cNvSpPr/>
                <p:nvPr/>
              </p:nvSpPr>
              <p:spPr>
                <a:xfrm rot="5400000">
                  <a:off x="6485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5"/>
                <p:cNvSpPr/>
                <p:nvPr/>
              </p:nvSpPr>
              <p:spPr>
                <a:xfrm rot="5400000">
                  <a:off x="10253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5"/>
                <p:cNvSpPr/>
                <p:nvPr/>
              </p:nvSpPr>
              <p:spPr>
                <a:xfrm rot="5400000">
                  <a:off x="14097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5"/>
                <p:cNvSpPr/>
                <p:nvPr/>
              </p:nvSpPr>
              <p:spPr>
                <a:xfrm rot="5400000">
                  <a:off x="17942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5"/>
                <p:cNvSpPr/>
                <p:nvPr/>
              </p:nvSpPr>
              <p:spPr>
                <a:xfrm rot="5400000">
                  <a:off x="2178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5"/>
                <p:cNvSpPr/>
                <p:nvPr/>
              </p:nvSpPr>
              <p:spPr>
                <a:xfrm rot="5400000">
                  <a:off x="25630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2" name="Google Shape;1482;p35"/>
            <p:cNvGrpSpPr/>
            <p:nvPr/>
          </p:nvGrpSpPr>
          <p:grpSpPr>
            <a:xfrm>
              <a:off x="6356775" y="2826275"/>
              <a:ext cx="2711075" cy="129300"/>
              <a:chOff x="-65675" y="4750325"/>
              <a:chExt cx="2711075" cy="129300"/>
            </a:xfrm>
          </p:grpSpPr>
          <p:sp>
            <p:nvSpPr>
              <p:cNvPr id="1483" name="Google Shape;1483;p35"/>
              <p:cNvSpPr/>
              <p:nvPr/>
            </p:nvSpPr>
            <p:spPr>
              <a:xfrm rot="5400000">
                <a:off x="-112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5"/>
              <p:cNvSpPr/>
              <p:nvPr/>
            </p:nvSpPr>
            <p:spPr>
              <a:xfrm rot="5400000">
                <a:off x="2718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5"/>
              <p:cNvSpPr/>
              <p:nvPr/>
            </p:nvSpPr>
            <p:spPr>
              <a:xfrm rot="5400000">
                <a:off x="6485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5"/>
              <p:cNvSpPr/>
              <p:nvPr/>
            </p:nvSpPr>
            <p:spPr>
              <a:xfrm rot="5400000">
                <a:off x="10253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5"/>
              <p:cNvSpPr/>
              <p:nvPr/>
            </p:nvSpPr>
            <p:spPr>
              <a:xfrm rot="5400000">
                <a:off x="140977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5"/>
              <p:cNvSpPr/>
              <p:nvPr/>
            </p:nvSpPr>
            <p:spPr>
              <a:xfrm rot="5400000">
                <a:off x="179420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5"/>
              <p:cNvSpPr/>
              <p:nvPr/>
            </p:nvSpPr>
            <p:spPr>
              <a:xfrm rot="5400000">
                <a:off x="2178625"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5"/>
              <p:cNvSpPr/>
              <p:nvPr/>
            </p:nvSpPr>
            <p:spPr>
              <a:xfrm rot="5400000">
                <a:off x="2563050" y="4797275"/>
                <a:ext cx="129300" cy="35400"/>
              </a:xfrm>
              <a:prstGeom prst="rect">
                <a:avLst/>
              </a:pr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91" name="Google Shape;1491;p35"/>
          <p:cNvSpPr/>
          <p:nvPr/>
        </p:nvSpPr>
        <p:spPr>
          <a:xfrm flipH="1" rot="-2231248">
            <a:off x="593018" y="102021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5" name="Shape 1495"/>
        <p:cNvGrpSpPr/>
        <p:nvPr/>
      </p:nvGrpSpPr>
      <p:grpSpPr>
        <a:xfrm>
          <a:off x="0" y="0"/>
          <a:ext cx="0" cy="0"/>
          <a:chOff x="0" y="0"/>
          <a:chExt cx="0" cy="0"/>
        </a:xfrm>
      </p:grpSpPr>
      <p:grpSp>
        <p:nvGrpSpPr>
          <p:cNvPr id="1496" name="Google Shape;1496;p36"/>
          <p:cNvGrpSpPr/>
          <p:nvPr/>
        </p:nvGrpSpPr>
        <p:grpSpPr>
          <a:xfrm>
            <a:off x="2879025" y="4407050"/>
            <a:ext cx="853900" cy="770400"/>
            <a:chOff x="4219225" y="4330850"/>
            <a:chExt cx="853900" cy="770400"/>
          </a:xfrm>
        </p:grpSpPr>
        <p:grpSp>
          <p:nvGrpSpPr>
            <p:cNvPr id="1497" name="Google Shape;1497;p36"/>
            <p:cNvGrpSpPr/>
            <p:nvPr/>
          </p:nvGrpSpPr>
          <p:grpSpPr>
            <a:xfrm>
              <a:off x="4295625" y="4330850"/>
              <a:ext cx="777500" cy="770400"/>
              <a:chOff x="4295625" y="4330850"/>
              <a:chExt cx="777500" cy="770400"/>
            </a:xfrm>
          </p:grpSpPr>
          <p:sp>
            <p:nvSpPr>
              <p:cNvPr id="1498" name="Google Shape;1498;p36"/>
              <p:cNvSpPr/>
              <p:nvPr/>
            </p:nvSpPr>
            <p:spPr>
              <a:xfrm>
                <a:off x="4603250" y="4588300"/>
                <a:ext cx="408325" cy="293525"/>
              </a:xfrm>
              <a:custGeom>
                <a:rect b="b" l="l" r="r" t="t"/>
                <a:pathLst>
                  <a:path extrusionOk="0" h="11741" w="16333">
                    <a:moveTo>
                      <a:pt x="8167" y="0"/>
                    </a:moveTo>
                    <a:cubicBezTo>
                      <a:pt x="8167" y="0"/>
                      <a:pt x="5549" y="9185"/>
                      <a:pt x="0" y="9185"/>
                    </a:cubicBezTo>
                    <a:cubicBezTo>
                      <a:pt x="0" y="9185"/>
                      <a:pt x="3260" y="11740"/>
                      <a:pt x="8167" y="11740"/>
                    </a:cubicBezTo>
                    <a:cubicBezTo>
                      <a:pt x="13073" y="11740"/>
                      <a:pt x="16333" y="9185"/>
                      <a:pt x="16333" y="9185"/>
                    </a:cubicBezTo>
                    <a:cubicBezTo>
                      <a:pt x="10784" y="9185"/>
                      <a:pt x="8167" y="0"/>
                      <a:pt x="8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 name="Google Shape;1499;p36"/>
              <p:cNvGrpSpPr/>
              <p:nvPr/>
            </p:nvGrpSpPr>
            <p:grpSpPr>
              <a:xfrm>
                <a:off x="4295625" y="4330850"/>
                <a:ext cx="777500" cy="770400"/>
                <a:chOff x="4295625" y="4330850"/>
                <a:chExt cx="777500" cy="770400"/>
              </a:xfrm>
            </p:grpSpPr>
            <p:sp>
              <p:nvSpPr>
                <p:cNvPr id="1500" name="Google Shape;1500;p36"/>
                <p:cNvSpPr/>
                <p:nvPr/>
              </p:nvSpPr>
              <p:spPr>
                <a:xfrm>
                  <a:off x="4637325" y="4508750"/>
                  <a:ext cx="340550" cy="244925"/>
                </a:xfrm>
                <a:custGeom>
                  <a:rect b="b" l="l" r="r" t="t"/>
                  <a:pathLst>
                    <a:path extrusionOk="0" h="9797" w="13622">
                      <a:moveTo>
                        <a:pt x="6804" y="0"/>
                      </a:moveTo>
                      <a:cubicBezTo>
                        <a:pt x="6804" y="0"/>
                        <a:pt x="4625" y="7665"/>
                        <a:pt x="1" y="7665"/>
                      </a:cubicBezTo>
                      <a:cubicBezTo>
                        <a:pt x="1" y="7665"/>
                        <a:pt x="2713" y="9797"/>
                        <a:pt x="6804" y="9797"/>
                      </a:cubicBezTo>
                      <a:cubicBezTo>
                        <a:pt x="10895" y="9797"/>
                        <a:pt x="13622" y="7665"/>
                        <a:pt x="13622" y="7665"/>
                      </a:cubicBezTo>
                      <a:cubicBezTo>
                        <a:pt x="8998" y="7665"/>
                        <a:pt x="6804" y="0"/>
                        <a:pt x="68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6"/>
                <p:cNvSpPr/>
                <p:nvPr/>
              </p:nvSpPr>
              <p:spPr>
                <a:xfrm>
                  <a:off x="4330900" y="4565175"/>
                  <a:ext cx="166175" cy="189675"/>
                </a:xfrm>
                <a:custGeom>
                  <a:rect b="b" l="l" r="r" t="t"/>
                  <a:pathLst>
                    <a:path extrusionOk="0" h="7587" w="6647">
                      <a:moveTo>
                        <a:pt x="3323" y="0"/>
                      </a:moveTo>
                      <a:cubicBezTo>
                        <a:pt x="3323" y="0"/>
                        <a:pt x="2461" y="6850"/>
                        <a:pt x="1" y="6850"/>
                      </a:cubicBezTo>
                      <a:cubicBezTo>
                        <a:pt x="1" y="6850"/>
                        <a:pt x="1286" y="7587"/>
                        <a:pt x="3323" y="7587"/>
                      </a:cubicBezTo>
                      <a:cubicBezTo>
                        <a:pt x="5361" y="7587"/>
                        <a:pt x="6646" y="6850"/>
                        <a:pt x="6646" y="6850"/>
                      </a:cubicBezTo>
                      <a:cubicBezTo>
                        <a:pt x="4186" y="6850"/>
                        <a:pt x="3323" y="0"/>
                        <a:pt x="3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 name="Google Shape;1502;p36"/>
                <p:cNvGrpSpPr/>
                <p:nvPr/>
              </p:nvGrpSpPr>
              <p:grpSpPr>
                <a:xfrm>
                  <a:off x="4295625" y="4330850"/>
                  <a:ext cx="777500" cy="770400"/>
                  <a:chOff x="4295625" y="4330850"/>
                  <a:chExt cx="777500" cy="770400"/>
                </a:xfrm>
              </p:grpSpPr>
              <p:sp>
                <p:nvSpPr>
                  <p:cNvPr id="1503" name="Google Shape;1503;p36"/>
                  <p:cNvSpPr/>
                  <p:nvPr/>
                </p:nvSpPr>
                <p:spPr>
                  <a:xfrm>
                    <a:off x="4688275" y="4330850"/>
                    <a:ext cx="238675" cy="272750"/>
                  </a:xfrm>
                  <a:custGeom>
                    <a:rect b="b" l="l" r="r" t="t"/>
                    <a:pathLst>
                      <a:path extrusionOk="0" h="10910" w="9547">
                        <a:moveTo>
                          <a:pt x="4766" y="0"/>
                        </a:moveTo>
                        <a:cubicBezTo>
                          <a:pt x="4766" y="0"/>
                          <a:pt x="3543" y="9843"/>
                          <a:pt x="1" y="9843"/>
                        </a:cubicBezTo>
                        <a:cubicBezTo>
                          <a:pt x="1" y="9843"/>
                          <a:pt x="1850" y="10909"/>
                          <a:pt x="4766" y="10909"/>
                        </a:cubicBezTo>
                        <a:cubicBezTo>
                          <a:pt x="7697" y="10909"/>
                          <a:pt x="9546" y="9843"/>
                          <a:pt x="9546" y="9843"/>
                        </a:cubicBezTo>
                        <a:cubicBezTo>
                          <a:pt x="6004" y="9843"/>
                          <a:pt x="4766" y="0"/>
                          <a:pt x="4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6"/>
                  <p:cNvSpPr/>
                  <p:nvPr/>
                </p:nvSpPr>
                <p:spPr>
                  <a:xfrm>
                    <a:off x="4513550" y="4699175"/>
                    <a:ext cx="559575" cy="402075"/>
                  </a:xfrm>
                  <a:custGeom>
                    <a:rect b="b" l="l" r="r" t="t"/>
                    <a:pathLst>
                      <a:path extrusionOk="0" h="16083" w="22383">
                        <a:moveTo>
                          <a:pt x="11192" y="1"/>
                        </a:moveTo>
                        <a:cubicBezTo>
                          <a:pt x="11192" y="1"/>
                          <a:pt x="7618" y="12587"/>
                          <a:pt x="0" y="12587"/>
                        </a:cubicBezTo>
                        <a:cubicBezTo>
                          <a:pt x="0" y="12587"/>
                          <a:pt x="4483" y="16083"/>
                          <a:pt x="11192" y="16083"/>
                        </a:cubicBezTo>
                        <a:cubicBezTo>
                          <a:pt x="17916" y="16083"/>
                          <a:pt x="22383" y="12587"/>
                          <a:pt x="22383" y="12587"/>
                        </a:cubicBezTo>
                        <a:cubicBezTo>
                          <a:pt x="14781" y="12587"/>
                          <a:pt x="11192" y="1"/>
                          <a:pt x="1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6"/>
                  <p:cNvSpPr/>
                  <p:nvPr/>
                </p:nvSpPr>
                <p:spPr>
                  <a:xfrm>
                    <a:off x="4295625" y="4689000"/>
                    <a:ext cx="237100" cy="170475"/>
                  </a:xfrm>
                  <a:custGeom>
                    <a:rect b="b" l="l" r="r" t="t"/>
                    <a:pathLst>
                      <a:path extrusionOk="0" h="6819" w="9484">
                        <a:moveTo>
                          <a:pt x="4734" y="0"/>
                        </a:moveTo>
                        <a:cubicBezTo>
                          <a:pt x="4734" y="0"/>
                          <a:pt x="3214" y="5330"/>
                          <a:pt x="1" y="5330"/>
                        </a:cubicBezTo>
                        <a:cubicBezTo>
                          <a:pt x="1" y="5330"/>
                          <a:pt x="1882" y="6819"/>
                          <a:pt x="4734" y="6819"/>
                        </a:cubicBezTo>
                        <a:cubicBezTo>
                          <a:pt x="7587" y="6819"/>
                          <a:pt x="9484" y="5330"/>
                          <a:pt x="9484" y="5330"/>
                        </a:cubicBezTo>
                        <a:cubicBezTo>
                          <a:pt x="6255" y="5330"/>
                          <a:pt x="4734" y="0"/>
                          <a:pt x="4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06" name="Google Shape;1506;p36"/>
            <p:cNvGrpSpPr/>
            <p:nvPr/>
          </p:nvGrpSpPr>
          <p:grpSpPr>
            <a:xfrm>
              <a:off x="4219225" y="4744250"/>
              <a:ext cx="389525" cy="357000"/>
              <a:chOff x="4219225" y="4744250"/>
              <a:chExt cx="389525" cy="357000"/>
            </a:xfrm>
          </p:grpSpPr>
          <p:sp>
            <p:nvSpPr>
              <p:cNvPr id="1507" name="Google Shape;1507;p36"/>
              <p:cNvSpPr/>
              <p:nvPr/>
            </p:nvSpPr>
            <p:spPr>
              <a:xfrm>
                <a:off x="4271725" y="4744250"/>
                <a:ext cx="284525" cy="204175"/>
              </a:xfrm>
              <a:custGeom>
                <a:rect b="b" l="l" r="r" t="t"/>
                <a:pathLst>
                  <a:path extrusionOk="0" h="8167" w="11381">
                    <a:moveTo>
                      <a:pt x="5690" y="0"/>
                    </a:moveTo>
                    <a:cubicBezTo>
                      <a:pt x="5690" y="0"/>
                      <a:pt x="3872" y="6396"/>
                      <a:pt x="1" y="6396"/>
                    </a:cubicBezTo>
                    <a:cubicBezTo>
                      <a:pt x="1" y="6396"/>
                      <a:pt x="2273" y="8167"/>
                      <a:pt x="5690" y="8167"/>
                    </a:cubicBezTo>
                    <a:cubicBezTo>
                      <a:pt x="9107" y="8167"/>
                      <a:pt x="11380" y="6396"/>
                      <a:pt x="11380" y="6396"/>
                    </a:cubicBezTo>
                    <a:cubicBezTo>
                      <a:pt x="7509" y="6396"/>
                      <a:pt x="5690" y="0"/>
                      <a:pt x="56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6"/>
              <p:cNvSpPr/>
              <p:nvPr/>
            </p:nvSpPr>
            <p:spPr>
              <a:xfrm>
                <a:off x="4219225" y="4821450"/>
                <a:ext cx="389525" cy="279800"/>
              </a:xfrm>
              <a:custGeom>
                <a:rect b="b" l="l" r="r" t="t"/>
                <a:pathLst>
                  <a:path extrusionOk="0" h="11192" w="15581">
                    <a:moveTo>
                      <a:pt x="7790" y="0"/>
                    </a:moveTo>
                    <a:cubicBezTo>
                      <a:pt x="7790" y="0"/>
                      <a:pt x="5298" y="8762"/>
                      <a:pt x="0" y="8762"/>
                    </a:cubicBezTo>
                    <a:cubicBezTo>
                      <a:pt x="0" y="8762"/>
                      <a:pt x="3120" y="11192"/>
                      <a:pt x="7790" y="11192"/>
                    </a:cubicBezTo>
                    <a:cubicBezTo>
                      <a:pt x="12461" y="11192"/>
                      <a:pt x="15581" y="8762"/>
                      <a:pt x="15581" y="8762"/>
                    </a:cubicBezTo>
                    <a:cubicBezTo>
                      <a:pt x="10283" y="8762"/>
                      <a:pt x="7790" y="0"/>
                      <a:pt x="77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09" name="Google Shape;1509;p36"/>
          <p:cNvSpPr txBox="1"/>
          <p:nvPr>
            <p:ph type="title"/>
          </p:nvPr>
        </p:nvSpPr>
        <p:spPr>
          <a:xfrm>
            <a:off x="1067750" y="1508250"/>
            <a:ext cx="3124800" cy="45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Wooden rails </a:t>
            </a:r>
            <a:endParaRPr/>
          </a:p>
        </p:txBody>
      </p:sp>
      <p:sp>
        <p:nvSpPr>
          <p:cNvPr id="1510" name="Google Shape;1510;p36"/>
          <p:cNvSpPr txBox="1"/>
          <p:nvPr>
            <p:ph idx="3" type="title"/>
          </p:nvPr>
        </p:nvSpPr>
        <p:spPr>
          <a:xfrm>
            <a:off x="4955001" y="1508250"/>
            <a:ext cx="3124800" cy="45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Metal rails</a:t>
            </a:r>
            <a:endParaRPr/>
          </a:p>
        </p:txBody>
      </p:sp>
      <p:sp>
        <p:nvSpPr>
          <p:cNvPr id="1511" name="Google Shape;1511;p36"/>
          <p:cNvSpPr txBox="1"/>
          <p:nvPr>
            <p:ph idx="1" type="subTitle"/>
          </p:nvPr>
        </p:nvSpPr>
        <p:spPr>
          <a:xfrm>
            <a:off x="1065975" y="1928650"/>
            <a:ext cx="3124800" cy="142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a:t>
            </a:r>
            <a:r>
              <a:rPr b="1" lang="en"/>
              <a:t>it’s only a bit larger than the Moon</a:t>
            </a:r>
            <a:r>
              <a:rPr lang="en"/>
              <a:t>. The planet’s name has nothing to do with the liquid metal, since Mercury was named after the Roman messenger god</a:t>
            </a:r>
            <a:endParaRPr/>
          </a:p>
        </p:txBody>
      </p:sp>
      <p:sp>
        <p:nvSpPr>
          <p:cNvPr id="1512" name="Google Shape;1512;p36"/>
          <p:cNvSpPr txBox="1"/>
          <p:nvPr>
            <p:ph idx="2" type="subTitle"/>
          </p:nvPr>
        </p:nvSpPr>
        <p:spPr>
          <a:xfrm>
            <a:off x="4953225" y="1928657"/>
            <a:ext cx="3124800" cy="142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a:t>
            </a:r>
            <a:r>
              <a:rPr b="1" lang="en"/>
              <a:t>It’s terribly hot</a:t>
            </a:r>
            <a:r>
              <a:rPr b="1" lang="en"/>
              <a:t>—even hotter than Mercury</a:t>
            </a:r>
            <a:r>
              <a:rPr lang="en"/>
              <a:t>—</a:t>
            </a:r>
            <a:r>
              <a:rPr lang="en"/>
              <a:t>and its atmosphere is poisonous. It’s the second-brightest natural object in the night sky after the Moon</a:t>
            </a:r>
            <a:endParaRPr/>
          </a:p>
        </p:txBody>
      </p:sp>
      <p:sp>
        <p:nvSpPr>
          <p:cNvPr id="1513" name="Google Shape;1513;p36"/>
          <p:cNvSpPr txBox="1"/>
          <p:nvPr>
            <p:ph idx="4" type="title"/>
          </p:nvPr>
        </p:nvSpPr>
        <p:spPr>
          <a:xfrm>
            <a:off x="71327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Pre-Steam power</a:t>
            </a:r>
            <a:endParaRPr/>
          </a:p>
        </p:txBody>
      </p:sp>
      <p:grpSp>
        <p:nvGrpSpPr>
          <p:cNvPr id="1514" name="Google Shape;1514;p36"/>
          <p:cNvGrpSpPr/>
          <p:nvPr/>
        </p:nvGrpSpPr>
        <p:grpSpPr>
          <a:xfrm rot="127889">
            <a:off x="6158601" y="3415032"/>
            <a:ext cx="2323761" cy="719730"/>
            <a:chOff x="3962175" y="2631750"/>
            <a:chExt cx="3075700" cy="952625"/>
          </a:xfrm>
        </p:grpSpPr>
        <p:sp>
          <p:nvSpPr>
            <p:cNvPr id="1515" name="Google Shape;1515;p36"/>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6"/>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6"/>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6"/>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6"/>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6"/>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6"/>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6"/>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6"/>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6"/>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6"/>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6"/>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6"/>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6"/>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6"/>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6"/>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6"/>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6"/>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6"/>
            <p:cNvSpPr/>
            <p:nvPr/>
          </p:nvSpPr>
          <p:spPr>
            <a:xfrm>
              <a:off x="4570325" y="2631750"/>
              <a:ext cx="2293575" cy="582700"/>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 name="Google Shape;1534;p36"/>
          <p:cNvGrpSpPr/>
          <p:nvPr/>
        </p:nvGrpSpPr>
        <p:grpSpPr>
          <a:xfrm>
            <a:off x="-139347" y="3868275"/>
            <a:ext cx="9276783" cy="1398672"/>
            <a:chOff x="-139347" y="3868275"/>
            <a:chExt cx="9276783" cy="1398672"/>
          </a:xfrm>
        </p:grpSpPr>
        <p:sp>
          <p:nvSpPr>
            <p:cNvPr id="1535" name="Google Shape;1535;p36"/>
            <p:cNvSpPr/>
            <p:nvPr/>
          </p:nvSpPr>
          <p:spPr>
            <a:xfrm flipH="1">
              <a:off x="-139347" y="4015425"/>
              <a:ext cx="9276772" cy="548850"/>
            </a:xfrm>
            <a:custGeom>
              <a:rect b="b" l="l" r="r" t="t"/>
              <a:pathLst>
                <a:path extrusionOk="0" h="21954" w="219946">
                  <a:moveTo>
                    <a:pt x="0" y="12956"/>
                  </a:moveTo>
                  <a:lnTo>
                    <a:pt x="0" y="21954"/>
                  </a:lnTo>
                  <a:lnTo>
                    <a:pt x="219946" y="8998"/>
                  </a:lnTo>
                  <a:lnTo>
                    <a:pt x="2199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6" name="Google Shape;1536;p36"/>
            <p:cNvGrpSpPr/>
            <p:nvPr/>
          </p:nvGrpSpPr>
          <p:grpSpPr>
            <a:xfrm flipH="1">
              <a:off x="2134836" y="4216900"/>
              <a:ext cx="3484400" cy="1050047"/>
              <a:chOff x="3379075" y="4216900"/>
              <a:chExt cx="3484400" cy="1050047"/>
            </a:xfrm>
          </p:grpSpPr>
          <p:sp>
            <p:nvSpPr>
              <p:cNvPr id="1537" name="Google Shape;1537;p36"/>
              <p:cNvSpPr/>
              <p:nvPr/>
            </p:nvSpPr>
            <p:spPr>
              <a:xfrm>
                <a:off x="6638025" y="4216900"/>
                <a:ext cx="225450" cy="266525"/>
              </a:xfrm>
              <a:custGeom>
                <a:rect b="b" l="l" r="r" t="t"/>
                <a:pathLst>
                  <a:path extrusionOk="0" h="10661" w="9018">
                    <a:moveTo>
                      <a:pt x="1" y="10660"/>
                    </a:moveTo>
                    <a:lnTo>
                      <a:pt x="9017" y="10660"/>
                    </a:lnTo>
                    <a:lnTo>
                      <a:pt x="9017"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6"/>
              <p:cNvSpPr/>
              <p:nvPr/>
            </p:nvSpPr>
            <p:spPr>
              <a:xfrm>
                <a:off x="5628575" y="4216900"/>
                <a:ext cx="225425" cy="266525"/>
              </a:xfrm>
              <a:custGeom>
                <a:rect b="b" l="l" r="r" t="t"/>
                <a:pathLst>
                  <a:path extrusionOk="0" h="10661" w="9017">
                    <a:moveTo>
                      <a:pt x="0" y="10660"/>
                    </a:moveTo>
                    <a:lnTo>
                      <a:pt x="9017" y="10660"/>
                    </a:lnTo>
                    <a:lnTo>
                      <a:pt x="9017"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6"/>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6"/>
              <p:cNvSpPr/>
              <p:nvPr/>
            </p:nvSpPr>
            <p:spPr>
              <a:xfrm>
                <a:off x="4520150" y="4293100"/>
                <a:ext cx="225450" cy="266525"/>
              </a:xfrm>
              <a:custGeom>
                <a:rect b="b" l="l" r="r" t="t"/>
                <a:pathLst>
                  <a:path extrusionOk="0" h="10661" w="9018">
                    <a:moveTo>
                      <a:pt x="1" y="10660"/>
                    </a:moveTo>
                    <a:lnTo>
                      <a:pt x="9017" y="10660"/>
                    </a:lnTo>
                    <a:lnTo>
                      <a:pt x="9017"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6"/>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6"/>
              <p:cNvSpPr/>
              <p:nvPr/>
            </p:nvSpPr>
            <p:spPr>
              <a:xfrm>
                <a:off x="3379075" y="4327650"/>
                <a:ext cx="225450" cy="262300"/>
              </a:xfrm>
              <a:custGeom>
                <a:rect b="b" l="l" r="r" t="t"/>
                <a:pathLst>
                  <a:path extrusionOk="0" h="10492" w="9018">
                    <a:moveTo>
                      <a:pt x="1" y="10492"/>
                    </a:moveTo>
                    <a:lnTo>
                      <a:pt x="9017" y="10492"/>
                    </a:lnTo>
                    <a:lnTo>
                      <a:pt x="9017"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6"/>
              <p:cNvSpPr/>
              <p:nvPr/>
            </p:nvSpPr>
            <p:spPr>
              <a:xfrm>
                <a:off x="3450950" y="4494102"/>
                <a:ext cx="72825" cy="772845"/>
              </a:xfrm>
              <a:custGeom>
                <a:rect b="b" l="l" r="r" t="t"/>
                <a:pathLst>
                  <a:path extrusionOk="0" h="47567" w="2913">
                    <a:moveTo>
                      <a:pt x="1" y="47567"/>
                    </a:moveTo>
                    <a:lnTo>
                      <a:pt x="2913" y="47567"/>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 name="Google Shape;1544;p36"/>
            <p:cNvGrpSpPr/>
            <p:nvPr/>
          </p:nvGrpSpPr>
          <p:grpSpPr>
            <a:xfrm flipH="1">
              <a:off x="-57406" y="3868275"/>
              <a:ext cx="9194843" cy="559600"/>
              <a:chOff x="-139125" y="3868275"/>
              <a:chExt cx="9194843" cy="559600"/>
            </a:xfrm>
          </p:grpSpPr>
          <p:sp>
            <p:nvSpPr>
              <p:cNvPr id="1545" name="Google Shape;1545;p36"/>
              <p:cNvSpPr/>
              <p:nvPr/>
            </p:nvSpPr>
            <p:spPr>
              <a:xfrm>
                <a:off x="-139125" y="3868275"/>
                <a:ext cx="9194843" cy="351450"/>
              </a:xfrm>
              <a:custGeom>
                <a:rect b="b" l="l" r="r" t="t"/>
                <a:pathLst>
                  <a:path extrusionOk="0" h="14058" w="219946">
                    <a:moveTo>
                      <a:pt x="0" y="12956"/>
                    </a:moveTo>
                    <a:lnTo>
                      <a:pt x="0" y="14058"/>
                    </a:lnTo>
                    <a:lnTo>
                      <a:pt x="219946" y="1102"/>
                    </a:lnTo>
                    <a:lnTo>
                      <a:pt x="2199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6"/>
              <p:cNvSpPr/>
              <p:nvPr/>
            </p:nvSpPr>
            <p:spPr>
              <a:xfrm>
                <a:off x="125427" y="4182825"/>
                <a:ext cx="34406" cy="245050"/>
              </a:xfrm>
              <a:custGeom>
                <a:rect b="b" l="l" r="r" t="t"/>
                <a:pathLst>
                  <a:path extrusionOk="0" h="9802" w="823">
                    <a:moveTo>
                      <a:pt x="1" y="9802"/>
                    </a:moveTo>
                    <a:lnTo>
                      <a:pt x="822" y="9802"/>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6"/>
              <p:cNvSpPr/>
              <p:nvPr/>
            </p:nvSpPr>
            <p:spPr>
              <a:xfrm>
                <a:off x="336927" y="4176300"/>
                <a:ext cx="34406" cy="244575"/>
              </a:xfrm>
              <a:custGeom>
                <a:rect b="b" l="l" r="r" t="t"/>
                <a:pathLst>
                  <a:path extrusionOk="0" h="9783" w="823">
                    <a:moveTo>
                      <a:pt x="1" y="9783"/>
                    </a:moveTo>
                    <a:lnTo>
                      <a:pt x="822" y="9783"/>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6"/>
              <p:cNvSpPr/>
              <p:nvPr/>
            </p:nvSpPr>
            <p:spPr>
              <a:xfrm>
                <a:off x="548427" y="4169300"/>
                <a:ext cx="33611" cy="245050"/>
              </a:xfrm>
              <a:custGeom>
                <a:rect b="b" l="l" r="r" t="t"/>
                <a:pathLst>
                  <a:path extrusionOk="0" h="9802" w="804">
                    <a:moveTo>
                      <a:pt x="1" y="9801"/>
                    </a:moveTo>
                    <a:lnTo>
                      <a:pt x="803" y="9801"/>
                    </a:lnTo>
                    <a:lnTo>
                      <a:pt x="80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6"/>
              <p:cNvSpPr/>
              <p:nvPr/>
            </p:nvSpPr>
            <p:spPr>
              <a:xfrm>
                <a:off x="759174" y="4162300"/>
                <a:ext cx="34364" cy="245050"/>
              </a:xfrm>
              <a:custGeom>
                <a:rect b="b" l="l" r="r" t="t"/>
                <a:pathLst>
                  <a:path extrusionOk="0" h="9802" w="822">
                    <a:moveTo>
                      <a:pt x="0" y="9801"/>
                    </a:moveTo>
                    <a:lnTo>
                      <a:pt x="821" y="9801"/>
                    </a:lnTo>
                    <a:lnTo>
                      <a:pt x="821"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6"/>
              <p:cNvSpPr/>
              <p:nvPr/>
            </p:nvSpPr>
            <p:spPr>
              <a:xfrm>
                <a:off x="970673" y="4155300"/>
                <a:ext cx="34364" cy="245050"/>
              </a:xfrm>
              <a:custGeom>
                <a:rect b="b" l="l" r="r" t="t"/>
                <a:pathLst>
                  <a:path extrusionOk="0" h="9802" w="822">
                    <a:moveTo>
                      <a:pt x="0" y="9801"/>
                    </a:moveTo>
                    <a:lnTo>
                      <a:pt x="821" y="9801"/>
                    </a:lnTo>
                    <a:lnTo>
                      <a:pt x="821"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6"/>
              <p:cNvSpPr/>
              <p:nvPr/>
            </p:nvSpPr>
            <p:spPr>
              <a:xfrm>
                <a:off x="1182173" y="4148775"/>
                <a:ext cx="34364" cy="244575"/>
              </a:xfrm>
              <a:custGeom>
                <a:rect b="b" l="l" r="r" t="t"/>
                <a:pathLst>
                  <a:path extrusionOk="0" h="9783" w="822">
                    <a:moveTo>
                      <a:pt x="0" y="9782"/>
                    </a:moveTo>
                    <a:lnTo>
                      <a:pt x="821" y="9782"/>
                    </a:lnTo>
                    <a:lnTo>
                      <a:pt x="821"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6"/>
              <p:cNvSpPr/>
              <p:nvPr/>
            </p:nvSpPr>
            <p:spPr>
              <a:xfrm>
                <a:off x="1393673" y="4141775"/>
                <a:ext cx="34364" cy="245025"/>
              </a:xfrm>
              <a:custGeom>
                <a:rect b="b" l="l" r="r" t="t"/>
                <a:pathLst>
                  <a:path extrusionOk="0" h="9801" w="822">
                    <a:moveTo>
                      <a:pt x="0" y="9801"/>
                    </a:moveTo>
                    <a:lnTo>
                      <a:pt x="821" y="9801"/>
                    </a:lnTo>
                    <a:lnTo>
                      <a:pt x="821"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6"/>
              <p:cNvSpPr/>
              <p:nvPr/>
            </p:nvSpPr>
            <p:spPr>
              <a:xfrm>
                <a:off x="1605172" y="4134775"/>
                <a:ext cx="34364" cy="245025"/>
              </a:xfrm>
              <a:custGeom>
                <a:rect b="b" l="l" r="r" t="t"/>
                <a:pathLst>
                  <a:path extrusionOk="0" h="9801" w="822">
                    <a:moveTo>
                      <a:pt x="0" y="9801"/>
                    </a:moveTo>
                    <a:lnTo>
                      <a:pt x="821" y="9801"/>
                    </a:lnTo>
                    <a:lnTo>
                      <a:pt x="821"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6"/>
              <p:cNvSpPr/>
              <p:nvPr/>
            </p:nvSpPr>
            <p:spPr>
              <a:xfrm>
                <a:off x="1816672" y="4127775"/>
                <a:ext cx="33569" cy="245025"/>
              </a:xfrm>
              <a:custGeom>
                <a:rect b="b" l="l" r="r" t="t"/>
                <a:pathLst>
                  <a:path extrusionOk="0" h="9801" w="803">
                    <a:moveTo>
                      <a:pt x="0" y="9801"/>
                    </a:moveTo>
                    <a:lnTo>
                      <a:pt x="803" y="9801"/>
                    </a:lnTo>
                    <a:lnTo>
                      <a:pt x="803"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6"/>
              <p:cNvSpPr/>
              <p:nvPr/>
            </p:nvSpPr>
            <p:spPr>
              <a:xfrm>
                <a:off x="2027377" y="4121225"/>
                <a:ext cx="34364" cy="244575"/>
              </a:xfrm>
              <a:custGeom>
                <a:rect b="b" l="l" r="r" t="t"/>
                <a:pathLst>
                  <a:path extrusionOk="0" h="9783" w="822">
                    <a:moveTo>
                      <a:pt x="0" y="9783"/>
                    </a:moveTo>
                    <a:lnTo>
                      <a:pt x="822" y="9783"/>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6"/>
              <p:cNvSpPr/>
              <p:nvPr/>
            </p:nvSpPr>
            <p:spPr>
              <a:xfrm>
                <a:off x="2238877" y="4114225"/>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6"/>
              <p:cNvSpPr/>
              <p:nvPr/>
            </p:nvSpPr>
            <p:spPr>
              <a:xfrm>
                <a:off x="2450377" y="4107225"/>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6"/>
              <p:cNvSpPr/>
              <p:nvPr/>
            </p:nvSpPr>
            <p:spPr>
              <a:xfrm>
                <a:off x="2661876" y="4100225"/>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6"/>
              <p:cNvSpPr/>
              <p:nvPr/>
            </p:nvSpPr>
            <p:spPr>
              <a:xfrm>
                <a:off x="2873376" y="4093700"/>
                <a:ext cx="34364" cy="244575"/>
              </a:xfrm>
              <a:custGeom>
                <a:rect b="b" l="l" r="r" t="t"/>
                <a:pathLst>
                  <a:path extrusionOk="0" h="9783" w="822">
                    <a:moveTo>
                      <a:pt x="0" y="9782"/>
                    </a:moveTo>
                    <a:lnTo>
                      <a:pt x="822" y="9782"/>
                    </a:lnTo>
                    <a:lnTo>
                      <a:pt x="822"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6"/>
              <p:cNvSpPr/>
              <p:nvPr/>
            </p:nvSpPr>
            <p:spPr>
              <a:xfrm>
                <a:off x="3084876" y="4086700"/>
                <a:ext cx="33611" cy="245050"/>
              </a:xfrm>
              <a:custGeom>
                <a:rect b="b" l="l" r="r" t="t"/>
                <a:pathLst>
                  <a:path extrusionOk="0" h="9802" w="804">
                    <a:moveTo>
                      <a:pt x="0" y="9801"/>
                    </a:moveTo>
                    <a:lnTo>
                      <a:pt x="803" y="9801"/>
                    </a:lnTo>
                    <a:lnTo>
                      <a:pt x="803"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6"/>
              <p:cNvSpPr/>
              <p:nvPr/>
            </p:nvSpPr>
            <p:spPr>
              <a:xfrm>
                <a:off x="3296375" y="4079700"/>
                <a:ext cx="33611" cy="245050"/>
              </a:xfrm>
              <a:custGeom>
                <a:rect b="b" l="l" r="r" t="t"/>
                <a:pathLst>
                  <a:path extrusionOk="0" h="9802" w="804">
                    <a:moveTo>
                      <a:pt x="0" y="9801"/>
                    </a:moveTo>
                    <a:lnTo>
                      <a:pt x="803" y="9801"/>
                    </a:lnTo>
                    <a:lnTo>
                      <a:pt x="803"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6"/>
              <p:cNvSpPr/>
              <p:nvPr/>
            </p:nvSpPr>
            <p:spPr>
              <a:xfrm>
                <a:off x="3507081" y="4072700"/>
                <a:ext cx="34406" cy="245025"/>
              </a:xfrm>
              <a:custGeom>
                <a:rect b="b" l="l" r="r" t="t"/>
                <a:pathLst>
                  <a:path extrusionOk="0" h="9801" w="823">
                    <a:moveTo>
                      <a:pt x="1" y="9801"/>
                    </a:moveTo>
                    <a:lnTo>
                      <a:pt x="822" y="9801"/>
                    </a:lnTo>
                    <a:lnTo>
                      <a:pt x="822"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6"/>
              <p:cNvSpPr/>
              <p:nvPr/>
            </p:nvSpPr>
            <p:spPr>
              <a:xfrm>
                <a:off x="3718580" y="4066175"/>
                <a:ext cx="34406" cy="244550"/>
              </a:xfrm>
              <a:custGeom>
                <a:rect b="b" l="l" r="r" t="t"/>
                <a:pathLst>
                  <a:path extrusionOk="0" h="9782" w="823">
                    <a:moveTo>
                      <a:pt x="1" y="9782"/>
                    </a:moveTo>
                    <a:lnTo>
                      <a:pt x="822" y="9782"/>
                    </a:lnTo>
                    <a:lnTo>
                      <a:pt x="822"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6"/>
              <p:cNvSpPr/>
              <p:nvPr/>
            </p:nvSpPr>
            <p:spPr>
              <a:xfrm>
                <a:off x="3930080" y="4059150"/>
                <a:ext cx="34406" cy="245050"/>
              </a:xfrm>
              <a:custGeom>
                <a:rect b="b" l="l" r="r" t="t"/>
                <a:pathLst>
                  <a:path extrusionOk="0" h="9802" w="823">
                    <a:moveTo>
                      <a:pt x="1" y="9802"/>
                    </a:moveTo>
                    <a:lnTo>
                      <a:pt x="822" y="9802"/>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6"/>
              <p:cNvSpPr/>
              <p:nvPr/>
            </p:nvSpPr>
            <p:spPr>
              <a:xfrm>
                <a:off x="4141580" y="4052150"/>
                <a:ext cx="34406" cy="245050"/>
              </a:xfrm>
              <a:custGeom>
                <a:rect b="b" l="l" r="r" t="t"/>
                <a:pathLst>
                  <a:path extrusionOk="0" h="9802" w="823">
                    <a:moveTo>
                      <a:pt x="1" y="9802"/>
                    </a:moveTo>
                    <a:lnTo>
                      <a:pt x="822" y="9802"/>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6"/>
              <p:cNvSpPr/>
              <p:nvPr/>
            </p:nvSpPr>
            <p:spPr>
              <a:xfrm>
                <a:off x="4353079" y="4045625"/>
                <a:ext cx="33611" cy="244575"/>
              </a:xfrm>
              <a:custGeom>
                <a:rect b="b" l="l" r="r" t="t"/>
                <a:pathLst>
                  <a:path extrusionOk="0" h="9783" w="804">
                    <a:moveTo>
                      <a:pt x="1" y="9783"/>
                    </a:moveTo>
                    <a:lnTo>
                      <a:pt x="804" y="9783"/>
                    </a:lnTo>
                    <a:lnTo>
                      <a:pt x="804"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6"/>
              <p:cNvSpPr/>
              <p:nvPr/>
            </p:nvSpPr>
            <p:spPr>
              <a:xfrm>
                <a:off x="4564579" y="4038625"/>
                <a:ext cx="33611" cy="244575"/>
              </a:xfrm>
              <a:custGeom>
                <a:rect b="b" l="l" r="r" t="t"/>
                <a:pathLst>
                  <a:path extrusionOk="0" h="9783" w="804">
                    <a:moveTo>
                      <a:pt x="1" y="9783"/>
                    </a:moveTo>
                    <a:lnTo>
                      <a:pt x="804" y="9783"/>
                    </a:lnTo>
                    <a:lnTo>
                      <a:pt x="804"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6"/>
              <p:cNvSpPr/>
              <p:nvPr/>
            </p:nvSpPr>
            <p:spPr>
              <a:xfrm>
                <a:off x="4775326" y="4031625"/>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6"/>
              <p:cNvSpPr/>
              <p:nvPr/>
            </p:nvSpPr>
            <p:spPr>
              <a:xfrm>
                <a:off x="4986826" y="4024625"/>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6"/>
              <p:cNvSpPr/>
              <p:nvPr/>
            </p:nvSpPr>
            <p:spPr>
              <a:xfrm>
                <a:off x="5198325" y="4018100"/>
                <a:ext cx="34364" cy="244575"/>
              </a:xfrm>
              <a:custGeom>
                <a:rect b="b" l="l" r="r" t="t"/>
                <a:pathLst>
                  <a:path extrusionOk="0" h="9783" w="822">
                    <a:moveTo>
                      <a:pt x="0" y="9782"/>
                    </a:moveTo>
                    <a:lnTo>
                      <a:pt x="822" y="9782"/>
                    </a:lnTo>
                    <a:lnTo>
                      <a:pt x="822"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6"/>
              <p:cNvSpPr/>
              <p:nvPr/>
            </p:nvSpPr>
            <p:spPr>
              <a:xfrm>
                <a:off x="5409825" y="4011100"/>
                <a:ext cx="34364" cy="245025"/>
              </a:xfrm>
              <a:custGeom>
                <a:rect b="b" l="l" r="r" t="t"/>
                <a:pathLst>
                  <a:path extrusionOk="0" h="9801" w="822">
                    <a:moveTo>
                      <a:pt x="0" y="9801"/>
                    </a:moveTo>
                    <a:lnTo>
                      <a:pt x="822" y="9801"/>
                    </a:lnTo>
                    <a:lnTo>
                      <a:pt x="822"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6"/>
              <p:cNvSpPr/>
              <p:nvPr/>
            </p:nvSpPr>
            <p:spPr>
              <a:xfrm>
                <a:off x="5621325" y="4004100"/>
                <a:ext cx="34364" cy="245025"/>
              </a:xfrm>
              <a:custGeom>
                <a:rect b="b" l="l" r="r" t="t"/>
                <a:pathLst>
                  <a:path extrusionOk="0" h="9801" w="822">
                    <a:moveTo>
                      <a:pt x="0" y="9801"/>
                    </a:moveTo>
                    <a:lnTo>
                      <a:pt x="822" y="9801"/>
                    </a:lnTo>
                    <a:lnTo>
                      <a:pt x="822"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6"/>
              <p:cNvSpPr/>
              <p:nvPr/>
            </p:nvSpPr>
            <p:spPr>
              <a:xfrm>
                <a:off x="5832824" y="3997100"/>
                <a:ext cx="33569" cy="245025"/>
              </a:xfrm>
              <a:custGeom>
                <a:rect b="b" l="l" r="r" t="t"/>
                <a:pathLst>
                  <a:path extrusionOk="0" h="9801" w="803">
                    <a:moveTo>
                      <a:pt x="0" y="9801"/>
                    </a:moveTo>
                    <a:lnTo>
                      <a:pt x="803" y="9801"/>
                    </a:lnTo>
                    <a:lnTo>
                      <a:pt x="803"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6"/>
              <p:cNvSpPr/>
              <p:nvPr/>
            </p:nvSpPr>
            <p:spPr>
              <a:xfrm>
                <a:off x="6043530" y="3990550"/>
                <a:ext cx="34364" cy="244575"/>
              </a:xfrm>
              <a:custGeom>
                <a:rect b="b" l="l" r="r" t="t"/>
                <a:pathLst>
                  <a:path extrusionOk="0" h="9783" w="822">
                    <a:moveTo>
                      <a:pt x="1" y="9783"/>
                    </a:moveTo>
                    <a:lnTo>
                      <a:pt x="822" y="9783"/>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6"/>
              <p:cNvSpPr/>
              <p:nvPr/>
            </p:nvSpPr>
            <p:spPr>
              <a:xfrm>
                <a:off x="6255029" y="3983550"/>
                <a:ext cx="34364" cy="245050"/>
              </a:xfrm>
              <a:custGeom>
                <a:rect b="b" l="l" r="r" t="t"/>
                <a:pathLst>
                  <a:path extrusionOk="0" h="9802" w="822">
                    <a:moveTo>
                      <a:pt x="1" y="9801"/>
                    </a:moveTo>
                    <a:lnTo>
                      <a:pt x="822" y="9801"/>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6"/>
              <p:cNvSpPr/>
              <p:nvPr/>
            </p:nvSpPr>
            <p:spPr>
              <a:xfrm>
                <a:off x="6466529" y="3976550"/>
                <a:ext cx="34364" cy="245050"/>
              </a:xfrm>
              <a:custGeom>
                <a:rect b="b" l="l" r="r" t="t"/>
                <a:pathLst>
                  <a:path extrusionOk="0" h="9802" w="822">
                    <a:moveTo>
                      <a:pt x="1" y="9801"/>
                    </a:moveTo>
                    <a:lnTo>
                      <a:pt x="822" y="9801"/>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6"/>
              <p:cNvSpPr/>
              <p:nvPr/>
            </p:nvSpPr>
            <p:spPr>
              <a:xfrm>
                <a:off x="6678029" y="3969550"/>
                <a:ext cx="34364" cy="245050"/>
              </a:xfrm>
              <a:custGeom>
                <a:rect b="b" l="l" r="r" t="t"/>
                <a:pathLst>
                  <a:path extrusionOk="0" h="9802" w="822">
                    <a:moveTo>
                      <a:pt x="1" y="9801"/>
                    </a:moveTo>
                    <a:lnTo>
                      <a:pt x="822" y="9801"/>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6"/>
              <p:cNvSpPr/>
              <p:nvPr/>
            </p:nvSpPr>
            <p:spPr>
              <a:xfrm>
                <a:off x="6889528" y="3963025"/>
                <a:ext cx="34364" cy="244575"/>
              </a:xfrm>
              <a:custGeom>
                <a:rect b="b" l="l" r="r" t="t"/>
                <a:pathLst>
                  <a:path extrusionOk="0" h="9783" w="822">
                    <a:moveTo>
                      <a:pt x="1" y="9782"/>
                    </a:moveTo>
                    <a:lnTo>
                      <a:pt x="822" y="9782"/>
                    </a:lnTo>
                    <a:lnTo>
                      <a:pt x="822"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6"/>
              <p:cNvSpPr/>
              <p:nvPr/>
            </p:nvSpPr>
            <p:spPr>
              <a:xfrm>
                <a:off x="7101028" y="3956025"/>
                <a:ext cx="33611" cy="245050"/>
              </a:xfrm>
              <a:custGeom>
                <a:rect b="b" l="l" r="r" t="t"/>
                <a:pathLst>
                  <a:path extrusionOk="0" h="9802" w="804">
                    <a:moveTo>
                      <a:pt x="1" y="9801"/>
                    </a:moveTo>
                    <a:lnTo>
                      <a:pt x="803" y="9801"/>
                    </a:lnTo>
                    <a:lnTo>
                      <a:pt x="803"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6"/>
              <p:cNvSpPr/>
              <p:nvPr/>
            </p:nvSpPr>
            <p:spPr>
              <a:xfrm>
                <a:off x="7311733" y="3949025"/>
                <a:ext cx="34406" cy="245050"/>
              </a:xfrm>
              <a:custGeom>
                <a:rect b="b" l="l" r="r" t="t"/>
                <a:pathLst>
                  <a:path extrusionOk="0" h="9802" w="823">
                    <a:moveTo>
                      <a:pt x="1" y="9801"/>
                    </a:moveTo>
                    <a:lnTo>
                      <a:pt x="822" y="9801"/>
                    </a:lnTo>
                    <a:lnTo>
                      <a:pt x="822"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6"/>
              <p:cNvSpPr/>
              <p:nvPr/>
            </p:nvSpPr>
            <p:spPr>
              <a:xfrm>
                <a:off x="7523233" y="3942025"/>
                <a:ext cx="34406" cy="245025"/>
              </a:xfrm>
              <a:custGeom>
                <a:rect b="b" l="l" r="r" t="t"/>
                <a:pathLst>
                  <a:path extrusionOk="0" h="9801" w="823">
                    <a:moveTo>
                      <a:pt x="1" y="9801"/>
                    </a:moveTo>
                    <a:lnTo>
                      <a:pt x="822" y="9801"/>
                    </a:lnTo>
                    <a:lnTo>
                      <a:pt x="822"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6"/>
              <p:cNvSpPr/>
              <p:nvPr/>
            </p:nvSpPr>
            <p:spPr>
              <a:xfrm>
                <a:off x="7734733" y="3935475"/>
                <a:ext cx="34406" cy="244575"/>
              </a:xfrm>
              <a:custGeom>
                <a:rect b="b" l="l" r="r" t="t"/>
                <a:pathLst>
                  <a:path extrusionOk="0" h="9783" w="823">
                    <a:moveTo>
                      <a:pt x="1" y="9783"/>
                    </a:moveTo>
                    <a:lnTo>
                      <a:pt x="822" y="9783"/>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6"/>
              <p:cNvSpPr/>
              <p:nvPr/>
            </p:nvSpPr>
            <p:spPr>
              <a:xfrm>
                <a:off x="7946232" y="3928475"/>
                <a:ext cx="34406" cy="245050"/>
              </a:xfrm>
              <a:custGeom>
                <a:rect b="b" l="l" r="r" t="t"/>
                <a:pathLst>
                  <a:path extrusionOk="0" h="9802" w="823">
                    <a:moveTo>
                      <a:pt x="1" y="9802"/>
                    </a:moveTo>
                    <a:lnTo>
                      <a:pt x="822" y="9802"/>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6"/>
              <p:cNvSpPr/>
              <p:nvPr/>
            </p:nvSpPr>
            <p:spPr>
              <a:xfrm>
                <a:off x="8157732" y="3921475"/>
                <a:ext cx="34406" cy="245050"/>
              </a:xfrm>
              <a:custGeom>
                <a:rect b="b" l="l" r="r" t="t"/>
                <a:pathLst>
                  <a:path extrusionOk="0" h="9802" w="823">
                    <a:moveTo>
                      <a:pt x="1" y="9802"/>
                    </a:moveTo>
                    <a:lnTo>
                      <a:pt x="822" y="9802"/>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6"/>
              <p:cNvSpPr/>
              <p:nvPr/>
            </p:nvSpPr>
            <p:spPr>
              <a:xfrm>
                <a:off x="8369232" y="3914475"/>
                <a:ext cx="33611" cy="245050"/>
              </a:xfrm>
              <a:custGeom>
                <a:rect b="b" l="l" r="r" t="t"/>
                <a:pathLst>
                  <a:path extrusionOk="0" h="9802" w="804">
                    <a:moveTo>
                      <a:pt x="1" y="9802"/>
                    </a:moveTo>
                    <a:lnTo>
                      <a:pt x="804" y="9802"/>
                    </a:lnTo>
                    <a:lnTo>
                      <a:pt x="804"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6"/>
              <p:cNvSpPr/>
              <p:nvPr/>
            </p:nvSpPr>
            <p:spPr>
              <a:xfrm>
                <a:off x="8580773" y="3907950"/>
                <a:ext cx="33569" cy="244575"/>
              </a:xfrm>
              <a:custGeom>
                <a:rect b="b" l="l" r="r" t="t"/>
                <a:pathLst>
                  <a:path extrusionOk="0" h="9783" w="803">
                    <a:moveTo>
                      <a:pt x="0" y="9783"/>
                    </a:moveTo>
                    <a:lnTo>
                      <a:pt x="803" y="9783"/>
                    </a:lnTo>
                    <a:lnTo>
                      <a:pt x="803"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6"/>
              <p:cNvSpPr/>
              <p:nvPr/>
            </p:nvSpPr>
            <p:spPr>
              <a:xfrm>
                <a:off x="8791478" y="3900950"/>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 name="Google Shape;1588;p36"/>
            <p:cNvGrpSpPr/>
            <p:nvPr/>
          </p:nvGrpSpPr>
          <p:grpSpPr>
            <a:xfrm flipH="1">
              <a:off x="5406861" y="4293100"/>
              <a:ext cx="3484400" cy="973847"/>
              <a:chOff x="3379075" y="4293100"/>
              <a:chExt cx="3484400" cy="973847"/>
            </a:xfrm>
          </p:grpSpPr>
          <p:sp>
            <p:nvSpPr>
              <p:cNvPr id="1589" name="Google Shape;1589;p36"/>
              <p:cNvSpPr/>
              <p:nvPr/>
            </p:nvSpPr>
            <p:spPr>
              <a:xfrm>
                <a:off x="6638025" y="4293100"/>
                <a:ext cx="225450" cy="266525"/>
              </a:xfrm>
              <a:custGeom>
                <a:rect b="b" l="l" r="r" t="t"/>
                <a:pathLst>
                  <a:path extrusionOk="0" h="10661" w="9018">
                    <a:moveTo>
                      <a:pt x="1" y="10660"/>
                    </a:moveTo>
                    <a:lnTo>
                      <a:pt x="9017" y="10660"/>
                    </a:lnTo>
                    <a:lnTo>
                      <a:pt x="9017"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6"/>
              <p:cNvSpPr/>
              <p:nvPr/>
            </p:nvSpPr>
            <p:spPr>
              <a:xfrm>
                <a:off x="5628575" y="4369300"/>
                <a:ext cx="225425" cy="266525"/>
              </a:xfrm>
              <a:custGeom>
                <a:rect b="b" l="l" r="r" t="t"/>
                <a:pathLst>
                  <a:path extrusionOk="0" h="10661" w="9017">
                    <a:moveTo>
                      <a:pt x="0" y="10660"/>
                    </a:moveTo>
                    <a:lnTo>
                      <a:pt x="9017" y="10660"/>
                    </a:lnTo>
                    <a:lnTo>
                      <a:pt x="9017"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6"/>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6"/>
              <p:cNvSpPr/>
              <p:nvPr/>
            </p:nvSpPr>
            <p:spPr>
              <a:xfrm>
                <a:off x="4520150" y="4369300"/>
                <a:ext cx="225450" cy="266525"/>
              </a:xfrm>
              <a:custGeom>
                <a:rect b="b" l="l" r="r" t="t"/>
                <a:pathLst>
                  <a:path extrusionOk="0" h="10661" w="9018">
                    <a:moveTo>
                      <a:pt x="1" y="10660"/>
                    </a:moveTo>
                    <a:lnTo>
                      <a:pt x="9017" y="10660"/>
                    </a:lnTo>
                    <a:lnTo>
                      <a:pt x="9017"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6"/>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6"/>
              <p:cNvSpPr/>
              <p:nvPr/>
            </p:nvSpPr>
            <p:spPr>
              <a:xfrm>
                <a:off x="3379075" y="4403850"/>
                <a:ext cx="225450" cy="262300"/>
              </a:xfrm>
              <a:custGeom>
                <a:rect b="b" l="l" r="r" t="t"/>
                <a:pathLst>
                  <a:path extrusionOk="0" h="10492" w="9018">
                    <a:moveTo>
                      <a:pt x="1" y="10492"/>
                    </a:moveTo>
                    <a:lnTo>
                      <a:pt x="9017" y="10492"/>
                    </a:lnTo>
                    <a:lnTo>
                      <a:pt x="9017"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6"/>
              <p:cNvSpPr/>
              <p:nvPr/>
            </p:nvSpPr>
            <p:spPr>
              <a:xfrm>
                <a:off x="3450950" y="4494102"/>
                <a:ext cx="72825" cy="772845"/>
              </a:xfrm>
              <a:custGeom>
                <a:rect b="b" l="l" r="r" t="t"/>
                <a:pathLst>
                  <a:path extrusionOk="0" h="47567" w="2913">
                    <a:moveTo>
                      <a:pt x="1" y="47567"/>
                    </a:moveTo>
                    <a:lnTo>
                      <a:pt x="2913" y="47567"/>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 name="Google Shape;1596;p36"/>
            <p:cNvGrpSpPr/>
            <p:nvPr/>
          </p:nvGrpSpPr>
          <p:grpSpPr>
            <a:xfrm flipH="1">
              <a:off x="-109714" y="4175950"/>
              <a:ext cx="2474925" cy="1050047"/>
              <a:chOff x="3379075" y="4216900"/>
              <a:chExt cx="2474925" cy="1050047"/>
            </a:xfrm>
          </p:grpSpPr>
          <p:sp>
            <p:nvSpPr>
              <p:cNvPr id="1597" name="Google Shape;1597;p36"/>
              <p:cNvSpPr/>
              <p:nvPr/>
            </p:nvSpPr>
            <p:spPr>
              <a:xfrm>
                <a:off x="5628575" y="4216900"/>
                <a:ext cx="225425" cy="266525"/>
              </a:xfrm>
              <a:custGeom>
                <a:rect b="b" l="l" r="r" t="t"/>
                <a:pathLst>
                  <a:path extrusionOk="0" h="10661" w="9017">
                    <a:moveTo>
                      <a:pt x="0" y="10660"/>
                    </a:moveTo>
                    <a:lnTo>
                      <a:pt x="9017" y="10660"/>
                    </a:lnTo>
                    <a:lnTo>
                      <a:pt x="9017"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6"/>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6"/>
              <p:cNvSpPr/>
              <p:nvPr/>
            </p:nvSpPr>
            <p:spPr>
              <a:xfrm>
                <a:off x="4520150" y="4216900"/>
                <a:ext cx="225450" cy="266525"/>
              </a:xfrm>
              <a:custGeom>
                <a:rect b="b" l="l" r="r" t="t"/>
                <a:pathLst>
                  <a:path extrusionOk="0" h="10661" w="9018">
                    <a:moveTo>
                      <a:pt x="1" y="10660"/>
                    </a:moveTo>
                    <a:lnTo>
                      <a:pt x="9017" y="10660"/>
                    </a:lnTo>
                    <a:lnTo>
                      <a:pt x="9017"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6"/>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6"/>
              <p:cNvSpPr/>
              <p:nvPr/>
            </p:nvSpPr>
            <p:spPr>
              <a:xfrm>
                <a:off x="3379075" y="4251450"/>
                <a:ext cx="225450" cy="262300"/>
              </a:xfrm>
              <a:custGeom>
                <a:rect b="b" l="l" r="r" t="t"/>
                <a:pathLst>
                  <a:path extrusionOk="0" h="10492" w="9018">
                    <a:moveTo>
                      <a:pt x="1" y="10492"/>
                    </a:moveTo>
                    <a:lnTo>
                      <a:pt x="9017" y="10492"/>
                    </a:lnTo>
                    <a:lnTo>
                      <a:pt x="9017"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6"/>
              <p:cNvSpPr/>
              <p:nvPr/>
            </p:nvSpPr>
            <p:spPr>
              <a:xfrm>
                <a:off x="3450950" y="4494102"/>
                <a:ext cx="72825" cy="772845"/>
              </a:xfrm>
              <a:custGeom>
                <a:rect b="b" l="l" r="r" t="t"/>
                <a:pathLst>
                  <a:path extrusionOk="0" h="47567" w="2913">
                    <a:moveTo>
                      <a:pt x="1" y="47567"/>
                    </a:moveTo>
                    <a:lnTo>
                      <a:pt x="2913" y="47567"/>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03" name="Google Shape;1603;p36"/>
          <p:cNvSpPr/>
          <p:nvPr/>
        </p:nvSpPr>
        <p:spPr>
          <a:xfrm>
            <a:off x="7778250" y="384063"/>
            <a:ext cx="883583" cy="883564"/>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6"/>
          <p:cNvSpPr/>
          <p:nvPr/>
        </p:nvSpPr>
        <p:spPr>
          <a:xfrm>
            <a:off x="5621450" y="21767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6"/>
          <p:cNvSpPr/>
          <p:nvPr/>
        </p:nvSpPr>
        <p:spPr>
          <a:xfrm flipH="1" rot="-2231248">
            <a:off x="1561593" y="8349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6"/>
          <p:cNvSpPr/>
          <p:nvPr/>
        </p:nvSpPr>
        <p:spPr>
          <a:xfrm flipH="1" rot="-2231248">
            <a:off x="593018" y="11322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0" name="Shape 1610"/>
        <p:cNvGrpSpPr/>
        <p:nvPr/>
      </p:nvGrpSpPr>
      <p:grpSpPr>
        <a:xfrm>
          <a:off x="0" y="0"/>
          <a:ext cx="0" cy="0"/>
          <a:chOff x="0" y="0"/>
          <a:chExt cx="0" cy="0"/>
        </a:xfrm>
      </p:grpSpPr>
      <p:sp>
        <p:nvSpPr>
          <p:cNvPr id="1611" name="Google Shape;1611;p37"/>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Trains</a:t>
            </a:r>
            <a:endParaRPr/>
          </a:p>
        </p:txBody>
      </p:sp>
      <p:sp>
        <p:nvSpPr>
          <p:cNvPr id="1612" name="Google Shape;1612;p37"/>
          <p:cNvSpPr txBox="1"/>
          <p:nvPr>
            <p:ph idx="5" type="subTitle"/>
          </p:nvPr>
        </p:nvSpPr>
        <p:spPr>
          <a:xfrm>
            <a:off x="5894324" y="1427453"/>
            <a:ext cx="2559900" cy="38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Motive power</a:t>
            </a:r>
            <a:endParaRPr/>
          </a:p>
        </p:txBody>
      </p:sp>
      <p:sp>
        <p:nvSpPr>
          <p:cNvPr id="1613" name="Google Shape;1613;p37"/>
          <p:cNvSpPr txBox="1"/>
          <p:nvPr>
            <p:ph idx="6" type="subTitle"/>
          </p:nvPr>
        </p:nvSpPr>
        <p:spPr>
          <a:xfrm>
            <a:off x="5894311" y="1774200"/>
            <a:ext cx="2559900" cy="5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614" name="Google Shape;1614;p37"/>
          <p:cNvSpPr txBox="1"/>
          <p:nvPr>
            <p:ph idx="7" type="subTitle"/>
          </p:nvPr>
        </p:nvSpPr>
        <p:spPr>
          <a:xfrm>
            <a:off x="5894050" y="2684992"/>
            <a:ext cx="2559900" cy="38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Freight trains</a:t>
            </a:r>
            <a:endParaRPr/>
          </a:p>
        </p:txBody>
      </p:sp>
      <p:sp>
        <p:nvSpPr>
          <p:cNvPr id="1615" name="Google Shape;1615;p37"/>
          <p:cNvSpPr txBox="1"/>
          <p:nvPr>
            <p:ph idx="8" type="subTitle"/>
          </p:nvPr>
        </p:nvSpPr>
        <p:spPr>
          <a:xfrm>
            <a:off x="5894311" y="3030650"/>
            <a:ext cx="2559900" cy="5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a:t>
            </a:r>
            <a:r>
              <a:rPr lang="en"/>
              <a:t>s the biggest planet in the Solar System</a:t>
            </a:r>
            <a:endParaRPr/>
          </a:p>
        </p:txBody>
      </p:sp>
      <p:sp>
        <p:nvSpPr>
          <p:cNvPr id="1616" name="Google Shape;1616;p37"/>
          <p:cNvSpPr txBox="1"/>
          <p:nvPr>
            <p:ph idx="1" type="subTitle"/>
          </p:nvPr>
        </p:nvSpPr>
        <p:spPr>
          <a:xfrm>
            <a:off x="2899325" y="1427428"/>
            <a:ext cx="2560200" cy="38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Haulage</a:t>
            </a:r>
            <a:endParaRPr/>
          </a:p>
        </p:txBody>
      </p:sp>
      <p:sp>
        <p:nvSpPr>
          <p:cNvPr id="1617" name="Google Shape;1617;p37"/>
          <p:cNvSpPr txBox="1"/>
          <p:nvPr>
            <p:ph idx="2" type="subTitle"/>
          </p:nvPr>
        </p:nvSpPr>
        <p:spPr>
          <a:xfrm>
            <a:off x="2899586" y="1774200"/>
            <a:ext cx="2560200" cy="5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618" name="Google Shape;1618;p37"/>
          <p:cNvSpPr txBox="1"/>
          <p:nvPr>
            <p:ph idx="3" type="subTitle"/>
          </p:nvPr>
        </p:nvSpPr>
        <p:spPr>
          <a:xfrm>
            <a:off x="2899325" y="2684051"/>
            <a:ext cx="2560200" cy="38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Passenger</a:t>
            </a:r>
            <a:r>
              <a:rPr lang="en"/>
              <a:t> trains </a:t>
            </a:r>
            <a:endParaRPr/>
          </a:p>
        </p:txBody>
      </p:sp>
      <p:sp>
        <p:nvSpPr>
          <p:cNvPr id="1619" name="Google Shape;1619;p37"/>
          <p:cNvSpPr txBox="1"/>
          <p:nvPr>
            <p:ph idx="4" type="subTitle"/>
          </p:nvPr>
        </p:nvSpPr>
        <p:spPr>
          <a:xfrm>
            <a:off x="2899586" y="3030650"/>
            <a:ext cx="2560200" cy="5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 not hot</a:t>
            </a:r>
            <a:endParaRPr/>
          </a:p>
        </p:txBody>
      </p:sp>
      <p:sp>
        <p:nvSpPr>
          <p:cNvPr id="1620" name="Google Shape;1620;p37"/>
          <p:cNvSpPr/>
          <p:nvPr/>
        </p:nvSpPr>
        <p:spPr>
          <a:xfrm>
            <a:off x="7201275" y="222400"/>
            <a:ext cx="822761" cy="822743"/>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7"/>
          <p:cNvSpPr/>
          <p:nvPr/>
        </p:nvSpPr>
        <p:spPr>
          <a:xfrm>
            <a:off x="5837875" y="451150"/>
            <a:ext cx="3038325" cy="293979"/>
          </a:xfrm>
          <a:custGeom>
            <a:rect b="b" l="l" r="r" t="t"/>
            <a:pathLst>
              <a:path extrusionOk="0" h="3413" w="121533">
                <a:moveTo>
                  <a:pt x="3294" y="2308"/>
                </a:moveTo>
                <a:cubicBezTo>
                  <a:pt x="8457" y="2208"/>
                  <a:pt x="15016" y="967"/>
                  <a:pt x="19888" y="1341"/>
                </a:cubicBezTo>
                <a:cubicBezTo>
                  <a:pt x="28034" y="1971"/>
                  <a:pt x="29758" y="137"/>
                  <a:pt x="36801" y="621"/>
                </a:cubicBezTo>
                <a:cubicBezTo>
                  <a:pt x="44966" y="1223"/>
                  <a:pt x="55457" y="1314"/>
                  <a:pt x="61551" y="1150"/>
                </a:cubicBezTo>
                <a:cubicBezTo>
                  <a:pt x="69068" y="958"/>
                  <a:pt x="74232" y="0"/>
                  <a:pt x="81439" y="767"/>
                </a:cubicBezTo>
                <a:cubicBezTo>
                  <a:pt x="84887" y="1150"/>
                  <a:pt x="81119" y="1825"/>
                  <a:pt x="90680" y="1104"/>
                </a:cubicBezTo>
                <a:cubicBezTo>
                  <a:pt x="94292" y="830"/>
                  <a:pt x="95688" y="812"/>
                  <a:pt x="99921" y="958"/>
                </a:cubicBezTo>
                <a:cubicBezTo>
                  <a:pt x="107119" y="1250"/>
                  <a:pt x="115576" y="1104"/>
                  <a:pt x="121533" y="1250"/>
                </a:cubicBezTo>
                <a:cubicBezTo>
                  <a:pt x="116679" y="1442"/>
                  <a:pt x="103515" y="1150"/>
                  <a:pt x="95378" y="1679"/>
                </a:cubicBezTo>
                <a:cubicBezTo>
                  <a:pt x="85352" y="2254"/>
                  <a:pt x="79559" y="2545"/>
                  <a:pt x="69378" y="2062"/>
                </a:cubicBezTo>
                <a:cubicBezTo>
                  <a:pt x="61396" y="1633"/>
                  <a:pt x="51680" y="1487"/>
                  <a:pt x="43534" y="1779"/>
                </a:cubicBezTo>
                <a:cubicBezTo>
                  <a:pt x="34767" y="2016"/>
                  <a:pt x="30069" y="3412"/>
                  <a:pt x="20672" y="2646"/>
                </a:cubicBezTo>
                <a:cubicBezTo>
                  <a:pt x="16448" y="2254"/>
                  <a:pt x="14879" y="2254"/>
                  <a:pt x="10656" y="2354"/>
                </a:cubicBezTo>
                <a:cubicBezTo>
                  <a:pt x="7837" y="2400"/>
                  <a:pt x="4388" y="2500"/>
                  <a:pt x="0" y="244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7"/>
          <p:cNvSpPr/>
          <p:nvPr/>
        </p:nvSpPr>
        <p:spPr>
          <a:xfrm>
            <a:off x="277175" y="353800"/>
            <a:ext cx="3038100" cy="371398"/>
          </a:xfrm>
          <a:custGeom>
            <a:rect b="b" l="l" r="r" t="t"/>
            <a:pathLst>
              <a:path extrusionOk="0" h="3422" w="121524">
                <a:moveTo>
                  <a:pt x="3293" y="2318"/>
                </a:moveTo>
                <a:cubicBezTo>
                  <a:pt x="8457" y="2218"/>
                  <a:pt x="15016" y="977"/>
                  <a:pt x="19888" y="1351"/>
                </a:cubicBezTo>
                <a:cubicBezTo>
                  <a:pt x="28034" y="1981"/>
                  <a:pt x="29758" y="147"/>
                  <a:pt x="36801" y="630"/>
                </a:cubicBezTo>
                <a:cubicBezTo>
                  <a:pt x="44966" y="1233"/>
                  <a:pt x="55457" y="1324"/>
                  <a:pt x="61551" y="1160"/>
                </a:cubicBezTo>
                <a:cubicBezTo>
                  <a:pt x="69068" y="968"/>
                  <a:pt x="74231" y="1"/>
                  <a:pt x="81438" y="776"/>
                </a:cubicBezTo>
                <a:cubicBezTo>
                  <a:pt x="84878" y="1160"/>
                  <a:pt x="81119" y="1835"/>
                  <a:pt x="90680" y="1114"/>
                </a:cubicBezTo>
                <a:cubicBezTo>
                  <a:pt x="94292" y="840"/>
                  <a:pt x="95688" y="822"/>
                  <a:pt x="99912" y="968"/>
                </a:cubicBezTo>
                <a:cubicBezTo>
                  <a:pt x="107119" y="1260"/>
                  <a:pt x="115575" y="1114"/>
                  <a:pt x="121523" y="1260"/>
                </a:cubicBezTo>
                <a:cubicBezTo>
                  <a:pt x="116670" y="1451"/>
                  <a:pt x="103515" y="1160"/>
                  <a:pt x="95378" y="1689"/>
                </a:cubicBezTo>
                <a:cubicBezTo>
                  <a:pt x="85352" y="2263"/>
                  <a:pt x="79559" y="2555"/>
                  <a:pt x="69378" y="2072"/>
                </a:cubicBezTo>
                <a:cubicBezTo>
                  <a:pt x="61387" y="1643"/>
                  <a:pt x="51680" y="1497"/>
                  <a:pt x="43534" y="1789"/>
                </a:cubicBezTo>
                <a:cubicBezTo>
                  <a:pt x="34767" y="2026"/>
                  <a:pt x="30068" y="3422"/>
                  <a:pt x="20672" y="2647"/>
                </a:cubicBezTo>
                <a:cubicBezTo>
                  <a:pt x="16448" y="2263"/>
                  <a:pt x="14879" y="2263"/>
                  <a:pt x="10646" y="2364"/>
                </a:cubicBezTo>
                <a:cubicBezTo>
                  <a:pt x="7827" y="2409"/>
                  <a:pt x="4388" y="2510"/>
                  <a:pt x="0" y="245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7"/>
          <p:cNvSpPr/>
          <p:nvPr/>
        </p:nvSpPr>
        <p:spPr>
          <a:xfrm flipH="1" rot="-2231248">
            <a:off x="2094693" y="9872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7"/>
          <p:cNvSpPr/>
          <p:nvPr/>
        </p:nvSpPr>
        <p:spPr>
          <a:xfrm flipH="1" rot="-2231248">
            <a:off x="1834043" y="18352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7"/>
          <p:cNvSpPr/>
          <p:nvPr/>
        </p:nvSpPr>
        <p:spPr>
          <a:xfrm flipH="1" rot="-2231248">
            <a:off x="849943" y="9872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9" name="Shape 1629"/>
        <p:cNvGrpSpPr/>
        <p:nvPr/>
      </p:nvGrpSpPr>
      <p:grpSpPr>
        <a:xfrm>
          <a:off x="0" y="0"/>
          <a:ext cx="0" cy="0"/>
          <a:chOff x="0" y="0"/>
          <a:chExt cx="0" cy="0"/>
        </a:xfrm>
      </p:grpSpPr>
      <p:sp>
        <p:nvSpPr>
          <p:cNvPr id="1630" name="Google Shape;1630;p38"/>
          <p:cNvSpPr txBox="1"/>
          <p:nvPr>
            <p:ph type="title"/>
          </p:nvPr>
        </p:nvSpPr>
        <p:spPr>
          <a:xfrm>
            <a:off x="1328550" y="744050"/>
            <a:ext cx="6486900" cy="231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endParaRPr i="1"/>
          </a:p>
          <a:p>
            <a:pPr indent="0" lvl="0" marL="0" rtl="0" algn="ctr">
              <a:spcBef>
                <a:spcPts val="0"/>
              </a:spcBef>
              <a:spcAft>
                <a:spcPts val="0"/>
              </a:spcAft>
              <a:buNone/>
            </a:pPr>
            <a:r>
              <a:rPr i="1" lang="en">
                <a:solidFill>
                  <a:schemeClr val="accent2"/>
                </a:solidFill>
              </a:rPr>
              <a:t>words</a:t>
            </a:r>
            <a:endParaRPr i="1">
              <a:solidFill>
                <a:schemeClr val="accent2"/>
              </a:solidFill>
            </a:endParaRPr>
          </a:p>
        </p:txBody>
      </p:sp>
      <p:grpSp>
        <p:nvGrpSpPr>
          <p:cNvPr id="1631" name="Google Shape;1631;p38"/>
          <p:cNvGrpSpPr/>
          <p:nvPr/>
        </p:nvGrpSpPr>
        <p:grpSpPr>
          <a:xfrm>
            <a:off x="6931148" y="2805430"/>
            <a:ext cx="942352" cy="795360"/>
            <a:chOff x="6931148" y="2805430"/>
            <a:chExt cx="942352" cy="795360"/>
          </a:xfrm>
        </p:grpSpPr>
        <p:sp>
          <p:nvSpPr>
            <p:cNvPr id="1632" name="Google Shape;1632;p38"/>
            <p:cNvSpPr/>
            <p:nvPr/>
          </p:nvSpPr>
          <p:spPr>
            <a:xfrm>
              <a:off x="6931148" y="2805430"/>
              <a:ext cx="358509" cy="795360"/>
            </a:xfrm>
            <a:custGeom>
              <a:rect b="b" l="l" r="r" t="t"/>
              <a:pathLst>
                <a:path extrusionOk="0" h="16193" w="7299">
                  <a:moveTo>
                    <a:pt x="7298" y="16193"/>
                  </a:moveTo>
                  <a:lnTo>
                    <a:pt x="7298" y="0"/>
                  </a:lnTo>
                  <a:lnTo>
                    <a:pt x="6833" y="593"/>
                  </a:lnTo>
                  <a:lnTo>
                    <a:pt x="6833" y="1031"/>
                  </a:lnTo>
                  <a:cubicBezTo>
                    <a:pt x="6833" y="1031"/>
                    <a:pt x="6322" y="922"/>
                    <a:pt x="6158" y="1131"/>
                  </a:cubicBezTo>
                  <a:cubicBezTo>
                    <a:pt x="6158" y="1131"/>
                    <a:pt x="5957" y="1460"/>
                    <a:pt x="6322" y="1597"/>
                  </a:cubicBezTo>
                  <a:lnTo>
                    <a:pt x="6322" y="1925"/>
                  </a:lnTo>
                  <a:lnTo>
                    <a:pt x="5893" y="1925"/>
                  </a:lnTo>
                  <a:lnTo>
                    <a:pt x="5893" y="1432"/>
                  </a:lnTo>
                  <a:lnTo>
                    <a:pt x="5537" y="1706"/>
                  </a:lnTo>
                  <a:lnTo>
                    <a:pt x="5537" y="2080"/>
                  </a:lnTo>
                  <a:cubicBezTo>
                    <a:pt x="5537" y="2080"/>
                    <a:pt x="5090" y="2190"/>
                    <a:pt x="5163" y="2527"/>
                  </a:cubicBezTo>
                  <a:lnTo>
                    <a:pt x="4945" y="2509"/>
                  </a:lnTo>
                  <a:lnTo>
                    <a:pt x="4945" y="2299"/>
                  </a:lnTo>
                  <a:lnTo>
                    <a:pt x="4534" y="2454"/>
                  </a:lnTo>
                  <a:cubicBezTo>
                    <a:pt x="4534" y="2454"/>
                    <a:pt x="4425" y="3631"/>
                    <a:pt x="5191" y="3768"/>
                  </a:cubicBezTo>
                  <a:lnTo>
                    <a:pt x="5191" y="4598"/>
                  </a:lnTo>
                  <a:lnTo>
                    <a:pt x="4935" y="4598"/>
                  </a:lnTo>
                  <a:cubicBezTo>
                    <a:pt x="4935" y="4598"/>
                    <a:pt x="4981" y="4242"/>
                    <a:pt x="4589" y="4169"/>
                  </a:cubicBezTo>
                  <a:lnTo>
                    <a:pt x="4570" y="4023"/>
                  </a:lnTo>
                  <a:cubicBezTo>
                    <a:pt x="4570" y="4023"/>
                    <a:pt x="4744" y="4023"/>
                    <a:pt x="4726" y="3886"/>
                  </a:cubicBezTo>
                  <a:cubicBezTo>
                    <a:pt x="4726" y="3886"/>
                    <a:pt x="4744" y="3686"/>
                    <a:pt x="4452" y="3731"/>
                  </a:cubicBezTo>
                  <a:cubicBezTo>
                    <a:pt x="4452" y="3731"/>
                    <a:pt x="4114" y="3740"/>
                    <a:pt x="4078" y="4096"/>
                  </a:cubicBezTo>
                  <a:cubicBezTo>
                    <a:pt x="4078" y="4096"/>
                    <a:pt x="4069" y="4333"/>
                    <a:pt x="4160" y="4388"/>
                  </a:cubicBezTo>
                  <a:lnTo>
                    <a:pt x="4187" y="4525"/>
                  </a:lnTo>
                  <a:lnTo>
                    <a:pt x="3905" y="4534"/>
                  </a:lnTo>
                  <a:cubicBezTo>
                    <a:pt x="3905" y="4534"/>
                    <a:pt x="3813" y="5747"/>
                    <a:pt x="4516" y="6112"/>
                  </a:cubicBezTo>
                  <a:lnTo>
                    <a:pt x="4516" y="6815"/>
                  </a:lnTo>
                  <a:lnTo>
                    <a:pt x="4370" y="6815"/>
                  </a:lnTo>
                  <a:cubicBezTo>
                    <a:pt x="4370" y="6815"/>
                    <a:pt x="4206" y="6359"/>
                    <a:pt x="3905" y="6350"/>
                  </a:cubicBezTo>
                  <a:lnTo>
                    <a:pt x="3731" y="6331"/>
                  </a:lnTo>
                  <a:lnTo>
                    <a:pt x="3731" y="6140"/>
                  </a:lnTo>
                  <a:cubicBezTo>
                    <a:pt x="3731" y="6140"/>
                    <a:pt x="3941" y="6122"/>
                    <a:pt x="3932" y="5976"/>
                  </a:cubicBezTo>
                  <a:cubicBezTo>
                    <a:pt x="3932" y="5976"/>
                    <a:pt x="3886" y="5720"/>
                    <a:pt x="3567" y="5757"/>
                  </a:cubicBezTo>
                  <a:cubicBezTo>
                    <a:pt x="3567" y="5757"/>
                    <a:pt x="3074" y="5820"/>
                    <a:pt x="3093" y="6596"/>
                  </a:cubicBezTo>
                  <a:lnTo>
                    <a:pt x="3138" y="6888"/>
                  </a:lnTo>
                  <a:lnTo>
                    <a:pt x="2956" y="7070"/>
                  </a:lnTo>
                  <a:lnTo>
                    <a:pt x="2956" y="7271"/>
                  </a:lnTo>
                  <a:lnTo>
                    <a:pt x="3375" y="7271"/>
                  </a:lnTo>
                  <a:lnTo>
                    <a:pt x="3375" y="8201"/>
                  </a:lnTo>
                  <a:lnTo>
                    <a:pt x="3485" y="8201"/>
                  </a:lnTo>
                  <a:lnTo>
                    <a:pt x="3476" y="8384"/>
                  </a:lnTo>
                  <a:lnTo>
                    <a:pt x="3676" y="8384"/>
                  </a:lnTo>
                  <a:lnTo>
                    <a:pt x="3667" y="8557"/>
                  </a:lnTo>
                  <a:lnTo>
                    <a:pt x="4114" y="8539"/>
                  </a:lnTo>
                  <a:lnTo>
                    <a:pt x="4114" y="8950"/>
                  </a:lnTo>
                  <a:lnTo>
                    <a:pt x="3576" y="8950"/>
                  </a:lnTo>
                  <a:lnTo>
                    <a:pt x="3576" y="9862"/>
                  </a:lnTo>
                  <a:lnTo>
                    <a:pt x="3330" y="9862"/>
                  </a:lnTo>
                  <a:cubicBezTo>
                    <a:pt x="3330" y="9862"/>
                    <a:pt x="3357" y="9150"/>
                    <a:pt x="3166" y="9123"/>
                  </a:cubicBezTo>
                  <a:cubicBezTo>
                    <a:pt x="3166" y="9123"/>
                    <a:pt x="2892" y="9059"/>
                    <a:pt x="2956" y="8867"/>
                  </a:cubicBezTo>
                  <a:lnTo>
                    <a:pt x="3321" y="8831"/>
                  </a:lnTo>
                  <a:cubicBezTo>
                    <a:pt x="3321" y="8831"/>
                    <a:pt x="3275" y="8439"/>
                    <a:pt x="2755" y="8448"/>
                  </a:cubicBezTo>
                  <a:cubicBezTo>
                    <a:pt x="2755" y="8448"/>
                    <a:pt x="2043" y="8521"/>
                    <a:pt x="1870" y="9223"/>
                  </a:cubicBezTo>
                  <a:lnTo>
                    <a:pt x="1870" y="9980"/>
                  </a:lnTo>
                  <a:lnTo>
                    <a:pt x="1140" y="9980"/>
                  </a:lnTo>
                  <a:lnTo>
                    <a:pt x="1140" y="10619"/>
                  </a:lnTo>
                  <a:lnTo>
                    <a:pt x="1259" y="10619"/>
                  </a:lnTo>
                  <a:lnTo>
                    <a:pt x="1259" y="10966"/>
                  </a:lnTo>
                  <a:lnTo>
                    <a:pt x="1414" y="10966"/>
                  </a:lnTo>
                  <a:lnTo>
                    <a:pt x="1414" y="11157"/>
                  </a:lnTo>
                  <a:lnTo>
                    <a:pt x="1004" y="11157"/>
                  </a:lnTo>
                  <a:lnTo>
                    <a:pt x="1305" y="11586"/>
                  </a:lnTo>
                  <a:lnTo>
                    <a:pt x="1305" y="11759"/>
                  </a:lnTo>
                  <a:lnTo>
                    <a:pt x="511" y="11759"/>
                  </a:lnTo>
                  <a:lnTo>
                    <a:pt x="511" y="12097"/>
                  </a:lnTo>
                  <a:lnTo>
                    <a:pt x="794" y="12097"/>
                  </a:lnTo>
                  <a:lnTo>
                    <a:pt x="794" y="12270"/>
                  </a:lnTo>
                  <a:lnTo>
                    <a:pt x="639" y="12270"/>
                  </a:lnTo>
                  <a:lnTo>
                    <a:pt x="639" y="12480"/>
                  </a:lnTo>
                  <a:lnTo>
                    <a:pt x="0" y="12480"/>
                  </a:lnTo>
                  <a:lnTo>
                    <a:pt x="0" y="13520"/>
                  </a:lnTo>
                  <a:lnTo>
                    <a:pt x="374" y="13520"/>
                  </a:lnTo>
                  <a:lnTo>
                    <a:pt x="374" y="13684"/>
                  </a:lnTo>
                  <a:lnTo>
                    <a:pt x="547" y="13684"/>
                  </a:lnTo>
                  <a:lnTo>
                    <a:pt x="547" y="13940"/>
                  </a:lnTo>
                  <a:lnTo>
                    <a:pt x="155" y="13940"/>
                  </a:lnTo>
                  <a:lnTo>
                    <a:pt x="155" y="14277"/>
                  </a:lnTo>
                  <a:lnTo>
                    <a:pt x="556" y="14277"/>
                  </a:lnTo>
                  <a:lnTo>
                    <a:pt x="556" y="14788"/>
                  </a:lnTo>
                  <a:lnTo>
                    <a:pt x="556" y="1619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8"/>
            <p:cNvSpPr/>
            <p:nvPr/>
          </p:nvSpPr>
          <p:spPr>
            <a:xfrm>
              <a:off x="7514942" y="2805430"/>
              <a:ext cx="358558" cy="795360"/>
            </a:xfrm>
            <a:custGeom>
              <a:rect b="b" l="l" r="r" t="t"/>
              <a:pathLst>
                <a:path extrusionOk="0" h="16193" w="7300">
                  <a:moveTo>
                    <a:pt x="1" y="16193"/>
                  </a:moveTo>
                  <a:lnTo>
                    <a:pt x="1" y="0"/>
                  </a:lnTo>
                  <a:lnTo>
                    <a:pt x="466" y="593"/>
                  </a:lnTo>
                  <a:lnTo>
                    <a:pt x="466" y="1031"/>
                  </a:lnTo>
                  <a:cubicBezTo>
                    <a:pt x="466" y="1031"/>
                    <a:pt x="977" y="922"/>
                    <a:pt x="1141" y="1131"/>
                  </a:cubicBezTo>
                  <a:cubicBezTo>
                    <a:pt x="1141" y="1131"/>
                    <a:pt x="1351" y="1460"/>
                    <a:pt x="977" y="1597"/>
                  </a:cubicBezTo>
                  <a:lnTo>
                    <a:pt x="977" y="1925"/>
                  </a:lnTo>
                  <a:lnTo>
                    <a:pt x="1406" y="1925"/>
                  </a:lnTo>
                  <a:lnTo>
                    <a:pt x="1406" y="1432"/>
                  </a:lnTo>
                  <a:lnTo>
                    <a:pt x="1762" y="1706"/>
                  </a:lnTo>
                  <a:lnTo>
                    <a:pt x="1762" y="2080"/>
                  </a:lnTo>
                  <a:cubicBezTo>
                    <a:pt x="1762" y="2080"/>
                    <a:pt x="2209" y="2190"/>
                    <a:pt x="2136" y="2527"/>
                  </a:cubicBezTo>
                  <a:lnTo>
                    <a:pt x="2355" y="2509"/>
                  </a:lnTo>
                  <a:lnTo>
                    <a:pt x="2355" y="2299"/>
                  </a:lnTo>
                  <a:lnTo>
                    <a:pt x="2765" y="2454"/>
                  </a:lnTo>
                  <a:cubicBezTo>
                    <a:pt x="2765" y="2454"/>
                    <a:pt x="2875" y="3631"/>
                    <a:pt x="2108" y="3768"/>
                  </a:cubicBezTo>
                  <a:lnTo>
                    <a:pt x="2108" y="4598"/>
                  </a:lnTo>
                  <a:lnTo>
                    <a:pt x="2364" y="4598"/>
                  </a:lnTo>
                  <a:cubicBezTo>
                    <a:pt x="2364" y="4598"/>
                    <a:pt x="2318" y="4242"/>
                    <a:pt x="2710" y="4169"/>
                  </a:cubicBezTo>
                  <a:lnTo>
                    <a:pt x="2729" y="4023"/>
                  </a:lnTo>
                  <a:cubicBezTo>
                    <a:pt x="2729" y="4023"/>
                    <a:pt x="2555" y="4023"/>
                    <a:pt x="2573" y="3886"/>
                  </a:cubicBezTo>
                  <a:cubicBezTo>
                    <a:pt x="2573" y="3886"/>
                    <a:pt x="2555" y="3686"/>
                    <a:pt x="2847" y="3731"/>
                  </a:cubicBezTo>
                  <a:cubicBezTo>
                    <a:pt x="2847" y="3731"/>
                    <a:pt x="3185" y="3740"/>
                    <a:pt x="3221" y="4096"/>
                  </a:cubicBezTo>
                  <a:cubicBezTo>
                    <a:pt x="3221" y="4096"/>
                    <a:pt x="3230" y="4333"/>
                    <a:pt x="3139" y="4388"/>
                  </a:cubicBezTo>
                  <a:lnTo>
                    <a:pt x="3112" y="4525"/>
                  </a:lnTo>
                  <a:lnTo>
                    <a:pt x="3395" y="4534"/>
                  </a:lnTo>
                  <a:cubicBezTo>
                    <a:pt x="3395" y="4534"/>
                    <a:pt x="3486" y="5747"/>
                    <a:pt x="2783" y="6112"/>
                  </a:cubicBezTo>
                  <a:lnTo>
                    <a:pt x="2783" y="6815"/>
                  </a:lnTo>
                  <a:lnTo>
                    <a:pt x="2929" y="6815"/>
                  </a:lnTo>
                  <a:cubicBezTo>
                    <a:pt x="2929" y="6815"/>
                    <a:pt x="3093" y="6359"/>
                    <a:pt x="3404" y="6350"/>
                  </a:cubicBezTo>
                  <a:lnTo>
                    <a:pt x="3568" y="6331"/>
                  </a:lnTo>
                  <a:lnTo>
                    <a:pt x="3568" y="6140"/>
                  </a:lnTo>
                  <a:cubicBezTo>
                    <a:pt x="3568" y="6140"/>
                    <a:pt x="3358" y="6122"/>
                    <a:pt x="3367" y="5976"/>
                  </a:cubicBezTo>
                  <a:cubicBezTo>
                    <a:pt x="3367" y="5976"/>
                    <a:pt x="3413" y="5720"/>
                    <a:pt x="3732" y="5757"/>
                  </a:cubicBezTo>
                  <a:cubicBezTo>
                    <a:pt x="3732" y="5757"/>
                    <a:pt x="4225" y="5820"/>
                    <a:pt x="4206" y="6596"/>
                  </a:cubicBezTo>
                  <a:lnTo>
                    <a:pt x="4161" y="6888"/>
                  </a:lnTo>
                  <a:lnTo>
                    <a:pt x="4343" y="7070"/>
                  </a:lnTo>
                  <a:lnTo>
                    <a:pt x="4343" y="7271"/>
                  </a:lnTo>
                  <a:lnTo>
                    <a:pt x="3924" y="7271"/>
                  </a:lnTo>
                  <a:lnTo>
                    <a:pt x="3924" y="8201"/>
                  </a:lnTo>
                  <a:lnTo>
                    <a:pt x="3814" y="8201"/>
                  </a:lnTo>
                  <a:lnTo>
                    <a:pt x="3823" y="8384"/>
                  </a:lnTo>
                  <a:lnTo>
                    <a:pt x="3623" y="8384"/>
                  </a:lnTo>
                  <a:lnTo>
                    <a:pt x="3632" y="8557"/>
                  </a:lnTo>
                  <a:lnTo>
                    <a:pt x="3185" y="8539"/>
                  </a:lnTo>
                  <a:lnTo>
                    <a:pt x="3185" y="8950"/>
                  </a:lnTo>
                  <a:lnTo>
                    <a:pt x="3723" y="8950"/>
                  </a:lnTo>
                  <a:lnTo>
                    <a:pt x="3723" y="9862"/>
                  </a:lnTo>
                  <a:lnTo>
                    <a:pt x="3969" y="9862"/>
                  </a:lnTo>
                  <a:cubicBezTo>
                    <a:pt x="3969" y="9862"/>
                    <a:pt x="3942" y="9150"/>
                    <a:pt x="4133" y="9123"/>
                  </a:cubicBezTo>
                  <a:cubicBezTo>
                    <a:pt x="4133" y="9123"/>
                    <a:pt x="4407" y="9059"/>
                    <a:pt x="4343" y="8867"/>
                  </a:cubicBezTo>
                  <a:lnTo>
                    <a:pt x="3978" y="8831"/>
                  </a:lnTo>
                  <a:cubicBezTo>
                    <a:pt x="3978" y="8831"/>
                    <a:pt x="4024" y="8439"/>
                    <a:pt x="4544" y="8448"/>
                  </a:cubicBezTo>
                  <a:cubicBezTo>
                    <a:pt x="4544" y="8448"/>
                    <a:pt x="5256" y="8521"/>
                    <a:pt x="5429" y="9223"/>
                  </a:cubicBezTo>
                  <a:lnTo>
                    <a:pt x="5429" y="9980"/>
                  </a:lnTo>
                  <a:lnTo>
                    <a:pt x="6159" y="9980"/>
                  </a:lnTo>
                  <a:lnTo>
                    <a:pt x="6159" y="10619"/>
                  </a:lnTo>
                  <a:lnTo>
                    <a:pt x="6040" y="10619"/>
                  </a:lnTo>
                  <a:lnTo>
                    <a:pt x="6040" y="10966"/>
                  </a:lnTo>
                  <a:lnTo>
                    <a:pt x="5885" y="10966"/>
                  </a:lnTo>
                  <a:lnTo>
                    <a:pt x="5885" y="11157"/>
                  </a:lnTo>
                  <a:lnTo>
                    <a:pt x="6296" y="11157"/>
                  </a:lnTo>
                  <a:lnTo>
                    <a:pt x="5994" y="11586"/>
                  </a:lnTo>
                  <a:lnTo>
                    <a:pt x="5994" y="11759"/>
                  </a:lnTo>
                  <a:lnTo>
                    <a:pt x="6788" y="11759"/>
                  </a:lnTo>
                  <a:lnTo>
                    <a:pt x="6788" y="12097"/>
                  </a:lnTo>
                  <a:lnTo>
                    <a:pt x="6505" y="12097"/>
                  </a:lnTo>
                  <a:lnTo>
                    <a:pt x="6505" y="12270"/>
                  </a:lnTo>
                  <a:lnTo>
                    <a:pt x="6660" y="12270"/>
                  </a:lnTo>
                  <a:lnTo>
                    <a:pt x="6660" y="12480"/>
                  </a:lnTo>
                  <a:lnTo>
                    <a:pt x="7299" y="12480"/>
                  </a:lnTo>
                  <a:lnTo>
                    <a:pt x="7299" y="13520"/>
                  </a:lnTo>
                  <a:lnTo>
                    <a:pt x="6925" y="13520"/>
                  </a:lnTo>
                  <a:lnTo>
                    <a:pt x="6925" y="13684"/>
                  </a:lnTo>
                  <a:lnTo>
                    <a:pt x="6752" y="13684"/>
                  </a:lnTo>
                  <a:lnTo>
                    <a:pt x="6752" y="13940"/>
                  </a:lnTo>
                  <a:lnTo>
                    <a:pt x="7144" y="13940"/>
                  </a:lnTo>
                  <a:lnTo>
                    <a:pt x="7144" y="14277"/>
                  </a:lnTo>
                  <a:lnTo>
                    <a:pt x="6743" y="14277"/>
                  </a:lnTo>
                  <a:lnTo>
                    <a:pt x="6743" y="14788"/>
                  </a:lnTo>
                  <a:lnTo>
                    <a:pt x="6743" y="1619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4" name="Google Shape;1634;p38"/>
          <p:cNvSpPr/>
          <p:nvPr/>
        </p:nvSpPr>
        <p:spPr>
          <a:xfrm>
            <a:off x="7547200" y="456513"/>
            <a:ext cx="883583" cy="883564"/>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8"/>
          <p:cNvSpPr/>
          <p:nvPr/>
        </p:nvSpPr>
        <p:spPr>
          <a:xfrm flipH="1" rot="-2231248">
            <a:off x="1078018" y="11981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8"/>
          <p:cNvSpPr/>
          <p:nvPr/>
        </p:nvSpPr>
        <p:spPr>
          <a:xfrm flipH="1" rot="-2231248">
            <a:off x="817368" y="20461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0" name="Shape 1640"/>
        <p:cNvGrpSpPr/>
        <p:nvPr/>
      </p:nvGrpSpPr>
      <p:grpSpPr>
        <a:xfrm>
          <a:off x="0" y="0"/>
          <a:ext cx="0" cy="0"/>
          <a:chOff x="0" y="0"/>
          <a:chExt cx="0" cy="0"/>
        </a:xfrm>
      </p:grpSpPr>
      <p:sp>
        <p:nvSpPr>
          <p:cNvPr id="1641" name="Google Shape;1641;p39"/>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Operations </a:t>
            </a:r>
            <a:endParaRPr/>
          </a:p>
        </p:txBody>
      </p:sp>
      <p:sp>
        <p:nvSpPr>
          <p:cNvPr id="1642" name="Google Shape;1642;p39"/>
          <p:cNvSpPr txBox="1"/>
          <p:nvPr>
            <p:ph idx="1" type="subTitle"/>
          </p:nvPr>
        </p:nvSpPr>
        <p:spPr>
          <a:xfrm>
            <a:off x="776477" y="1579825"/>
            <a:ext cx="2439300" cy="371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Ownership</a:t>
            </a:r>
            <a:endParaRPr/>
          </a:p>
        </p:txBody>
      </p:sp>
      <p:sp>
        <p:nvSpPr>
          <p:cNvPr id="1643" name="Google Shape;1643;p39"/>
          <p:cNvSpPr txBox="1"/>
          <p:nvPr>
            <p:ph idx="2" type="subTitle"/>
          </p:nvPr>
        </p:nvSpPr>
        <p:spPr>
          <a:xfrm>
            <a:off x="786675" y="1904003"/>
            <a:ext cx="2439300" cy="107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very cold place. It’s full of iron oxide dust, which gives the planet its reddish cast</a:t>
            </a:r>
            <a:endParaRPr/>
          </a:p>
        </p:txBody>
      </p:sp>
      <p:sp>
        <p:nvSpPr>
          <p:cNvPr id="1644" name="Google Shape;1644;p39"/>
          <p:cNvSpPr txBox="1"/>
          <p:nvPr>
            <p:ph idx="3" type="subTitle"/>
          </p:nvPr>
        </p:nvSpPr>
        <p:spPr>
          <a:xfrm>
            <a:off x="3357475" y="1579825"/>
            <a:ext cx="2439300" cy="371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Financing</a:t>
            </a:r>
            <a:endParaRPr/>
          </a:p>
        </p:txBody>
      </p:sp>
      <p:sp>
        <p:nvSpPr>
          <p:cNvPr id="1645" name="Google Shape;1645;p39"/>
          <p:cNvSpPr txBox="1"/>
          <p:nvPr>
            <p:ph idx="4" type="subTitle"/>
          </p:nvPr>
        </p:nvSpPr>
        <p:spPr>
          <a:xfrm>
            <a:off x="3367675" y="1904002"/>
            <a:ext cx="2439300" cy="107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also the fourth -brightest object in the night sky</a:t>
            </a:r>
            <a:endParaRPr/>
          </a:p>
        </p:txBody>
      </p:sp>
      <p:sp>
        <p:nvSpPr>
          <p:cNvPr id="1646" name="Google Shape;1646;p39"/>
          <p:cNvSpPr txBox="1"/>
          <p:nvPr>
            <p:ph idx="5" type="subTitle"/>
          </p:nvPr>
        </p:nvSpPr>
        <p:spPr>
          <a:xfrm>
            <a:off x="5938475" y="1579825"/>
            <a:ext cx="2418900" cy="371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Safety</a:t>
            </a:r>
            <a:endParaRPr/>
          </a:p>
        </p:txBody>
      </p:sp>
      <p:sp>
        <p:nvSpPr>
          <p:cNvPr id="1647" name="Google Shape;1647;p39"/>
          <p:cNvSpPr txBox="1"/>
          <p:nvPr>
            <p:ph idx="6" type="subTitle"/>
          </p:nvPr>
        </p:nvSpPr>
        <p:spPr>
          <a:xfrm>
            <a:off x="5948675" y="1904003"/>
            <a:ext cx="2418900" cy="107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Venus is terribly hot, even hotter than Mercury</a:t>
            </a:r>
            <a:endParaRPr/>
          </a:p>
        </p:txBody>
      </p:sp>
      <p:sp>
        <p:nvSpPr>
          <p:cNvPr id="1648" name="Google Shape;1648;p39"/>
          <p:cNvSpPr/>
          <p:nvPr/>
        </p:nvSpPr>
        <p:spPr>
          <a:xfrm>
            <a:off x="5972450" y="3348725"/>
            <a:ext cx="6828950" cy="1443150"/>
          </a:xfrm>
          <a:custGeom>
            <a:rect b="b" l="l" r="r" t="t"/>
            <a:pathLst>
              <a:path extrusionOk="0" h="57726" w="273158">
                <a:moveTo>
                  <a:pt x="119043" y="0"/>
                </a:moveTo>
                <a:cubicBezTo>
                  <a:pt x="118808" y="0"/>
                  <a:pt x="118606" y="15"/>
                  <a:pt x="118436" y="44"/>
                </a:cubicBezTo>
                <a:cubicBezTo>
                  <a:pt x="114815" y="687"/>
                  <a:pt x="1" y="57726"/>
                  <a:pt x="1" y="57726"/>
                </a:cubicBezTo>
                <a:lnTo>
                  <a:pt x="273157" y="57726"/>
                </a:lnTo>
                <a:cubicBezTo>
                  <a:pt x="273157" y="57726"/>
                  <a:pt x="133756" y="0"/>
                  <a:pt x="119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9"/>
          <p:cNvSpPr/>
          <p:nvPr/>
        </p:nvSpPr>
        <p:spPr>
          <a:xfrm>
            <a:off x="-1743225" y="3348725"/>
            <a:ext cx="6829325" cy="1443150"/>
          </a:xfrm>
          <a:custGeom>
            <a:rect b="b" l="l" r="r" t="t"/>
            <a:pathLst>
              <a:path extrusionOk="0" h="57726" w="273173">
                <a:moveTo>
                  <a:pt x="119057" y="0"/>
                </a:moveTo>
                <a:cubicBezTo>
                  <a:pt x="118823" y="0"/>
                  <a:pt x="118621" y="15"/>
                  <a:pt x="118451" y="44"/>
                </a:cubicBezTo>
                <a:cubicBezTo>
                  <a:pt x="114815" y="687"/>
                  <a:pt x="0" y="57726"/>
                  <a:pt x="0" y="57726"/>
                </a:cubicBezTo>
                <a:lnTo>
                  <a:pt x="273172" y="57726"/>
                </a:lnTo>
                <a:cubicBezTo>
                  <a:pt x="273172" y="57726"/>
                  <a:pt x="133756" y="0"/>
                  <a:pt x="119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9"/>
          <p:cNvSpPr/>
          <p:nvPr/>
        </p:nvSpPr>
        <p:spPr>
          <a:xfrm>
            <a:off x="3559000" y="3348725"/>
            <a:ext cx="6828925" cy="1443150"/>
          </a:xfrm>
          <a:custGeom>
            <a:rect b="b" l="l" r="r" t="t"/>
            <a:pathLst>
              <a:path extrusionOk="0" h="57726" w="273157">
                <a:moveTo>
                  <a:pt x="119057" y="0"/>
                </a:moveTo>
                <a:cubicBezTo>
                  <a:pt x="118823" y="0"/>
                  <a:pt x="118621" y="15"/>
                  <a:pt x="118451" y="44"/>
                </a:cubicBezTo>
                <a:cubicBezTo>
                  <a:pt x="114815" y="687"/>
                  <a:pt x="1" y="57726"/>
                  <a:pt x="1" y="57726"/>
                </a:cubicBezTo>
                <a:lnTo>
                  <a:pt x="273157" y="57726"/>
                </a:lnTo>
                <a:cubicBezTo>
                  <a:pt x="273157" y="57726"/>
                  <a:pt x="133755" y="0"/>
                  <a:pt x="119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9"/>
          <p:cNvSpPr/>
          <p:nvPr/>
        </p:nvSpPr>
        <p:spPr>
          <a:xfrm>
            <a:off x="888100" y="3740325"/>
            <a:ext cx="5829700" cy="1231825"/>
          </a:xfrm>
          <a:custGeom>
            <a:rect b="b" l="l" r="r" t="t"/>
            <a:pathLst>
              <a:path extrusionOk="0" h="49273" w="233188">
                <a:moveTo>
                  <a:pt x="101637" y="1"/>
                </a:moveTo>
                <a:cubicBezTo>
                  <a:pt x="101435" y="1"/>
                  <a:pt x="101261" y="13"/>
                  <a:pt x="101115" y="39"/>
                </a:cubicBezTo>
                <a:cubicBezTo>
                  <a:pt x="98012" y="572"/>
                  <a:pt x="0" y="49272"/>
                  <a:pt x="0" y="49272"/>
                </a:cubicBezTo>
                <a:lnTo>
                  <a:pt x="233187" y="49272"/>
                </a:lnTo>
                <a:cubicBezTo>
                  <a:pt x="233187" y="49272"/>
                  <a:pt x="114207" y="1"/>
                  <a:pt x="1016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9"/>
          <p:cNvSpPr/>
          <p:nvPr/>
        </p:nvSpPr>
        <p:spPr>
          <a:xfrm>
            <a:off x="2571900" y="3541650"/>
            <a:ext cx="5829700" cy="1231825"/>
          </a:xfrm>
          <a:custGeom>
            <a:rect b="b" l="l" r="r" t="t"/>
            <a:pathLst>
              <a:path extrusionOk="0" h="49273" w="233188">
                <a:moveTo>
                  <a:pt x="101637" y="1"/>
                </a:moveTo>
                <a:cubicBezTo>
                  <a:pt x="101436" y="1"/>
                  <a:pt x="101262" y="14"/>
                  <a:pt x="101116" y="39"/>
                </a:cubicBezTo>
                <a:cubicBezTo>
                  <a:pt x="98013" y="572"/>
                  <a:pt x="1" y="49272"/>
                  <a:pt x="1" y="49272"/>
                </a:cubicBezTo>
                <a:lnTo>
                  <a:pt x="233188" y="49272"/>
                </a:lnTo>
                <a:cubicBezTo>
                  <a:pt x="233188" y="49272"/>
                  <a:pt x="114208" y="1"/>
                  <a:pt x="1016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9"/>
          <p:cNvSpPr/>
          <p:nvPr/>
        </p:nvSpPr>
        <p:spPr>
          <a:xfrm>
            <a:off x="2883050" y="3542625"/>
            <a:ext cx="2344900" cy="1076450"/>
          </a:xfrm>
          <a:custGeom>
            <a:rect b="b" l="l" r="r" t="t"/>
            <a:pathLst>
              <a:path extrusionOk="0" h="43058" w="93796">
                <a:moveTo>
                  <a:pt x="88670" y="0"/>
                </a:moveTo>
                <a:cubicBezTo>
                  <a:pt x="86256" y="423"/>
                  <a:pt x="26490" y="29938"/>
                  <a:pt x="0" y="43058"/>
                </a:cubicBezTo>
                <a:lnTo>
                  <a:pt x="0" y="43058"/>
                </a:lnTo>
                <a:lnTo>
                  <a:pt x="23324" y="34233"/>
                </a:lnTo>
                <a:lnTo>
                  <a:pt x="71601" y="32477"/>
                </a:lnTo>
                <a:cubicBezTo>
                  <a:pt x="72447" y="32462"/>
                  <a:pt x="72541" y="31129"/>
                  <a:pt x="71726" y="30957"/>
                </a:cubicBezTo>
                <a:lnTo>
                  <a:pt x="53481" y="27023"/>
                </a:lnTo>
                <a:cubicBezTo>
                  <a:pt x="52870" y="26882"/>
                  <a:pt x="52713" y="26004"/>
                  <a:pt x="53230" y="25612"/>
                </a:cubicBezTo>
                <a:lnTo>
                  <a:pt x="57917" y="22211"/>
                </a:lnTo>
                <a:cubicBezTo>
                  <a:pt x="58011" y="22148"/>
                  <a:pt x="58136" y="22101"/>
                  <a:pt x="58246" y="22085"/>
                </a:cubicBezTo>
                <a:lnTo>
                  <a:pt x="92918" y="18433"/>
                </a:lnTo>
                <a:cubicBezTo>
                  <a:pt x="93796" y="18339"/>
                  <a:pt x="93764" y="16929"/>
                  <a:pt x="92886" y="16897"/>
                </a:cubicBezTo>
                <a:lnTo>
                  <a:pt x="63905" y="15471"/>
                </a:lnTo>
                <a:cubicBezTo>
                  <a:pt x="63184" y="15439"/>
                  <a:pt x="62980" y="14374"/>
                  <a:pt x="63622" y="14013"/>
                </a:cubicBezTo>
                <a:lnTo>
                  <a:pt x="88670" y="0"/>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9"/>
          <p:cNvSpPr/>
          <p:nvPr/>
        </p:nvSpPr>
        <p:spPr>
          <a:xfrm>
            <a:off x="5690900" y="3971050"/>
            <a:ext cx="4251675" cy="820825"/>
          </a:xfrm>
          <a:custGeom>
            <a:rect b="b" l="l" r="r" t="t"/>
            <a:pathLst>
              <a:path extrusionOk="0" h="32833" w="170067">
                <a:moveTo>
                  <a:pt x="74126" y="0"/>
                </a:moveTo>
                <a:cubicBezTo>
                  <a:pt x="73980" y="0"/>
                  <a:pt x="73854" y="9"/>
                  <a:pt x="73748" y="26"/>
                </a:cubicBezTo>
                <a:cubicBezTo>
                  <a:pt x="71475" y="386"/>
                  <a:pt x="0" y="32832"/>
                  <a:pt x="0" y="32832"/>
                </a:cubicBezTo>
                <a:lnTo>
                  <a:pt x="170067" y="32832"/>
                </a:lnTo>
                <a:cubicBezTo>
                  <a:pt x="170067" y="32832"/>
                  <a:pt x="83280" y="0"/>
                  <a:pt x="741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9"/>
          <p:cNvSpPr/>
          <p:nvPr/>
        </p:nvSpPr>
        <p:spPr>
          <a:xfrm>
            <a:off x="-229425" y="4674849"/>
            <a:ext cx="9418794" cy="522030"/>
          </a:xfrm>
          <a:custGeom>
            <a:rect b="b" l="l" r="r" t="t"/>
            <a:pathLst>
              <a:path extrusionOk="0" h="46413" w="331356">
                <a:moveTo>
                  <a:pt x="1" y="1"/>
                </a:moveTo>
                <a:lnTo>
                  <a:pt x="1" y="46412"/>
                </a:lnTo>
                <a:lnTo>
                  <a:pt x="331356" y="46412"/>
                </a:lnTo>
                <a:lnTo>
                  <a:pt x="3313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9"/>
          <p:cNvSpPr/>
          <p:nvPr/>
        </p:nvSpPr>
        <p:spPr>
          <a:xfrm>
            <a:off x="26076" y="4674850"/>
            <a:ext cx="3290726" cy="482695"/>
          </a:xfrm>
          <a:custGeom>
            <a:rect b="b" l="l" r="r" t="t"/>
            <a:pathLst>
              <a:path extrusionOk="0" h="46413" w="177685">
                <a:moveTo>
                  <a:pt x="53027" y="1"/>
                </a:moveTo>
                <a:cubicBezTo>
                  <a:pt x="53027" y="1"/>
                  <a:pt x="79109" y="2070"/>
                  <a:pt x="70927" y="2540"/>
                </a:cubicBezTo>
                <a:cubicBezTo>
                  <a:pt x="62761" y="3026"/>
                  <a:pt x="21224" y="5706"/>
                  <a:pt x="20644" y="7838"/>
                </a:cubicBezTo>
                <a:cubicBezTo>
                  <a:pt x="20064" y="9969"/>
                  <a:pt x="61977" y="9076"/>
                  <a:pt x="62369" y="12462"/>
                </a:cubicBezTo>
                <a:cubicBezTo>
                  <a:pt x="62761" y="15847"/>
                  <a:pt x="1" y="12462"/>
                  <a:pt x="1458" y="16098"/>
                </a:cubicBezTo>
                <a:cubicBezTo>
                  <a:pt x="2932" y="19750"/>
                  <a:pt x="51851" y="19202"/>
                  <a:pt x="51459" y="21380"/>
                </a:cubicBezTo>
                <a:cubicBezTo>
                  <a:pt x="51295" y="22331"/>
                  <a:pt x="42835" y="22437"/>
                  <a:pt x="33312" y="22437"/>
                </a:cubicBezTo>
                <a:cubicBezTo>
                  <a:pt x="30561" y="22437"/>
                  <a:pt x="27722" y="22428"/>
                  <a:pt x="24968" y="22428"/>
                </a:cubicBezTo>
                <a:cubicBezTo>
                  <a:pt x="15398" y="22428"/>
                  <a:pt x="6865" y="22536"/>
                  <a:pt x="6694" y="23496"/>
                </a:cubicBezTo>
                <a:cubicBezTo>
                  <a:pt x="6302" y="25691"/>
                  <a:pt x="55362" y="31240"/>
                  <a:pt x="52635" y="32964"/>
                </a:cubicBezTo>
                <a:cubicBezTo>
                  <a:pt x="51598" y="33619"/>
                  <a:pt x="46686" y="33692"/>
                  <a:pt x="40946" y="33692"/>
                </a:cubicBezTo>
                <a:cubicBezTo>
                  <a:pt x="39300" y="33692"/>
                  <a:pt x="37585" y="33686"/>
                  <a:pt x="35874" y="33686"/>
                </a:cubicBezTo>
                <a:cubicBezTo>
                  <a:pt x="27866" y="33686"/>
                  <a:pt x="19940" y="33818"/>
                  <a:pt x="19468" y="35315"/>
                </a:cubicBezTo>
                <a:cubicBezTo>
                  <a:pt x="18559" y="38246"/>
                  <a:pt x="53811" y="46412"/>
                  <a:pt x="53811" y="46412"/>
                </a:cubicBezTo>
                <a:lnTo>
                  <a:pt x="123875" y="46412"/>
                </a:lnTo>
                <a:cubicBezTo>
                  <a:pt x="123875" y="46412"/>
                  <a:pt x="159126" y="38246"/>
                  <a:pt x="158202" y="35315"/>
                </a:cubicBezTo>
                <a:cubicBezTo>
                  <a:pt x="157729" y="33818"/>
                  <a:pt x="149803" y="33686"/>
                  <a:pt x="141795" y="33686"/>
                </a:cubicBezTo>
                <a:cubicBezTo>
                  <a:pt x="140085" y="33686"/>
                  <a:pt x="138370" y="33692"/>
                  <a:pt x="136724" y="33692"/>
                </a:cubicBezTo>
                <a:cubicBezTo>
                  <a:pt x="130984" y="33692"/>
                  <a:pt x="126072" y="33619"/>
                  <a:pt x="125035" y="32964"/>
                </a:cubicBezTo>
                <a:cubicBezTo>
                  <a:pt x="122307" y="31240"/>
                  <a:pt x="171368" y="25691"/>
                  <a:pt x="170976" y="23496"/>
                </a:cubicBezTo>
                <a:cubicBezTo>
                  <a:pt x="170811" y="22536"/>
                  <a:pt x="162283" y="22428"/>
                  <a:pt x="152713" y="22428"/>
                </a:cubicBezTo>
                <a:cubicBezTo>
                  <a:pt x="149960" y="22428"/>
                  <a:pt x="147120" y="22437"/>
                  <a:pt x="144369" y="22437"/>
                </a:cubicBezTo>
                <a:cubicBezTo>
                  <a:pt x="134846" y="22437"/>
                  <a:pt x="126381" y="22331"/>
                  <a:pt x="126210" y="21380"/>
                </a:cubicBezTo>
                <a:cubicBezTo>
                  <a:pt x="125818" y="19202"/>
                  <a:pt x="174738" y="19750"/>
                  <a:pt x="176211" y="16098"/>
                </a:cubicBezTo>
                <a:cubicBezTo>
                  <a:pt x="177685" y="12462"/>
                  <a:pt x="114909" y="15847"/>
                  <a:pt x="115301" y="12462"/>
                </a:cubicBezTo>
                <a:cubicBezTo>
                  <a:pt x="115693" y="9076"/>
                  <a:pt x="157622" y="9969"/>
                  <a:pt x="157026" y="7838"/>
                </a:cubicBezTo>
                <a:cubicBezTo>
                  <a:pt x="156446" y="5706"/>
                  <a:pt x="114909" y="3026"/>
                  <a:pt x="106743" y="2540"/>
                </a:cubicBezTo>
                <a:cubicBezTo>
                  <a:pt x="98561" y="2070"/>
                  <a:pt x="124643" y="1"/>
                  <a:pt x="124643"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7" name="Google Shape;1657;p39"/>
          <p:cNvGrpSpPr/>
          <p:nvPr/>
        </p:nvGrpSpPr>
        <p:grpSpPr>
          <a:xfrm>
            <a:off x="-139347" y="3868275"/>
            <a:ext cx="9276783" cy="1398672"/>
            <a:chOff x="-139347" y="3868275"/>
            <a:chExt cx="9276783" cy="1398672"/>
          </a:xfrm>
        </p:grpSpPr>
        <p:sp>
          <p:nvSpPr>
            <p:cNvPr id="1658" name="Google Shape;1658;p39"/>
            <p:cNvSpPr/>
            <p:nvPr/>
          </p:nvSpPr>
          <p:spPr>
            <a:xfrm flipH="1">
              <a:off x="-139347" y="4015425"/>
              <a:ext cx="9276772" cy="548850"/>
            </a:xfrm>
            <a:custGeom>
              <a:rect b="b" l="l" r="r" t="t"/>
              <a:pathLst>
                <a:path extrusionOk="0" h="21954" w="219946">
                  <a:moveTo>
                    <a:pt x="0" y="12956"/>
                  </a:moveTo>
                  <a:lnTo>
                    <a:pt x="0" y="21954"/>
                  </a:lnTo>
                  <a:lnTo>
                    <a:pt x="219946" y="8998"/>
                  </a:lnTo>
                  <a:lnTo>
                    <a:pt x="2199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9" name="Google Shape;1659;p39"/>
            <p:cNvGrpSpPr/>
            <p:nvPr/>
          </p:nvGrpSpPr>
          <p:grpSpPr>
            <a:xfrm flipH="1">
              <a:off x="2134836" y="4216900"/>
              <a:ext cx="3484400" cy="1050047"/>
              <a:chOff x="3379075" y="4216900"/>
              <a:chExt cx="3484400" cy="1050047"/>
            </a:xfrm>
          </p:grpSpPr>
          <p:sp>
            <p:nvSpPr>
              <p:cNvPr id="1660" name="Google Shape;1660;p39"/>
              <p:cNvSpPr/>
              <p:nvPr/>
            </p:nvSpPr>
            <p:spPr>
              <a:xfrm>
                <a:off x="6638025" y="4216900"/>
                <a:ext cx="225450" cy="266525"/>
              </a:xfrm>
              <a:custGeom>
                <a:rect b="b" l="l" r="r" t="t"/>
                <a:pathLst>
                  <a:path extrusionOk="0" h="10661" w="9018">
                    <a:moveTo>
                      <a:pt x="1" y="10660"/>
                    </a:moveTo>
                    <a:lnTo>
                      <a:pt x="9017" y="10660"/>
                    </a:lnTo>
                    <a:lnTo>
                      <a:pt x="9017"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9"/>
              <p:cNvSpPr/>
              <p:nvPr/>
            </p:nvSpPr>
            <p:spPr>
              <a:xfrm>
                <a:off x="5628575" y="4216900"/>
                <a:ext cx="225425" cy="266525"/>
              </a:xfrm>
              <a:custGeom>
                <a:rect b="b" l="l" r="r" t="t"/>
                <a:pathLst>
                  <a:path extrusionOk="0" h="10661" w="9017">
                    <a:moveTo>
                      <a:pt x="0" y="10660"/>
                    </a:moveTo>
                    <a:lnTo>
                      <a:pt x="9017" y="10660"/>
                    </a:lnTo>
                    <a:lnTo>
                      <a:pt x="9017"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9"/>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9"/>
              <p:cNvSpPr/>
              <p:nvPr/>
            </p:nvSpPr>
            <p:spPr>
              <a:xfrm>
                <a:off x="4520150" y="4293100"/>
                <a:ext cx="225450" cy="266525"/>
              </a:xfrm>
              <a:custGeom>
                <a:rect b="b" l="l" r="r" t="t"/>
                <a:pathLst>
                  <a:path extrusionOk="0" h="10661" w="9018">
                    <a:moveTo>
                      <a:pt x="1" y="10660"/>
                    </a:moveTo>
                    <a:lnTo>
                      <a:pt x="9017" y="10660"/>
                    </a:lnTo>
                    <a:lnTo>
                      <a:pt x="9017"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9"/>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9"/>
              <p:cNvSpPr/>
              <p:nvPr/>
            </p:nvSpPr>
            <p:spPr>
              <a:xfrm>
                <a:off x="3379075" y="4327650"/>
                <a:ext cx="225450" cy="262300"/>
              </a:xfrm>
              <a:custGeom>
                <a:rect b="b" l="l" r="r" t="t"/>
                <a:pathLst>
                  <a:path extrusionOk="0" h="10492" w="9018">
                    <a:moveTo>
                      <a:pt x="1" y="10492"/>
                    </a:moveTo>
                    <a:lnTo>
                      <a:pt x="9017" y="10492"/>
                    </a:lnTo>
                    <a:lnTo>
                      <a:pt x="9017"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9"/>
              <p:cNvSpPr/>
              <p:nvPr/>
            </p:nvSpPr>
            <p:spPr>
              <a:xfrm>
                <a:off x="3450950" y="4494102"/>
                <a:ext cx="72825" cy="772845"/>
              </a:xfrm>
              <a:custGeom>
                <a:rect b="b" l="l" r="r" t="t"/>
                <a:pathLst>
                  <a:path extrusionOk="0" h="47567" w="2913">
                    <a:moveTo>
                      <a:pt x="1" y="47567"/>
                    </a:moveTo>
                    <a:lnTo>
                      <a:pt x="2913" y="47567"/>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 name="Google Shape;1667;p39"/>
            <p:cNvGrpSpPr/>
            <p:nvPr/>
          </p:nvGrpSpPr>
          <p:grpSpPr>
            <a:xfrm flipH="1">
              <a:off x="-57406" y="3868275"/>
              <a:ext cx="9194843" cy="559600"/>
              <a:chOff x="-139125" y="3868275"/>
              <a:chExt cx="9194843" cy="559600"/>
            </a:xfrm>
          </p:grpSpPr>
          <p:sp>
            <p:nvSpPr>
              <p:cNvPr id="1668" name="Google Shape;1668;p39"/>
              <p:cNvSpPr/>
              <p:nvPr/>
            </p:nvSpPr>
            <p:spPr>
              <a:xfrm>
                <a:off x="-139125" y="3868275"/>
                <a:ext cx="9194843" cy="351450"/>
              </a:xfrm>
              <a:custGeom>
                <a:rect b="b" l="l" r="r" t="t"/>
                <a:pathLst>
                  <a:path extrusionOk="0" h="14058" w="219946">
                    <a:moveTo>
                      <a:pt x="0" y="12956"/>
                    </a:moveTo>
                    <a:lnTo>
                      <a:pt x="0" y="14058"/>
                    </a:lnTo>
                    <a:lnTo>
                      <a:pt x="219946" y="1102"/>
                    </a:lnTo>
                    <a:lnTo>
                      <a:pt x="2199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9"/>
              <p:cNvSpPr/>
              <p:nvPr/>
            </p:nvSpPr>
            <p:spPr>
              <a:xfrm>
                <a:off x="125427" y="4182825"/>
                <a:ext cx="34406" cy="245050"/>
              </a:xfrm>
              <a:custGeom>
                <a:rect b="b" l="l" r="r" t="t"/>
                <a:pathLst>
                  <a:path extrusionOk="0" h="9802" w="823">
                    <a:moveTo>
                      <a:pt x="1" y="9802"/>
                    </a:moveTo>
                    <a:lnTo>
                      <a:pt x="822" y="9802"/>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9"/>
              <p:cNvSpPr/>
              <p:nvPr/>
            </p:nvSpPr>
            <p:spPr>
              <a:xfrm>
                <a:off x="336927" y="4176300"/>
                <a:ext cx="34406" cy="244575"/>
              </a:xfrm>
              <a:custGeom>
                <a:rect b="b" l="l" r="r" t="t"/>
                <a:pathLst>
                  <a:path extrusionOk="0" h="9783" w="823">
                    <a:moveTo>
                      <a:pt x="1" y="9783"/>
                    </a:moveTo>
                    <a:lnTo>
                      <a:pt x="822" y="9783"/>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9"/>
              <p:cNvSpPr/>
              <p:nvPr/>
            </p:nvSpPr>
            <p:spPr>
              <a:xfrm>
                <a:off x="548427" y="4169300"/>
                <a:ext cx="33611" cy="245050"/>
              </a:xfrm>
              <a:custGeom>
                <a:rect b="b" l="l" r="r" t="t"/>
                <a:pathLst>
                  <a:path extrusionOk="0" h="9802" w="804">
                    <a:moveTo>
                      <a:pt x="1" y="9801"/>
                    </a:moveTo>
                    <a:lnTo>
                      <a:pt x="803" y="9801"/>
                    </a:lnTo>
                    <a:lnTo>
                      <a:pt x="80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9"/>
              <p:cNvSpPr/>
              <p:nvPr/>
            </p:nvSpPr>
            <p:spPr>
              <a:xfrm>
                <a:off x="759174" y="4162300"/>
                <a:ext cx="34364" cy="245050"/>
              </a:xfrm>
              <a:custGeom>
                <a:rect b="b" l="l" r="r" t="t"/>
                <a:pathLst>
                  <a:path extrusionOk="0" h="9802" w="822">
                    <a:moveTo>
                      <a:pt x="0" y="9801"/>
                    </a:moveTo>
                    <a:lnTo>
                      <a:pt x="821" y="9801"/>
                    </a:lnTo>
                    <a:lnTo>
                      <a:pt x="821"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9"/>
              <p:cNvSpPr/>
              <p:nvPr/>
            </p:nvSpPr>
            <p:spPr>
              <a:xfrm>
                <a:off x="970673" y="4155300"/>
                <a:ext cx="34364" cy="245050"/>
              </a:xfrm>
              <a:custGeom>
                <a:rect b="b" l="l" r="r" t="t"/>
                <a:pathLst>
                  <a:path extrusionOk="0" h="9802" w="822">
                    <a:moveTo>
                      <a:pt x="0" y="9801"/>
                    </a:moveTo>
                    <a:lnTo>
                      <a:pt x="821" y="9801"/>
                    </a:lnTo>
                    <a:lnTo>
                      <a:pt x="821"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9"/>
              <p:cNvSpPr/>
              <p:nvPr/>
            </p:nvSpPr>
            <p:spPr>
              <a:xfrm>
                <a:off x="1182173" y="4148775"/>
                <a:ext cx="34364" cy="244575"/>
              </a:xfrm>
              <a:custGeom>
                <a:rect b="b" l="l" r="r" t="t"/>
                <a:pathLst>
                  <a:path extrusionOk="0" h="9783" w="822">
                    <a:moveTo>
                      <a:pt x="0" y="9782"/>
                    </a:moveTo>
                    <a:lnTo>
                      <a:pt x="821" y="9782"/>
                    </a:lnTo>
                    <a:lnTo>
                      <a:pt x="821"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9"/>
              <p:cNvSpPr/>
              <p:nvPr/>
            </p:nvSpPr>
            <p:spPr>
              <a:xfrm>
                <a:off x="1393673" y="4141775"/>
                <a:ext cx="34364" cy="245025"/>
              </a:xfrm>
              <a:custGeom>
                <a:rect b="b" l="l" r="r" t="t"/>
                <a:pathLst>
                  <a:path extrusionOk="0" h="9801" w="822">
                    <a:moveTo>
                      <a:pt x="0" y="9801"/>
                    </a:moveTo>
                    <a:lnTo>
                      <a:pt x="821" y="9801"/>
                    </a:lnTo>
                    <a:lnTo>
                      <a:pt x="821"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9"/>
              <p:cNvSpPr/>
              <p:nvPr/>
            </p:nvSpPr>
            <p:spPr>
              <a:xfrm>
                <a:off x="1605172" y="4134775"/>
                <a:ext cx="34364" cy="245025"/>
              </a:xfrm>
              <a:custGeom>
                <a:rect b="b" l="l" r="r" t="t"/>
                <a:pathLst>
                  <a:path extrusionOk="0" h="9801" w="822">
                    <a:moveTo>
                      <a:pt x="0" y="9801"/>
                    </a:moveTo>
                    <a:lnTo>
                      <a:pt x="821" y="9801"/>
                    </a:lnTo>
                    <a:lnTo>
                      <a:pt x="821"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9"/>
              <p:cNvSpPr/>
              <p:nvPr/>
            </p:nvSpPr>
            <p:spPr>
              <a:xfrm>
                <a:off x="1816672" y="4127775"/>
                <a:ext cx="33569" cy="245025"/>
              </a:xfrm>
              <a:custGeom>
                <a:rect b="b" l="l" r="r" t="t"/>
                <a:pathLst>
                  <a:path extrusionOk="0" h="9801" w="803">
                    <a:moveTo>
                      <a:pt x="0" y="9801"/>
                    </a:moveTo>
                    <a:lnTo>
                      <a:pt x="803" y="9801"/>
                    </a:lnTo>
                    <a:lnTo>
                      <a:pt x="803"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9"/>
              <p:cNvSpPr/>
              <p:nvPr/>
            </p:nvSpPr>
            <p:spPr>
              <a:xfrm>
                <a:off x="2027377" y="4121225"/>
                <a:ext cx="34364" cy="244575"/>
              </a:xfrm>
              <a:custGeom>
                <a:rect b="b" l="l" r="r" t="t"/>
                <a:pathLst>
                  <a:path extrusionOk="0" h="9783" w="822">
                    <a:moveTo>
                      <a:pt x="0" y="9783"/>
                    </a:moveTo>
                    <a:lnTo>
                      <a:pt x="822" y="9783"/>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9"/>
              <p:cNvSpPr/>
              <p:nvPr/>
            </p:nvSpPr>
            <p:spPr>
              <a:xfrm>
                <a:off x="2238877" y="4114225"/>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9"/>
              <p:cNvSpPr/>
              <p:nvPr/>
            </p:nvSpPr>
            <p:spPr>
              <a:xfrm>
                <a:off x="2450377" y="4107225"/>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9"/>
              <p:cNvSpPr/>
              <p:nvPr/>
            </p:nvSpPr>
            <p:spPr>
              <a:xfrm>
                <a:off x="2661876" y="4100225"/>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9"/>
              <p:cNvSpPr/>
              <p:nvPr/>
            </p:nvSpPr>
            <p:spPr>
              <a:xfrm>
                <a:off x="2873376" y="4093700"/>
                <a:ext cx="34364" cy="244575"/>
              </a:xfrm>
              <a:custGeom>
                <a:rect b="b" l="l" r="r" t="t"/>
                <a:pathLst>
                  <a:path extrusionOk="0" h="9783" w="822">
                    <a:moveTo>
                      <a:pt x="0" y="9782"/>
                    </a:moveTo>
                    <a:lnTo>
                      <a:pt x="822" y="9782"/>
                    </a:lnTo>
                    <a:lnTo>
                      <a:pt x="822"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9"/>
              <p:cNvSpPr/>
              <p:nvPr/>
            </p:nvSpPr>
            <p:spPr>
              <a:xfrm>
                <a:off x="3084876" y="4086700"/>
                <a:ext cx="33611" cy="245050"/>
              </a:xfrm>
              <a:custGeom>
                <a:rect b="b" l="l" r="r" t="t"/>
                <a:pathLst>
                  <a:path extrusionOk="0" h="9802" w="804">
                    <a:moveTo>
                      <a:pt x="0" y="9801"/>
                    </a:moveTo>
                    <a:lnTo>
                      <a:pt x="803" y="9801"/>
                    </a:lnTo>
                    <a:lnTo>
                      <a:pt x="803"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9"/>
              <p:cNvSpPr/>
              <p:nvPr/>
            </p:nvSpPr>
            <p:spPr>
              <a:xfrm>
                <a:off x="3296375" y="4079700"/>
                <a:ext cx="33611" cy="245050"/>
              </a:xfrm>
              <a:custGeom>
                <a:rect b="b" l="l" r="r" t="t"/>
                <a:pathLst>
                  <a:path extrusionOk="0" h="9802" w="804">
                    <a:moveTo>
                      <a:pt x="0" y="9801"/>
                    </a:moveTo>
                    <a:lnTo>
                      <a:pt x="803" y="9801"/>
                    </a:lnTo>
                    <a:lnTo>
                      <a:pt x="803"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9"/>
              <p:cNvSpPr/>
              <p:nvPr/>
            </p:nvSpPr>
            <p:spPr>
              <a:xfrm>
                <a:off x="3507081" y="4072700"/>
                <a:ext cx="34406" cy="245025"/>
              </a:xfrm>
              <a:custGeom>
                <a:rect b="b" l="l" r="r" t="t"/>
                <a:pathLst>
                  <a:path extrusionOk="0" h="9801" w="823">
                    <a:moveTo>
                      <a:pt x="1" y="9801"/>
                    </a:moveTo>
                    <a:lnTo>
                      <a:pt x="822" y="9801"/>
                    </a:lnTo>
                    <a:lnTo>
                      <a:pt x="822"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9"/>
              <p:cNvSpPr/>
              <p:nvPr/>
            </p:nvSpPr>
            <p:spPr>
              <a:xfrm>
                <a:off x="3718580" y="4066175"/>
                <a:ext cx="34406" cy="244550"/>
              </a:xfrm>
              <a:custGeom>
                <a:rect b="b" l="l" r="r" t="t"/>
                <a:pathLst>
                  <a:path extrusionOk="0" h="9782" w="823">
                    <a:moveTo>
                      <a:pt x="1" y="9782"/>
                    </a:moveTo>
                    <a:lnTo>
                      <a:pt x="822" y="9782"/>
                    </a:lnTo>
                    <a:lnTo>
                      <a:pt x="822"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9"/>
              <p:cNvSpPr/>
              <p:nvPr/>
            </p:nvSpPr>
            <p:spPr>
              <a:xfrm>
                <a:off x="3930080" y="4059150"/>
                <a:ext cx="34406" cy="245050"/>
              </a:xfrm>
              <a:custGeom>
                <a:rect b="b" l="l" r="r" t="t"/>
                <a:pathLst>
                  <a:path extrusionOk="0" h="9802" w="823">
                    <a:moveTo>
                      <a:pt x="1" y="9802"/>
                    </a:moveTo>
                    <a:lnTo>
                      <a:pt x="822" y="9802"/>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9"/>
              <p:cNvSpPr/>
              <p:nvPr/>
            </p:nvSpPr>
            <p:spPr>
              <a:xfrm>
                <a:off x="4141580" y="4052150"/>
                <a:ext cx="34406" cy="245050"/>
              </a:xfrm>
              <a:custGeom>
                <a:rect b="b" l="l" r="r" t="t"/>
                <a:pathLst>
                  <a:path extrusionOk="0" h="9802" w="823">
                    <a:moveTo>
                      <a:pt x="1" y="9802"/>
                    </a:moveTo>
                    <a:lnTo>
                      <a:pt x="822" y="9802"/>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9"/>
              <p:cNvSpPr/>
              <p:nvPr/>
            </p:nvSpPr>
            <p:spPr>
              <a:xfrm>
                <a:off x="4353079" y="4045625"/>
                <a:ext cx="33611" cy="244575"/>
              </a:xfrm>
              <a:custGeom>
                <a:rect b="b" l="l" r="r" t="t"/>
                <a:pathLst>
                  <a:path extrusionOk="0" h="9783" w="804">
                    <a:moveTo>
                      <a:pt x="1" y="9783"/>
                    </a:moveTo>
                    <a:lnTo>
                      <a:pt x="804" y="9783"/>
                    </a:lnTo>
                    <a:lnTo>
                      <a:pt x="804"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9"/>
              <p:cNvSpPr/>
              <p:nvPr/>
            </p:nvSpPr>
            <p:spPr>
              <a:xfrm>
                <a:off x="4564579" y="4038625"/>
                <a:ext cx="33611" cy="244575"/>
              </a:xfrm>
              <a:custGeom>
                <a:rect b="b" l="l" r="r" t="t"/>
                <a:pathLst>
                  <a:path extrusionOk="0" h="9783" w="804">
                    <a:moveTo>
                      <a:pt x="1" y="9783"/>
                    </a:moveTo>
                    <a:lnTo>
                      <a:pt x="804" y="9783"/>
                    </a:lnTo>
                    <a:lnTo>
                      <a:pt x="804"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9"/>
              <p:cNvSpPr/>
              <p:nvPr/>
            </p:nvSpPr>
            <p:spPr>
              <a:xfrm>
                <a:off x="4775326" y="4031625"/>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9"/>
              <p:cNvSpPr/>
              <p:nvPr/>
            </p:nvSpPr>
            <p:spPr>
              <a:xfrm>
                <a:off x="4986826" y="4024625"/>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9"/>
              <p:cNvSpPr/>
              <p:nvPr/>
            </p:nvSpPr>
            <p:spPr>
              <a:xfrm>
                <a:off x="5198325" y="4018100"/>
                <a:ext cx="34364" cy="244575"/>
              </a:xfrm>
              <a:custGeom>
                <a:rect b="b" l="l" r="r" t="t"/>
                <a:pathLst>
                  <a:path extrusionOk="0" h="9783" w="822">
                    <a:moveTo>
                      <a:pt x="0" y="9782"/>
                    </a:moveTo>
                    <a:lnTo>
                      <a:pt x="822" y="9782"/>
                    </a:lnTo>
                    <a:lnTo>
                      <a:pt x="822"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9"/>
              <p:cNvSpPr/>
              <p:nvPr/>
            </p:nvSpPr>
            <p:spPr>
              <a:xfrm>
                <a:off x="5409825" y="4011100"/>
                <a:ext cx="34364" cy="245025"/>
              </a:xfrm>
              <a:custGeom>
                <a:rect b="b" l="l" r="r" t="t"/>
                <a:pathLst>
                  <a:path extrusionOk="0" h="9801" w="822">
                    <a:moveTo>
                      <a:pt x="0" y="9801"/>
                    </a:moveTo>
                    <a:lnTo>
                      <a:pt x="822" y="9801"/>
                    </a:lnTo>
                    <a:lnTo>
                      <a:pt x="822"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9"/>
              <p:cNvSpPr/>
              <p:nvPr/>
            </p:nvSpPr>
            <p:spPr>
              <a:xfrm>
                <a:off x="5621325" y="4004100"/>
                <a:ext cx="34364" cy="245025"/>
              </a:xfrm>
              <a:custGeom>
                <a:rect b="b" l="l" r="r" t="t"/>
                <a:pathLst>
                  <a:path extrusionOk="0" h="9801" w="822">
                    <a:moveTo>
                      <a:pt x="0" y="9801"/>
                    </a:moveTo>
                    <a:lnTo>
                      <a:pt x="822" y="9801"/>
                    </a:lnTo>
                    <a:lnTo>
                      <a:pt x="822"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9"/>
              <p:cNvSpPr/>
              <p:nvPr/>
            </p:nvSpPr>
            <p:spPr>
              <a:xfrm>
                <a:off x="5832824" y="3997100"/>
                <a:ext cx="33569" cy="245025"/>
              </a:xfrm>
              <a:custGeom>
                <a:rect b="b" l="l" r="r" t="t"/>
                <a:pathLst>
                  <a:path extrusionOk="0" h="9801" w="803">
                    <a:moveTo>
                      <a:pt x="0" y="9801"/>
                    </a:moveTo>
                    <a:lnTo>
                      <a:pt x="803" y="9801"/>
                    </a:lnTo>
                    <a:lnTo>
                      <a:pt x="803" y="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9"/>
              <p:cNvSpPr/>
              <p:nvPr/>
            </p:nvSpPr>
            <p:spPr>
              <a:xfrm>
                <a:off x="6043530" y="3990550"/>
                <a:ext cx="34364" cy="244575"/>
              </a:xfrm>
              <a:custGeom>
                <a:rect b="b" l="l" r="r" t="t"/>
                <a:pathLst>
                  <a:path extrusionOk="0" h="9783" w="822">
                    <a:moveTo>
                      <a:pt x="1" y="9783"/>
                    </a:moveTo>
                    <a:lnTo>
                      <a:pt x="822" y="9783"/>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9"/>
              <p:cNvSpPr/>
              <p:nvPr/>
            </p:nvSpPr>
            <p:spPr>
              <a:xfrm>
                <a:off x="6255029" y="3983550"/>
                <a:ext cx="34364" cy="245050"/>
              </a:xfrm>
              <a:custGeom>
                <a:rect b="b" l="l" r="r" t="t"/>
                <a:pathLst>
                  <a:path extrusionOk="0" h="9802" w="822">
                    <a:moveTo>
                      <a:pt x="1" y="9801"/>
                    </a:moveTo>
                    <a:lnTo>
                      <a:pt x="822" y="9801"/>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9"/>
              <p:cNvSpPr/>
              <p:nvPr/>
            </p:nvSpPr>
            <p:spPr>
              <a:xfrm>
                <a:off x="6466529" y="3976550"/>
                <a:ext cx="34364" cy="245050"/>
              </a:xfrm>
              <a:custGeom>
                <a:rect b="b" l="l" r="r" t="t"/>
                <a:pathLst>
                  <a:path extrusionOk="0" h="9802" w="822">
                    <a:moveTo>
                      <a:pt x="1" y="9801"/>
                    </a:moveTo>
                    <a:lnTo>
                      <a:pt x="822" y="9801"/>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9"/>
              <p:cNvSpPr/>
              <p:nvPr/>
            </p:nvSpPr>
            <p:spPr>
              <a:xfrm>
                <a:off x="6678029" y="3969550"/>
                <a:ext cx="34364" cy="245050"/>
              </a:xfrm>
              <a:custGeom>
                <a:rect b="b" l="l" r="r" t="t"/>
                <a:pathLst>
                  <a:path extrusionOk="0" h="9802" w="822">
                    <a:moveTo>
                      <a:pt x="1" y="9801"/>
                    </a:moveTo>
                    <a:lnTo>
                      <a:pt x="822" y="9801"/>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9"/>
              <p:cNvSpPr/>
              <p:nvPr/>
            </p:nvSpPr>
            <p:spPr>
              <a:xfrm>
                <a:off x="6889528" y="3963025"/>
                <a:ext cx="34364" cy="244575"/>
              </a:xfrm>
              <a:custGeom>
                <a:rect b="b" l="l" r="r" t="t"/>
                <a:pathLst>
                  <a:path extrusionOk="0" h="9783" w="822">
                    <a:moveTo>
                      <a:pt x="1" y="9782"/>
                    </a:moveTo>
                    <a:lnTo>
                      <a:pt x="822" y="9782"/>
                    </a:lnTo>
                    <a:lnTo>
                      <a:pt x="822"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9"/>
              <p:cNvSpPr/>
              <p:nvPr/>
            </p:nvSpPr>
            <p:spPr>
              <a:xfrm>
                <a:off x="7101028" y="3956025"/>
                <a:ext cx="33611" cy="245050"/>
              </a:xfrm>
              <a:custGeom>
                <a:rect b="b" l="l" r="r" t="t"/>
                <a:pathLst>
                  <a:path extrusionOk="0" h="9802" w="804">
                    <a:moveTo>
                      <a:pt x="1" y="9801"/>
                    </a:moveTo>
                    <a:lnTo>
                      <a:pt x="803" y="9801"/>
                    </a:lnTo>
                    <a:lnTo>
                      <a:pt x="803"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9"/>
              <p:cNvSpPr/>
              <p:nvPr/>
            </p:nvSpPr>
            <p:spPr>
              <a:xfrm>
                <a:off x="7311733" y="3949025"/>
                <a:ext cx="34406" cy="245050"/>
              </a:xfrm>
              <a:custGeom>
                <a:rect b="b" l="l" r="r" t="t"/>
                <a:pathLst>
                  <a:path extrusionOk="0" h="9802" w="823">
                    <a:moveTo>
                      <a:pt x="1" y="9801"/>
                    </a:moveTo>
                    <a:lnTo>
                      <a:pt x="822" y="9801"/>
                    </a:lnTo>
                    <a:lnTo>
                      <a:pt x="822"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9"/>
              <p:cNvSpPr/>
              <p:nvPr/>
            </p:nvSpPr>
            <p:spPr>
              <a:xfrm>
                <a:off x="7523233" y="3942025"/>
                <a:ext cx="34406" cy="245025"/>
              </a:xfrm>
              <a:custGeom>
                <a:rect b="b" l="l" r="r" t="t"/>
                <a:pathLst>
                  <a:path extrusionOk="0" h="9801" w="823">
                    <a:moveTo>
                      <a:pt x="1" y="9801"/>
                    </a:moveTo>
                    <a:lnTo>
                      <a:pt x="822" y="9801"/>
                    </a:lnTo>
                    <a:lnTo>
                      <a:pt x="822"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9"/>
              <p:cNvSpPr/>
              <p:nvPr/>
            </p:nvSpPr>
            <p:spPr>
              <a:xfrm>
                <a:off x="7734733" y="3935475"/>
                <a:ext cx="34406" cy="244575"/>
              </a:xfrm>
              <a:custGeom>
                <a:rect b="b" l="l" r="r" t="t"/>
                <a:pathLst>
                  <a:path extrusionOk="0" h="9783" w="823">
                    <a:moveTo>
                      <a:pt x="1" y="9783"/>
                    </a:moveTo>
                    <a:lnTo>
                      <a:pt x="822" y="9783"/>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9"/>
              <p:cNvSpPr/>
              <p:nvPr/>
            </p:nvSpPr>
            <p:spPr>
              <a:xfrm>
                <a:off x="7946232" y="3928475"/>
                <a:ext cx="34406" cy="245050"/>
              </a:xfrm>
              <a:custGeom>
                <a:rect b="b" l="l" r="r" t="t"/>
                <a:pathLst>
                  <a:path extrusionOk="0" h="9802" w="823">
                    <a:moveTo>
                      <a:pt x="1" y="9802"/>
                    </a:moveTo>
                    <a:lnTo>
                      <a:pt x="822" y="9802"/>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9"/>
              <p:cNvSpPr/>
              <p:nvPr/>
            </p:nvSpPr>
            <p:spPr>
              <a:xfrm>
                <a:off x="8157732" y="3921475"/>
                <a:ext cx="34406" cy="245050"/>
              </a:xfrm>
              <a:custGeom>
                <a:rect b="b" l="l" r="r" t="t"/>
                <a:pathLst>
                  <a:path extrusionOk="0" h="9802" w="823">
                    <a:moveTo>
                      <a:pt x="1" y="9802"/>
                    </a:moveTo>
                    <a:lnTo>
                      <a:pt x="822" y="9802"/>
                    </a:lnTo>
                    <a:lnTo>
                      <a:pt x="822"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9"/>
              <p:cNvSpPr/>
              <p:nvPr/>
            </p:nvSpPr>
            <p:spPr>
              <a:xfrm>
                <a:off x="8369232" y="3914475"/>
                <a:ext cx="33611" cy="245050"/>
              </a:xfrm>
              <a:custGeom>
                <a:rect b="b" l="l" r="r" t="t"/>
                <a:pathLst>
                  <a:path extrusionOk="0" h="9802" w="804">
                    <a:moveTo>
                      <a:pt x="1" y="9802"/>
                    </a:moveTo>
                    <a:lnTo>
                      <a:pt x="804" y="9802"/>
                    </a:lnTo>
                    <a:lnTo>
                      <a:pt x="804"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9"/>
              <p:cNvSpPr/>
              <p:nvPr/>
            </p:nvSpPr>
            <p:spPr>
              <a:xfrm>
                <a:off x="8580773" y="3907950"/>
                <a:ext cx="33569" cy="244575"/>
              </a:xfrm>
              <a:custGeom>
                <a:rect b="b" l="l" r="r" t="t"/>
                <a:pathLst>
                  <a:path extrusionOk="0" h="9783" w="803">
                    <a:moveTo>
                      <a:pt x="0" y="9783"/>
                    </a:moveTo>
                    <a:lnTo>
                      <a:pt x="803" y="9783"/>
                    </a:lnTo>
                    <a:lnTo>
                      <a:pt x="803"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9"/>
              <p:cNvSpPr/>
              <p:nvPr/>
            </p:nvSpPr>
            <p:spPr>
              <a:xfrm>
                <a:off x="8791478" y="3900950"/>
                <a:ext cx="34364" cy="245050"/>
              </a:xfrm>
              <a:custGeom>
                <a:rect b="b" l="l" r="r" t="t"/>
                <a:pathLst>
                  <a:path extrusionOk="0" h="9802" w="822">
                    <a:moveTo>
                      <a:pt x="0" y="9801"/>
                    </a:moveTo>
                    <a:lnTo>
                      <a:pt x="822" y="9801"/>
                    </a:lnTo>
                    <a:lnTo>
                      <a:pt x="822"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39"/>
            <p:cNvGrpSpPr/>
            <p:nvPr/>
          </p:nvGrpSpPr>
          <p:grpSpPr>
            <a:xfrm flipH="1">
              <a:off x="5406861" y="4293100"/>
              <a:ext cx="3484400" cy="973847"/>
              <a:chOff x="3379075" y="4293100"/>
              <a:chExt cx="3484400" cy="973847"/>
            </a:xfrm>
          </p:grpSpPr>
          <p:sp>
            <p:nvSpPr>
              <p:cNvPr id="1712" name="Google Shape;1712;p39"/>
              <p:cNvSpPr/>
              <p:nvPr/>
            </p:nvSpPr>
            <p:spPr>
              <a:xfrm>
                <a:off x="6638025" y="4293100"/>
                <a:ext cx="225450" cy="266525"/>
              </a:xfrm>
              <a:custGeom>
                <a:rect b="b" l="l" r="r" t="t"/>
                <a:pathLst>
                  <a:path extrusionOk="0" h="10661" w="9018">
                    <a:moveTo>
                      <a:pt x="1" y="10660"/>
                    </a:moveTo>
                    <a:lnTo>
                      <a:pt x="9017" y="10660"/>
                    </a:lnTo>
                    <a:lnTo>
                      <a:pt x="9017"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9"/>
              <p:cNvSpPr/>
              <p:nvPr/>
            </p:nvSpPr>
            <p:spPr>
              <a:xfrm>
                <a:off x="5628575" y="4369300"/>
                <a:ext cx="225425" cy="266525"/>
              </a:xfrm>
              <a:custGeom>
                <a:rect b="b" l="l" r="r" t="t"/>
                <a:pathLst>
                  <a:path extrusionOk="0" h="10661" w="9017">
                    <a:moveTo>
                      <a:pt x="0" y="10660"/>
                    </a:moveTo>
                    <a:lnTo>
                      <a:pt x="9017" y="10660"/>
                    </a:lnTo>
                    <a:lnTo>
                      <a:pt x="9017"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9"/>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9"/>
              <p:cNvSpPr/>
              <p:nvPr/>
            </p:nvSpPr>
            <p:spPr>
              <a:xfrm>
                <a:off x="4520150" y="4369300"/>
                <a:ext cx="225450" cy="266525"/>
              </a:xfrm>
              <a:custGeom>
                <a:rect b="b" l="l" r="r" t="t"/>
                <a:pathLst>
                  <a:path extrusionOk="0" h="10661" w="9018">
                    <a:moveTo>
                      <a:pt x="1" y="10660"/>
                    </a:moveTo>
                    <a:lnTo>
                      <a:pt x="9017" y="10660"/>
                    </a:lnTo>
                    <a:lnTo>
                      <a:pt x="9017"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9"/>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9"/>
              <p:cNvSpPr/>
              <p:nvPr/>
            </p:nvSpPr>
            <p:spPr>
              <a:xfrm>
                <a:off x="3379075" y="4403850"/>
                <a:ext cx="225450" cy="262300"/>
              </a:xfrm>
              <a:custGeom>
                <a:rect b="b" l="l" r="r" t="t"/>
                <a:pathLst>
                  <a:path extrusionOk="0" h="10492" w="9018">
                    <a:moveTo>
                      <a:pt x="1" y="10492"/>
                    </a:moveTo>
                    <a:lnTo>
                      <a:pt x="9017" y="10492"/>
                    </a:lnTo>
                    <a:lnTo>
                      <a:pt x="9017"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9"/>
              <p:cNvSpPr/>
              <p:nvPr/>
            </p:nvSpPr>
            <p:spPr>
              <a:xfrm>
                <a:off x="3450950" y="4494102"/>
                <a:ext cx="72825" cy="772845"/>
              </a:xfrm>
              <a:custGeom>
                <a:rect b="b" l="l" r="r" t="t"/>
                <a:pathLst>
                  <a:path extrusionOk="0" h="47567" w="2913">
                    <a:moveTo>
                      <a:pt x="1" y="47567"/>
                    </a:moveTo>
                    <a:lnTo>
                      <a:pt x="2913" y="47567"/>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39"/>
            <p:cNvGrpSpPr/>
            <p:nvPr/>
          </p:nvGrpSpPr>
          <p:grpSpPr>
            <a:xfrm flipH="1">
              <a:off x="-109714" y="4175950"/>
              <a:ext cx="2474925" cy="1050047"/>
              <a:chOff x="3379075" y="4216900"/>
              <a:chExt cx="2474925" cy="1050047"/>
            </a:xfrm>
          </p:grpSpPr>
          <p:sp>
            <p:nvSpPr>
              <p:cNvPr id="1720" name="Google Shape;1720;p39"/>
              <p:cNvSpPr/>
              <p:nvPr/>
            </p:nvSpPr>
            <p:spPr>
              <a:xfrm>
                <a:off x="5628575" y="4216900"/>
                <a:ext cx="225425" cy="266525"/>
              </a:xfrm>
              <a:custGeom>
                <a:rect b="b" l="l" r="r" t="t"/>
                <a:pathLst>
                  <a:path extrusionOk="0" h="10661" w="9017">
                    <a:moveTo>
                      <a:pt x="0" y="10660"/>
                    </a:moveTo>
                    <a:lnTo>
                      <a:pt x="9017" y="10660"/>
                    </a:lnTo>
                    <a:lnTo>
                      <a:pt x="9017" y="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9"/>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9"/>
              <p:cNvSpPr/>
              <p:nvPr/>
            </p:nvSpPr>
            <p:spPr>
              <a:xfrm>
                <a:off x="4520150" y="4216900"/>
                <a:ext cx="225450" cy="266525"/>
              </a:xfrm>
              <a:custGeom>
                <a:rect b="b" l="l" r="r" t="t"/>
                <a:pathLst>
                  <a:path extrusionOk="0" h="10661" w="9018">
                    <a:moveTo>
                      <a:pt x="1" y="10660"/>
                    </a:moveTo>
                    <a:lnTo>
                      <a:pt x="9017" y="10660"/>
                    </a:lnTo>
                    <a:lnTo>
                      <a:pt x="9017"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9"/>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9"/>
              <p:cNvSpPr/>
              <p:nvPr/>
            </p:nvSpPr>
            <p:spPr>
              <a:xfrm>
                <a:off x="3379075" y="4251450"/>
                <a:ext cx="225450" cy="262300"/>
              </a:xfrm>
              <a:custGeom>
                <a:rect b="b" l="l" r="r" t="t"/>
                <a:pathLst>
                  <a:path extrusionOk="0" h="10492" w="9018">
                    <a:moveTo>
                      <a:pt x="1" y="10492"/>
                    </a:moveTo>
                    <a:lnTo>
                      <a:pt x="9017" y="10492"/>
                    </a:lnTo>
                    <a:lnTo>
                      <a:pt x="9017"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9"/>
              <p:cNvSpPr/>
              <p:nvPr/>
            </p:nvSpPr>
            <p:spPr>
              <a:xfrm>
                <a:off x="3450950" y="4494102"/>
                <a:ext cx="72825" cy="772845"/>
              </a:xfrm>
              <a:custGeom>
                <a:rect b="b" l="l" r="r" t="t"/>
                <a:pathLst>
                  <a:path extrusionOk="0" h="47567" w="2913">
                    <a:moveTo>
                      <a:pt x="1" y="47567"/>
                    </a:moveTo>
                    <a:lnTo>
                      <a:pt x="2913" y="47567"/>
                    </a:lnTo>
                    <a:lnTo>
                      <a:pt x="2913"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26" name="Google Shape;1726;p39"/>
          <p:cNvSpPr/>
          <p:nvPr/>
        </p:nvSpPr>
        <p:spPr>
          <a:xfrm>
            <a:off x="441225" y="298363"/>
            <a:ext cx="883583" cy="883564"/>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9"/>
          <p:cNvSpPr/>
          <p:nvPr/>
        </p:nvSpPr>
        <p:spPr>
          <a:xfrm>
            <a:off x="26075" y="740800"/>
            <a:ext cx="3038100" cy="371398"/>
          </a:xfrm>
          <a:custGeom>
            <a:rect b="b" l="l" r="r" t="t"/>
            <a:pathLst>
              <a:path extrusionOk="0" h="3422" w="121524">
                <a:moveTo>
                  <a:pt x="3293" y="2318"/>
                </a:moveTo>
                <a:cubicBezTo>
                  <a:pt x="8457" y="2218"/>
                  <a:pt x="15016" y="977"/>
                  <a:pt x="19888" y="1351"/>
                </a:cubicBezTo>
                <a:cubicBezTo>
                  <a:pt x="28034" y="1981"/>
                  <a:pt x="29758" y="147"/>
                  <a:pt x="36801" y="630"/>
                </a:cubicBezTo>
                <a:cubicBezTo>
                  <a:pt x="44966" y="1233"/>
                  <a:pt x="55457" y="1324"/>
                  <a:pt x="61551" y="1160"/>
                </a:cubicBezTo>
                <a:cubicBezTo>
                  <a:pt x="69068" y="968"/>
                  <a:pt x="74231" y="1"/>
                  <a:pt x="81438" y="776"/>
                </a:cubicBezTo>
                <a:cubicBezTo>
                  <a:pt x="84878" y="1160"/>
                  <a:pt x="81119" y="1835"/>
                  <a:pt x="90680" y="1114"/>
                </a:cubicBezTo>
                <a:cubicBezTo>
                  <a:pt x="94292" y="840"/>
                  <a:pt x="95688" y="822"/>
                  <a:pt x="99912" y="968"/>
                </a:cubicBezTo>
                <a:cubicBezTo>
                  <a:pt x="107119" y="1260"/>
                  <a:pt x="115575" y="1114"/>
                  <a:pt x="121523" y="1260"/>
                </a:cubicBezTo>
                <a:cubicBezTo>
                  <a:pt x="116670" y="1451"/>
                  <a:pt x="103515" y="1160"/>
                  <a:pt x="95378" y="1689"/>
                </a:cubicBezTo>
                <a:cubicBezTo>
                  <a:pt x="85352" y="2263"/>
                  <a:pt x="79559" y="2555"/>
                  <a:pt x="69378" y="2072"/>
                </a:cubicBezTo>
                <a:cubicBezTo>
                  <a:pt x="61387" y="1643"/>
                  <a:pt x="51680" y="1497"/>
                  <a:pt x="43534" y="1789"/>
                </a:cubicBezTo>
                <a:cubicBezTo>
                  <a:pt x="34767" y="2026"/>
                  <a:pt x="30068" y="3422"/>
                  <a:pt x="20672" y="2647"/>
                </a:cubicBezTo>
                <a:cubicBezTo>
                  <a:pt x="16448" y="2263"/>
                  <a:pt x="14879" y="2263"/>
                  <a:pt x="10646" y="2364"/>
                </a:cubicBezTo>
                <a:cubicBezTo>
                  <a:pt x="7827" y="2409"/>
                  <a:pt x="4388" y="2510"/>
                  <a:pt x="0" y="245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9"/>
          <p:cNvSpPr/>
          <p:nvPr/>
        </p:nvSpPr>
        <p:spPr>
          <a:xfrm flipH="1" rot="-2231248">
            <a:off x="8470168" y="8018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2" name="Shape 1732"/>
        <p:cNvGrpSpPr/>
        <p:nvPr/>
      </p:nvGrpSpPr>
      <p:grpSpPr>
        <a:xfrm>
          <a:off x="0" y="0"/>
          <a:ext cx="0" cy="0"/>
          <a:chOff x="0" y="0"/>
          <a:chExt cx="0" cy="0"/>
        </a:xfrm>
      </p:grpSpPr>
      <p:sp>
        <p:nvSpPr>
          <p:cNvPr id="1733" name="Google Shape;1733;p40"/>
          <p:cNvSpPr/>
          <p:nvPr/>
        </p:nvSpPr>
        <p:spPr>
          <a:xfrm>
            <a:off x="6209668" y="2190725"/>
            <a:ext cx="1357395" cy="1357365"/>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0"/>
          <p:cNvSpPr/>
          <p:nvPr/>
        </p:nvSpPr>
        <p:spPr>
          <a:xfrm>
            <a:off x="5910925" y="2143202"/>
            <a:ext cx="4634612" cy="2353894"/>
          </a:xfrm>
          <a:custGeom>
            <a:rect b="b" l="l" r="r" t="t"/>
            <a:pathLst>
              <a:path extrusionOk="0" h="49273" w="233188">
                <a:moveTo>
                  <a:pt x="101637" y="1"/>
                </a:moveTo>
                <a:cubicBezTo>
                  <a:pt x="101436" y="1"/>
                  <a:pt x="101262" y="14"/>
                  <a:pt x="101116" y="39"/>
                </a:cubicBezTo>
                <a:cubicBezTo>
                  <a:pt x="98013" y="572"/>
                  <a:pt x="1" y="49272"/>
                  <a:pt x="1" y="49272"/>
                </a:cubicBezTo>
                <a:lnTo>
                  <a:pt x="233188" y="49272"/>
                </a:lnTo>
                <a:cubicBezTo>
                  <a:pt x="233188" y="49272"/>
                  <a:pt x="114208" y="1"/>
                  <a:pt x="1016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0"/>
          <p:cNvSpPr/>
          <p:nvPr/>
        </p:nvSpPr>
        <p:spPr>
          <a:xfrm>
            <a:off x="6158297" y="2145065"/>
            <a:ext cx="1864196" cy="2056988"/>
          </a:xfrm>
          <a:custGeom>
            <a:rect b="b" l="l" r="r" t="t"/>
            <a:pathLst>
              <a:path extrusionOk="0" h="43058" w="93796">
                <a:moveTo>
                  <a:pt x="88670" y="0"/>
                </a:moveTo>
                <a:cubicBezTo>
                  <a:pt x="86256" y="423"/>
                  <a:pt x="26490" y="29938"/>
                  <a:pt x="0" y="43058"/>
                </a:cubicBezTo>
                <a:lnTo>
                  <a:pt x="0" y="43058"/>
                </a:lnTo>
                <a:lnTo>
                  <a:pt x="23324" y="34233"/>
                </a:lnTo>
                <a:lnTo>
                  <a:pt x="71601" y="32477"/>
                </a:lnTo>
                <a:cubicBezTo>
                  <a:pt x="72447" y="32462"/>
                  <a:pt x="72541" y="31129"/>
                  <a:pt x="71726" y="30957"/>
                </a:cubicBezTo>
                <a:lnTo>
                  <a:pt x="53481" y="27023"/>
                </a:lnTo>
                <a:cubicBezTo>
                  <a:pt x="52870" y="26882"/>
                  <a:pt x="52713" y="26004"/>
                  <a:pt x="53230" y="25612"/>
                </a:cubicBezTo>
                <a:lnTo>
                  <a:pt x="57917" y="22211"/>
                </a:lnTo>
                <a:cubicBezTo>
                  <a:pt x="58011" y="22148"/>
                  <a:pt x="58136" y="22101"/>
                  <a:pt x="58246" y="22085"/>
                </a:cubicBezTo>
                <a:lnTo>
                  <a:pt x="92918" y="18433"/>
                </a:lnTo>
                <a:cubicBezTo>
                  <a:pt x="93796" y="18339"/>
                  <a:pt x="93764" y="16929"/>
                  <a:pt x="92886" y="16897"/>
                </a:cubicBezTo>
                <a:lnTo>
                  <a:pt x="63905" y="15471"/>
                </a:lnTo>
                <a:cubicBezTo>
                  <a:pt x="63184" y="15439"/>
                  <a:pt x="62980" y="14374"/>
                  <a:pt x="63622" y="14013"/>
                </a:cubicBezTo>
                <a:lnTo>
                  <a:pt x="88670" y="0"/>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0"/>
          <p:cNvSpPr/>
          <p:nvPr/>
        </p:nvSpPr>
        <p:spPr>
          <a:xfrm>
            <a:off x="4554375" y="3386313"/>
            <a:ext cx="5185768" cy="1159415"/>
          </a:xfrm>
          <a:custGeom>
            <a:rect b="b" l="l" r="r" t="t"/>
            <a:pathLst>
              <a:path extrusionOk="0" h="32833" w="170067">
                <a:moveTo>
                  <a:pt x="74126" y="0"/>
                </a:moveTo>
                <a:cubicBezTo>
                  <a:pt x="73980" y="0"/>
                  <a:pt x="73854" y="9"/>
                  <a:pt x="73748" y="26"/>
                </a:cubicBezTo>
                <a:cubicBezTo>
                  <a:pt x="71475" y="386"/>
                  <a:pt x="0" y="32832"/>
                  <a:pt x="0" y="32832"/>
                </a:cubicBezTo>
                <a:lnTo>
                  <a:pt x="170067" y="32832"/>
                </a:lnTo>
                <a:cubicBezTo>
                  <a:pt x="170067" y="32832"/>
                  <a:pt x="83280" y="0"/>
                  <a:pt x="741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0"/>
          <p:cNvSpPr txBox="1"/>
          <p:nvPr>
            <p:ph type="title"/>
          </p:nvPr>
        </p:nvSpPr>
        <p:spPr>
          <a:xfrm>
            <a:off x="973825" y="872975"/>
            <a:ext cx="395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Maintenance</a:t>
            </a:r>
            <a:endParaRPr/>
          </a:p>
        </p:txBody>
      </p:sp>
      <p:sp>
        <p:nvSpPr>
          <p:cNvPr id="1738" name="Google Shape;1738;p40"/>
          <p:cNvSpPr txBox="1"/>
          <p:nvPr>
            <p:ph idx="1" type="body"/>
          </p:nvPr>
        </p:nvSpPr>
        <p:spPr>
          <a:xfrm>
            <a:off x="973825" y="1648025"/>
            <a:ext cx="3951900" cy="2025300"/>
          </a:xfrm>
          <a:prstGeom prst="rect">
            <a:avLst/>
          </a:prstGeom>
        </p:spPr>
        <p:txBody>
          <a:bodyPr anchorCtr="0" anchor="t" bIns="91425" lIns="91425" spcFirstLastPara="1" rIns="91425" wrap="square" tIns="91425">
            <a:noAutofit/>
          </a:bodyPr>
          <a:lstStyle/>
          <a:p>
            <a:pPr indent="-226060" lvl="0" marL="274320" rtl="0" algn="l">
              <a:spcBef>
                <a:spcPts val="0"/>
              </a:spcBef>
              <a:spcAft>
                <a:spcPts val="0"/>
              </a:spcAft>
              <a:buSzPts val="1400"/>
              <a:buFont typeface="Poppins"/>
              <a:buChar char="●"/>
            </a:pPr>
            <a:r>
              <a:rPr lang="en"/>
              <a:t>Mercury is the closest planet to the Sun and it’s very small</a:t>
            </a:r>
            <a:endParaRPr/>
          </a:p>
          <a:p>
            <a:pPr indent="-226060" lvl="0" marL="274320" rtl="0" algn="l">
              <a:spcBef>
                <a:spcPts val="0"/>
              </a:spcBef>
              <a:spcAft>
                <a:spcPts val="0"/>
              </a:spcAft>
              <a:buSzPts val="1400"/>
              <a:buFont typeface="Poppins"/>
              <a:buChar char="●"/>
            </a:pPr>
            <a:r>
              <a:rPr lang="en"/>
              <a:t>Earth is the only planet that harbors life and it’s where we all live</a:t>
            </a:r>
            <a:endParaRPr/>
          </a:p>
          <a:p>
            <a:pPr indent="-226060" lvl="0" marL="274320" rtl="0" algn="l">
              <a:spcBef>
                <a:spcPts val="0"/>
              </a:spcBef>
              <a:spcAft>
                <a:spcPts val="0"/>
              </a:spcAft>
              <a:buSzPts val="1400"/>
              <a:buFont typeface="Poppins"/>
              <a:buChar char="●"/>
            </a:pPr>
            <a:r>
              <a:rPr lang="en"/>
              <a:t>Venus has a beautiful name and is the second planet from the Sun</a:t>
            </a:r>
            <a:endParaRPr/>
          </a:p>
          <a:p>
            <a:pPr indent="-226060" lvl="0" marL="274320" rtl="0" algn="l">
              <a:spcBef>
                <a:spcPts val="0"/>
              </a:spcBef>
              <a:spcAft>
                <a:spcPts val="0"/>
              </a:spcAft>
              <a:buSzPts val="1400"/>
              <a:buFont typeface="Poppins"/>
              <a:buChar char="●"/>
            </a:pPr>
            <a:r>
              <a:rPr lang="en"/>
              <a:t>Venus is terribly hot and its atmosphere is extremely poisonous</a:t>
            </a:r>
            <a:endParaRPr/>
          </a:p>
        </p:txBody>
      </p:sp>
      <p:sp>
        <p:nvSpPr>
          <p:cNvPr id="1739" name="Google Shape;1739;p40"/>
          <p:cNvSpPr/>
          <p:nvPr/>
        </p:nvSpPr>
        <p:spPr>
          <a:xfrm flipH="1">
            <a:off x="-458746" y="3834671"/>
            <a:ext cx="9735496" cy="798200"/>
          </a:xfrm>
          <a:custGeom>
            <a:rect b="b" l="l" r="r" t="t"/>
            <a:pathLst>
              <a:path extrusionOk="0" h="44437" w="208849">
                <a:moveTo>
                  <a:pt x="138397" y="1654"/>
                </a:moveTo>
                <a:lnTo>
                  <a:pt x="130552" y="3133"/>
                </a:lnTo>
                <a:lnTo>
                  <a:pt x="122883" y="6692"/>
                </a:lnTo>
                <a:lnTo>
                  <a:pt x="116517" y="9775"/>
                </a:lnTo>
                <a:cubicBezTo>
                  <a:pt x="116517" y="9775"/>
                  <a:pt x="115214" y="10251"/>
                  <a:pt x="111229" y="11880"/>
                </a:cubicBezTo>
                <a:lnTo>
                  <a:pt x="111229" y="11880"/>
                </a:lnTo>
                <a:cubicBezTo>
                  <a:pt x="107244" y="13509"/>
                  <a:pt x="105088" y="15038"/>
                  <a:pt x="105088" y="15038"/>
                </a:cubicBezTo>
                <a:lnTo>
                  <a:pt x="105088" y="15038"/>
                </a:lnTo>
                <a:lnTo>
                  <a:pt x="98271" y="18672"/>
                </a:lnTo>
                <a:lnTo>
                  <a:pt x="64086" y="22883"/>
                </a:lnTo>
                <a:cubicBezTo>
                  <a:pt x="64086" y="22883"/>
                  <a:pt x="63083" y="23484"/>
                  <a:pt x="58797" y="24010"/>
                </a:cubicBezTo>
                <a:lnTo>
                  <a:pt x="58797" y="24010"/>
                </a:lnTo>
                <a:cubicBezTo>
                  <a:pt x="54512" y="24562"/>
                  <a:pt x="47745" y="24988"/>
                  <a:pt x="47745" y="24988"/>
                </a:cubicBezTo>
                <a:lnTo>
                  <a:pt x="47745" y="24988"/>
                </a:lnTo>
                <a:lnTo>
                  <a:pt x="38095" y="24988"/>
                </a:lnTo>
                <a:lnTo>
                  <a:pt x="30301" y="23559"/>
                </a:lnTo>
                <a:lnTo>
                  <a:pt x="17168" y="23559"/>
                </a:lnTo>
                <a:lnTo>
                  <a:pt x="12055" y="22206"/>
                </a:lnTo>
                <a:lnTo>
                  <a:pt x="4211" y="18672"/>
                </a:lnTo>
                <a:lnTo>
                  <a:pt x="0" y="16667"/>
                </a:lnTo>
                <a:lnTo>
                  <a:pt x="0" y="44437"/>
                </a:lnTo>
                <a:lnTo>
                  <a:pt x="208848" y="44437"/>
                </a:lnTo>
                <a:lnTo>
                  <a:pt x="208848" y="24812"/>
                </a:lnTo>
                <a:cubicBezTo>
                  <a:pt x="204588" y="23559"/>
                  <a:pt x="200678" y="21479"/>
                  <a:pt x="200678" y="21479"/>
                </a:cubicBezTo>
                <a:lnTo>
                  <a:pt x="200678" y="21479"/>
                </a:lnTo>
                <a:lnTo>
                  <a:pt x="193911" y="18672"/>
                </a:lnTo>
                <a:lnTo>
                  <a:pt x="186141" y="15038"/>
                </a:lnTo>
                <a:lnTo>
                  <a:pt x="180176" y="11579"/>
                </a:lnTo>
                <a:cubicBezTo>
                  <a:pt x="180176" y="11579"/>
                  <a:pt x="181104" y="11329"/>
                  <a:pt x="176166" y="10126"/>
                </a:cubicBezTo>
                <a:lnTo>
                  <a:pt x="176166" y="10126"/>
                </a:lnTo>
                <a:cubicBezTo>
                  <a:pt x="171204" y="8898"/>
                  <a:pt x="169500" y="8371"/>
                  <a:pt x="169500" y="8371"/>
                </a:cubicBezTo>
                <a:lnTo>
                  <a:pt x="169500" y="8371"/>
                </a:lnTo>
                <a:lnTo>
                  <a:pt x="163735" y="5514"/>
                </a:lnTo>
                <a:lnTo>
                  <a:pt x="152081" y="2030"/>
                </a:lnTo>
                <a:lnTo>
                  <a:pt x="1484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 name="Google Shape;1740;p40"/>
          <p:cNvGrpSpPr/>
          <p:nvPr/>
        </p:nvGrpSpPr>
        <p:grpSpPr>
          <a:xfrm>
            <a:off x="4" y="4497116"/>
            <a:ext cx="9169603" cy="135700"/>
            <a:chOff x="96675" y="2823075"/>
            <a:chExt cx="9144000" cy="135700"/>
          </a:xfrm>
        </p:grpSpPr>
        <p:grpSp>
          <p:nvGrpSpPr>
            <p:cNvPr id="1741" name="Google Shape;1741;p40"/>
            <p:cNvGrpSpPr/>
            <p:nvPr/>
          </p:nvGrpSpPr>
          <p:grpSpPr>
            <a:xfrm>
              <a:off x="96675" y="2823075"/>
              <a:ext cx="9144000" cy="135700"/>
              <a:chOff x="96675" y="2823075"/>
              <a:chExt cx="9144000" cy="135700"/>
            </a:xfrm>
          </p:grpSpPr>
          <p:grpSp>
            <p:nvGrpSpPr>
              <p:cNvPr id="1742" name="Google Shape;1742;p40"/>
              <p:cNvGrpSpPr/>
              <p:nvPr/>
            </p:nvGrpSpPr>
            <p:grpSpPr>
              <a:xfrm>
                <a:off x="96675" y="2823075"/>
                <a:ext cx="9144000" cy="135700"/>
                <a:chOff x="-584175" y="4743925"/>
                <a:chExt cx="9144000" cy="135700"/>
              </a:xfrm>
            </p:grpSpPr>
            <p:sp>
              <p:nvSpPr>
                <p:cNvPr id="1743" name="Google Shape;1743;p40"/>
                <p:cNvSpPr/>
                <p:nvPr/>
              </p:nvSpPr>
              <p:spPr>
                <a:xfrm>
                  <a:off x="-584175" y="4743925"/>
                  <a:ext cx="91440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4" name="Google Shape;1744;p40"/>
                <p:cNvGrpSpPr/>
                <p:nvPr/>
              </p:nvGrpSpPr>
              <p:grpSpPr>
                <a:xfrm>
                  <a:off x="-450100" y="4750325"/>
                  <a:ext cx="3095500" cy="129300"/>
                  <a:chOff x="-450100" y="4750325"/>
                  <a:chExt cx="3095500" cy="129300"/>
                </a:xfrm>
              </p:grpSpPr>
              <p:sp>
                <p:nvSpPr>
                  <p:cNvPr id="1745" name="Google Shape;1745;p40"/>
                  <p:cNvSpPr/>
                  <p:nvPr/>
                </p:nvSpPr>
                <p:spPr>
                  <a:xfrm rot="5400000">
                    <a:off x="-497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0"/>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0"/>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0"/>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0"/>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0"/>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0"/>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0"/>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0"/>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4" name="Google Shape;1754;p40"/>
              <p:cNvGrpSpPr/>
              <p:nvPr/>
            </p:nvGrpSpPr>
            <p:grpSpPr>
              <a:xfrm>
                <a:off x="3677725" y="2826275"/>
                <a:ext cx="2711075" cy="129300"/>
                <a:chOff x="-65675" y="4750325"/>
                <a:chExt cx="2711075" cy="129300"/>
              </a:xfrm>
            </p:grpSpPr>
            <p:sp>
              <p:nvSpPr>
                <p:cNvPr id="1755" name="Google Shape;1755;p40"/>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0"/>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0"/>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0"/>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0"/>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0"/>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0"/>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0"/>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63" name="Google Shape;1763;p40"/>
            <p:cNvGrpSpPr/>
            <p:nvPr/>
          </p:nvGrpSpPr>
          <p:grpSpPr>
            <a:xfrm>
              <a:off x="6356775" y="2826275"/>
              <a:ext cx="2711075" cy="129300"/>
              <a:chOff x="-65675" y="4750325"/>
              <a:chExt cx="2711075" cy="129300"/>
            </a:xfrm>
          </p:grpSpPr>
          <p:sp>
            <p:nvSpPr>
              <p:cNvPr id="1764" name="Google Shape;1764;p40"/>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0"/>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0"/>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0"/>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0"/>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0"/>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0"/>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0"/>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72" name="Google Shape;1772;p40"/>
          <p:cNvSpPr/>
          <p:nvPr/>
        </p:nvSpPr>
        <p:spPr>
          <a:xfrm>
            <a:off x="-229425" y="4624221"/>
            <a:ext cx="9418794" cy="572736"/>
          </a:xfrm>
          <a:custGeom>
            <a:rect b="b" l="l" r="r" t="t"/>
            <a:pathLst>
              <a:path extrusionOk="0" h="46413" w="331356">
                <a:moveTo>
                  <a:pt x="1" y="1"/>
                </a:moveTo>
                <a:lnTo>
                  <a:pt x="1" y="46412"/>
                </a:lnTo>
                <a:lnTo>
                  <a:pt x="331356" y="46412"/>
                </a:lnTo>
                <a:lnTo>
                  <a:pt x="3313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0"/>
          <p:cNvSpPr/>
          <p:nvPr/>
        </p:nvSpPr>
        <p:spPr>
          <a:xfrm>
            <a:off x="-156625" y="4624225"/>
            <a:ext cx="2933579" cy="529456"/>
          </a:xfrm>
          <a:custGeom>
            <a:rect b="b" l="l" r="r" t="t"/>
            <a:pathLst>
              <a:path extrusionOk="0" h="46413" w="177685">
                <a:moveTo>
                  <a:pt x="53027" y="1"/>
                </a:moveTo>
                <a:cubicBezTo>
                  <a:pt x="53027" y="1"/>
                  <a:pt x="79109" y="2070"/>
                  <a:pt x="70927" y="2540"/>
                </a:cubicBezTo>
                <a:cubicBezTo>
                  <a:pt x="62761" y="3026"/>
                  <a:pt x="21224" y="5706"/>
                  <a:pt x="20644" y="7838"/>
                </a:cubicBezTo>
                <a:cubicBezTo>
                  <a:pt x="20064" y="9969"/>
                  <a:pt x="61977" y="9076"/>
                  <a:pt x="62369" y="12462"/>
                </a:cubicBezTo>
                <a:cubicBezTo>
                  <a:pt x="62761" y="15847"/>
                  <a:pt x="1" y="12462"/>
                  <a:pt x="1458" y="16098"/>
                </a:cubicBezTo>
                <a:cubicBezTo>
                  <a:pt x="2932" y="19750"/>
                  <a:pt x="51851" y="19202"/>
                  <a:pt x="51459" y="21380"/>
                </a:cubicBezTo>
                <a:cubicBezTo>
                  <a:pt x="51295" y="22331"/>
                  <a:pt x="42835" y="22437"/>
                  <a:pt x="33312" y="22437"/>
                </a:cubicBezTo>
                <a:cubicBezTo>
                  <a:pt x="30561" y="22437"/>
                  <a:pt x="27722" y="22428"/>
                  <a:pt x="24968" y="22428"/>
                </a:cubicBezTo>
                <a:cubicBezTo>
                  <a:pt x="15398" y="22428"/>
                  <a:pt x="6865" y="22536"/>
                  <a:pt x="6694" y="23496"/>
                </a:cubicBezTo>
                <a:cubicBezTo>
                  <a:pt x="6302" y="25691"/>
                  <a:pt x="55362" y="31240"/>
                  <a:pt x="52635" y="32964"/>
                </a:cubicBezTo>
                <a:cubicBezTo>
                  <a:pt x="51598" y="33619"/>
                  <a:pt x="46686" y="33692"/>
                  <a:pt x="40946" y="33692"/>
                </a:cubicBezTo>
                <a:cubicBezTo>
                  <a:pt x="39300" y="33692"/>
                  <a:pt x="37585" y="33686"/>
                  <a:pt x="35874" y="33686"/>
                </a:cubicBezTo>
                <a:cubicBezTo>
                  <a:pt x="27866" y="33686"/>
                  <a:pt x="19940" y="33818"/>
                  <a:pt x="19468" y="35315"/>
                </a:cubicBezTo>
                <a:cubicBezTo>
                  <a:pt x="18559" y="38246"/>
                  <a:pt x="53811" y="46412"/>
                  <a:pt x="53811" y="46412"/>
                </a:cubicBezTo>
                <a:lnTo>
                  <a:pt x="123875" y="46412"/>
                </a:lnTo>
                <a:cubicBezTo>
                  <a:pt x="123875" y="46412"/>
                  <a:pt x="159126" y="38246"/>
                  <a:pt x="158202" y="35315"/>
                </a:cubicBezTo>
                <a:cubicBezTo>
                  <a:pt x="157729" y="33818"/>
                  <a:pt x="149803" y="33686"/>
                  <a:pt x="141795" y="33686"/>
                </a:cubicBezTo>
                <a:cubicBezTo>
                  <a:pt x="140085" y="33686"/>
                  <a:pt x="138370" y="33692"/>
                  <a:pt x="136724" y="33692"/>
                </a:cubicBezTo>
                <a:cubicBezTo>
                  <a:pt x="130984" y="33692"/>
                  <a:pt x="126072" y="33619"/>
                  <a:pt x="125035" y="32964"/>
                </a:cubicBezTo>
                <a:cubicBezTo>
                  <a:pt x="122307" y="31240"/>
                  <a:pt x="171368" y="25691"/>
                  <a:pt x="170976" y="23496"/>
                </a:cubicBezTo>
                <a:cubicBezTo>
                  <a:pt x="170811" y="22536"/>
                  <a:pt x="162283" y="22428"/>
                  <a:pt x="152713" y="22428"/>
                </a:cubicBezTo>
                <a:cubicBezTo>
                  <a:pt x="149960" y="22428"/>
                  <a:pt x="147120" y="22437"/>
                  <a:pt x="144369" y="22437"/>
                </a:cubicBezTo>
                <a:cubicBezTo>
                  <a:pt x="134846" y="22437"/>
                  <a:pt x="126381" y="22331"/>
                  <a:pt x="126210" y="21380"/>
                </a:cubicBezTo>
                <a:cubicBezTo>
                  <a:pt x="125818" y="19202"/>
                  <a:pt x="174738" y="19750"/>
                  <a:pt x="176211" y="16098"/>
                </a:cubicBezTo>
                <a:cubicBezTo>
                  <a:pt x="177685" y="12462"/>
                  <a:pt x="114909" y="15847"/>
                  <a:pt x="115301" y="12462"/>
                </a:cubicBezTo>
                <a:cubicBezTo>
                  <a:pt x="115693" y="9076"/>
                  <a:pt x="157622" y="9969"/>
                  <a:pt x="157026" y="7838"/>
                </a:cubicBezTo>
                <a:cubicBezTo>
                  <a:pt x="156446" y="5706"/>
                  <a:pt x="114909" y="3026"/>
                  <a:pt x="106743" y="2540"/>
                </a:cubicBezTo>
                <a:cubicBezTo>
                  <a:pt x="98561" y="2070"/>
                  <a:pt x="124643" y="1"/>
                  <a:pt x="124643"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4" name="Google Shape;1774;p40"/>
          <p:cNvGrpSpPr/>
          <p:nvPr/>
        </p:nvGrpSpPr>
        <p:grpSpPr>
          <a:xfrm flipH="1" rot="10800000">
            <a:off x="4" y="4608532"/>
            <a:ext cx="9169603" cy="135700"/>
            <a:chOff x="96675" y="2823075"/>
            <a:chExt cx="9144000" cy="135700"/>
          </a:xfrm>
        </p:grpSpPr>
        <p:grpSp>
          <p:nvGrpSpPr>
            <p:cNvPr id="1775" name="Google Shape;1775;p40"/>
            <p:cNvGrpSpPr/>
            <p:nvPr/>
          </p:nvGrpSpPr>
          <p:grpSpPr>
            <a:xfrm>
              <a:off x="96675" y="2823075"/>
              <a:ext cx="9144000" cy="135700"/>
              <a:chOff x="96675" y="2823075"/>
              <a:chExt cx="9144000" cy="135700"/>
            </a:xfrm>
          </p:grpSpPr>
          <p:grpSp>
            <p:nvGrpSpPr>
              <p:cNvPr id="1776" name="Google Shape;1776;p40"/>
              <p:cNvGrpSpPr/>
              <p:nvPr/>
            </p:nvGrpSpPr>
            <p:grpSpPr>
              <a:xfrm>
                <a:off x="96675" y="2823075"/>
                <a:ext cx="9144000" cy="135700"/>
                <a:chOff x="-584175" y="4743925"/>
                <a:chExt cx="9144000" cy="135700"/>
              </a:xfrm>
            </p:grpSpPr>
            <p:sp>
              <p:nvSpPr>
                <p:cNvPr id="1777" name="Google Shape;1777;p40"/>
                <p:cNvSpPr/>
                <p:nvPr/>
              </p:nvSpPr>
              <p:spPr>
                <a:xfrm>
                  <a:off x="-584175" y="4743925"/>
                  <a:ext cx="91440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8" name="Google Shape;1778;p40"/>
                <p:cNvGrpSpPr/>
                <p:nvPr/>
              </p:nvGrpSpPr>
              <p:grpSpPr>
                <a:xfrm>
                  <a:off x="-450100" y="4750325"/>
                  <a:ext cx="3095500" cy="129300"/>
                  <a:chOff x="-450100" y="4750325"/>
                  <a:chExt cx="3095500" cy="129300"/>
                </a:xfrm>
              </p:grpSpPr>
              <p:sp>
                <p:nvSpPr>
                  <p:cNvPr id="1779" name="Google Shape;1779;p40"/>
                  <p:cNvSpPr/>
                  <p:nvPr/>
                </p:nvSpPr>
                <p:spPr>
                  <a:xfrm rot="5400000">
                    <a:off x="-49705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0"/>
                  <p:cNvSpPr/>
                  <p:nvPr/>
                </p:nvSpPr>
                <p:spPr>
                  <a:xfrm rot="5400000">
                    <a:off x="-11262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0"/>
                  <p:cNvSpPr/>
                  <p:nvPr/>
                </p:nvSpPr>
                <p:spPr>
                  <a:xfrm rot="5400000">
                    <a:off x="27180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0"/>
                  <p:cNvSpPr/>
                  <p:nvPr/>
                </p:nvSpPr>
                <p:spPr>
                  <a:xfrm rot="5400000">
                    <a:off x="64857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0"/>
                  <p:cNvSpPr/>
                  <p:nvPr/>
                </p:nvSpPr>
                <p:spPr>
                  <a:xfrm rot="5400000">
                    <a:off x="102535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0"/>
                  <p:cNvSpPr/>
                  <p:nvPr/>
                </p:nvSpPr>
                <p:spPr>
                  <a:xfrm rot="5400000">
                    <a:off x="140977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0"/>
                  <p:cNvSpPr/>
                  <p:nvPr/>
                </p:nvSpPr>
                <p:spPr>
                  <a:xfrm rot="5400000">
                    <a:off x="179420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0"/>
                  <p:cNvSpPr/>
                  <p:nvPr/>
                </p:nvSpPr>
                <p:spPr>
                  <a:xfrm rot="5400000">
                    <a:off x="217862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0"/>
                  <p:cNvSpPr/>
                  <p:nvPr/>
                </p:nvSpPr>
                <p:spPr>
                  <a:xfrm rot="5400000">
                    <a:off x="256305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88" name="Google Shape;1788;p40"/>
              <p:cNvGrpSpPr/>
              <p:nvPr/>
            </p:nvGrpSpPr>
            <p:grpSpPr>
              <a:xfrm>
                <a:off x="3677725" y="2826275"/>
                <a:ext cx="2711075" cy="129300"/>
                <a:chOff x="-65675" y="4750325"/>
                <a:chExt cx="2711075" cy="129300"/>
              </a:xfrm>
            </p:grpSpPr>
            <p:sp>
              <p:nvSpPr>
                <p:cNvPr id="1789" name="Google Shape;1789;p40"/>
                <p:cNvSpPr/>
                <p:nvPr/>
              </p:nvSpPr>
              <p:spPr>
                <a:xfrm rot="5400000">
                  <a:off x="-11262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0"/>
                <p:cNvSpPr/>
                <p:nvPr/>
              </p:nvSpPr>
              <p:spPr>
                <a:xfrm rot="5400000">
                  <a:off x="27180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0"/>
                <p:cNvSpPr/>
                <p:nvPr/>
              </p:nvSpPr>
              <p:spPr>
                <a:xfrm rot="5400000">
                  <a:off x="64857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0"/>
                <p:cNvSpPr/>
                <p:nvPr/>
              </p:nvSpPr>
              <p:spPr>
                <a:xfrm rot="5400000">
                  <a:off x="102535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0"/>
                <p:cNvSpPr/>
                <p:nvPr/>
              </p:nvSpPr>
              <p:spPr>
                <a:xfrm rot="5400000">
                  <a:off x="140977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0"/>
                <p:cNvSpPr/>
                <p:nvPr/>
              </p:nvSpPr>
              <p:spPr>
                <a:xfrm rot="5400000">
                  <a:off x="179420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0"/>
                <p:cNvSpPr/>
                <p:nvPr/>
              </p:nvSpPr>
              <p:spPr>
                <a:xfrm rot="5400000">
                  <a:off x="217862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0"/>
                <p:cNvSpPr/>
                <p:nvPr/>
              </p:nvSpPr>
              <p:spPr>
                <a:xfrm rot="5400000">
                  <a:off x="256305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7" name="Google Shape;1797;p40"/>
            <p:cNvGrpSpPr/>
            <p:nvPr/>
          </p:nvGrpSpPr>
          <p:grpSpPr>
            <a:xfrm>
              <a:off x="6356775" y="2826275"/>
              <a:ext cx="2711075" cy="129300"/>
              <a:chOff x="-65675" y="4750325"/>
              <a:chExt cx="2711075" cy="129300"/>
            </a:xfrm>
          </p:grpSpPr>
          <p:sp>
            <p:nvSpPr>
              <p:cNvPr id="1798" name="Google Shape;1798;p40"/>
              <p:cNvSpPr/>
              <p:nvPr/>
            </p:nvSpPr>
            <p:spPr>
              <a:xfrm rot="5400000">
                <a:off x="-11262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0"/>
              <p:cNvSpPr/>
              <p:nvPr/>
            </p:nvSpPr>
            <p:spPr>
              <a:xfrm rot="5400000">
                <a:off x="27180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0"/>
              <p:cNvSpPr/>
              <p:nvPr/>
            </p:nvSpPr>
            <p:spPr>
              <a:xfrm rot="5400000">
                <a:off x="64857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0"/>
              <p:cNvSpPr/>
              <p:nvPr/>
            </p:nvSpPr>
            <p:spPr>
              <a:xfrm rot="5400000">
                <a:off x="102535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0"/>
              <p:cNvSpPr/>
              <p:nvPr/>
            </p:nvSpPr>
            <p:spPr>
              <a:xfrm rot="5400000">
                <a:off x="140977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0"/>
              <p:cNvSpPr/>
              <p:nvPr/>
            </p:nvSpPr>
            <p:spPr>
              <a:xfrm rot="5400000">
                <a:off x="179420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0"/>
              <p:cNvSpPr/>
              <p:nvPr/>
            </p:nvSpPr>
            <p:spPr>
              <a:xfrm rot="5400000">
                <a:off x="2178625"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0"/>
              <p:cNvSpPr/>
              <p:nvPr/>
            </p:nvSpPr>
            <p:spPr>
              <a:xfrm rot="5400000">
                <a:off x="2563050" y="4797275"/>
                <a:ext cx="129300" cy="35400"/>
              </a:xfrm>
              <a:prstGeom prst="rect">
                <a:avLst/>
              </a:prstGeom>
              <a:solidFill>
                <a:srgbClr val="38761D">
                  <a:alpha val="4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06" name="Google Shape;1806;p40"/>
          <p:cNvGrpSpPr/>
          <p:nvPr/>
        </p:nvGrpSpPr>
        <p:grpSpPr>
          <a:xfrm flipH="1" rot="10800000">
            <a:off x="3270430" y="4737392"/>
            <a:ext cx="2033345" cy="235159"/>
            <a:chOff x="3962175" y="3227750"/>
            <a:chExt cx="3075700" cy="356625"/>
          </a:xfrm>
        </p:grpSpPr>
        <p:sp>
          <p:nvSpPr>
            <p:cNvPr id="1807" name="Google Shape;1807;p40"/>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rgbClr val="38761D">
                <a:alpha val="3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0"/>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0"/>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0"/>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0"/>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0"/>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0"/>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0"/>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0"/>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0"/>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0"/>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0"/>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0"/>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0"/>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0"/>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0"/>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0"/>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0"/>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 name="Google Shape;1825;p40"/>
          <p:cNvGrpSpPr/>
          <p:nvPr/>
        </p:nvGrpSpPr>
        <p:grpSpPr>
          <a:xfrm>
            <a:off x="3270430" y="3875795"/>
            <a:ext cx="2033345" cy="628161"/>
            <a:chOff x="3962175" y="2631750"/>
            <a:chExt cx="3075700" cy="952625"/>
          </a:xfrm>
        </p:grpSpPr>
        <p:sp>
          <p:nvSpPr>
            <p:cNvPr id="1826" name="Google Shape;1826;p40"/>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0"/>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0"/>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0"/>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0"/>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0"/>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0"/>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0"/>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0"/>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0"/>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0"/>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0"/>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0"/>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0"/>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0"/>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0"/>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0"/>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0"/>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0"/>
            <p:cNvSpPr/>
            <p:nvPr/>
          </p:nvSpPr>
          <p:spPr>
            <a:xfrm>
              <a:off x="4570325" y="2631750"/>
              <a:ext cx="2293575" cy="582700"/>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5" name="Google Shape;1845;p40"/>
          <p:cNvSpPr/>
          <p:nvPr/>
        </p:nvSpPr>
        <p:spPr>
          <a:xfrm flipH="1">
            <a:off x="-720473" y="3735725"/>
            <a:ext cx="2867400" cy="1881300"/>
          </a:xfrm>
          <a:custGeom>
            <a:rect b="b" l="l" r="r" t="t"/>
            <a:pathLst>
              <a:path extrusionOk="0" h="75252" w="96888">
                <a:moveTo>
                  <a:pt x="96887" y="1214"/>
                </a:moveTo>
                <a:cubicBezTo>
                  <a:pt x="96887" y="1214"/>
                  <a:pt x="84809" y="1"/>
                  <a:pt x="53970" y="19173"/>
                </a:cubicBezTo>
                <a:cubicBezTo>
                  <a:pt x="48967" y="22290"/>
                  <a:pt x="34928" y="39670"/>
                  <a:pt x="28992" y="40510"/>
                </a:cubicBezTo>
                <a:cubicBezTo>
                  <a:pt x="23037" y="41350"/>
                  <a:pt x="21301" y="42918"/>
                  <a:pt x="16970" y="46185"/>
                </a:cubicBezTo>
                <a:cubicBezTo>
                  <a:pt x="12620" y="49471"/>
                  <a:pt x="7748" y="52271"/>
                  <a:pt x="7188" y="55930"/>
                </a:cubicBezTo>
                <a:cubicBezTo>
                  <a:pt x="6628" y="59570"/>
                  <a:pt x="1" y="67131"/>
                  <a:pt x="113" y="69651"/>
                </a:cubicBezTo>
                <a:cubicBezTo>
                  <a:pt x="206" y="72171"/>
                  <a:pt x="2763" y="75251"/>
                  <a:pt x="2763" y="75251"/>
                </a:cubicBezTo>
                <a:cubicBezTo>
                  <a:pt x="2763" y="75251"/>
                  <a:pt x="41350" y="73571"/>
                  <a:pt x="45606" y="73571"/>
                </a:cubicBezTo>
                <a:cubicBezTo>
                  <a:pt x="49863" y="73571"/>
                  <a:pt x="56396" y="74131"/>
                  <a:pt x="68139" y="73011"/>
                </a:cubicBezTo>
                <a:cubicBezTo>
                  <a:pt x="79899" y="71891"/>
                  <a:pt x="91119" y="73851"/>
                  <a:pt x="91119" y="7385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6" name="Google Shape;1846;p40"/>
          <p:cNvGrpSpPr/>
          <p:nvPr/>
        </p:nvGrpSpPr>
        <p:grpSpPr>
          <a:xfrm>
            <a:off x="-156625" y="3620000"/>
            <a:ext cx="1589000" cy="1889925"/>
            <a:chOff x="1364600" y="3586175"/>
            <a:chExt cx="1589000" cy="1889925"/>
          </a:xfrm>
        </p:grpSpPr>
        <p:sp>
          <p:nvSpPr>
            <p:cNvPr id="1847" name="Google Shape;1847;p40"/>
            <p:cNvSpPr/>
            <p:nvPr/>
          </p:nvSpPr>
          <p:spPr>
            <a:xfrm>
              <a:off x="1623625" y="3849875"/>
              <a:ext cx="222200" cy="1626225"/>
            </a:xfrm>
            <a:custGeom>
              <a:rect b="b" l="l" r="r" t="t"/>
              <a:pathLst>
                <a:path extrusionOk="0" h="65049" w="8888">
                  <a:moveTo>
                    <a:pt x="0" y="0"/>
                  </a:moveTo>
                  <a:cubicBezTo>
                    <a:pt x="7336" y="26647"/>
                    <a:pt x="8887" y="65049"/>
                    <a:pt x="8887" y="65049"/>
                  </a:cubicBezTo>
                  <a:lnTo>
                    <a:pt x="8887" y="26286"/>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0"/>
            <p:cNvSpPr/>
            <p:nvPr/>
          </p:nvSpPr>
          <p:spPr>
            <a:xfrm>
              <a:off x="1845800" y="3953325"/>
              <a:ext cx="228475" cy="1522775"/>
            </a:xfrm>
            <a:custGeom>
              <a:rect b="b" l="l" r="r" t="t"/>
              <a:pathLst>
                <a:path extrusionOk="0" h="60911" w="9139">
                  <a:moveTo>
                    <a:pt x="9139" y="0"/>
                  </a:moveTo>
                  <a:lnTo>
                    <a:pt x="4233" y="15314"/>
                  </a:lnTo>
                  <a:lnTo>
                    <a:pt x="0" y="60911"/>
                  </a:lnTo>
                  <a:lnTo>
                    <a:pt x="4233" y="60911"/>
                  </a:lnTo>
                  <a:lnTo>
                    <a:pt x="91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0"/>
            <p:cNvSpPr/>
            <p:nvPr/>
          </p:nvSpPr>
          <p:spPr>
            <a:xfrm>
              <a:off x="2077000" y="4137100"/>
              <a:ext cx="148952" cy="1339000"/>
            </a:xfrm>
            <a:custGeom>
              <a:rect b="b" l="l" r="r" t="t"/>
              <a:pathLst>
                <a:path extrusionOk="0" h="53560" w="9562">
                  <a:moveTo>
                    <a:pt x="9562" y="1"/>
                  </a:moveTo>
                  <a:lnTo>
                    <a:pt x="0" y="22148"/>
                  </a:lnTo>
                  <a:cubicBezTo>
                    <a:pt x="0" y="22148"/>
                    <a:pt x="3292" y="50425"/>
                    <a:pt x="3292" y="53560"/>
                  </a:cubicBezTo>
                  <a:lnTo>
                    <a:pt x="6944" y="53560"/>
                  </a:lnTo>
                  <a:lnTo>
                    <a:pt x="95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0"/>
            <p:cNvSpPr/>
            <p:nvPr/>
          </p:nvSpPr>
          <p:spPr>
            <a:xfrm>
              <a:off x="1634200" y="3632775"/>
              <a:ext cx="61150" cy="1843325"/>
            </a:xfrm>
            <a:custGeom>
              <a:rect b="b" l="l" r="r" t="t"/>
              <a:pathLst>
                <a:path extrusionOk="0" h="73733" w="2446">
                  <a:moveTo>
                    <a:pt x="0" y="1"/>
                  </a:moveTo>
                  <a:lnTo>
                    <a:pt x="0" y="73733"/>
                  </a:lnTo>
                  <a:lnTo>
                    <a:pt x="2446" y="73733"/>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0"/>
            <p:cNvSpPr/>
            <p:nvPr/>
          </p:nvSpPr>
          <p:spPr>
            <a:xfrm>
              <a:off x="1558175" y="3598675"/>
              <a:ext cx="152450" cy="242600"/>
            </a:xfrm>
            <a:custGeom>
              <a:rect b="b" l="l" r="r" t="t"/>
              <a:pathLst>
                <a:path extrusionOk="0" h="9704" w="6098">
                  <a:moveTo>
                    <a:pt x="3041" y="1"/>
                  </a:moveTo>
                  <a:cubicBezTo>
                    <a:pt x="1364" y="1"/>
                    <a:pt x="1" y="3387"/>
                    <a:pt x="1" y="6067"/>
                  </a:cubicBezTo>
                  <a:cubicBezTo>
                    <a:pt x="1" y="8747"/>
                    <a:pt x="1364" y="9703"/>
                    <a:pt x="3041" y="9703"/>
                  </a:cubicBezTo>
                  <a:cubicBezTo>
                    <a:pt x="4734" y="9703"/>
                    <a:pt x="6098" y="8747"/>
                    <a:pt x="6098" y="6067"/>
                  </a:cubicBezTo>
                  <a:cubicBezTo>
                    <a:pt x="6098" y="3387"/>
                    <a:pt x="4734" y="1"/>
                    <a:pt x="3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0"/>
            <p:cNvSpPr/>
            <p:nvPr/>
          </p:nvSpPr>
          <p:spPr>
            <a:xfrm>
              <a:off x="1647525" y="3695075"/>
              <a:ext cx="134425" cy="659150"/>
            </a:xfrm>
            <a:custGeom>
              <a:rect b="b" l="l" r="r" t="t"/>
              <a:pathLst>
                <a:path extrusionOk="0" h="26366" w="5377">
                  <a:moveTo>
                    <a:pt x="5377" y="1"/>
                  </a:moveTo>
                  <a:cubicBezTo>
                    <a:pt x="5376" y="3"/>
                    <a:pt x="0" y="20393"/>
                    <a:pt x="0" y="21334"/>
                  </a:cubicBezTo>
                  <a:lnTo>
                    <a:pt x="0" y="26365"/>
                  </a:lnTo>
                  <a:lnTo>
                    <a:pt x="53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0"/>
            <p:cNvSpPr/>
            <p:nvPr/>
          </p:nvSpPr>
          <p:spPr>
            <a:xfrm>
              <a:off x="1728250" y="3586175"/>
              <a:ext cx="123450" cy="156325"/>
            </a:xfrm>
            <a:custGeom>
              <a:rect b="b" l="l" r="r" t="t"/>
              <a:pathLst>
                <a:path extrusionOk="0" h="6253" w="4938">
                  <a:moveTo>
                    <a:pt x="3451" y="1"/>
                  </a:moveTo>
                  <a:cubicBezTo>
                    <a:pt x="2420" y="1"/>
                    <a:pt x="1066" y="1679"/>
                    <a:pt x="564" y="3213"/>
                  </a:cubicBezTo>
                  <a:cubicBezTo>
                    <a:pt x="0" y="4890"/>
                    <a:pt x="658" y="5783"/>
                    <a:pt x="1709" y="6128"/>
                  </a:cubicBezTo>
                  <a:cubicBezTo>
                    <a:pt x="1953" y="6208"/>
                    <a:pt x="2199" y="6253"/>
                    <a:pt x="2438" y="6253"/>
                  </a:cubicBezTo>
                  <a:cubicBezTo>
                    <a:pt x="3227" y="6253"/>
                    <a:pt x="3952" y="5769"/>
                    <a:pt x="4373" y="4482"/>
                  </a:cubicBezTo>
                  <a:cubicBezTo>
                    <a:pt x="4938" y="2805"/>
                    <a:pt x="4781" y="391"/>
                    <a:pt x="3731" y="46"/>
                  </a:cubicBezTo>
                  <a:cubicBezTo>
                    <a:pt x="3641" y="16"/>
                    <a:pt x="3547"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0"/>
            <p:cNvSpPr/>
            <p:nvPr/>
          </p:nvSpPr>
          <p:spPr>
            <a:xfrm>
              <a:off x="1512325" y="3986225"/>
              <a:ext cx="141500" cy="694400"/>
            </a:xfrm>
            <a:custGeom>
              <a:rect b="b" l="l" r="r" t="t"/>
              <a:pathLst>
                <a:path extrusionOk="0" h="27776" w="5660">
                  <a:moveTo>
                    <a:pt x="1" y="1"/>
                  </a:moveTo>
                  <a:lnTo>
                    <a:pt x="5659" y="27776"/>
                  </a:lnTo>
                  <a:lnTo>
                    <a:pt x="5659" y="22494"/>
                  </a:lnTo>
                  <a:cubicBezTo>
                    <a:pt x="5659" y="21490"/>
                    <a:pt x="1"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0"/>
            <p:cNvSpPr/>
            <p:nvPr/>
          </p:nvSpPr>
          <p:spPr>
            <a:xfrm>
              <a:off x="1438650" y="3871425"/>
              <a:ext cx="130125" cy="164725"/>
            </a:xfrm>
            <a:custGeom>
              <a:rect b="b" l="l" r="r" t="t"/>
              <a:pathLst>
                <a:path extrusionOk="0" h="6589" w="5205">
                  <a:moveTo>
                    <a:pt x="1565" y="0"/>
                  </a:moveTo>
                  <a:cubicBezTo>
                    <a:pt x="1463" y="0"/>
                    <a:pt x="1365" y="15"/>
                    <a:pt x="1270" y="47"/>
                  </a:cubicBezTo>
                  <a:cubicBezTo>
                    <a:pt x="158" y="408"/>
                    <a:pt x="1" y="2947"/>
                    <a:pt x="596" y="4718"/>
                  </a:cubicBezTo>
                  <a:cubicBezTo>
                    <a:pt x="1042" y="6079"/>
                    <a:pt x="1802" y="6588"/>
                    <a:pt x="2634" y="6588"/>
                  </a:cubicBezTo>
                  <a:cubicBezTo>
                    <a:pt x="2886" y="6588"/>
                    <a:pt x="3144" y="6542"/>
                    <a:pt x="3402" y="6458"/>
                  </a:cubicBezTo>
                  <a:cubicBezTo>
                    <a:pt x="4515" y="6082"/>
                    <a:pt x="5205" y="5157"/>
                    <a:pt x="4609" y="3386"/>
                  </a:cubicBezTo>
                  <a:cubicBezTo>
                    <a:pt x="4078" y="1765"/>
                    <a:pt x="2655" y="0"/>
                    <a:pt x="1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0"/>
            <p:cNvSpPr/>
            <p:nvPr/>
          </p:nvSpPr>
          <p:spPr>
            <a:xfrm>
              <a:off x="1653800" y="4387100"/>
              <a:ext cx="108950" cy="132075"/>
            </a:xfrm>
            <a:custGeom>
              <a:rect b="b" l="l" r="r" t="t"/>
              <a:pathLst>
                <a:path extrusionOk="0" h="5283" w="4358">
                  <a:moveTo>
                    <a:pt x="4358" y="1"/>
                  </a:moveTo>
                  <a:cubicBezTo>
                    <a:pt x="157" y="1161"/>
                    <a:pt x="0" y="5283"/>
                    <a:pt x="0" y="5283"/>
                  </a:cubicBezTo>
                  <a:cubicBezTo>
                    <a:pt x="2586" y="4060"/>
                    <a:pt x="4357" y="1"/>
                    <a:pt x="43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0"/>
            <p:cNvSpPr/>
            <p:nvPr/>
          </p:nvSpPr>
          <p:spPr>
            <a:xfrm>
              <a:off x="1364600" y="4260925"/>
              <a:ext cx="313500" cy="345650"/>
            </a:xfrm>
            <a:custGeom>
              <a:rect b="b" l="l" r="r" t="t"/>
              <a:pathLst>
                <a:path extrusionOk="0" h="13826" w="12540">
                  <a:moveTo>
                    <a:pt x="0" y="1"/>
                  </a:moveTo>
                  <a:lnTo>
                    <a:pt x="0" y="1"/>
                  </a:lnTo>
                  <a:cubicBezTo>
                    <a:pt x="0" y="1"/>
                    <a:pt x="2430" y="11631"/>
                    <a:pt x="11568" y="13825"/>
                  </a:cubicBezTo>
                  <a:cubicBezTo>
                    <a:pt x="11568" y="13825"/>
                    <a:pt x="12540" y="1061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0"/>
            <p:cNvSpPr/>
            <p:nvPr/>
          </p:nvSpPr>
          <p:spPr>
            <a:xfrm>
              <a:off x="2368000" y="4170400"/>
              <a:ext cx="86625" cy="1305700"/>
            </a:xfrm>
            <a:custGeom>
              <a:rect b="b" l="l" r="r" t="t"/>
              <a:pathLst>
                <a:path extrusionOk="0" h="52228" w="3465">
                  <a:moveTo>
                    <a:pt x="3339" y="1"/>
                  </a:moveTo>
                  <a:lnTo>
                    <a:pt x="0" y="52228"/>
                  </a:lnTo>
                  <a:lnTo>
                    <a:pt x="690" y="52228"/>
                  </a:lnTo>
                  <a:lnTo>
                    <a:pt x="3464" y="16"/>
                  </a:lnTo>
                  <a:lnTo>
                    <a:pt x="33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0"/>
            <p:cNvSpPr/>
            <p:nvPr/>
          </p:nvSpPr>
          <p:spPr>
            <a:xfrm>
              <a:off x="2384450" y="4072200"/>
              <a:ext cx="105050" cy="131475"/>
            </a:xfrm>
            <a:custGeom>
              <a:rect b="b" l="l" r="r" t="t"/>
              <a:pathLst>
                <a:path extrusionOk="0" h="5259" w="4202">
                  <a:moveTo>
                    <a:pt x="1188" y="0"/>
                  </a:moveTo>
                  <a:cubicBezTo>
                    <a:pt x="1103" y="0"/>
                    <a:pt x="1020" y="13"/>
                    <a:pt x="941" y="42"/>
                  </a:cubicBezTo>
                  <a:cubicBezTo>
                    <a:pt x="63" y="371"/>
                    <a:pt x="1" y="2408"/>
                    <a:pt x="502" y="3803"/>
                  </a:cubicBezTo>
                  <a:cubicBezTo>
                    <a:pt x="890" y="4861"/>
                    <a:pt x="1490" y="5258"/>
                    <a:pt x="2136" y="5258"/>
                  </a:cubicBezTo>
                  <a:cubicBezTo>
                    <a:pt x="2351" y="5258"/>
                    <a:pt x="2571" y="5214"/>
                    <a:pt x="2791" y="5136"/>
                  </a:cubicBezTo>
                  <a:cubicBezTo>
                    <a:pt x="3669" y="4822"/>
                    <a:pt x="4202" y="4054"/>
                    <a:pt x="3700" y="2659"/>
                  </a:cubicBezTo>
                  <a:cubicBezTo>
                    <a:pt x="3229" y="1375"/>
                    <a:pt x="2057" y="0"/>
                    <a:pt x="1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0"/>
            <p:cNvSpPr/>
            <p:nvPr/>
          </p:nvSpPr>
          <p:spPr>
            <a:xfrm>
              <a:off x="2419325" y="4072875"/>
              <a:ext cx="105450" cy="131025"/>
            </a:xfrm>
            <a:custGeom>
              <a:rect b="b" l="l" r="r" t="t"/>
              <a:pathLst>
                <a:path extrusionOk="0" h="5241" w="4218">
                  <a:moveTo>
                    <a:pt x="3047" y="0"/>
                  </a:moveTo>
                  <a:cubicBezTo>
                    <a:pt x="2177" y="0"/>
                    <a:pt x="1001" y="1353"/>
                    <a:pt x="518" y="2617"/>
                  </a:cubicBezTo>
                  <a:cubicBezTo>
                    <a:pt x="1" y="4012"/>
                    <a:pt x="518" y="4780"/>
                    <a:pt x="1396" y="5109"/>
                  </a:cubicBezTo>
                  <a:cubicBezTo>
                    <a:pt x="1621" y="5193"/>
                    <a:pt x="1848" y="5241"/>
                    <a:pt x="2069" y="5241"/>
                  </a:cubicBezTo>
                  <a:cubicBezTo>
                    <a:pt x="2709" y="5241"/>
                    <a:pt x="3304" y="4844"/>
                    <a:pt x="3700" y="3808"/>
                  </a:cubicBezTo>
                  <a:cubicBezTo>
                    <a:pt x="4217" y="2413"/>
                    <a:pt x="4186" y="375"/>
                    <a:pt x="3308" y="46"/>
                  </a:cubicBezTo>
                  <a:cubicBezTo>
                    <a:pt x="3225" y="15"/>
                    <a:pt x="3138" y="0"/>
                    <a:pt x="30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0"/>
            <p:cNvSpPr/>
            <p:nvPr/>
          </p:nvSpPr>
          <p:spPr>
            <a:xfrm>
              <a:off x="2411875" y="4072450"/>
              <a:ext cx="85075" cy="135600"/>
            </a:xfrm>
            <a:custGeom>
              <a:rect b="b" l="l" r="r" t="t"/>
              <a:pathLst>
                <a:path extrusionOk="0" h="5424" w="3403">
                  <a:moveTo>
                    <a:pt x="1725" y="0"/>
                  </a:moveTo>
                  <a:cubicBezTo>
                    <a:pt x="785" y="0"/>
                    <a:pt x="17" y="1881"/>
                    <a:pt x="1" y="3386"/>
                  </a:cubicBezTo>
                  <a:cubicBezTo>
                    <a:pt x="1" y="4875"/>
                    <a:pt x="753" y="5408"/>
                    <a:pt x="1694" y="5424"/>
                  </a:cubicBezTo>
                  <a:cubicBezTo>
                    <a:pt x="2634" y="5424"/>
                    <a:pt x="3387" y="4891"/>
                    <a:pt x="3402" y="3402"/>
                  </a:cubicBezTo>
                  <a:cubicBezTo>
                    <a:pt x="3402" y="1913"/>
                    <a:pt x="2666" y="16"/>
                    <a:pt x="17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0"/>
            <p:cNvSpPr/>
            <p:nvPr/>
          </p:nvSpPr>
          <p:spPr>
            <a:xfrm>
              <a:off x="2442850" y="4106150"/>
              <a:ext cx="144225" cy="283725"/>
            </a:xfrm>
            <a:custGeom>
              <a:rect b="b" l="l" r="r" t="t"/>
              <a:pathLst>
                <a:path extrusionOk="0" h="11349" w="5769">
                  <a:moveTo>
                    <a:pt x="5768" y="0"/>
                  </a:moveTo>
                  <a:lnTo>
                    <a:pt x="5768" y="0"/>
                  </a:lnTo>
                  <a:cubicBezTo>
                    <a:pt x="612" y="3903"/>
                    <a:pt x="0" y="11348"/>
                    <a:pt x="0" y="11348"/>
                  </a:cubicBezTo>
                  <a:lnTo>
                    <a:pt x="57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0"/>
            <p:cNvSpPr/>
            <p:nvPr/>
          </p:nvSpPr>
          <p:spPr>
            <a:xfrm>
              <a:off x="2318225" y="4097125"/>
              <a:ext cx="124650" cy="292750"/>
            </a:xfrm>
            <a:custGeom>
              <a:rect b="b" l="l" r="r" t="t"/>
              <a:pathLst>
                <a:path extrusionOk="0" h="11710" w="4986">
                  <a:moveTo>
                    <a:pt x="1" y="1"/>
                  </a:moveTo>
                  <a:lnTo>
                    <a:pt x="4985" y="11709"/>
                  </a:lnTo>
                  <a:cubicBezTo>
                    <a:pt x="4985" y="11709"/>
                    <a:pt x="4876" y="424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0"/>
            <p:cNvSpPr/>
            <p:nvPr/>
          </p:nvSpPr>
          <p:spPr>
            <a:xfrm>
              <a:off x="2023700" y="3918050"/>
              <a:ext cx="103475" cy="1558050"/>
            </a:xfrm>
            <a:custGeom>
              <a:rect b="b" l="l" r="r" t="t"/>
              <a:pathLst>
                <a:path extrusionOk="0" h="62322" w="4139">
                  <a:moveTo>
                    <a:pt x="3982" y="1"/>
                  </a:moveTo>
                  <a:lnTo>
                    <a:pt x="1" y="62322"/>
                  </a:lnTo>
                  <a:lnTo>
                    <a:pt x="831" y="62322"/>
                  </a:lnTo>
                  <a:lnTo>
                    <a:pt x="4139" y="16"/>
                  </a:lnTo>
                  <a:lnTo>
                    <a:pt x="39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0"/>
            <p:cNvSpPr/>
            <p:nvPr/>
          </p:nvSpPr>
          <p:spPr>
            <a:xfrm>
              <a:off x="2043300" y="3800725"/>
              <a:ext cx="125425" cy="156850"/>
            </a:xfrm>
            <a:custGeom>
              <a:rect b="b" l="l" r="r" t="t"/>
              <a:pathLst>
                <a:path extrusionOk="0" h="6274" w="5017">
                  <a:moveTo>
                    <a:pt x="1437" y="0"/>
                  </a:moveTo>
                  <a:cubicBezTo>
                    <a:pt x="1330" y="0"/>
                    <a:pt x="1227" y="17"/>
                    <a:pt x="1129" y="54"/>
                  </a:cubicBezTo>
                  <a:cubicBezTo>
                    <a:pt x="79" y="430"/>
                    <a:pt x="0" y="2860"/>
                    <a:pt x="612" y="4537"/>
                  </a:cubicBezTo>
                  <a:cubicBezTo>
                    <a:pt x="1057" y="5791"/>
                    <a:pt x="1774" y="6274"/>
                    <a:pt x="2546" y="6274"/>
                  </a:cubicBezTo>
                  <a:cubicBezTo>
                    <a:pt x="2807" y="6274"/>
                    <a:pt x="3074" y="6219"/>
                    <a:pt x="3339" y="6120"/>
                  </a:cubicBezTo>
                  <a:cubicBezTo>
                    <a:pt x="4389" y="5744"/>
                    <a:pt x="5016" y="4835"/>
                    <a:pt x="4420" y="3157"/>
                  </a:cubicBezTo>
                  <a:cubicBezTo>
                    <a:pt x="3866" y="1637"/>
                    <a:pt x="2474" y="0"/>
                    <a:pt x="1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0"/>
            <p:cNvSpPr/>
            <p:nvPr/>
          </p:nvSpPr>
          <p:spPr>
            <a:xfrm>
              <a:off x="2084825" y="3801375"/>
              <a:ext cx="126200" cy="156500"/>
            </a:xfrm>
            <a:custGeom>
              <a:rect b="b" l="l" r="r" t="t"/>
              <a:pathLst>
                <a:path extrusionOk="0" h="6260" w="5048">
                  <a:moveTo>
                    <a:pt x="3629" y="1"/>
                  </a:moveTo>
                  <a:cubicBezTo>
                    <a:pt x="2590" y="1"/>
                    <a:pt x="1194" y="1616"/>
                    <a:pt x="628" y="3116"/>
                  </a:cubicBezTo>
                  <a:cubicBezTo>
                    <a:pt x="1" y="4793"/>
                    <a:pt x="628" y="5702"/>
                    <a:pt x="1678" y="6094"/>
                  </a:cubicBezTo>
                  <a:cubicBezTo>
                    <a:pt x="1952" y="6200"/>
                    <a:pt x="2227" y="6260"/>
                    <a:pt x="2494" y="6260"/>
                  </a:cubicBezTo>
                  <a:cubicBezTo>
                    <a:pt x="3254" y="6260"/>
                    <a:pt x="3957" y="5782"/>
                    <a:pt x="4421" y="4542"/>
                  </a:cubicBezTo>
                  <a:cubicBezTo>
                    <a:pt x="5048" y="2881"/>
                    <a:pt x="5001" y="451"/>
                    <a:pt x="3951" y="59"/>
                  </a:cubicBezTo>
                  <a:cubicBezTo>
                    <a:pt x="3849" y="20"/>
                    <a:pt x="3741" y="1"/>
                    <a:pt x="3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0"/>
            <p:cNvSpPr/>
            <p:nvPr/>
          </p:nvSpPr>
          <p:spPr>
            <a:xfrm>
              <a:off x="2076200" y="3800875"/>
              <a:ext cx="101925" cy="161875"/>
            </a:xfrm>
            <a:custGeom>
              <a:rect b="b" l="l" r="r" t="t"/>
              <a:pathLst>
                <a:path extrusionOk="0" h="6475" w="4077">
                  <a:moveTo>
                    <a:pt x="2054" y="1"/>
                  </a:moveTo>
                  <a:cubicBezTo>
                    <a:pt x="941" y="1"/>
                    <a:pt x="17" y="2258"/>
                    <a:pt x="1" y="4029"/>
                  </a:cubicBezTo>
                  <a:cubicBezTo>
                    <a:pt x="1" y="5816"/>
                    <a:pt x="894" y="6459"/>
                    <a:pt x="2023" y="6474"/>
                  </a:cubicBezTo>
                  <a:cubicBezTo>
                    <a:pt x="3136" y="6474"/>
                    <a:pt x="4045" y="5847"/>
                    <a:pt x="4061" y="4061"/>
                  </a:cubicBezTo>
                  <a:cubicBezTo>
                    <a:pt x="4076" y="2274"/>
                    <a:pt x="3183" y="17"/>
                    <a:pt x="20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0"/>
            <p:cNvSpPr/>
            <p:nvPr/>
          </p:nvSpPr>
          <p:spPr>
            <a:xfrm>
              <a:off x="2113450" y="3841250"/>
              <a:ext cx="171650" cy="338575"/>
            </a:xfrm>
            <a:custGeom>
              <a:rect b="b" l="l" r="r" t="t"/>
              <a:pathLst>
                <a:path extrusionOk="0" h="13543" w="6866">
                  <a:moveTo>
                    <a:pt x="6865" y="0"/>
                  </a:moveTo>
                  <a:cubicBezTo>
                    <a:pt x="721" y="4656"/>
                    <a:pt x="0" y="13543"/>
                    <a:pt x="0" y="13543"/>
                  </a:cubicBezTo>
                  <a:lnTo>
                    <a:pt x="68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0"/>
            <p:cNvSpPr/>
            <p:nvPr/>
          </p:nvSpPr>
          <p:spPr>
            <a:xfrm>
              <a:off x="1964525" y="3830675"/>
              <a:ext cx="148950" cy="349150"/>
            </a:xfrm>
            <a:custGeom>
              <a:rect b="b" l="l" r="r" t="t"/>
              <a:pathLst>
                <a:path extrusionOk="0" h="13966" w="5958">
                  <a:moveTo>
                    <a:pt x="1" y="0"/>
                  </a:moveTo>
                  <a:lnTo>
                    <a:pt x="5957" y="13966"/>
                  </a:lnTo>
                  <a:cubicBezTo>
                    <a:pt x="5957" y="13966"/>
                    <a:pt x="5816" y="504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0"/>
            <p:cNvSpPr/>
            <p:nvPr/>
          </p:nvSpPr>
          <p:spPr>
            <a:xfrm>
              <a:off x="2640475" y="5156725"/>
              <a:ext cx="40800" cy="319375"/>
            </a:xfrm>
            <a:custGeom>
              <a:rect b="b" l="l" r="r" t="t"/>
              <a:pathLst>
                <a:path extrusionOk="0" h="12775" w="1632">
                  <a:moveTo>
                    <a:pt x="1" y="0"/>
                  </a:moveTo>
                  <a:lnTo>
                    <a:pt x="1" y="12775"/>
                  </a:lnTo>
                  <a:lnTo>
                    <a:pt x="1631" y="1277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0"/>
            <p:cNvSpPr/>
            <p:nvPr/>
          </p:nvSpPr>
          <p:spPr>
            <a:xfrm>
              <a:off x="2546825" y="5002725"/>
              <a:ext cx="49800" cy="473375"/>
            </a:xfrm>
            <a:custGeom>
              <a:rect b="b" l="l" r="r" t="t"/>
              <a:pathLst>
                <a:path extrusionOk="0" h="18935" w="1992">
                  <a:moveTo>
                    <a:pt x="1991" y="0"/>
                  </a:moveTo>
                  <a:lnTo>
                    <a:pt x="1145" y="1991"/>
                  </a:lnTo>
                  <a:lnTo>
                    <a:pt x="1" y="7289"/>
                  </a:lnTo>
                  <a:lnTo>
                    <a:pt x="455" y="18935"/>
                  </a:lnTo>
                  <a:lnTo>
                    <a:pt x="1145" y="18935"/>
                  </a:lnTo>
                  <a:lnTo>
                    <a:pt x="19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0"/>
            <p:cNvSpPr/>
            <p:nvPr/>
          </p:nvSpPr>
          <p:spPr>
            <a:xfrm>
              <a:off x="2857975" y="4895350"/>
              <a:ext cx="53700" cy="580750"/>
            </a:xfrm>
            <a:custGeom>
              <a:rect b="b" l="l" r="r" t="t"/>
              <a:pathLst>
                <a:path extrusionOk="0" h="23230" w="2148">
                  <a:moveTo>
                    <a:pt x="0" y="0"/>
                  </a:moveTo>
                  <a:lnTo>
                    <a:pt x="1834" y="23230"/>
                  </a:lnTo>
                  <a:lnTo>
                    <a:pt x="2148" y="23230"/>
                  </a:lnTo>
                  <a:lnTo>
                    <a:pt x="1834" y="2351"/>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0"/>
            <p:cNvSpPr/>
            <p:nvPr/>
          </p:nvSpPr>
          <p:spPr>
            <a:xfrm>
              <a:off x="2911650" y="4871450"/>
              <a:ext cx="20800" cy="604650"/>
            </a:xfrm>
            <a:custGeom>
              <a:rect b="b" l="l" r="r" t="t"/>
              <a:pathLst>
                <a:path extrusionOk="0" h="24186" w="832">
                  <a:moveTo>
                    <a:pt x="831" y="0"/>
                  </a:moveTo>
                  <a:lnTo>
                    <a:pt x="455" y="329"/>
                  </a:lnTo>
                  <a:lnTo>
                    <a:pt x="1" y="24186"/>
                  </a:lnTo>
                  <a:lnTo>
                    <a:pt x="455" y="24186"/>
                  </a:lnTo>
                  <a:lnTo>
                    <a:pt x="8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0"/>
            <p:cNvSpPr/>
            <p:nvPr/>
          </p:nvSpPr>
          <p:spPr>
            <a:xfrm>
              <a:off x="2923025" y="5334625"/>
              <a:ext cx="30575" cy="141475"/>
            </a:xfrm>
            <a:custGeom>
              <a:rect b="b" l="l" r="r" t="t"/>
              <a:pathLst>
                <a:path extrusionOk="0" h="5659" w="1223">
                  <a:moveTo>
                    <a:pt x="909" y="0"/>
                  </a:moveTo>
                  <a:lnTo>
                    <a:pt x="0" y="5659"/>
                  </a:lnTo>
                  <a:lnTo>
                    <a:pt x="1223" y="5659"/>
                  </a:lnTo>
                  <a:lnTo>
                    <a:pt x="9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5" name="Google Shape;1875;p40"/>
          <p:cNvSpPr/>
          <p:nvPr/>
        </p:nvSpPr>
        <p:spPr>
          <a:xfrm>
            <a:off x="-1637787" y="74538"/>
            <a:ext cx="10828625" cy="1112950"/>
          </a:xfrm>
          <a:custGeom>
            <a:rect b="b" l="l" r="r" t="t"/>
            <a:pathLst>
              <a:path extrusionOk="0" h="44518" w="313487">
                <a:moveTo>
                  <a:pt x="313487" y="1"/>
                </a:moveTo>
                <a:cubicBezTo>
                  <a:pt x="313487" y="1"/>
                  <a:pt x="213140" y="16051"/>
                  <a:pt x="210068" y="16051"/>
                </a:cubicBezTo>
                <a:cubicBezTo>
                  <a:pt x="207011" y="16051"/>
                  <a:pt x="103075" y="10487"/>
                  <a:pt x="103075" y="10487"/>
                </a:cubicBezTo>
                <a:lnTo>
                  <a:pt x="0" y="16051"/>
                </a:lnTo>
                <a:lnTo>
                  <a:pt x="0" y="29421"/>
                </a:lnTo>
                <a:cubicBezTo>
                  <a:pt x="1815" y="29204"/>
                  <a:pt x="5448" y="29107"/>
                  <a:pt x="10266" y="29107"/>
                </a:cubicBezTo>
                <a:cubicBezTo>
                  <a:pt x="33210" y="29107"/>
                  <a:pt x="83034" y="31301"/>
                  <a:pt x="91350" y="33089"/>
                </a:cubicBezTo>
                <a:cubicBezTo>
                  <a:pt x="101315" y="35234"/>
                  <a:pt x="223068" y="44518"/>
                  <a:pt x="227337" y="44518"/>
                </a:cubicBezTo>
                <a:cubicBezTo>
                  <a:pt x="227373" y="44518"/>
                  <a:pt x="227400" y="44517"/>
                  <a:pt x="227419" y="44516"/>
                </a:cubicBezTo>
                <a:cubicBezTo>
                  <a:pt x="229755" y="44343"/>
                  <a:pt x="313487" y="18575"/>
                  <a:pt x="313487" y="18575"/>
                </a:cubicBezTo>
                <a:lnTo>
                  <a:pt x="313487" y="1"/>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0"/>
          <p:cNvSpPr/>
          <p:nvPr/>
        </p:nvSpPr>
        <p:spPr>
          <a:xfrm>
            <a:off x="5571400" y="164312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0"/>
          <p:cNvSpPr/>
          <p:nvPr/>
        </p:nvSpPr>
        <p:spPr>
          <a:xfrm flipH="1" rot="-2231248">
            <a:off x="5581518" y="22517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0"/>
          <p:cNvSpPr/>
          <p:nvPr/>
        </p:nvSpPr>
        <p:spPr>
          <a:xfrm flipH="1" rot="-2231248">
            <a:off x="7637468" y="11021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0"/>
          <p:cNvSpPr/>
          <p:nvPr/>
        </p:nvSpPr>
        <p:spPr>
          <a:xfrm>
            <a:off x="7436328" y="3164346"/>
            <a:ext cx="2397363" cy="2025282"/>
          </a:xfrm>
          <a:custGeom>
            <a:rect b="b" l="l" r="r" t="t"/>
            <a:pathLst>
              <a:path extrusionOk="0" h="86894" w="102858">
                <a:moveTo>
                  <a:pt x="48372" y="11153"/>
                </a:moveTo>
                <a:lnTo>
                  <a:pt x="48372" y="19875"/>
                </a:lnTo>
                <a:lnTo>
                  <a:pt x="30000" y="19875"/>
                </a:lnTo>
                <a:lnTo>
                  <a:pt x="30000" y="14011"/>
                </a:lnTo>
                <a:lnTo>
                  <a:pt x="31454" y="14011"/>
                </a:lnTo>
                <a:lnTo>
                  <a:pt x="31454" y="11153"/>
                </a:lnTo>
                <a:close/>
                <a:moveTo>
                  <a:pt x="71404" y="11153"/>
                </a:moveTo>
                <a:lnTo>
                  <a:pt x="71404" y="14011"/>
                </a:lnTo>
                <a:lnTo>
                  <a:pt x="72858" y="14011"/>
                </a:lnTo>
                <a:lnTo>
                  <a:pt x="72858" y="19875"/>
                </a:lnTo>
                <a:lnTo>
                  <a:pt x="54487" y="19875"/>
                </a:lnTo>
                <a:lnTo>
                  <a:pt x="54487" y="11153"/>
                </a:lnTo>
                <a:close/>
                <a:moveTo>
                  <a:pt x="0" y="0"/>
                </a:moveTo>
                <a:lnTo>
                  <a:pt x="2958" y="5790"/>
                </a:lnTo>
                <a:lnTo>
                  <a:pt x="7519" y="5790"/>
                </a:lnTo>
                <a:lnTo>
                  <a:pt x="9925" y="11153"/>
                </a:lnTo>
                <a:lnTo>
                  <a:pt x="20752" y="11153"/>
                </a:lnTo>
                <a:lnTo>
                  <a:pt x="20752" y="14011"/>
                </a:lnTo>
                <a:lnTo>
                  <a:pt x="22356" y="14011"/>
                </a:lnTo>
                <a:lnTo>
                  <a:pt x="22356" y="19875"/>
                </a:lnTo>
                <a:lnTo>
                  <a:pt x="12682" y="19875"/>
                </a:lnTo>
                <a:lnTo>
                  <a:pt x="12682" y="21028"/>
                </a:lnTo>
                <a:lnTo>
                  <a:pt x="14035" y="21028"/>
                </a:lnTo>
                <a:lnTo>
                  <a:pt x="14035" y="25314"/>
                </a:lnTo>
                <a:lnTo>
                  <a:pt x="22356" y="25314"/>
                </a:lnTo>
                <a:lnTo>
                  <a:pt x="22356" y="60978"/>
                </a:lnTo>
                <a:lnTo>
                  <a:pt x="21805" y="60978"/>
                </a:lnTo>
                <a:lnTo>
                  <a:pt x="21805" y="62733"/>
                </a:lnTo>
                <a:lnTo>
                  <a:pt x="22356" y="62733"/>
                </a:lnTo>
                <a:lnTo>
                  <a:pt x="22356" y="83660"/>
                </a:lnTo>
                <a:lnTo>
                  <a:pt x="20878" y="83660"/>
                </a:lnTo>
                <a:lnTo>
                  <a:pt x="20878" y="86893"/>
                </a:lnTo>
                <a:lnTo>
                  <a:pt x="31479" y="86893"/>
                </a:lnTo>
                <a:lnTo>
                  <a:pt x="31479" y="83660"/>
                </a:lnTo>
                <a:lnTo>
                  <a:pt x="30000" y="83660"/>
                </a:lnTo>
                <a:lnTo>
                  <a:pt x="30000" y="62733"/>
                </a:lnTo>
                <a:lnTo>
                  <a:pt x="30552" y="62733"/>
                </a:lnTo>
                <a:lnTo>
                  <a:pt x="30552" y="60978"/>
                </a:lnTo>
                <a:lnTo>
                  <a:pt x="30000" y="60978"/>
                </a:lnTo>
                <a:lnTo>
                  <a:pt x="30000" y="25314"/>
                </a:lnTo>
                <a:lnTo>
                  <a:pt x="72858" y="25314"/>
                </a:lnTo>
                <a:lnTo>
                  <a:pt x="72858" y="60978"/>
                </a:lnTo>
                <a:lnTo>
                  <a:pt x="72306" y="60978"/>
                </a:lnTo>
                <a:lnTo>
                  <a:pt x="72306" y="62733"/>
                </a:lnTo>
                <a:lnTo>
                  <a:pt x="72858" y="62733"/>
                </a:lnTo>
                <a:lnTo>
                  <a:pt x="72858" y="83660"/>
                </a:lnTo>
                <a:lnTo>
                  <a:pt x="71379" y="83660"/>
                </a:lnTo>
                <a:lnTo>
                  <a:pt x="71379" y="86893"/>
                </a:lnTo>
                <a:lnTo>
                  <a:pt x="81981" y="86893"/>
                </a:lnTo>
                <a:lnTo>
                  <a:pt x="81981" y="83660"/>
                </a:lnTo>
                <a:lnTo>
                  <a:pt x="80502" y="83660"/>
                </a:lnTo>
                <a:lnTo>
                  <a:pt x="80502" y="62733"/>
                </a:lnTo>
                <a:lnTo>
                  <a:pt x="81053" y="62733"/>
                </a:lnTo>
                <a:lnTo>
                  <a:pt x="81053" y="60978"/>
                </a:lnTo>
                <a:lnTo>
                  <a:pt x="80502" y="60978"/>
                </a:lnTo>
                <a:lnTo>
                  <a:pt x="80502" y="25314"/>
                </a:lnTo>
                <a:lnTo>
                  <a:pt x="88823" y="25314"/>
                </a:lnTo>
                <a:lnTo>
                  <a:pt x="88823" y="21028"/>
                </a:lnTo>
                <a:lnTo>
                  <a:pt x="90176" y="21028"/>
                </a:lnTo>
                <a:lnTo>
                  <a:pt x="90176" y="19875"/>
                </a:lnTo>
                <a:lnTo>
                  <a:pt x="80502" y="19875"/>
                </a:lnTo>
                <a:lnTo>
                  <a:pt x="80502" y="14011"/>
                </a:lnTo>
                <a:lnTo>
                  <a:pt x="82106" y="14011"/>
                </a:lnTo>
                <a:lnTo>
                  <a:pt x="82106" y="11153"/>
                </a:lnTo>
                <a:lnTo>
                  <a:pt x="92933" y="11153"/>
                </a:lnTo>
                <a:lnTo>
                  <a:pt x="95339" y="5790"/>
                </a:lnTo>
                <a:lnTo>
                  <a:pt x="99901" y="5790"/>
                </a:lnTo>
                <a:lnTo>
                  <a:pt x="102858" y="0"/>
                </a:lnTo>
                <a:lnTo>
                  <a:pt x="102858" y="0"/>
                </a:lnTo>
                <a:cubicBezTo>
                  <a:pt x="97094" y="2030"/>
                  <a:pt x="51429" y="3509"/>
                  <a:pt x="51429" y="3509"/>
                </a:cubicBezTo>
                <a:cubicBezTo>
                  <a:pt x="51429" y="3509"/>
                  <a:pt x="5765" y="203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3" name="Shape 1883"/>
        <p:cNvGrpSpPr/>
        <p:nvPr/>
      </p:nvGrpSpPr>
      <p:grpSpPr>
        <a:xfrm>
          <a:off x="0" y="0"/>
          <a:ext cx="0" cy="0"/>
          <a:chOff x="0" y="0"/>
          <a:chExt cx="0" cy="0"/>
        </a:xfrm>
      </p:grpSpPr>
      <p:sp>
        <p:nvSpPr>
          <p:cNvPr id="1884" name="Google Shape;1884;p41"/>
          <p:cNvSpPr txBox="1"/>
          <p:nvPr>
            <p:ph type="title"/>
          </p:nvPr>
        </p:nvSpPr>
        <p:spPr>
          <a:xfrm>
            <a:off x="1804050" y="1559750"/>
            <a:ext cx="2922000" cy="59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Desktop</a:t>
            </a:r>
            <a:r>
              <a:rPr lang="en"/>
              <a:t> demo</a:t>
            </a:r>
            <a:endParaRPr/>
          </a:p>
        </p:txBody>
      </p:sp>
      <p:sp>
        <p:nvSpPr>
          <p:cNvPr id="1885" name="Google Shape;1885;p41"/>
          <p:cNvSpPr txBox="1"/>
          <p:nvPr>
            <p:ph idx="1" type="subTitle"/>
          </p:nvPr>
        </p:nvSpPr>
        <p:spPr>
          <a:xfrm>
            <a:off x="1804075" y="2267574"/>
            <a:ext cx="2922000" cy="82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a:t>
            </a:r>
            <a:r>
              <a:rPr b="1" lang="en"/>
              <a:t>“Replace image”</a:t>
            </a:r>
            <a:endParaRPr b="1"/>
          </a:p>
        </p:txBody>
      </p:sp>
      <p:grpSp>
        <p:nvGrpSpPr>
          <p:cNvPr id="1886" name="Google Shape;1886;p41"/>
          <p:cNvGrpSpPr/>
          <p:nvPr/>
        </p:nvGrpSpPr>
        <p:grpSpPr>
          <a:xfrm>
            <a:off x="5152750" y="1339237"/>
            <a:ext cx="2814300" cy="2478337"/>
            <a:chOff x="5152750" y="1302437"/>
            <a:chExt cx="2814300" cy="2478337"/>
          </a:xfrm>
        </p:grpSpPr>
        <p:sp>
          <p:nvSpPr>
            <p:cNvPr id="1887" name="Google Shape;1887;p41"/>
            <p:cNvSpPr/>
            <p:nvPr/>
          </p:nvSpPr>
          <p:spPr>
            <a:xfrm>
              <a:off x="5152750" y="1302437"/>
              <a:ext cx="2814300" cy="2119500"/>
            </a:xfrm>
            <a:prstGeom prst="roundRect">
              <a:avLst>
                <a:gd fmla="val 5810" name="adj"/>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1"/>
            <p:cNvSpPr/>
            <p:nvPr/>
          </p:nvSpPr>
          <p:spPr>
            <a:xfrm>
              <a:off x="6045850" y="3421674"/>
              <a:ext cx="1028100" cy="317100"/>
            </a:xfrm>
            <a:prstGeom prst="trapezoid">
              <a:avLst>
                <a:gd fmla="val 18467" name="adj"/>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1"/>
            <p:cNvSpPr/>
            <p:nvPr/>
          </p:nvSpPr>
          <p:spPr>
            <a:xfrm>
              <a:off x="5991700" y="3738774"/>
              <a:ext cx="1136400" cy="42000"/>
            </a:xfrm>
            <a:prstGeom prst="roundRect">
              <a:avLst>
                <a:gd fmla="val 50000" name="adj"/>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1"/>
            <p:cNvSpPr/>
            <p:nvPr/>
          </p:nvSpPr>
          <p:spPr>
            <a:xfrm>
              <a:off x="6492550" y="3216935"/>
              <a:ext cx="134700" cy="134700"/>
            </a:xfrm>
            <a:prstGeom prst="ellipse">
              <a:avLst/>
            </a:prstGeom>
            <a:solidFill>
              <a:schemeClr val="dk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891" name="Google Shape;1891;p41"/>
          <p:cNvPicPr preferRelativeResize="0"/>
          <p:nvPr>
            <p:ph idx="2" type="pic"/>
          </p:nvPr>
        </p:nvPicPr>
        <p:blipFill rotWithShape="1">
          <a:blip r:embed="rId3">
            <a:alphaModFix/>
          </a:blip>
          <a:srcRect b="0" l="603" r="603" t="0"/>
          <a:stretch/>
        </p:blipFill>
        <p:spPr>
          <a:xfrm>
            <a:off x="5351775" y="1550550"/>
            <a:ext cx="2367898" cy="1348163"/>
          </a:xfrm>
          <a:prstGeom prst="rect">
            <a:avLst/>
          </a:prstGeom>
        </p:spPr>
      </p:pic>
      <p:grpSp>
        <p:nvGrpSpPr>
          <p:cNvPr id="1892" name="Google Shape;1892;p41"/>
          <p:cNvGrpSpPr/>
          <p:nvPr/>
        </p:nvGrpSpPr>
        <p:grpSpPr>
          <a:xfrm>
            <a:off x="-496100" y="3514575"/>
            <a:ext cx="9800100" cy="1657575"/>
            <a:chOff x="-613275" y="3559275"/>
            <a:chExt cx="9800100" cy="1657575"/>
          </a:xfrm>
        </p:grpSpPr>
        <p:sp>
          <p:nvSpPr>
            <p:cNvPr id="1893" name="Google Shape;1893;p41"/>
            <p:cNvSpPr/>
            <p:nvPr/>
          </p:nvSpPr>
          <p:spPr>
            <a:xfrm>
              <a:off x="8699600" y="3962263"/>
              <a:ext cx="444400" cy="1230850"/>
            </a:xfrm>
            <a:custGeom>
              <a:rect b="b" l="l" r="r" t="t"/>
              <a:pathLst>
                <a:path extrusionOk="0" h="49234" w="17776">
                  <a:moveTo>
                    <a:pt x="1" y="15017"/>
                  </a:moveTo>
                  <a:lnTo>
                    <a:pt x="1" y="49234"/>
                  </a:lnTo>
                  <a:lnTo>
                    <a:pt x="5487" y="49234"/>
                  </a:lnTo>
                  <a:lnTo>
                    <a:pt x="5487" y="15017"/>
                  </a:lnTo>
                  <a:cubicBezTo>
                    <a:pt x="5487" y="7665"/>
                    <a:pt x="10785" y="1537"/>
                    <a:pt x="17776" y="251"/>
                  </a:cubicBezTo>
                  <a:lnTo>
                    <a:pt x="17776" y="251"/>
                  </a:lnTo>
                  <a:cubicBezTo>
                    <a:pt x="16882" y="79"/>
                    <a:pt x="15957" y="1"/>
                    <a:pt x="15033" y="1"/>
                  </a:cubicBezTo>
                  <a:lnTo>
                    <a:pt x="15033"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1"/>
            <p:cNvSpPr/>
            <p:nvPr/>
          </p:nvSpPr>
          <p:spPr>
            <a:xfrm>
              <a:off x="7566750" y="3962263"/>
              <a:ext cx="444000" cy="1230850"/>
            </a:xfrm>
            <a:custGeom>
              <a:rect b="b" l="l" r="r" t="t"/>
              <a:pathLst>
                <a:path extrusionOk="0" h="49234" w="17760">
                  <a:moveTo>
                    <a:pt x="0" y="15017"/>
                  </a:moveTo>
                  <a:lnTo>
                    <a:pt x="0" y="49234"/>
                  </a:lnTo>
                  <a:lnTo>
                    <a:pt x="5486" y="49234"/>
                  </a:lnTo>
                  <a:lnTo>
                    <a:pt x="5486" y="15017"/>
                  </a:lnTo>
                  <a:cubicBezTo>
                    <a:pt x="5486" y="7665"/>
                    <a:pt x="10769" y="1537"/>
                    <a:pt x="17759" y="251"/>
                  </a:cubicBezTo>
                  <a:lnTo>
                    <a:pt x="17759" y="251"/>
                  </a:lnTo>
                  <a:cubicBezTo>
                    <a:pt x="16866"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1"/>
            <p:cNvSpPr/>
            <p:nvPr/>
          </p:nvSpPr>
          <p:spPr>
            <a:xfrm>
              <a:off x="6433500" y="3962263"/>
              <a:ext cx="444000" cy="1230850"/>
            </a:xfrm>
            <a:custGeom>
              <a:rect b="b" l="l" r="r" t="t"/>
              <a:pathLst>
                <a:path extrusionOk="0" h="49234" w="17760">
                  <a:moveTo>
                    <a:pt x="0" y="15017"/>
                  </a:moveTo>
                  <a:lnTo>
                    <a:pt x="0" y="49234"/>
                  </a:lnTo>
                  <a:lnTo>
                    <a:pt x="5486" y="49234"/>
                  </a:lnTo>
                  <a:lnTo>
                    <a:pt x="5486" y="15017"/>
                  </a:lnTo>
                  <a:cubicBezTo>
                    <a:pt x="5486" y="7665"/>
                    <a:pt x="10784" y="1537"/>
                    <a:pt x="17759" y="251"/>
                  </a:cubicBezTo>
                  <a:lnTo>
                    <a:pt x="17759" y="251"/>
                  </a:lnTo>
                  <a:cubicBezTo>
                    <a:pt x="16881"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1"/>
            <p:cNvSpPr/>
            <p:nvPr/>
          </p:nvSpPr>
          <p:spPr>
            <a:xfrm>
              <a:off x="5300250" y="3962263"/>
              <a:ext cx="444375" cy="1230850"/>
            </a:xfrm>
            <a:custGeom>
              <a:rect b="b" l="l" r="r" t="t"/>
              <a:pathLst>
                <a:path extrusionOk="0" h="49234" w="17775">
                  <a:moveTo>
                    <a:pt x="0" y="15017"/>
                  </a:moveTo>
                  <a:lnTo>
                    <a:pt x="0" y="49234"/>
                  </a:lnTo>
                  <a:lnTo>
                    <a:pt x="5486" y="49234"/>
                  </a:lnTo>
                  <a:lnTo>
                    <a:pt x="5486" y="15017"/>
                  </a:lnTo>
                  <a:cubicBezTo>
                    <a:pt x="5486" y="7665"/>
                    <a:pt x="10784" y="1537"/>
                    <a:pt x="17775" y="251"/>
                  </a:cubicBezTo>
                  <a:lnTo>
                    <a:pt x="17775" y="251"/>
                  </a:lnTo>
                  <a:cubicBezTo>
                    <a:pt x="16881" y="79"/>
                    <a:pt x="15957" y="1"/>
                    <a:pt x="15032" y="1"/>
                  </a:cubicBezTo>
                  <a:lnTo>
                    <a:pt x="15032" y="1"/>
                  </a:lnTo>
                  <a:cubicBezTo>
                    <a:pt x="6724"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7" name="Google Shape;1897;p41"/>
            <p:cNvGrpSpPr/>
            <p:nvPr/>
          </p:nvGrpSpPr>
          <p:grpSpPr>
            <a:xfrm>
              <a:off x="-613275" y="3559275"/>
              <a:ext cx="9800100" cy="1657575"/>
              <a:chOff x="-613275" y="3443675"/>
              <a:chExt cx="9800100" cy="1657575"/>
            </a:xfrm>
          </p:grpSpPr>
          <p:sp>
            <p:nvSpPr>
              <p:cNvPr id="1898" name="Google Shape;1898;p41"/>
              <p:cNvSpPr/>
              <p:nvPr/>
            </p:nvSpPr>
            <p:spPr>
              <a:xfrm>
                <a:off x="3962175" y="3443675"/>
                <a:ext cx="5224650" cy="1657575"/>
              </a:xfrm>
              <a:custGeom>
                <a:rect b="b" l="l" r="r" t="t"/>
                <a:pathLst>
                  <a:path extrusionOk="0" h="66303" w="208986">
                    <a:moveTo>
                      <a:pt x="0" y="0"/>
                    </a:moveTo>
                    <a:lnTo>
                      <a:pt x="0" y="1207"/>
                    </a:lnTo>
                    <a:lnTo>
                      <a:pt x="5486" y="1207"/>
                    </a:lnTo>
                    <a:lnTo>
                      <a:pt x="5486" y="5439"/>
                    </a:lnTo>
                    <a:lnTo>
                      <a:pt x="0" y="5439"/>
                    </a:lnTo>
                    <a:lnTo>
                      <a:pt x="0" y="66303"/>
                    </a:lnTo>
                    <a:lnTo>
                      <a:pt x="8104" y="66303"/>
                    </a:lnTo>
                    <a:lnTo>
                      <a:pt x="8104" y="32086"/>
                    </a:lnTo>
                    <a:cubicBezTo>
                      <a:pt x="8104" y="23794"/>
                      <a:pt x="14828" y="17070"/>
                      <a:pt x="23120" y="17070"/>
                    </a:cubicBezTo>
                    <a:lnTo>
                      <a:pt x="23120" y="17070"/>
                    </a:lnTo>
                    <a:cubicBezTo>
                      <a:pt x="31411" y="17070"/>
                      <a:pt x="38136" y="23794"/>
                      <a:pt x="38136" y="32086"/>
                    </a:cubicBezTo>
                    <a:lnTo>
                      <a:pt x="38136" y="32086"/>
                    </a:lnTo>
                    <a:lnTo>
                      <a:pt x="38136" y="66303"/>
                    </a:lnTo>
                    <a:lnTo>
                      <a:pt x="53434" y="66303"/>
                    </a:lnTo>
                    <a:lnTo>
                      <a:pt x="53434" y="32086"/>
                    </a:lnTo>
                    <a:cubicBezTo>
                      <a:pt x="53434" y="23794"/>
                      <a:pt x="60158" y="17070"/>
                      <a:pt x="68450" y="17070"/>
                    </a:cubicBezTo>
                    <a:lnTo>
                      <a:pt x="68450" y="17070"/>
                    </a:lnTo>
                    <a:cubicBezTo>
                      <a:pt x="76741" y="17070"/>
                      <a:pt x="83466" y="23794"/>
                      <a:pt x="83466" y="32086"/>
                    </a:cubicBezTo>
                    <a:lnTo>
                      <a:pt x="83466" y="32086"/>
                    </a:lnTo>
                    <a:lnTo>
                      <a:pt x="83466" y="66303"/>
                    </a:lnTo>
                    <a:lnTo>
                      <a:pt x="98764" y="66303"/>
                    </a:lnTo>
                    <a:lnTo>
                      <a:pt x="98764" y="32086"/>
                    </a:lnTo>
                    <a:cubicBezTo>
                      <a:pt x="98764" y="23794"/>
                      <a:pt x="105488" y="17070"/>
                      <a:pt x="113780" y="17070"/>
                    </a:cubicBezTo>
                    <a:lnTo>
                      <a:pt x="113780" y="17070"/>
                    </a:lnTo>
                    <a:cubicBezTo>
                      <a:pt x="122072" y="17070"/>
                      <a:pt x="128796" y="23794"/>
                      <a:pt x="128796" y="32086"/>
                    </a:cubicBezTo>
                    <a:lnTo>
                      <a:pt x="128796" y="32086"/>
                    </a:lnTo>
                    <a:lnTo>
                      <a:pt x="128796" y="66303"/>
                    </a:lnTo>
                    <a:lnTo>
                      <a:pt x="144094" y="66303"/>
                    </a:lnTo>
                    <a:lnTo>
                      <a:pt x="144094" y="32086"/>
                    </a:lnTo>
                    <a:cubicBezTo>
                      <a:pt x="144094" y="23794"/>
                      <a:pt x="150818" y="17070"/>
                      <a:pt x="159110" y="17070"/>
                    </a:cubicBezTo>
                    <a:lnTo>
                      <a:pt x="159110" y="17070"/>
                    </a:lnTo>
                    <a:cubicBezTo>
                      <a:pt x="167402" y="17070"/>
                      <a:pt x="174126" y="23794"/>
                      <a:pt x="174126" y="32086"/>
                    </a:cubicBezTo>
                    <a:lnTo>
                      <a:pt x="174126" y="32086"/>
                    </a:lnTo>
                    <a:lnTo>
                      <a:pt x="174126" y="66303"/>
                    </a:lnTo>
                    <a:lnTo>
                      <a:pt x="189424" y="66303"/>
                    </a:lnTo>
                    <a:lnTo>
                      <a:pt x="189424" y="32086"/>
                    </a:lnTo>
                    <a:cubicBezTo>
                      <a:pt x="189424" y="23794"/>
                      <a:pt x="196148" y="17070"/>
                      <a:pt x="204440" y="17070"/>
                    </a:cubicBezTo>
                    <a:lnTo>
                      <a:pt x="204440" y="17070"/>
                    </a:lnTo>
                    <a:cubicBezTo>
                      <a:pt x="205976" y="17070"/>
                      <a:pt x="207591" y="17305"/>
                      <a:pt x="208986" y="17728"/>
                    </a:cubicBezTo>
                    <a:lnTo>
                      <a:pt x="208986" y="17728"/>
                    </a:lnTo>
                    <a:lnTo>
                      <a:pt x="208986" y="5439"/>
                    </a:lnTo>
                    <a:lnTo>
                      <a:pt x="205083" y="5439"/>
                    </a:lnTo>
                    <a:lnTo>
                      <a:pt x="205083" y="1207"/>
                    </a:lnTo>
                    <a:lnTo>
                      <a:pt x="208986" y="1207"/>
                    </a:lnTo>
                    <a:lnTo>
                      <a:pt x="208986" y="0"/>
                    </a:lnTo>
                    <a:close/>
                    <a:moveTo>
                      <a:pt x="189832" y="1207"/>
                    </a:moveTo>
                    <a:lnTo>
                      <a:pt x="203766" y="1207"/>
                    </a:lnTo>
                    <a:lnTo>
                      <a:pt x="203766" y="5439"/>
                    </a:lnTo>
                    <a:lnTo>
                      <a:pt x="189832" y="5439"/>
                    </a:lnTo>
                    <a:close/>
                    <a:moveTo>
                      <a:pt x="174581" y="1207"/>
                    </a:moveTo>
                    <a:lnTo>
                      <a:pt x="188515" y="1207"/>
                    </a:lnTo>
                    <a:lnTo>
                      <a:pt x="188515" y="5439"/>
                    </a:lnTo>
                    <a:lnTo>
                      <a:pt x="174581" y="5439"/>
                    </a:lnTo>
                    <a:close/>
                    <a:moveTo>
                      <a:pt x="159314" y="1207"/>
                    </a:moveTo>
                    <a:lnTo>
                      <a:pt x="173264" y="1207"/>
                    </a:lnTo>
                    <a:lnTo>
                      <a:pt x="173264" y="5439"/>
                    </a:lnTo>
                    <a:lnTo>
                      <a:pt x="159314" y="5439"/>
                    </a:lnTo>
                    <a:close/>
                    <a:moveTo>
                      <a:pt x="144063" y="1207"/>
                    </a:moveTo>
                    <a:lnTo>
                      <a:pt x="158013" y="1207"/>
                    </a:lnTo>
                    <a:lnTo>
                      <a:pt x="158013" y="5439"/>
                    </a:lnTo>
                    <a:lnTo>
                      <a:pt x="144063" y="5439"/>
                    </a:lnTo>
                    <a:close/>
                    <a:moveTo>
                      <a:pt x="128812" y="1207"/>
                    </a:moveTo>
                    <a:lnTo>
                      <a:pt x="142762" y="1207"/>
                    </a:lnTo>
                    <a:lnTo>
                      <a:pt x="142762" y="5439"/>
                    </a:lnTo>
                    <a:lnTo>
                      <a:pt x="128812" y="5439"/>
                    </a:lnTo>
                    <a:close/>
                    <a:moveTo>
                      <a:pt x="113560" y="1207"/>
                    </a:moveTo>
                    <a:lnTo>
                      <a:pt x="127511" y="1207"/>
                    </a:lnTo>
                    <a:lnTo>
                      <a:pt x="127511" y="5439"/>
                    </a:lnTo>
                    <a:lnTo>
                      <a:pt x="113560" y="5439"/>
                    </a:lnTo>
                    <a:close/>
                    <a:moveTo>
                      <a:pt x="98309" y="1207"/>
                    </a:moveTo>
                    <a:lnTo>
                      <a:pt x="112259" y="1207"/>
                    </a:lnTo>
                    <a:lnTo>
                      <a:pt x="112259" y="5439"/>
                    </a:lnTo>
                    <a:lnTo>
                      <a:pt x="98309" y="5439"/>
                    </a:lnTo>
                    <a:close/>
                    <a:moveTo>
                      <a:pt x="83058" y="1207"/>
                    </a:moveTo>
                    <a:lnTo>
                      <a:pt x="97008" y="1207"/>
                    </a:lnTo>
                    <a:lnTo>
                      <a:pt x="97008" y="5439"/>
                    </a:lnTo>
                    <a:lnTo>
                      <a:pt x="83058" y="5439"/>
                    </a:lnTo>
                    <a:close/>
                    <a:moveTo>
                      <a:pt x="67807" y="1207"/>
                    </a:moveTo>
                    <a:lnTo>
                      <a:pt x="81757" y="1207"/>
                    </a:lnTo>
                    <a:lnTo>
                      <a:pt x="81757" y="5439"/>
                    </a:lnTo>
                    <a:lnTo>
                      <a:pt x="67807" y="5439"/>
                    </a:lnTo>
                    <a:close/>
                    <a:moveTo>
                      <a:pt x="52556" y="1207"/>
                    </a:moveTo>
                    <a:lnTo>
                      <a:pt x="66490" y="1207"/>
                    </a:lnTo>
                    <a:lnTo>
                      <a:pt x="66490" y="5439"/>
                    </a:lnTo>
                    <a:lnTo>
                      <a:pt x="52556" y="5439"/>
                    </a:lnTo>
                    <a:close/>
                    <a:moveTo>
                      <a:pt x="37305" y="1207"/>
                    </a:moveTo>
                    <a:lnTo>
                      <a:pt x="51239" y="1207"/>
                    </a:lnTo>
                    <a:lnTo>
                      <a:pt x="51239" y="5439"/>
                    </a:lnTo>
                    <a:lnTo>
                      <a:pt x="37305" y="5439"/>
                    </a:lnTo>
                    <a:close/>
                    <a:moveTo>
                      <a:pt x="22038" y="1207"/>
                    </a:moveTo>
                    <a:lnTo>
                      <a:pt x="35988" y="1207"/>
                    </a:lnTo>
                    <a:lnTo>
                      <a:pt x="35988" y="5439"/>
                    </a:lnTo>
                    <a:lnTo>
                      <a:pt x="22038" y="5439"/>
                    </a:lnTo>
                    <a:close/>
                    <a:moveTo>
                      <a:pt x="6787" y="1207"/>
                    </a:moveTo>
                    <a:lnTo>
                      <a:pt x="20737" y="1207"/>
                    </a:lnTo>
                    <a:lnTo>
                      <a:pt x="20737" y="5439"/>
                    </a:lnTo>
                    <a:lnTo>
                      <a:pt x="6787" y="54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9" name="Google Shape;1899;p41"/>
              <p:cNvGrpSpPr/>
              <p:nvPr/>
            </p:nvGrpSpPr>
            <p:grpSpPr>
              <a:xfrm>
                <a:off x="-613275" y="3443675"/>
                <a:ext cx="5224650" cy="1657575"/>
                <a:chOff x="1161525" y="3805200"/>
                <a:chExt cx="5224650" cy="1657575"/>
              </a:xfrm>
            </p:grpSpPr>
            <p:sp>
              <p:nvSpPr>
                <p:cNvPr id="1900" name="Google Shape;1900;p41"/>
                <p:cNvSpPr/>
                <p:nvPr/>
              </p:nvSpPr>
              <p:spPr>
                <a:xfrm>
                  <a:off x="5896325" y="4231925"/>
                  <a:ext cx="444400" cy="1230850"/>
                </a:xfrm>
                <a:custGeom>
                  <a:rect b="b" l="l" r="r" t="t"/>
                  <a:pathLst>
                    <a:path extrusionOk="0" h="49234" w="17776">
                      <a:moveTo>
                        <a:pt x="1" y="15017"/>
                      </a:moveTo>
                      <a:lnTo>
                        <a:pt x="1" y="49234"/>
                      </a:lnTo>
                      <a:lnTo>
                        <a:pt x="5487" y="49234"/>
                      </a:lnTo>
                      <a:lnTo>
                        <a:pt x="5487" y="15017"/>
                      </a:lnTo>
                      <a:cubicBezTo>
                        <a:pt x="5487" y="7665"/>
                        <a:pt x="10785" y="1537"/>
                        <a:pt x="17776" y="251"/>
                      </a:cubicBezTo>
                      <a:lnTo>
                        <a:pt x="17776" y="251"/>
                      </a:lnTo>
                      <a:cubicBezTo>
                        <a:pt x="16882" y="79"/>
                        <a:pt x="15957" y="1"/>
                        <a:pt x="15033" y="1"/>
                      </a:cubicBezTo>
                      <a:lnTo>
                        <a:pt x="15033"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1"/>
                <p:cNvSpPr/>
                <p:nvPr/>
              </p:nvSpPr>
              <p:spPr>
                <a:xfrm>
                  <a:off x="4763475" y="4231925"/>
                  <a:ext cx="444000" cy="1230850"/>
                </a:xfrm>
                <a:custGeom>
                  <a:rect b="b" l="l" r="r" t="t"/>
                  <a:pathLst>
                    <a:path extrusionOk="0" h="49234" w="17760">
                      <a:moveTo>
                        <a:pt x="0" y="15017"/>
                      </a:moveTo>
                      <a:lnTo>
                        <a:pt x="0" y="49234"/>
                      </a:lnTo>
                      <a:lnTo>
                        <a:pt x="5486" y="49234"/>
                      </a:lnTo>
                      <a:lnTo>
                        <a:pt x="5486" y="15017"/>
                      </a:lnTo>
                      <a:cubicBezTo>
                        <a:pt x="5486" y="7665"/>
                        <a:pt x="10769" y="1537"/>
                        <a:pt x="17759" y="251"/>
                      </a:cubicBezTo>
                      <a:lnTo>
                        <a:pt x="17759" y="251"/>
                      </a:lnTo>
                      <a:cubicBezTo>
                        <a:pt x="16866"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1"/>
                <p:cNvSpPr/>
                <p:nvPr/>
              </p:nvSpPr>
              <p:spPr>
                <a:xfrm>
                  <a:off x="3630225" y="4231925"/>
                  <a:ext cx="444000" cy="1230850"/>
                </a:xfrm>
                <a:custGeom>
                  <a:rect b="b" l="l" r="r" t="t"/>
                  <a:pathLst>
                    <a:path extrusionOk="0" h="49234" w="17760">
                      <a:moveTo>
                        <a:pt x="0" y="15017"/>
                      </a:moveTo>
                      <a:lnTo>
                        <a:pt x="0" y="49234"/>
                      </a:lnTo>
                      <a:lnTo>
                        <a:pt x="5486" y="49234"/>
                      </a:lnTo>
                      <a:lnTo>
                        <a:pt x="5486" y="15017"/>
                      </a:lnTo>
                      <a:cubicBezTo>
                        <a:pt x="5486" y="7665"/>
                        <a:pt x="10784" y="1537"/>
                        <a:pt x="17759" y="251"/>
                      </a:cubicBezTo>
                      <a:lnTo>
                        <a:pt x="17759" y="251"/>
                      </a:lnTo>
                      <a:cubicBezTo>
                        <a:pt x="16881" y="79"/>
                        <a:pt x="15957" y="1"/>
                        <a:pt x="15016" y="1"/>
                      </a:cubicBezTo>
                      <a:lnTo>
                        <a:pt x="15016" y="1"/>
                      </a:lnTo>
                      <a:cubicBezTo>
                        <a:pt x="6725"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1"/>
                <p:cNvSpPr/>
                <p:nvPr/>
              </p:nvSpPr>
              <p:spPr>
                <a:xfrm>
                  <a:off x="2496975" y="4231925"/>
                  <a:ext cx="444375" cy="1230850"/>
                </a:xfrm>
                <a:custGeom>
                  <a:rect b="b" l="l" r="r" t="t"/>
                  <a:pathLst>
                    <a:path extrusionOk="0" h="49234" w="17775">
                      <a:moveTo>
                        <a:pt x="0" y="15017"/>
                      </a:moveTo>
                      <a:lnTo>
                        <a:pt x="0" y="49234"/>
                      </a:lnTo>
                      <a:lnTo>
                        <a:pt x="5486" y="49234"/>
                      </a:lnTo>
                      <a:lnTo>
                        <a:pt x="5486" y="15017"/>
                      </a:lnTo>
                      <a:cubicBezTo>
                        <a:pt x="5486" y="7665"/>
                        <a:pt x="10784" y="1537"/>
                        <a:pt x="17775" y="251"/>
                      </a:cubicBezTo>
                      <a:lnTo>
                        <a:pt x="17775" y="251"/>
                      </a:lnTo>
                      <a:cubicBezTo>
                        <a:pt x="16881" y="79"/>
                        <a:pt x="15957" y="1"/>
                        <a:pt x="15032" y="1"/>
                      </a:cubicBezTo>
                      <a:lnTo>
                        <a:pt x="15032" y="1"/>
                      </a:lnTo>
                      <a:cubicBezTo>
                        <a:pt x="6724" y="1"/>
                        <a:pt x="0" y="6725"/>
                        <a:pt x="0"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1"/>
                <p:cNvSpPr/>
                <p:nvPr/>
              </p:nvSpPr>
              <p:spPr>
                <a:xfrm>
                  <a:off x="1364100" y="4231925"/>
                  <a:ext cx="444000" cy="1230850"/>
                </a:xfrm>
                <a:custGeom>
                  <a:rect b="b" l="l" r="r" t="t"/>
                  <a:pathLst>
                    <a:path extrusionOk="0" h="49234" w="17760">
                      <a:moveTo>
                        <a:pt x="1" y="15017"/>
                      </a:moveTo>
                      <a:lnTo>
                        <a:pt x="1" y="49234"/>
                      </a:lnTo>
                      <a:lnTo>
                        <a:pt x="5487" y="49234"/>
                      </a:lnTo>
                      <a:lnTo>
                        <a:pt x="5487" y="15017"/>
                      </a:lnTo>
                      <a:cubicBezTo>
                        <a:pt x="5487" y="7665"/>
                        <a:pt x="10769" y="1537"/>
                        <a:pt x="17760" y="251"/>
                      </a:cubicBezTo>
                      <a:lnTo>
                        <a:pt x="17760" y="251"/>
                      </a:lnTo>
                      <a:cubicBezTo>
                        <a:pt x="16866" y="79"/>
                        <a:pt x="15957" y="1"/>
                        <a:pt x="15017" y="1"/>
                      </a:cubicBezTo>
                      <a:lnTo>
                        <a:pt x="15017" y="1"/>
                      </a:lnTo>
                      <a:cubicBezTo>
                        <a:pt x="6725" y="1"/>
                        <a:pt x="1" y="6725"/>
                        <a:pt x="1" y="150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1"/>
                <p:cNvSpPr/>
                <p:nvPr/>
              </p:nvSpPr>
              <p:spPr>
                <a:xfrm>
                  <a:off x="1161525" y="3805200"/>
                  <a:ext cx="5224650" cy="1657575"/>
                </a:xfrm>
                <a:custGeom>
                  <a:rect b="b" l="l" r="r" t="t"/>
                  <a:pathLst>
                    <a:path extrusionOk="0" h="66303" w="208986">
                      <a:moveTo>
                        <a:pt x="0" y="0"/>
                      </a:moveTo>
                      <a:lnTo>
                        <a:pt x="0" y="1207"/>
                      </a:lnTo>
                      <a:lnTo>
                        <a:pt x="5486" y="1207"/>
                      </a:lnTo>
                      <a:lnTo>
                        <a:pt x="5486" y="5439"/>
                      </a:lnTo>
                      <a:lnTo>
                        <a:pt x="0" y="5439"/>
                      </a:lnTo>
                      <a:lnTo>
                        <a:pt x="0" y="66303"/>
                      </a:lnTo>
                      <a:lnTo>
                        <a:pt x="8104" y="66303"/>
                      </a:lnTo>
                      <a:lnTo>
                        <a:pt x="8104" y="32086"/>
                      </a:lnTo>
                      <a:cubicBezTo>
                        <a:pt x="8104" y="23794"/>
                        <a:pt x="14828" y="17070"/>
                        <a:pt x="23120" y="17070"/>
                      </a:cubicBezTo>
                      <a:lnTo>
                        <a:pt x="23120" y="17070"/>
                      </a:lnTo>
                      <a:cubicBezTo>
                        <a:pt x="31411" y="17070"/>
                        <a:pt x="38136" y="23794"/>
                        <a:pt x="38136" y="32086"/>
                      </a:cubicBezTo>
                      <a:lnTo>
                        <a:pt x="38136" y="32086"/>
                      </a:lnTo>
                      <a:lnTo>
                        <a:pt x="38136" y="66303"/>
                      </a:lnTo>
                      <a:lnTo>
                        <a:pt x="53434" y="66303"/>
                      </a:lnTo>
                      <a:lnTo>
                        <a:pt x="53434" y="32086"/>
                      </a:lnTo>
                      <a:cubicBezTo>
                        <a:pt x="53434" y="23794"/>
                        <a:pt x="60158" y="17070"/>
                        <a:pt x="68450" y="17070"/>
                      </a:cubicBezTo>
                      <a:lnTo>
                        <a:pt x="68450" y="17070"/>
                      </a:lnTo>
                      <a:cubicBezTo>
                        <a:pt x="76741" y="17070"/>
                        <a:pt x="83466" y="23794"/>
                        <a:pt x="83466" y="32086"/>
                      </a:cubicBezTo>
                      <a:lnTo>
                        <a:pt x="83466" y="32086"/>
                      </a:lnTo>
                      <a:lnTo>
                        <a:pt x="83466" y="66303"/>
                      </a:lnTo>
                      <a:lnTo>
                        <a:pt x="98764" y="66303"/>
                      </a:lnTo>
                      <a:lnTo>
                        <a:pt x="98764" y="32086"/>
                      </a:lnTo>
                      <a:cubicBezTo>
                        <a:pt x="98764" y="23794"/>
                        <a:pt x="105488" y="17070"/>
                        <a:pt x="113780" y="17070"/>
                      </a:cubicBezTo>
                      <a:lnTo>
                        <a:pt x="113780" y="17070"/>
                      </a:lnTo>
                      <a:cubicBezTo>
                        <a:pt x="122072" y="17070"/>
                        <a:pt x="128796" y="23794"/>
                        <a:pt x="128796" y="32086"/>
                      </a:cubicBezTo>
                      <a:lnTo>
                        <a:pt x="128796" y="32086"/>
                      </a:lnTo>
                      <a:lnTo>
                        <a:pt x="128796" y="66303"/>
                      </a:lnTo>
                      <a:lnTo>
                        <a:pt x="144094" y="66303"/>
                      </a:lnTo>
                      <a:lnTo>
                        <a:pt x="144094" y="32086"/>
                      </a:lnTo>
                      <a:cubicBezTo>
                        <a:pt x="144094" y="23794"/>
                        <a:pt x="150818" y="17070"/>
                        <a:pt x="159110" y="17070"/>
                      </a:cubicBezTo>
                      <a:lnTo>
                        <a:pt x="159110" y="17070"/>
                      </a:lnTo>
                      <a:cubicBezTo>
                        <a:pt x="167402" y="17070"/>
                        <a:pt x="174126" y="23794"/>
                        <a:pt x="174126" y="32086"/>
                      </a:cubicBezTo>
                      <a:lnTo>
                        <a:pt x="174126" y="32086"/>
                      </a:lnTo>
                      <a:lnTo>
                        <a:pt x="174126" y="66303"/>
                      </a:lnTo>
                      <a:lnTo>
                        <a:pt x="189424" y="66303"/>
                      </a:lnTo>
                      <a:lnTo>
                        <a:pt x="189424" y="32086"/>
                      </a:lnTo>
                      <a:cubicBezTo>
                        <a:pt x="189424" y="23794"/>
                        <a:pt x="196148" y="17070"/>
                        <a:pt x="204440" y="17070"/>
                      </a:cubicBezTo>
                      <a:lnTo>
                        <a:pt x="204440" y="17070"/>
                      </a:lnTo>
                      <a:cubicBezTo>
                        <a:pt x="205976" y="17070"/>
                        <a:pt x="207591" y="17305"/>
                        <a:pt x="208986" y="17728"/>
                      </a:cubicBezTo>
                      <a:lnTo>
                        <a:pt x="208986" y="17728"/>
                      </a:lnTo>
                      <a:lnTo>
                        <a:pt x="208986" y="5439"/>
                      </a:lnTo>
                      <a:lnTo>
                        <a:pt x="205083" y="5439"/>
                      </a:lnTo>
                      <a:lnTo>
                        <a:pt x="205083" y="1207"/>
                      </a:lnTo>
                      <a:lnTo>
                        <a:pt x="208986" y="1207"/>
                      </a:lnTo>
                      <a:lnTo>
                        <a:pt x="208986" y="0"/>
                      </a:lnTo>
                      <a:close/>
                      <a:moveTo>
                        <a:pt x="189832" y="1207"/>
                      </a:moveTo>
                      <a:lnTo>
                        <a:pt x="203766" y="1207"/>
                      </a:lnTo>
                      <a:lnTo>
                        <a:pt x="203766" y="5439"/>
                      </a:lnTo>
                      <a:lnTo>
                        <a:pt x="189832" y="5439"/>
                      </a:lnTo>
                      <a:close/>
                      <a:moveTo>
                        <a:pt x="174581" y="1207"/>
                      </a:moveTo>
                      <a:lnTo>
                        <a:pt x="188515" y="1207"/>
                      </a:lnTo>
                      <a:lnTo>
                        <a:pt x="188515" y="5439"/>
                      </a:lnTo>
                      <a:lnTo>
                        <a:pt x="174581" y="5439"/>
                      </a:lnTo>
                      <a:close/>
                      <a:moveTo>
                        <a:pt x="159314" y="1207"/>
                      </a:moveTo>
                      <a:lnTo>
                        <a:pt x="173264" y="1207"/>
                      </a:lnTo>
                      <a:lnTo>
                        <a:pt x="173264" y="5439"/>
                      </a:lnTo>
                      <a:lnTo>
                        <a:pt x="159314" y="5439"/>
                      </a:lnTo>
                      <a:close/>
                      <a:moveTo>
                        <a:pt x="144063" y="1207"/>
                      </a:moveTo>
                      <a:lnTo>
                        <a:pt x="158013" y="1207"/>
                      </a:lnTo>
                      <a:lnTo>
                        <a:pt x="158013" y="5439"/>
                      </a:lnTo>
                      <a:lnTo>
                        <a:pt x="144063" y="5439"/>
                      </a:lnTo>
                      <a:close/>
                      <a:moveTo>
                        <a:pt x="128812" y="1207"/>
                      </a:moveTo>
                      <a:lnTo>
                        <a:pt x="142762" y="1207"/>
                      </a:lnTo>
                      <a:lnTo>
                        <a:pt x="142762" y="5439"/>
                      </a:lnTo>
                      <a:lnTo>
                        <a:pt x="128812" y="5439"/>
                      </a:lnTo>
                      <a:close/>
                      <a:moveTo>
                        <a:pt x="113560" y="1207"/>
                      </a:moveTo>
                      <a:lnTo>
                        <a:pt x="127511" y="1207"/>
                      </a:lnTo>
                      <a:lnTo>
                        <a:pt x="127511" y="5439"/>
                      </a:lnTo>
                      <a:lnTo>
                        <a:pt x="113560" y="5439"/>
                      </a:lnTo>
                      <a:close/>
                      <a:moveTo>
                        <a:pt x="98309" y="1207"/>
                      </a:moveTo>
                      <a:lnTo>
                        <a:pt x="112259" y="1207"/>
                      </a:lnTo>
                      <a:lnTo>
                        <a:pt x="112259" y="5439"/>
                      </a:lnTo>
                      <a:lnTo>
                        <a:pt x="98309" y="5439"/>
                      </a:lnTo>
                      <a:close/>
                      <a:moveTo>
                        <a:pt x="83058" y="1207"/>
                      </a:moveTo>
                      <a:lnTo>
                        <a:pt x="97008" y="1207"/>
                      </a:lnTo>
                      <a:lnTo>
                        <a:pt x="97008" y="5439"/>
                      </a:lnTo>
                      <a:lnTo>
                        <a:pt x="83058" y="5439"/>
                      </a:lnTo>
                      <a:close/>
                      <a:moveTo>
                        <a:pt x="67807" y="1207"/>
                      </a:moveTo>
                      <a:lnTo>
                        <a:pt x="81757" y="1207"/>
                      </a:lnTo>
                      <a:lnTo>
                        <a:pt x="81757" y="5439"/>
                      </a:lnTo>
                      <a:lnTo>
                        <a:pt x="67807" y="5439"/>
                      </a:lnTo>
                      <a:close/>
                      <a:moveTo>
                        <a:pt x="52556" y="1207"/>
                      </a:moveTo>
                      <a:lnTo>
                        <a:pt x="66490" y="1207"/>
                      </a:lnTo>
                      <a:lnTo>
                        <a:pt x="66490" y="5439"/>
                      </a:lnTo>
                      <a:lnTo>
                        <a:pt x="52556" y="5439"/>
                      </a:lnTo>
                      <a:close/>
                      <a:moveTo>
                        <a:pt x="37305" y="1207"/>
                      </a:moveTo>
                      <a:lnTo>
                        <a:pt x="51239" y="1207"/>
                      </a:lnTo>
                      <a:lnTo>
                        <a:pt x="51239" y="5439"/>
                      </a:lnTo>
                      <a:lnTo>
                        <a:pt x="37305" y="5439"/>
                      </a:lnTo>
                      <a:close/>
                      <a:moveTo>
                        <a:pt x="22038" y="1207"/>
                      </a:moveTo>
                      <a:lnTo>
                        <a:pt x="35988" y="1207"/>
                      </a:lnTo>
                      <a:lnTo>
                        <a:pt x="35988" y="5439"/>
                      </a:lnTo>
                      <a:lnTo>
                        <a:pt x="22038" y="5439"/>
                      </a:lnTo>
                      <a:close/>
                      <a:moveTo>
                        <a:pt x="6787" y="1207"/>
                      </a:moveTo>
                      <a:lnTo>
                        <a:pt x="20737" y="1207"/>
                      </a:lnTo>
                      <a:lnTo>
                        <a:pt x="20737" y="5439"/>
                      </a:lnTo>
                      <a:lnTo>
                        <a:pt x="6787" y="54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906" name="Google Shape;1906;p41"/>
          <p:cNvSpPr/>
          <p:nvPr/>
        </p:nvSpPr>
        <p:spPr>
          <a:xfrm flipH="1">
            <a:off x="-1037575" y="3983225"/>
            <a:ext cx="4881800" cy="1188925"/>
          </a:xfrm>
          <a:custGeom>
            <a:rect b="b" l="l" r="r" t="t"/>
            <a:pathLst>
              <a:path extrusionOk="0" h="47557" w="195272">
                <a:moveTo>
                  <a:pt x="169456" y="6161"/>
                </a:moveTo>
                <a:cubicBezTo>
                  <a:pt x="153343" y="18559"/>
                  <a:pt x="158233" y="14907"/>
                  <a:pt x="149001" y="12290"/>
                </a:cubicBezTo>
                <a:lnTo>
                  <a:pt x="149001" y="12290"/>
                </a:lnTo>
                <a:cubicBezTo>
                  <a:pt x="139753" y="9688"/>
                  <a:pt x="141070" y="6020"/>
                  <a:pt x="130489" y="13340"/>
                </a:cubicBezTo>
                <a:lnTo>
                  <a:pt x="130489" y="13340"/>
                </a:lnTo>
                <a:cubicBezTo>
                  <a:pt x="125160" y="17023"/>
                  <a:pt x="118279" y="16318"/>
                  <a:pt x="111147" y="15628"/>
                </a:cubicBezTo>
                <a:lnTo>
                  <a:pt x="111147" y="15628"/>
                </a:lnTo>
                <a:cubicBezTo>
                  <a:pt x="104125" y="14938"/>
                  <a:pt x="96868" y="14233"/>
                  <a:pt x="90645" y="17760"/>
                </a:cubicBezTo>
                <a:lnTo>
                  <a:pt x="90645" y="17760"/>
                </a:lnTo>
                <a:cubicBezTo>
                  <a:pt x="78106" y="24829"/>
                  <a:pt x="65990" y="32980"/>
                  <a:pt x="62416" y="32494"/>
                </a:cubicBezTo>
                <a:lnTo>
                  <a:pt x="62416" y="32494"/>
                </a:lnTo>
                <a:cubicBezTo>
                  <a:pt x="29515" y="28058"/>
                  <a:pt x="1" y="47557"/>
                  <a:pt x="1" y="47557"/>
                </a:cubicBezTo>
                <a:lnTo>
                  <a:pt x="1" y="47557"/>
                </a:lnTo>
                <a:lnTo>
                  <a:pt x="195271" y="47557"/>
                </a:lnTo>
                <a:lnTo>
                  <a:pt x="195271" y="3935"/>
                </a:lnTo>
                <a:cubicBezTo>
                  <a:pt x="195271" y="3935"/>
                  <a:pt x="191525" y="1"/>
                  <a:pt x="184817" y="1"/>
                </a:cubicBezTo>
                <a:lnTo>
                  <a:pt x="184817" y="1"/>
                </a:lnTo>
                <a:cubicBezTo>
                  <a:pt x="180726" y="1"/>
                  <a:pt x="175553" y="1459"/>
                  <a:pt x="169456" y="616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1"/>
          <p:cNvSpPr/>
          <p:nvPr/>
        </p:nvSpPr>
        <p:spPr>
          <a:xfrm>
            <a:off x="604900" y="420562"/>
            <a:ext cx="822761" cy="822743"/>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1"/>
          <p:cNvSpPr/>
          <p:nvPr/>
        </p:nvSpPr>
        <p:spPr>
          <a:xfrm>
            <a:off x="805900" y="639925"/>
            <a:ext cx="3038325" cy="293979"/>
          </a:xfrm>
          <a:custGeom>
            <a:rect b="b" l="l" r="r" t="t"/>
            <a:pathLst>
              <a:path extrusionOk="0" h="3413" w="121533">
                <a:moveTo>
                  <a:pt x="3294" y="2308"/>
                </a:moveTo>
                <a:cubicBezTo>
                  <a:pt x="8457" y="2208"/>
                  <a:pt x="15016" y="967"/>
                  <a:pt x="19888" y="1341"/>
                </a:cubicBezTo>
                <a:cubicBezTo>
                  <a:pt x="28034" y="1971"/>
                  <a:pt x="29758" y="137"/>
                  <a:pt x="36801" y="621"/>
                </a:cubicBezTo>
                <a:cubicBezTo>
                  <a:pt x="44966" y="1223"/>
                  <a:pt x="55457" y="1314"/>
                  <a:pt x="61551" y="1150"/>
                </a:cubicBezTo>
                <a:cubicBezTo>
                  <a:pt x="69068" y="958"/>
                  <a:pt x="74232" y="0"/>
                  <a:pt x="81439" y="767"/>
                </a:cubicBezTo>
                <a:cubicBezTo>
                  <a:pt x="84887" y="1150"/>
                  <a:pt x="81119" y="1825"/>
                  <a:pt x="90680" y="1104"/>
                </a:cubicBezTo>
                <a:cubicBezTo>
                  <a:pt x="94292" y="830"/>
                  <a:pt x="95688" y="812"/>
                  <a:pt x="99921" y="958"/>
                </a:cubicBezTo>
                <a:cubicBezTo>
                  <a:pt x="107119" y="1250"/>
                  <a:pt x="115576" y="1104"/>
                  <a:pt x="121533" y="1250"/>
                </a:cubicBezTo>
                <a:cubicBezTo>
                  <a:pt x="116679" y="1442"/>
                  <a:pt x="103515" y="1150"/>
                  <a:pt x="95378" y="1679"/>
                </a:cubicBezTo>
                <a:cubicBezTo>
                  <a:pt x="85352" y="2254"/>
                  <a:pt x="79559" y="2545"/>
                  <a:pt x="69378" y="2062"/>
                </a:cubicBezTo>
                <a:cubicBezTo>
                  <a:pt x="61396" y="1633"/>
                  <a:pt x="51680" y="1487"/>
                  <a:pt x="43534" y="1779"/>
                </a:cubicBezTo>
                <a:cubicBezTo>
                  <a:pt x="34767" y="2016"/>
                  <a:pt x="30069" y="3412"/>
                  <a:pt x="20672" y="2646"/>
                </a:cubicBezTo>
                <a:cubicBezTo>
                  <a:pt x="16448" y="2254"/>
                  <a:pt x="14879" y="2254"/>
                  <a:pt x="10656" y="2354"/>
                </a:cubicBezTo>
                <a:cubicBezTo>
                  <a:pt x="7837" y="2400"/>
                  <a:pt x="4388" y="2500"/>
                  <a:pt x="0" y="244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1"/>
          <p:cNvSpPr/>
          <p:nvPr/>
        </p:nvSpPr>
        <p:spPr>
          <a:xfrm flipH="1">
            <a:off x="5286750" y="383650"/>
            <a:ext cx="3038100" cy="371398"/>
          </a:xfrm>
          <a:custGeom>
            <a:rect b="b" l="l" r="r" t="t"/>
            <a:pathLst>
              <a:path extrusionOk="0" h="3422" w="121524">
                <a:moveTo>
                  <a:pt x="3293" y="2318"/>
                </a:moveTo>
                <a:cubicBezTo>
                  <a:pt x="8457" y="2218"/>
                  <a:pt x="15016" y="977"/>
                  <a:pt x="19888" y="1351"/>
                </a:cubicBezTo>
                <a:cubicBezTo>
                  <a:pt x="28034" y="1981"/>
                  <a:pt x="29758" y="147"/>
                  <a:pt x="36801" y="630"/>
                </a:cubicBezTo>
                <a:cubicBezTo>
                  <a:pt x="44966" y="1233"/>
                  <a:pt x="55457" y="1324"/>
                  <a:pt x="61551" y="1160"/>
                </a:cubicBezTo>
                <a:cubicBezTo>
                  <a:pt x="69068" y="968"/>
                  <a:pt x="74231" y="1"/>
                  <a:pt x="81438" y="776"/>
                </a:cubicBezTo>
                <a:cubicBezTo>
                  <a:pt x="84878" y="1160"/>
                  <a:pt x="81119" y="1835"/>
                  <a:pt x="90680" y="1114"/>
                </a:cubicBezTo>
                <a:cubicBezTo>
                  <a:pt x="94292" y="840"/>
                  <a:pt x="95688" y="822"/>
                  <a:pt x="99912" y="968"/>
                </a:cubicBezTo>
                <a:cubicBezTo>
                  <a:pt x="107119" y="1260"/>
                  <a:pt x="115575" y="1114"/>
                  <a:pt x="121523" y="1260"/>
                </a:cubicBezTo>
                <a:cubicBezTo>
                  <a:pt x="116670" y="1451"/>
                  <a:pt x="103515" y="1160"/>
                  <a:pt x="95378" y="1689"/>
                </a:cubicBezTo>
                <a:cubicBezTo>
                  <a:pt x="85352" y="2263"/>
                  <a:pt x="79559" y="2555"/>
                  <a:pt x="69378" y="2072"/>
                </a:cubicBezTo>
                <a:cubicBezTo>
                  <a:pt x="61387" y="1643"/>
                  <a:pt x="51680" y="1497"/>
                  <a:pt x="43534" y="1789"/>
                </a:cubicBezTo>
                <a:cubicBezTo>
                  <a:pt x="34767" y="2026"/>
                  <a:pt x="30068" y="3422"/>
                  <a:pt x="20672" y="2647"/>
                </a:cubicBezTo>
                <a:cubicBezTo>
                  <a:pt x="16448" y="2263"/>
                  <a:pt x="14879" y="2263"/>
                  <a:pt x="10646" y="2364"/>
                </a:cubicBezTo>
                <a:cubicBezTo>
                  <a:pt x="7827" y="2409"/>
                  <a:pt x="4388" y="2510"/>
                  <a:pt x="0" y="245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1"/>
          <p:cNvSpPr/>
          <p:nvPr/>
        </p:nvSpPr>
        <p:spPr>
          <a:xfrm flipH="1" rot="-2231248">
            <a:off x="5434268" y="6811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1" name="Google Shape;1911;p41"/>
          <p:cNvGrpSpPr/>
          <p:nvPr/>
        </p:nvGrpSpPr>
        <p:grpSpPr>
          <a:xfrm>
            <a:off x="-76425" y="2942975"/>
            <a:ext cx="2419653" cy="571601"/>
            <a:chOff x="3962175" y="2857795"/>
            <a:chExt cx="3075700" cy="726580"/>
          </a:xfrm>
        </p:grpSpPr>
        <p:sp>
          <p:nvSpPr>
            <p:cNvPr id="1912" name="Google Shape;1912;p41"/>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1"/>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1"/>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1"/>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1"/>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1"/>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1"/>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1"/>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1"/>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1"/>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1"/>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1"/>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1"/>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1"/>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1"/>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1"/>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1"/>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1"/>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1"/>
            <p:cNvSpPr/>
            <p:nvPr/>
          </p:nvSpPr>
          <p:spPr>
            <a:xfrm>
              <a:off x="4046545" y="2857795"/>
              <a:ext cx="2817428" cy="356671"/>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4" name="Shape 1934"/>
        <p:cNvGrpSpPr/>
        <p:nvPr/>
      </p:nvGrpSpPr>
      <p:grpSpPr>
        <a:xfrm>
          <a:off x="0" y="0"/>
          <a:ext cx="0" cy="0"/>
          <a:chOff x="0" y="0"/>
          <a:chExt cx="0" cy="0"/>
        </a:xfrm>
      </p:grpSpPr>
      <p:sp>
        <p:nvSpPr>
          <p:cNvPr id="1935" name="Google Shape;1935;p42"/>
          <p:cNvSpPr/>
          <p:nvPr/>
        </p:nvSpPr>
        <p:spPr>
          <a:xfrm>
            <a:off x="7483575" y="-349500"/>
            <a:ext cx="1583206" cy="1583056"/>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2"/>
          <p:cNvSpPr/>
          <p:nvPr/>
        </p:nvSpPr>
        <p:spPr>
          <a:xfrm>
            <a:off x="1577900" y="4757450"/>
            <a:ext cx="5682995" cy="131502"/>
          </a:xfrm>
          <a:custGeom>
            <a:rect b="b" l="l" r="r" t="t"/>
            <a:pathLst>
              <a:path extrusionOk="0" h="3037" w="131247">
                <a:moveTo>
                  <a:pt x="131246" y="1"/>
                </a:moveTo>
                <a:lnTo>
                  <a:pt x="1" y="754"/>
                </a:lnTo>
                <a:lnTo>
                  <a:pt x="46039" y="3037"/>
                </a:lnTo>
                <a:lnTo>
                  <a:pt x="131246" y="1"/>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2"/>
          <p:cNvSpPr/>
          <p:nvPr/>
        </p:nvSpPr>
        <p:spPr>
          <a:xfrm flipH="1" rot="-2231248">
            <a:off x="7978068" y="16805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2"/>
          <p:cNvSpPr/>
          <p:nvPr/>
        </p:nvSpPr>
        <p:spPr>
          <a:xfrm flipH="1" rot="-2231248">
            <a:off x="7884443" y="24343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2"/>
          <p:cNvSpPr/>
          <p:nvPr/>
        </p:nvSpPr>
        <p:spPr>
          <a:xfrm flipH="1">
            <a:off x="-58607" y="74550"/>
            <a:ext cx="9249434" cy="1112950"/>
          </a:xfrm>
          <a:custGeom>
            <a:rect b="b" l="l" r="r" t="t"/>
            <a:pathLst>
              <a:path extrusionOk="0" h="44518" w="313487">
                <a:moveTo>
                  <a:pt x="313487" y="1"/>
                </a:moveTo>
                <a:cubicBezTo>
                  <a:pt x="313487" y="1"/>
                  <a:pt x="213140" y="16051"/>
                  <a:pt x="210068" y="16051"/>
                </a:cubicBezTo>
                <a:cubicBezTo>
                  <a:pt x="207011" y="16051"/>
                  <a:pt x="103075" y="10487"/>
                  <a:pt x="103075" y="10487"/>
                </a:cubicBezTo>
                <a:lnTo>
                  <a:pt x="0" y="16051"/>
                </a:lnTo>
                <a:lnTo>
                  <a:pt x="0" y="29421"/>
                </a:lnTo>
                <a:cubicBezTo>
                  <a:pt x="1815" y="29204"/>
                  <a:pt x="5448" y="29107"/>
                  <a:pt x="10266" y="29107"/>
                </a:cubicBezTo>
                <a:cubicBezTo>
                  <a:pt x="33210" y="29107"/>
                  <a:pt x="83034" y="31301"/>
                  <a:pt x="91350" y="33089"/>
                </a:cubicBezTo>
                <a:cubicBezTo>
                  <a:pt x="101315" y="35234"/>
                  <a:pt x="223068" y="44518"/>
                  <a:pt x="227337" y="44518"/>
                </a:cubicBezTo>
                <a:cubicBezTo>
                  <a:pt x="227373" y="44518"/>
                  <a:pt x="227400" y="44517"/>
                  <a:pt x="227419" y="44516"/>
                </a:cubicBezTo>
                <a:cubicBezTo>
                  <a:pt x="229755" y="44343"/>
                  <a:pt x="313487" y="18575"/>
                  <a:pt x="313487" y="18575"/>
                </a:cubicBezTo>
                <a:lnTo>
                  <a:pt x="313487" y="1"/>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2"/>
          <p:cNvSpPr txBox="1"/>
          <p:nvPr>
            <p:ph type="title"/>
          </p:nvPr>
        </p:nvSpPr>
        <p:spPr>
          <a:xfrm>
            <a:off x="1926600" y="604925"/>
            <a:ext cx="5124300" cy="158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600 </a:t>
            </a:r>
            <a:r>
              <a:rPr i="0" lang="en" sz="9300"/>
              <a:t>B.C.</a:t>
            </a:r>
            <a:endParaRPr i="0" sz="9300"/>
          </a:p>
        </p:txBody>
      </p:sp>
      <p:sp>
        <p:nvSpPr>
          <p:cNvPr id="1941" name="Google Shape;1941;p42"/>
          <p:cNvSpPr txBox="1"/>
          <p:nvPr>
            <p:ph idx="1" type="body"/>
          </p:nvPr>
        </p:nvSpPr>
        <p:spPr>
          <a:xfrm>
            <a:off x="1926600" y="2188025"/>
            <a:ext cx="5124300" cy="68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Evidence indicates that there was 6 to 8.5 km long </a:t>
            </a:r>
            <a:r>
              <a:rPr i="1" lang="en">
                <a:uFill>
                  <a:noFill/>
                </a:uFill>
                <a:hlinkClick r:id="rId3"/>
              </a:rPr>
              <a:t>Diolkos</a:t>
            </a:r>
            <a:r>
              <a:rPr lang="en"/>
              <a:t> paved trackway</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sp>
        <p:nvSpPr>
          <p:cNvPr id="1946" name="Google Shape;1946;p43"/>
          <p:cNvSpPr/>
          <p:nvPr/>
        </p:nvSpPr>
        <p:spPr>
          <a:xfrm flipH="1">
            <a:off x="-1626062" y="314463"/>
            <a:ext cx="10828625" cy="1112950"/>
          </a:xfrm>
          <a:custGeom>
            <a:rect b="b" l="l" r="r" t="t"/>
            <a:pathLst>
              <a:path extrusionOk="0" h="44518" w="313487">
                <a:moveTo>
                  <a:pt x="313487" y="1"/>
                </a:moveTo>
                <a:cubicBezTo>
                  <a:pt x="313487" y="1"/>
                  <a:pt x="213140" y="16051"/>
                  <a:pt x="210068" y="16051"/>
                </a:cubicBezTo>
                <a:cubicBezTo>
                  <a:pt x="207011" y="16051"/>
                  <a:pt x="103075" y="10487"/>
                  <a:pt x="103075" y="10487"/>
                </a:cubicBezTo>
                <a:lnTo>
                  <a:pt x="0" y="16051"/>
                </a:lnTo>
                <a:lnTo>
                  <a:pt x="0" y="29421"/>
                </a:lnTo>
                <a:cubicBezTo>
                  <a:pt x="1815" y="29204"/>
                  <a:pt x="5448" y="29107"/>
                  <a:pt x="10266" y="29107"/>
                </a:cubicBezTo>
                <a:cubicBezTo>
                  <a:pt x="33210" y="29107"/>
                  <a:pt x="83034" y="31301"/>
                  <a:pt x="91350" y="33089"/>
                </a:cubicBezTo>
                <a:cubicBezTo>
                  <a:pt x="101315" y="35234"/>
                  <a:pt x="223068" y="44518"/>
                  <a:pt x="227337" y="44518"/>
                </a:cubicBezTo>
                <a:cubicBezTo>
                  <a:pt x="227373" y="44518"/>
                  <a:pt x="227400" y="44517"/>
                  <a:pt x="227419" y="44516"/>
                </a:cubicBezTo>
                <a:cubicBezTo>
                  <a:pt x="229755" y="44343"/>
                  <a:pt x="313487" y="18575"/>
                  <a:pt x="313487" y="18575"/>
                </a:cubicBezTo>
                <a:lnTo>
                  <a:pt x="313487" y="1"/>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3"/>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Infrastructure</a:t>
            </a:r>
            <a:endParaRPr i="1"/>
          </a:p>
        </p:txBody>
      </p:sp>
      <p:graphicFrame>
        <p:nvGraphicFramePr>
          <p:cNvPr id="1948" name="Google Shape;1948;p43"/>
          <p:cNvGraphicFramePr/>
          <p:nvPr/>
        </p:nvGraphicFramePr>
        <p:xfrm>
          <a:off x="952500" y="1427425"/>
          <a:ext cx="3000000" cy="3000000"/>
        </p:xfrm>
        <a:graphic>
          <a:graphicData uri="http://schemas.openxmlformats.org/drawingml/2006/table">
            <a:tbl>
              <a:tblPr>
                <a:noFill/>
                <a:tableStyleId>{C546DBDB-1F74-4361-BF75-D81A5296C669}</a:tableStyleId>
              </a:tblPr>
              <a:tblGrid>
                <a:gridCol w="1809750"/>
                <a:gridCol w="1809750"/>
                <a:gridCol w="1809750"/>
                <a:gridCol w="1809750"/>
              </a:tblGrid>
              <a:tr h="381000">
                <a:tc>
                  <a:txBody>
                    <a:bodyPr/>
                    <a:lstStyle/>
                    <a:p>
                      <a:pPr indent="0" lvl="0" marL="0" rtl="0" algn="l">
                        <a:spcBef>
                          <a:spcPts val="0"/>
                        </a:spcBef>
                        <a:spcAft>
                          <a:spcPts val="0"/>
                        </a:spcAft>
                        <a:buNone/>
                      </a:pPr>
                      <a:r>
                        <a:rPr lang="en">
                          <a:solidFill>
                            <a:schemeClr val="accent2"/>
                          </a:solidFill>
                          <a:latin typeface="Bakbak One"/>
                          <a:ea typeface="Bakbak One"/>
                          <a:cs typeface="Bakbak One"/>
                          <a:sym typeface="Bakbak One"/>
                        </a:rPr>
                        <a:t>Right-of-way</a:t>
                      </a:r>
                      <a:endParaRPr>
                        <a:solidFill>
                          <a:schemeClr val="accent2"/>
                        </a:solidFill>
                        <a:latin typeface="Bakbak One"/>
                        <a:ea typeface="Bakbak One"/>
                        <a:cs typeface="Bakbak One"/>
                        <a:sym typeface="Bakbak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bel"/>
                          <a:ea typeface="Abel"/>
                          <a:cs typeface="Abel"/>
                          <a:sym typeface="Abel"/>
                        </a:rPr>
                        <a:t>Mercury is the closest planet to the Sun</a:t>
                      </a:r>
                      <a:endParaRPr>
                        <a:solidFill>
                          <a:schemeClr val="dk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2"/>
                          </a:solidFill>
                          <a:latin typeface="Bakbak One"/>
                          <a:ea typeface="Bakbak One"/>
                          <a:cs typeface="Bakbak One"/>
                          <a:sym typeface="Bakbak One"/>
                        </a:rPr>
                        <a:t>Signaling</a:t>
                      </a:r>
                      <a:endParaRPr>
                        <a:solidFill>
                          <a:schemeClr val="accent2"/>
                        </a:solidFill>
                        <a:latin typeface="Bakbak One"/>
                        <a:ea typeface="Bakbak One"/>
                        <a:cs typeface="Bakbak One"/>
                        <a:sym typeface="Bakbak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bel"/>
                          <a:ea typeface="Abel"/>
                          <a:cs typeface="Abel"/>
                          <a:sym typeface="Abel"/>
                        </a:rPr>
                        <a:t>Saturn is composed of hydrogen and helium</a:t>
                      </a:r>
                      <a:endParaRPr>
                        <a:solidFill>
                          <a:schemeClr val="dk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accent2"/>
                          </a:solidFill>
                          <a:latin typeface="Bakbak One"/>
                          <a:ea typeface="Bakbak One"/>
                          <a:cs typeface="Bakbak One"/>
                          <a:sym typeface="Bakbak One"/>
                        </a:rPr>
                        <a:t>Track</a:t>
                      </a:r>
                      <a:endParaRPr>
                        <a:solidFill>
                          <a:schemeClr val="accent2"/>
                        </a:solidFill>
                        <a:latin typeface="Bakbak One"/>
                        <a:ea typeface="Bakbak One"/>
                        <a:cs typeface="Bakbak One"/>
                        <a:sym typeface="Bakbak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bel"/>
                          <a:ea typeface="Abel"/>
                          <a:cs typeface="Abel"/>
                          <a:sym typeface="Abel"/>
                        </a:rPr>
                        <a:t>Jupiter is the biggest planet of them all</a:t>
                      </a:r>
                      <a:endParaRPr>
                        <a:solidFill>
                          <a:schemeClr val="dk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2"/>
                          </a:solidFill>
                          <a:latin typeface="Bakbak One"/>
                          <a:ea typeface="Bakbak One"/>
                          <a:cs typeface="Bakbak One"/>
                          <a:sym typeface="Bakbak One"/>
                        </a:rPr>
                        <a:t>Electrification</a:t>
                      </a:r>
                      <a:endParaRPr>
                        <a:solidFill>
                          <a:schemeClr val="accent2"/>
                        </a:solidFill>
                        <a:latin typeface="Bakbak One"/>
                        <a:ea typeface="Bakbak One"/>
                        <a:cs typeface="Bakbak One"/>
                        <a:sym typeface="Bakbak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bel"/>
                          <a:ea typeface="Abel"/>
                          <a:cs typeface="Abel"/>
                          <a:sym typeface="Abel"/>
                        </a:rPr>
                        <a:t>Neptune is the farthest planet from the Sun</a:t>
                      </a:r>
                      <a:endParaRPr>
                        <a:solidFill>
                          <a:schemeClr val="dk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accent2"/>
                          </a:solidFill>
                          <a:latin typeface="Bakbak One"/>
                          <a:ea typeface="Bakbak One"/>
                          <a:cs typeface="Bakbak One"/>
                          <a:sym typeface="Bakbak One"/>
                        </a:rPr>
                        <a:t>Gauge </a:t>
                      </a:r>
                      <a:endParaRPr>
                        <a:solidFill>
                          <a:schemeClr val="accent2"/>
                        </a:solidFill>
                        <a:latin typeface="Bakbak One"/>
                        <a:ea typeface="Bakbak One"/>
                        <a:cs typeface="Bakbak One"/>
                        <a:sym typeface="Bakbak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bel"/>
                          <a:ea typeface="Abel"/>
                          <a:cs typeface="Abel"/>
                          <a:sym typeface="Abel"/>
                        </a:rPr>
                        <a:t>Despite being red, Mars is actually a cold place</a:t>
                      </a:r>
                      <a:endParaRPr>
                        <a:solidFill>
                          <a:schemeClr val="dk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2"/>
                          </a:solidFill>
                          <a:latin typeface="Bakbak One"/>
                          <a:ea typeface="Bakbak One"/>
                          <a:cs typeface="Bakbak One"/>
                          <a:sym typeface="Bakbak One"/>
                        </a:rPr>
                        <a:t>Stations</a:t>
                      </a:r>
                      <a:endParaRPr>
                        <a:solidFill>
                          <a:schemeClr val="accent2"/>
                        </a:solidFill>
                        <a:latin typeface="Bakbak One"/>
                        <a:ea typeface="Bakbak One"/>
                        <a:cs typeface="Bakbak One"/>
                        <a:sym typeface="Bakbak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bel"/>
                          <a:ea typeface="Abel"/>
                          <a:cs typeface="Abel"/>
                          <a:sym typeface="Abel"/>
                        </a:rPr>
                        <a:t>Earth is the beautiful planet where we all live</a:t>
                      </a:r>
                      <a:endParaRPr>
                        <a:solidFill>
                          <a:schemeClr val="dk1"/>
                        </a:solidFill>
                        <a:latin typeface="Abel"/>
                        <a:ea typeface="Abel"/>
                        <a:cs typeface="Abel"/>
                        <a:sym typeface="Abe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accent2"/>
                          </a:solidFill>
                          <a:latin typeface="Bakbak One"/>
                          <a:ea typeface="Bakbak One"/>
                          <a:cs typeface="Bakbak One"/>
                          <a:sym typeface="Bakbak One"/>
                        </a:rPr>
                        <a:t>Train </a:t>
                      </a:r>
                      <a:r>
                        <a:rPr lang="en">
                          <a:solidFill>
                            <a:schemeClr val="accent2"/>
                          </a:solidFill>
                          <a:latin typeface="Bakbak One"/>
                          <a:ea typeface="Bakbak One"/>
                          <a:cs typeface="Bakbak One"/>
                          <a:sym typeface="Bakbak One"/>
                        </a:rPr>
                        <a:t>inspection</a:t>
                      </a:r>
                      <a:r>
                        <a:rPr lang="en">
                          <a:solidFill>
                            <a:schemeClr val="accent2"/>
                          </a:solidFill>
                          <a:latin typeface="Bakbak One"/>
                          <a:ea typeface="Bakbak One"/>
                          <a:cs typeface="Bakbak One"/>
                          <a:sym typeface="Bakbak One"/>
                        </a:rPr>
                        <a:t> </a:t>
                      </a:r>
                      <a:endParaRPr>
                        <a:solidFill>
                          <a:schemeClr val="accent2"/>
                        </a:solidFill>
                        <a:latin typeface="Bakbak One"/>
                        <a:ea typeface="Bakbak One"/>
                        <a:cs typeface="Bakbak One"/>
                        <a:sym typeface="Bakbak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bel"/>
                          <a:ea typeface="Abel"/>
                          <a:cs typeface="Abel"/>
                          <a:sym typeface="Abel"/>
                        </a:rPr>
                        <a:t>Venus is the second planet from the Sun</a:t>
                      </a:r>
                      <a:endParaRPr>
                        <a:solidFill>
                          <a:schemeClr val="dk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2"/>
                          </a:solidFill>
                          <a:latin typeface="Bakbak One"/>
                          <a:ea typeface="Bakbak One"/>
                          <a:cs typeface="Bakbak One"/>
                          <a:sym typeface="Bakbak One"/>
                        </a:rPr>
                        <a:t>Rails</a:t>
                      </a:r>
                      <a:endParaRPr>
                        <a:solidFill>
                          <a:schemeClr val="accent2"/>
                        </a:solidFill>
                        <a:latin typeface="Bakbak One"/>
                        <a:ea typeface="Bakbak One"/>
                        <a:cs typeface="Bakbak One"/>
                        <a:sym typeface="Bakbak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bel"/>
                          <a:ea typeface="Abel"/>
                          <a:cs typeface="Abel"/>
                          <a:sym typeface="Abel"/>
                        </a:rPr>
                        <a:t>The Sun is the star that we all orbit</a:t>
                      </a:r>
                      <a:endParaRPr>
                        <a:solidFill>
                          <a:schemeClr val="dk1"/>
                        </a:solidFill>
                        <a:latin typeface="Abel"/>
                        <a:ea typeface="Abel"/>
                        <a:cs typeface="Abel"/>
                        <a:sym typeface="Abe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1949" name="Google Shape;1949;p43"/>
          <p:cNvSpPr/>
          <p:nvPr/>
        </p:nvSpPr>
        <p:spPr>
          <a:xfrm flipH="1">
            <a:off x="617242" y="272963"/>
            <a:ext cx="883583" cy="883564"/>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3"/>
          <p:cNvSpPr/>
          <p:nvPr/>
        </p:nvSpPr>
        <p:spPr>
          <a:xfrm flipH="1" rot="-2231248">
            <a:off x="8503393" y="8137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4" name="Shape 1954"/>
        <p:cNvGrpSpPr/>
        <p:nvPr/>
      </p:nvGrpSpPr>
      <p:grpSpPr>
        <a:xfrm>
          <a:off x="0" y="0"/>
          <a:ext cx="0" cy="0"/>
          <a:chOff x="0" y="0"/>
          <a:chExt cx="0" cy="0"/>
        </a:xfrm>
      </p:grpSpPr>
      <p:sp>
        <p:nvSpPr>
          <p:cNvPr id="1955" name="Google Shape;1955;p44"/>
          <p:cNvSpPr txBox="1"/>
          <p:nvPr>
            <p:ph idx="3" type="title"/>
          </p:nvPr>
        </p:nvSpPr>
        <p:spPr>
          <a:xfrm>
            <a:off x="713225" y="1709325"/>
            <a:ext cx="3098700" cy="67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100,000 </a:t>
            </a:r>
            <a:endParaRPr/>
          </a:p>
        </p:txBody>
      </p:sp>
      <p:sp>
        <p:nvSpPr>
          <p:cNvPr id="1956" name="Google Shape;1956;p44"/>
          <p:cNvSpPr txBox="1"/>
          <p:nvPr>
            <p:ph idx="2" type="title"/>
          </p:nvPr>
        </p:nvSpPr>
        <p:spPr>
          <a:xfrm>
            <a:off x="3022650" y="539500"/>
            <a:ext cx="3098700" cy="67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1825</a:t>
            </a:r>
            <a:endParaRPr baseline="30000"/>
          </a:p>
        </p:txBody>
      </p:sp>
      <p:sp>
        <p:nvSpPr>
          <p:cNvPr id="1957" name="Google Shape;1957;p44"/>
          <p:cNvSpPr txBox="1"/>
          <p:nvPr>
            <p:ph type="title"/>
          </p:nvPr>
        </p:nvSpPr>
        <p:spPr>
          <a:xfrm>
            <a:off x="5283725" y="1709325"/>
            <a:ext cx="3098700" cy="67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574.8 </a:t>
            </a:r>
            <a:r>
              <a:rPr i="0" lang="en"/>
              <a:t>km/h</a:t>
            </a:r>
            <a:endParaRPr baseline="30000" i="0"/>
          </a:p>
        </p:txBody>
      </p:sp>
      <p:sp>
        <p:nvSpPr>
          <p:cNvPr id="1958" name="Google Shape;1958;p44"/>
          <p:cNvSpPr txBox="1"/>
          <p:nvPr>
            <p:ph idx="4" type="subTitle"/>
          </p:nvPr>
        </p:nvSpPr>
        <p:spPr>
          <a:xfrm>
            <a:off x="713219" y="2387925"/>
            <a:ext cx="3098700" cy="41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Maximum tons transported by train</a:t>
            </a:r>
            <a:endParaRPr/>
          </a:p>
        </p:txBody>
      </p:sp>
      <p:sp>
        <p:nvSpPr>
          <p:cNvPr id="1959" name="Google Shape;1959;p44"/>
          <p:cNvSpPr txBox="1"/>
          <p:nvPr>
            <p:ph idx="5" type="subTitle"/>
          </p:nvPr>
        </p:nvSpPr>
        <p:spPr>
          <a:xfrm>
            <a:off x="3022644" y="1218100"/>
            <a:ext cx="3098700" cy="41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World’s first railway Stockton-Darlington</a:t>
            </a:r>
            <a:endParaRPr/>
          </a:p>
        </p:txBody>
      </p:sp>
      <p:sp>
        <p:nvSpPr>
          <p:cNvPr id="1960" name="Google Shape;1960;p44"/>
          <p:cNvSpPr txBox="1"/>
          <p:nvPr>
            <p:ph idx="1" type="subTitle"/>
          </p:nvPr>
        </p:nvSpPr>
        <p:spPr>
          <a:xfrm>
            <a:off x="5283719" y="2387925"/>
            <a:ext cx="3098700" cy="41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France TGV speed</a:t>
            </a:r>
            <a:endParaRPr/>
          </a:p>
        </p:txBody>
      </p:sp>
      <p:sp>
        <p:nvSpPr>
          <p:cNvPr id="1961" name="Google Shape;1961;p44"/>
          <p:cNvSpPr/>
          <p:nvPr/>
        </p:nvSpPr>
        <p:spPr>
          <a:xfrm flipH="1">
            <a:off x="7658792" y="226113"/>
            <a:ext cx="883583" cy="883564"/>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4"/>
          <p:cNvSpPr/>
          <p:nvPr/>
        </p:nvSpPr>
        <p:spPr>
          <a:xfrm flipH="1">
            <a:off x="5919425" y="668550"/>
            <a:ext cx="3038100" cy="371398"/>
          </a:xfrm>
          <a:custGeom>
            <a:rect b="b" l="l" r="r" t="t"/>
            <a:pathLst>
              <a:path extrusionOk="0" h="3422" w="121524">
                <a:moveTo>
                  <a:pt x="3293" y="2318"/>
                </a:moveTo>
                <a:cubicBezTo>
                  <a:pt x="8457" y="2218"/>
                  <a:pt x="15016" y="977"/>
                  <a:pt x="19888" y="1351"/>
                </a:cubicBezTo>
                <a:cubicBezTo>
                  <a:pt x="28034" y="1981"/>
                  <a:pt x="29758" y="147"/>
                  <a:pt x="36801" y="630"/>
                </a:cubicBezTo>
                <a:cubicBezTo>
                  <a:pt x="44966" y="1233"/>
                  <a:pt x="55457" y="1324"/>
                  <a:pt x="61551" y="1160"/>
                </a:cubicBezTo>
                <a:cubicBezTo>
                  <a:pt x="69068" y="968"/>
                  <a:pt x="74231" y="1"/>
                  <a:pt x="81438" y="776"/>
                </a:cubicBezTo>
                <a:cubicBezTo>
                  <a:pt x="84878" y="1160"/>
                  <a:pt x="81119" y="1835"/>
                  <a:pt x="90680" y="1114"/>
                </a:cubicBezTo>
                <a:cubicBezTo>
                  <a:pt x="94292" y="840"/>
                  <a:pt x="95688" y="822"/>
                  <a:pt x="99912" y="968"/>
                </a:cubicBezTo>
                <a:cubicBezTo>
                  <a:pt x="107119" y="1260"/>
                  <a:pt x="115575" y="1114"/>
                  <a:pt x="121523" y="1260"/>
                </a:cubicBezTo>
                <a:cubicBezTo>
                  <a:pt x="116670" y="1451"/>
                  <a:pt x="103515" y="1160"/>
                  <a:pt x="95378" y="1689"/>
                </a:cubicBezTo>
                <a:cubicBezTo>
                  <a:pt x="85352" y="2263"/>
                  <a:pt x="79559" y="2555"/>
                  <a:pt x="69378" y="2072"/>
                </a:cubicBezTo>
                <a:cubicBezTo>
                  <a:pt x="61387" y="1643"/>
                  <a:pt x="51680" y="1497"/>
                  <a:pt x="43534" y="1789"/>
                </a:cubicBezTo>
                <a:cubicBezTo>
                  <a:pt x="34767" y="2026"/>
                  <a:pt x="30068" y="3422"/>
                  <a:pt x="20672" y="2647"/>
                </a:cubicBezTo>
                <a:cubicBezTo>
                  <a:pt x="16448" y="2263"/>
                  <a:pt x="14879" y="2263"/>
                  <a:pt x="10646" y="2364"/>
                </a:cubicBezTo>
                <a:cubicBezTo>
                  <a:pt x="7827" y="2409"/>
                  <a:pt x="4388" y="2510"/>
                  <a:pt x="0" y="245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4"/>
          <p:cNvSpPr/>
          <p:nvPr/>
        </p:nvSpPr>
        <p:spPr>
          <a:xfrm flipH="1" rot="-2231248">
            <a:off x="1234668" y="6846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967" name="Shape 1967"/>
        <p:cNvGrpSpPr/>
        <p:nvPr/>
      </p:nvGrpSpPr>
      <p:grpSpPr>
        <a:xfrm>
          <a:off x="0" y="0"/>
          <a:ext cx="0" cy="0"/>
          <a:chOff x="0" y="0"/>
          <a:chExt cx="0" cy="0"/>
        </a:xfrm>
      </p:grpSpPr>
      <p:sp>
        <p:nvSpPr>
          <p:cNvPr id="1968" name="Google Shape;1968;p45"/>
          <p:cNvSpPr txBox="1"/>
          <p:nvPr>
            <p:ph idx="1" type="body"/>
          </p:nvPr>
        </p:nvSpPr>
        <p:spPr>
          <a:xfrm>
            <a:off x="713250" y="3988775"/>
            <a:ext cx="7717500" cy="6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1969" name="Google Shape;1969;p45"/>
          <p:cNvSpPr/>
          <p:nvPr/>
        </p:nvSpPr>
        <p:spPr>
          <a:xfrm>
            <a:off x="669350" y="508412"/>
            <a:ext cx="822761" cy="822743"/>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5"/>
          <p:cNvSpPr/>
          <p:nvPr/>
        </p:nvSpPr>
        <p:spPr>
          <a:xfrm>
            <a:off x="383875" y="891800"/>
            <a:ext cx="3038325" cy="293979"/>
          </a:xfrm>
          <a:custGeom>
            <a:rect b="b" l="l" r="r" t="t"/>
            <a:pathLst>
              <a:path extrusionOk="0" h="3413" w="121533">
                <a:moveTo>
                  <a:pt x="3294" y="2308"/>
                </a:moveTo>
                <a:cubicBezTo>
                  <a:pt x="8457" y="2208"/>
                  <a:pt x="15016" y="967"/>
                  <a:pt x="19888" y="1341"/>
                </a:cubicBezTo>
                <a:cubicBezTo>
                  <a:pt x="28034" y="1971"/>
                  <a:pt x="29758" y="137"/>
                  <a:pt x="36801" y="621"/>
                </a:cubicBezTo>
                <a:cubicBezTo>
                  <a:pt x="44966" y="1223"/>
                  <a:pt x="55457" y="1314"/>
                  <a:pt x="61551" y="1150"/>
                </a:cubicBezTo>
                <a:cubicBezTo>
                  <a:pt x="69068" y="958"/>
                  <a:pt x="74232" y="0"/>
                  <a:pt x="81439" y="767"/>
                </a:cubicBezTo>
                <a:cubicBezTo>
                  <a:pt x="84887" y="1150"/>
                  <a:pt x="81119" y="1825"/>
                  <a:pt x="90680" y="1104"/>
                </a:cubicBezTo>
                <a:cubicBezTo>
                  <a:pt x="94292" y="830"/>
                  <a:pt x="95688" y="812"/>
                  <a:pt x="99921" y="958"/>
                </a:cubicBezTo>
                <a:cubicBezTo>
                  <a:pt x="107119" y="1250"/>
                  <a:pt x="115576" y="1104"/>
                  <a:pt x="121533" y="1250"/>
                </a:cubicBezTo>
                <a:cubicBezTo>
                  <a:pt x="116679" y="1442"/>
                  <a:pt x="103515" y="1150"/>
                  <a:pt x="95378" y="1679"/>
                </a:cubicBezTo>
                <a:cubicBezTo>
                  <a:pt x="85352" y="2254"/>
                  <a:pt x="79559" y="2545"/>
                  <a:pt x="69378" y="2062"/>
                </a:cubicBezTo>
                <a:cubicBezTo>
                  <a:pt x="61396" y="1633"/>
                  <a:pt x="51680" y="1487"/>
                  <a:pt x="43534" y="1779"/>
                </a:cubicBezTo>
                <a:cubicBezTo>
                  <a:pt x="34767" y="2016"/>
                  <a:pt x="30069" y="3412"/>
                  <a:pt x="20672" y="2646"/>
                </a:cubicBezTo>
                <a:cubicBezTo>
                  <a:pt x="16448" y="2254"/>
                  <a:pt x="14879" y="2254"/>
                  <a:pt x="10656" y="2354"/>
                </a:cubicBezTo>
                <a:cubicBezTo>
                  <a:pt x="7837" y="2400"/>
                  <a:pt x="4388" y="2500"/>
                  <a:pt x="0" y="244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4" name="Shape 1974"/>
        <p:cNvGrpSpPr/>
        <p:nvPr/>
      </p:nvGrpSpPr>
      <p:grpSpPr>
        <a:xfrm>
          <a:off x="0" y="0"/>
          <a:ext cx="0" cy="0"/>
          <a:chOff x="0" y="0"/>
          <a:chExt cx="0" cy="0"/>
        </a:xfrm>
      </p:grpSpPr>
      <p:sp>
        <p:nvSpPr>
          <p:cNvPr id="1975" name="Google Shape;1975;p46"/>
          <p:cNvSpPr/>
          <p:nvPr/>
        </p:nvSpPr>
        <p:spPr>
          <a:xfrm>
            <a:off x="3038100" y="3236250"/>
            <a:ext cx="3404000" cy="1544044"/>
          </a:xfrm>
          <a:custGeom>
            <a:rect b="b" l="l" r="r" t="t"/>
            <a:pathLst>
              <a:path extrusionOk="0" h="46413" w="177685">
                <a:moveTo>
                  <a:pt x="53027" y="1"/>
                </a:moveTo>
                <a:cubicBezTo>
                  <a:pt x="53027" y="1"/>
                  <a:pt x="79109" y="2070"/>
                  <a:pt x="70927" y="2540"/>
                </a:cubicBezTo>
                <a:cubicBezTo>
                  <a:pt x="62761" y="3026"/>
                  <a:pt x="21224" y="5706"/>
                  <a:pt x="20644" y="7838"/>
                </a:cubicBezTo>
                <a:cubicBezTo>
                  <a:pt x="20064" y="9969"/>
                  <a:pt x="61977" y="9076"/>
                  <a:pt x="62369" y="12462"/>
                </a:cubicBezTo>
                <a:cubicBezTo>
                  <a:pt x="62761" y="15847"/>
                  <a:pt x="1" y="12462"/>
                  <a:pt x="1458" y="16098"/>
                </a:cubicBezTo>
                <a:cubicBezTo>
                  <a:pt x="2932" y="19750"/>
                  <a:pt x="51851" y="19202"/>
                  <a:pt x="51459" y="21380"/>
                </a:cubicBezTo>
                <a:cubicBezTo>
                  <a:pt x="51295" y="22331"/>
                  <a:pt x="42835" y="22437"/>
                  <a:pt x="33312" y="22437"/>
                </a:cubicBezTo>
                <a:cubicBezTo>
                  <a:pt x="30561" y="22437"/>
                  <a:pt x="27722" y="22428"/>
                  <a:pt x="24968" y="22428"/>
                </a:cubicBezTo>
                <a:cubicBezTo>
                  <a:pt x="15398" y="22428"/>
                  <a:pt x="6865" y="22536"/>
                  <a:pt x="6694" y="23496"/>
                </a:cubicBezTo>
                <a:cubicBezTo>
                  <a:pt x="6302" y="25691"/>
                  <a:pt x="55362" y="31240"/>
                  <a:pt x="52635" y="32964"/>
                </a:cubicBezTo>
                <a:cubicBezTo>
                  <a:pt x="51598" y="33619"/>
                  <a:pt x="46686" y="33692"/>
                  <a:pt x="40946" y="33692"/>
                </a:cubicBezTo>
                <a:cubicBezTo>
                  <a:pt x="39300" y="33692"/>
                  <a:pt x="37585" y="33686"/>
                  <a:pt x="35874" y="33686"/>
                </a:cubicBezTo>
                <a:cubicBezTo>
                  <a:pt x="27866" y="33686"/>
                  <a:pt x="19940" y="33818"/>
                  <a:pt x="19468" y="35315"/>
                </a:cubicBezTo>
                <a:cubicBezTo>
                  <a:pt x="18559" y="38246"/>
                  <a:pt x="53811" y="46412"/>
                  <a:pt x="53811" y="46412"/>
                </a:cubicBezTo>
                <a:lnTo>
                  <a:pt x="123875" y="46412"/>
                </a:lnTo>
                <a:cubicBezTo>
                  <a:pt x="123875" y="46412"/>
                  <a:pt x="159126" y="38246"/>
                  <a:pt x="158202" y="35315"/>
                </a:cubicBezTo>
                <a:cubicBezTo>
                  <a:pt x="157729" y="33818"/>
                  <a:pt x="149803" y="33686"/>
                  <a:pt x="141795" y="33686"/>
                </a:cubicBezTo>
                <a:cubicBezTo>
                  <a:pt x="140085" y="33686"/>
                  <a:pt x="138370" y="33692"/>
                  <a:pt x="136724" y="33692"/>
                </a:cubicBezTo>
                <a:cubicBezTo>
                  <a:pt x="130984" y="33692"/>
                  <a:pt x="126072" y="33619"/>
                  <a:pt x="125035" y="32964"/>
                </a:cubicBezTo>
                <a:cubicBezTo>
                  <a:pt x="122307" y="31240"/>
                  <a:pt x="171368" y="25691"/>
                  <a:pt x="170976" y="23496"/>
                </a:cubicBezTo>
                <a:cubicBezTo>
                  <a:pt x="170811" y="22536"/>
                  <a:pt x="162283" y="22428"/>
                  <a:pt x="152713" y="22428"/>
                </a:cubicBezTo>
                <a:cubicBezTo>
                  <a:pt x="149960" y="22428"/>
                  <a:pt x="147120" y="22437"/>
                  <a:pt x="144369" y="22437"/>
                </a:cubicBezTo>
                <a:cubicBezTo>
                  <a:pt x="134846" y="22437"/>
                  <a:pt x="126381" y="22331"/>
                  <a:pt x="126210" y="21380"/>
                </a:cubicBezTo>
                <a:cubicBezTo>
                  <a:pt x="125818" y="19202"/>
                  <a:pt x="174738" y="19750"/>
                  <a:pt x="176211" y="16098"/>
                </a:cubicBezTo>
                <a:cubicBezTo>
                  <a:pt x="177685" y="12462"/>
                  <a:pt x="114909" y="15847"/>
                  <a:pt x="115301" y="12462"/>
                </a:cubicBezTo>
                <a:cubicBezTo>
                  <a:pt x="115693" y="9076"/>
                  <a:pt x="157622" y="9969"/>
                  <a:pt x="157026" y="7838"/>
                </a:cubicBezTo>
                <a:cubicBezTo>
                  <a:pt x="156446" y="5706"/>
                  <a:pt x="114909" y="3026"/>
                  <a:pt x="106743" y="2540"/>
                </a:cubicBezTo>
                <a:cubicBezTo>
                  <a:pt x="98561" y="2070"/>
                  <a:pt x="124643" y="1"/>
                  <a:pt x="124643"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6"/>
          <p:cNvSpPr/>
          <p:nvPr/>
        </p:nvSpPr>
        <p:spPr>
          <a:xfrm>
            <a:off x="-838450" y="4242475"/>
            <a:ext cx="10119966" cy="901025"/>
          </a:xfrm>
          <a:custGeom>
            <a:rect b="b" l="l" r="r" t="t"/>
            <a:pathLst>
              <a:path extrusionOk="0" h="36041" w="208799">
                <a:moveTo>
                  <a:pt x="11178" y="0"/>
                </a:moveTo>
                <a:lnTo>
                  <a:pt x="0" y="8522"/>
                </a:lnTo>
                <a:lnTo>
                  <a:pt x="0" y="36041"/>
                </a:lnTo>
                <a:lnTo>
                  <a:pt x="208798" y="36041"/>
                </a:lnTo>
                <a:lnTo>
                  <a:pt x="208798" y="19925"/>
                </a:lnTo>
                <a:lnTo>
                  <a:pt x="161254" y="27018"/>
                </a:lnTo>
                <a:lnTo>
                  <a:pt x="129800" y="19925"/>
                </a:lnTo>
                <a:lnTo>
                  <a:pt x="113259" y="16166"/>
                </a:lnTo>
                <a:lnTo>
                  <a:pt x="98021" y="23284"/>
                </a:lnTo>
                <a:lnTo>
                  <a:pt x="71955" y="3735"/>
                </a:lnTo>
                <a:lnTo>
                  <a:pt x="48472" y="23108"/>
                </a:lnTo>
                <a:lnTo>
                  <a:pt x="111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7" name="Google Shape;1977;p46"/>
          <p:cNvGrpSpPr/>
          <p:nvPr/>
        </p:nvGrpSpPr>
        <p:grpSpPr>
          <a:xfrm>
            <a:off x="742675" y="2214818"/>
            <a:ext cx="7543059" cy="902162"/>
            <a:chOff x="742675" y="2214818"/>
            <a:chExt cx="7543059" cy="902162"/>
          </a:xfrm>
        </p:grpSpPr>
        <p:grpSp>
          <p:nvGrpSpPr>
            <p:cNvPr id="1978" name="Google Shape;1978;p46"/>
            <p:cNvGrpSpPr/>
            <p:nvPr/>
          </p:nvGrpSpPr>
          <p:grpSpPr>
            <a:xfrm>
              <a:off x="742675" y="2214818"/>
              <a:ext cx="7543059" cy="902162"/>
              <a:chOff x="618050" y="2588386"/>
              <a:chExt cx="6413075" cy="767014"/>
            </a:xfrm>
          </p:grpSpPr>
          <p:sp>
            <p:nvSpPr>
              <p:cNvPr id="1979" name="Google Shape;1979;p46"/>
              <p:cNvSpPr/>
              <p:nvPr/>
            </p:nvSpPr>
            <p:spPr>
              <a:xfrm>
                <a:off x="3275250" y="2919925"/>
                <a:ext cx="3755875" cy="435475"/>
              </a:xfrm>
              <a:custGeom>
                <a:rect b="b" l="l" r="r" t="t"/>
                <a:pathLst>
                  <a:path extrusionOk="0" h="17419" w="150235">
                    <a:moveTo>
                      <a:pt x="139267" y="0"/>
                    </a:moveTo>
                    <a:lnTo>
                      <a:pt x="139267" y="1512"/>
                    </a:lnTo>
                    <a:lnTo>
                      <a:pt x="139937" y="1512"/>
                    </a:lnTo>
                    <a:lnTo>
                      <a:pt x="139937" y="3867"/>
                    </a:lnTo>
                    <a:lnTo>
                      <a:pt x="134195" y="3867"/>
                    </a:lnTo>
                    <a:lnTo>
                      <a:pt x="134195" y="3331"/>
                    </a:lnTo>
                    <a:lnTo>
                      <a:pt x="133085" y="3331"/>
                    </a:lnTo>
                    <a:lnTo>
                      <a:pt x="133085" y="2355"/>
                    </a:lnTo>
                    <a:cubicBezTo>
                      <a:pt x="133085" y="1723"/>
                      <a:pt x="132530" y="1225"/>
                      <a:pt x="131879" y="1340"/>
                    </a:cubicBezTo>
                    <a:lnTo>
                      <a:pt x="131879" y="1340"/>
                    </a:lnTo>
                    <a:cubicBezTo>
                      <a:pt x="131381" y="1436"/>
                      <a:pt x="131037" y="1895"/>
                      <a:pt x="131037" y="2412"/>
                    </a:cubicBezTo>
                    <a:lnTo>
                      <a:pt x="131037" y="2412"/>
                    </a:lnTo>
                    <a:lnTo>
                      <a:pt x="131037" y="3331"/>
                    </a:lnTo>
                    <a:lnTo>
                      <a:pt x="129927" y="3331"/>
                    </a:lnTo>
                    <a:lnTo>
                      <a:pt x="129927" y="3867"/>
                    </a:lnTo>
                    <a:lnTo>
                      <a:pt x="128530" y="3867"/>
                    </a:lnTo>
                    <a:lnTo>
                      <a:pt x="128530" y="1991"/>
                    </a:lnTo>
                    <a:lnTo>
                      <a:pt x="126922" y="1991"/>
                    </a:lnTo>
                    <a:lnTo>
                      <a:pt x="126922" y="3867"/>
                    </a:lnTo>
                    <a:lnTo>
                      <a:pt x="122271" y="3867"/>
                    </a:lnTo>
                    <a:lnTo>
                      <a:pt x="122271" y="1857"/>
                    </a:lnTo>
                    <a:cubicBezTo>
                      <a:pt x="122271" y="843"/>
                      <a:pt x="121428" y="0"/>
                      <a:pt x="120414" y="0"/>
                    </a:cubicBezTo>
                    <a:lnTo>
                      <a:pt x="120414" y="0"/>
                    </a:lnTo>
                    <a:lnTo>
                      <a:pt x="107973" y="0"/>
                    </a:lnTo>
                    <a:cubicBezTo>
                      <a:pt x="107303" y="0"/>
                      <a:pt x="106786" y="555"/>
                      <a:pt x="106824" y="1206"/>
                    </a:cubicBezTo>
                    <a:lnTo>
                      <a:pt x="106824" y="1206"/>
                    </a:lnTo>
                    <a:cubicBezTo>
                      <a:pt x="106843" y="1838"/>
                      <a:pt x="107417" y="2297"/>
                      <a:pt x="108030" y="2297"/>
                    </a:cubicBezTo>
                    <a:lnTo>
                      <a:pt x="108030" y="2297"/>
                    </a:lnTo>
                    <a:lnTo>
                      <a:pt x="112528" y="2297"/>
                    </a:lnTo>
                    <a:cubicBezTo>
                      <a:pt x="113542" y="2297"/>
                      <a:pt x="114346" y="3120"/>
                      <a:pt x="114346" y="4116"/>
                    </a:cubicBezTo>
                    <a:lnTo>
                      <a:pt x="114346" y="4116"/>
                    </a:lnTo>
                    <a:lnTo>
                      <a:pt x="114346" y="7063"/>
                    </a:lnTo>
                    <a:cubicBezTo>
                      <a:pt x="114346" y="7331"/>
                      <a:pt x="114136" y="7542"/>
                      <a:pt x="113887" y="7542"/>
                    </a:cubicBezTo>
                    <a:lnTo>
                      <a:pt x="113887" y="7542"/>
                    </a:lnTo>
                    <a:lnTo>
                      <a:pt x="107819" y="7542"/>
                    </a:lnTo>
                    <a:cubicBezTo>
                      <a:pt x="107264" y="7542"/>
                      <a:pt x="106824" y="7982"/>
                      <a:pt x="106824" y="8537"/>
                    </a:cubicBezTo>
                    <a:lnTo>
                      <a:pt x="106824" y="8537"/>
                    </a:lnTo>
                    <a:lnTo>
                      <a:pt x="106824" y="11561"/>
                    </a:lnTo>
                    <a:cubicBezTo>
                      <a:pt x="106824" y="12576"/>
                      <a:pt x="107264" y="13475"/>
                      <a:pt x="107953" y="14107"/>
                    </a:cubicBezTo>
                    <a:lnTo>
                      <a:pt x="107953" y="14107"/>
                    </a:lnTo>
                    <a:cubicBezTo>
                      <a:pt x="107953" y="14183"/>
                      <a:pt x="107934" y="14260"/>
                      <a:pt x="107934" y="14356"/>
                    </a:cubicBezTo>
                    <a:lnTo>
                      <a:pt x="107934" y="14356"/>
                    </a:lnTo>
                    <a:lnTo>
                      <a:pt x="104087" y="14356"/>
                    </a:lnTo>
                    <a:lnTo>
                      <a:pt x="104087" y="4288"/>
                    </a:lnTo>
                    <a:cubicBezTo>
                      <a:pt x="104087" y="2967"/>
                      <a:pt x="103015" y="1914"/>
                      <a:pt x="101694" y="1914"/>
                    </a:cubicBezTo>
                    <a:lnTo>
                      <a:pt x="101694" y="1914"/>
                    </a:lnTo>
                    <a:lnTo>
                      <a:pt x="56293" y="1914"/>
                    </a:lnTo>
                    <a:cubicBezTo>
                      <a:pt x="54972" y="1914"/>
                      <a:pt x="53919" y="2967"/>
                      <a:pt x="53919" y="4288"/>
                    </a:cubicBezTo>
                    <a:lnTo>
                      <a:pt x="53919" y="4288"/>
                    </a:lnTo>
                    <a:lnTo>
                      <a:pt x="53919" y="12614"/>
                    </a:lnTo>
                    <a:lnTo>
                      <a:pt x="51546" y="12614"/>
                    </a:lnTo>
                    <a:lnTo>
                      <a:pt x="51546" y="4288"/>
                    </a:lnTo>
                    <a:cubicBezTo>
                      <a:pt x="51546" y="2967"/>
                      <a:pt x="50493" y="1914"/>
                      <a:pt x="49173" y="1914"/>
                    </a:cubicBezTo>
                    <a:lnTo>
                      <a:pt x="49173" y="1914"/>
                    </a:lnTo>
                    <a:lnTo>
                      <a:pt x="3771" y="1914"/>
                    </a:lnTo>
                    <a:cubicBezTo>
                      <a:pt x="2450" y="1914"/>
                      <a:pt x="1379" y="2967"/>
                      <a:pt x="1379" y="4288"/>
                    </a:cubicBezTo>
                    <a:lnTo>
                      <a:pt x="1379" y="4288"/>
                    </a:lnTo>
                    <a:lnTo>
                      <a:pt x="1379" y="12614"/>
                    </a:lnTo>
                    <a:lnTo>
                      <a:pt x="0" y="12614"/>
                    </a:lnTo>
                    <a:lnTo>
                      <a:pt x="0" y="13590"/>
                    </a:lnTo>
                    <a:lnTo>
                      <a:pt x="1379" y="13590"/>
                    </a:lnTo>
                    <a:lnTo>
                      <a:pt x="1379" y="15447"/>
                    </a:lnTo>
                    <a:lnTo>
                      <a:pt x="2297" y="15447"/>
                    </a:lnTo>
                    <a:cubicBezTo>
                      <a:pt x="2297" y="16480"/>
                      <a:pt x="3120" y="17303"/>
                      <a:pt x="4154" y="17303"/>
                    </a:cubicBezTo>
                    <a:lnTo>
                      <a:pt x="4154" y="17303"/>
                    </a:lnTo>
                    <a:cubicBezTo>
                      <a:pt x="5168" y="17303"/>
                      <a:pt x="6011" y="16480"/>
                      <a:pt x="6011" y="15447"/>
                    </a:cubicBezTo>
                    <a:lnTo>
                      <a:pt x="6011" y="15447"/>
                    </a:lnTo>
                    <a:lnTo>
                      <a:pt x="7484" y="15447"/>
                    </a:lnTo>
                    <a:cubicBezTo>
                      <a:pt x="7484" y="16480"/>
                      <a:pt x="8307" y="17303"/>
                      <a:pt x="9341" y="17303"/>
                    </a:cubicBezTo>
                    <a:lnTo>
                      <a:pt x="9341" y="17303"/>
                    </a:lnTo>
                    <a:cubicBezTo>
                      <a:pt x="10355" y="17303"/>
                      <a:pt x="11198" y="16480"/>
                      <a:pt x="11198" y="15447"/>
                    </a:cubicBezTo>
                    <a:lnTo>
                      <a:pt x="11198" y="15447"/>
                    </a:lnTo>
                    <a:lnTo>
                      <a:pt x="41478" y="15447"/>
                    </a:lnTo>
                    <a:cubicBezTo>
                      <a:pt x="41478" y="16480"/>
                      <a:pt x="42320" y="17303"/>
                      <a:pt x="43335" y="17303"/>
                    </a:cubicBezTo>
                    <a:lnTo>
                      <a:pt x="43335" y="17303"/>
                    </a:lnTo>
                    <a:cubicBezTo>
                      <a:pt x="44368" y="17303"/>
                      <a:pt x="45191" y="16480"/>
                      <a:pt x="45191" y="15447"/>
                    </a:cubicBezTo>
                    <a:lnTo>
                      <a:pt x="45191" y="15447"/>
                    </a:lnTo>
                    <a:lnTo>
                      <a:pt x="46665" y="15447"/>
                    </a:lnTo>
                    <a:cubicBezTo>
                      <a:pt x="46665" y="16480"/>
                      <a:pt x="47488" y="17303"/>
                      <a:pt x="48522" y="17303"/>
                    </a:cubicBezTo>
                    <a:lnTo>
                      <a:pt x="48522" y="17303"/>
                    </a:lnTo>
                    <a:cubicBezTo>
                      <a:pt x="49555" y="17303"/>
                      <a:pt x="50378" y="16480"/>
                      <a:pt x="50378" y="15447"/>
                    </a:cubicBezTo>
                    <a:lnTo>
                      <a:pt x="50378" y="15447"/>
                    </a:lnTo>
                    <a:lnTo>
                      <a:pt x="51546" y="15447"/>
                    </a:lnTo>
                    <a:lnTo>
                      <a:pt x="51546" y="13590"/>
                    </a:lnTo>
                    <a:lnTo>
                      <a:pt x="53919" y="13590"/>
                    </a:lnTo>
                    <a:lnTo>
                      <a:pt x="53919" y="15447"/>
                    </a:lnTo>
                    <a:lnTo>
                      <a:pt x="54819" y="15447"/>
                    </a:lnTo>
                    <a:cubicBezTo>
                      <a:pt x="54819" y="16480"/>
                      <a:pt x="55642" y="17303"/>
                      <a:pt x="56676" y="17303"/>
                    </a:cubicBezTo>
                    <a:lnTo>
                      <a:pt x="56676" y="17303"/>
                    </a:lnTo>
                    <a:cubicBezTo>
                      <a:pt x="57709" y="17303"/>
                      <a:pt x="58532" y="16480"/>
                      <a:pt x="58532" y="15447"/>
                    </a:cubicBezTo>
                    <a:lnTo>
                      <a:pt x="58532" y="15447"/>
                    </a:lnTo>
                    <a:lnTo>
                      <a:pt x="60006" y="15447"/>
                    </a:lnTo>
                    <a:cubicBezTo>
                      <a:pt x="60006" y="16480"/>
                      <a:pt x="60829" y="17303"/>
                      <a:pt x="61863" y="17303"/>
                    </a:cubicBezTo>
                    <a:lnTo>
                      <a:pt x="61863" y="17303"/>
                    </a:lnTo>
                    <a:cubicBezTo>
                      <a:pt x="62877" y="17303"/>
                      <a:pt x="63719" y="16480"/>
                      <a:pt x="63719" y="15447"/>
                    </a:cubicBezTo>
                    <a:lnTo>
                      <a:pt x="63719" y="15447"/>
                    </a:lnTo>
                    <a:lnTo>
                      <a:pt x="94000" y="15447"/>
                    </a:lnTo>
                    <a:cubicBezTo>
                      <a:pt x="94000" y="16480"/>
                      <a:pt x="94842" y="17303"/>
                      <a:pt x="95857" y="17303"/>
                    </a:cubicBezTo>
                    <a:lnTo>
                      <a:pt x="95857" y="17303"/>
                    </a:lnTo>
                    <a:cubicBezTo>
                      <a:pt x="96890" y="17303"/>
                      <a:pt x="97732" y="16480"/>
                      <a:pt x="97732" y="15447"/>
                    </a:cubicBezTo>
                    <a:lnTo>
                      <a:pt x="97732" y="15447"/>
                    </a:lnTo>
                    <a:lnTo>
                      <a:pt x="99187" y="15447"/>
                    </a:lnTo>
                    <a:cubicBezTo>
                      <a:pt x="99187" y="16480"/>
                      <a:pt x="100029" y="17303"/>
                      <a:pt x="101044" y="17303"/>
                    </a:cubicBezTo>
                    <a:lnTo>
                      <a:pt x="101044" y="17303"/>
                    </a:lnTo>
                    <a:cubicBezTo>
                      <a:pt x="102077" y="17303"/>
                      <a:pt x="102900" y="16480"/>
                      <a:pt x="102900" y="15447"/>
                    </a:cubicBezTo>
                    <a:lnTo>
                      <a:pt x="102900" y="15447"/>
                    </a:lnTo>
                    <a:lnTo>
                      <a:pt x="108087" y="15447"/>
                    </a:lnTo>
                    <a:cubicBezTo>
                      <a:pt x="108470" y="16538"/>
                      <a:pt x="109504" y="17303"/>
                      <a:pt x="110710" y="17303"/>
                    </a:cubicBezTo>
                    <a:lnTo>
                      <a:pt x="110710" y="17303"/>
                    </a:lnTo>
                    <a:cubicBezTo>
                      <a:pt x="112088" y="17303"/>
                      <a:pt x="113236" y="16289"/>
                      <a:pt x="113447" y="14968"/>
                    </a:cubicBezTo>
                    <a:lnTo>
                      <a:pt x="113447" y="14968"/>
                    </a:lnTo>
                    <a:lnTo>
                      <a:pt x="115935" y="14968"/>
                    </a:lnTo>
                    <a:cubicBezTo>
                      <a:pt x="116222" y="16308"/>
                      <a:pt x="117428" y="17303"/>
                      <a:pt x="118844" y="17303"/>
                    </a:cubicBezTo>
                    <a:lnTo>
                      <a:pt x="118844" y="17303"/>
                    </a:lnTo>
                    <a:cubicBezTo>
                      <a:pt x="120280" y="17303"/>
                      <a:pt x="121467" y="16308"/>
                      <a:pt x="121754" y="14968"/>
                    </a:cubicBezTo>
                    <a:lnTo>
                      <a:pt x="121754" y="14968"/>
                    </a:lnTo>
                    <a:lnTo>
                      <a:pt x="122787" y="14968"/>
                    </a:lnTo>
                    <a:cubicBezTo>
                      <a:pt x="123074" y="16308"/>
                      <a:pt x="124261" y="17303"/>
                      <a:pt x="125697" y="17303"/>
                    </a:cubicBezTo>
                    <a:lnTo>
                      <a:pt x="125697" y="17303"/>
                    </a:lnTo>
                    <a:cubicBezTo>
                      <a:pt x="127113" y="17303"/>
                      <a:pt x="128300" y="16308"/>
                      <a:pt x="128606" y="14968"/>
                    </a:cubicBezTo>
                    <a:lnTo>
                      <a:pt x="128606" y="14968"/>
                    </a:lnTo>
                    <a:lnTo>
                      <a:pt x="130176" y="14968"/>
                    </a:lnTo>
                    <a:cubicBezTo>
                      <a:pt x="130463" y="16308"/>
                      <a:pt x="131649" y="17303"/>
                      <a:pt x="133085" y="17303"/>
                    </a:cubicBezTo>
                    <a:lnTo>
                      <a:pt x="133085" y="17303"/>
                    </a:lnTo>
                    <a:cubicBezTo>
                      <a:pt x="134521" y="17303"/>
                      <a:pt x="135707" y="16308"/>
                      <a:pt x="135994" y="14968"/>
                    </a:cubicBezTo>
                    <a:lnTo>
                      <a:pt x="135994" y="14968"/>
                    </a:lnTo>
                    <a:lnTo>
                      <a:pt x="137028" y="14968"/>
                    </a:lnTo>
                    <a:cubicBezTo>
                      <a:pt x="137315" y="16308"/>
                      <a:pt x="138502" y="17303"/>
                      <a:pt x="139937" y="17303"/>
                    </a:cubicBezTo>
                    <a:lnTo>
                      <a:pt x="139937" y="17303"/>
                    </a:lnTo>
                    <a:cubicBezTo>
                      <a:pt x="141354" y="17303"/>
                      <a:pt x="142540" y="16308"/>
                      <a:pt x="142847" y="14968"/>
                    </a:cubicBezTo>
                    <a:lnTo>
                      <a:pt x="142847" y="14968"/>
                    </a:lnTo>
                    <a:lnTo>
                      <a:pt x="143172" y="14968"/>
                    </a:lnTo>
                    <a:cubicBezTo>
                      <a:pt x="142962" y="15294"/>
                      <a:pt x="142847" y="15715"/>
                      <a:pt x="142962" y="16155"/>
                    </a:cubicBezTo>
                    <a:lnTo>
                      <a:pt x="142962" y="16155"/>
                    </a:lnTo>
                    <a:cubicBezTo>
                      <a:pt x="143076" y="16729"/>
                      <a:pt x="143555" y="17169"/>
                      <a:pt x="144110" y="17284"/>
                    </a:cubicBezTo>
                    <a:lnTo>
                      <a:pt x="144110" y="17284"/>
                    </a:lnTo>
                    <a:cubicBezTo>
                      <a:pt x="144895" y="17418"/>
                      <a:pt x="145584" y="16959"/>
                      <a:pt x="145813" y="16289"/>
                    </a:cubicBezTo>
                    <a:lnTo>
                      <a:pt x="145813" y="16289"/>
                    </a:lnTo>
                    <a:cubicBezTo>
                      <a:pt x="149450" y="16270"/>
                      <a:pt x="150235" y="15332"/>
                      <a:pt x="150235" y="15332"/>
                    </a:cubicBezTo>
                    <a:lnTo>
                      <a:pt x="150235" y="15332"/>
                    </a:lnTo>
                    <a:lnTo>
                      <a:pt x="146273" y="11140"/>
                    </a:lnTo>
                    <a:lnTo>
                      <a:pt x="145029" y="11140"/>
                    </a:lnTo>
                    <a:cubicBezTo>
                      <a:pt x="146713" y="10796"/>
                      <a:pt x="147996" y="9322"/>
                      <a:pt x="147996" y="7542"/>
                    </a:cubicBezTo>
                    <a:lnTo>
                      <a:pt x="147996" y="7542"/>
                    </a:lnTo>
                    <a:cubicBezTo>
                      <a:pt x="147996" y="6527"/>
                      <a:pt x="147574" y="5609"/>
                      <a:pt x="146904" y="4939"/>
                    </a:cubicBezTo>
                    <a:lnTo>
                      <a:pt x="146904" y="4939"/>
                    </a:lnTo>
                    <a:cubicBezTo>
                      <a:pt x="146254" y="4288"/>
                      <a:pt x="145335" y="3867"/>
                      <a:pt x="144321" y="3867"/>
                    </a:cubicBezTo>
                    <a:lnTo>
                      <a:pt x="144321" y="3867"/>
                    </a:lnTo>
                    <a:lnTo>
                      <a:pt x="141737" y="3867"/>
                    </a:lnTo>
                    <a:lnTo>
                      <a:pt x="141737" y="1512"/>
                    </a:lnTo>
                    <a:lnTo>
                      <a:pt x="142406" y="1512"/>
                    </a:lnTo>
                    <a:lnTo>
                      <a:pt x="142406" y="0"/>
                    </a:lnTo>
                    <a:close/>
                    <a:moveTo>
                      <a:pt x="71108" y="13590"/>
                    </a:moveTo>
                    <a:lnTo>
                      <a:pt x="86899" y="13590"/>
                    </a:lnTo>
                    <a:lnTo>
                      <a:pt x="86899" y="14356"/>
                    </a:lnTo>
                    <a:lnTo>
                      <a:pt x="71108" y="14356"/>
                    </a:lnTo>
                    <a:close/>
                    <a:moveTo>
                      <a:pt x="18567" y="13590"/>
                    </a:moveTo>
                    <a:lnTo>
                      <a:pt x="34358" y="13590"/>
                    </a:lnTo>
                    <a:lnTo>
                      <a:pt x="34358" y="14356"/>
                    </a:lnTo>
                    <a:lnTo>
                      <a:pt x="18567" y="143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6"/>
              <p:cNvSpPr/>
              <p:nvPr/>
            </p:nvSpPr>
            <p:spPr>
              <a:xfrm>
                <a:off x="6186050" y="3000800"/>
                <a:ext cx="102425" cy="102425"/>
              </a:xfrm>
              <a:custGeom>
                <a:rect b="b" l="l" r="r" t="t"/>
                <a:pathLst>
                  <a:path extrusionOk="0" h="4097" w="4097">
                    <a:moveTo>
                      <a:pt x="1264" y="0"/>
                    </a:moveTo>
                    <a:cubicBezTo>
                      <a:pt x="556" y="0"/>
                      <a:pt x="1" y="574"/>
                      <a:pt x="1" y="1263"/>
                    </a:cubicBezTo>
                    <a:lnTo>
                      <a:pt x="1" y="2833"/>
                    </a:lnTo>
                    <a:cubicBezTo>
                      <a:pt x="1" y="3541"/>
                      <a:pt x="556" y="4096"/>
                      <a:pt x="1264" y="4096"/>
                    </a:cubicBezTo>
                    <a:lnTo>
                      <a:pt x="2833" y="4096"/>
                    </a:lnTo>
                    <a:cubicBezTo>
                      <a:pt x="3523" y="4096"/>
                      <a:pt x="4097" y="3541"/>
                      <a:pt x="4097" y="2833"/>
                    </a:cubicBezTo>
                    <a:lnTo>
                      <a:pt x="4097" y="1263"/>
                    </a:lnTo>
                    <a:cubicBezTo>
                      <a:pt x="4097" y="574"/>
                      <a:pt x="3523" y="0"/>
                      <a:pt x="28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6"/>
              <p:cNvSpPr/>
              <p:nvPr/>
            </p:nvSpPr>
            <p:spPr>
              <a:xfrm>
                <a:off x="5671650" y="3071600"/>
                <a:ext cx="91425" cy="86175"/>
              </a:xfrm>
              <a:custGeom>
                <a:rect b="b" l="l" r="r" t="t"/>
                <a:pathLst>
                  <a:path extrusionOk="0" h="3447" w="3657">
                    <a:moveTo>
                      <a:pt x="1283" y="1"/>
                    </a:moveTo>
                    <a:cubicBezTo>
                      <a:pt x="575" y="1"/>
                      <a:pt x="1" y="575"/>
                      <a:pt x="1" y="1264"/>
                    </a:cubicBezTo>
                    <a:lnTo>
                      <a:pt x="1" y="2164"/>
                    </a:lnTo>
                    <a:cubicBezTo>
                      <a:pt x="1" y="2872"/>
                      <a:pt x="575" y="3446"/>
                      <a:pt x="1283" y="3446"/>
                    </a:cubicBezTo>
                    <a:lnTo>
                      <a:pt x="2374" y="3446"/>
                    </a:lnTo>
                    <a:cubicBezTo>
                      <a:pt x="3082" y="3446"/>
                      <a:pt x="3656" y="2872"/>
                      <a:pt x="3656" y="2164"/>
                    </a:cubicBezTo>
                    <a:lnTo>
                      <a:pt x="3656" y="1264"/>
                    </a:lnTo>
                    <a:cubicBezTo>
                      <a:pt x="3656" y="575"/>
                      <a:pt x="3082"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6"/>
              <p:cNvSpPr/>
              <p:nvPr/>
            </p:nvSpPr>
            <p:spPr>
              <a:xfrm>
                <a:off x="5534325" y="3071600"/>
                <a:ext cx="90925" cy="86175"/>
              </a:xfrm>
              <a:custGeom>
                <a:rect b="b" l="l" r="r" t="t"/>
                <a:pathLst>
                  <a:path extrusionOk="0" h="3447" w="3637">
                    <a:moveTo>
                      <a:pt x="1283" y="1"/>
                    </a:moveTo>
                    <a:cubicBezTo>
                      <a:pt x="574" y="1"/>
                      <a:pt x="0" y="575"/>
                      <a:pt x="0" y="1264"/>
                    </a:cubicBezTo>
                    <a:lnTo>
                      <a:pt x="0" y="2164"/>
                    </a:lnTo>
                    <a:cubicBezTo>
                      <a:pt x="0" y="2872"/>
                      <a:pt x="574" y="3446"/>
                      <a:pt x="1283" y="3446"/>
                    </a:cubicBezTo>
                    <a:lnTo>
                      <a:pt x="2374" y="3446"/>
                    </a:lnTo>
                    <a:cubicBezTo>
                      <a:pt x="3082" y="3446"/>
                      <a:pt x="3637" y="2872"/>
                      <a:pt x="3637" y="2164"/>
                    </a:cubicBezTo>
                    <a:lnTo>
                      <a:pt x="3637" y="1264"/>
                    </a:lnTo>
                    <a:cubicBezTo>
                      <a:pt x="3637" y="575"/>
                      <a:pt x="3082"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6"/>
              <p:cNvSpPr/>
              <p:nvPr/>
            </p:nvSpPr>
            <p:spPr>
              <a:xfrm>
                <a:off x="5402250" y="3071600"/>
                <a:ext cx="90950" cy="86175"/>
              </a:xfrm>
              <a:custGeom>
                <a:rect b="b" l="l" r="r" t="t"/>
                <a:pathLst>
                  <a:path extrusionOk="0" h="3447" w="3638">
                    <a:moveTo>
                      <a:pt x="1264" y="1"/>
                    </a:moveTo>
                    <a:cubicBezTo>
                      <a:pt x="555" y="1"/>
                      <a:pt x="0" y="575"/>
                      <a:pt x="0" y="1264"/>
                    </a:cubicBezTo>
                    <a:lnTo>
                      <a:pt x="0" y="2164"/>
                    </a:lnTo>
                    <a:cubicBezTo>
                      <a:pt x="0" y="2872"/>
                      <a:pt x="555" y="3446"/>
                      <a:pt x="1264" y="3446"/>
                    </a:cubicBezTo>
                    <a:lnTo>
                      <a:pt x="2355" y="3446"/>
                    </a:lnTo>
                    <a:cubicBezTo>
                      <a:pt x="3063" y="3446"/>
                      <a:pt x="3637" y="2872"/>
                      <a:pt x="3637" y="2164"/>
                    </a:cubicBezTo>
                    <a:lnTo>
                      <a:pt x="3637" y="1264"/>
                    </a:lnTo>
                    <a:cubicBezTo>
                      <a:pt x="3637" y="575"/>
                      <a:pt x="3063" y="1"/>
                      <a:pt x="2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6"/>
              <p:cNvSpPr/>
              <p:nvPr/>
            </p:nvSpPr>
            <p:spPr>
              <a:xfrm>
                <a:off x="5269700" y="3071600"/>
                <a:ext cx="90950" cy="86175"/>
              </a:xfrm>
              <a:custGeom>
                <a:rect b="b" l="l" r="r" t="t"/>
                <a:pathLst>
                  <a:path extrusionOk="0" h="3447" w="3638">
                    <a:moveTo>
                      <a:pt x="1283" y="1"/>
                    </a:moveTo>
                    <a:cubicBezTo>
                      <a:pt x="575" y="1"/>
                      <a:pt x="0" y="575"/>
                      <a:pt x="0" y="1264"/>
                    </a:cubicBezTo>
                    <a:lnTo>
                      <a:pt x="0" y="2164"/>
                    </a:lnTo>
                    <a:cubicBezTo>
                      <a:pt x="0" y="2872"/>
                      <a:pt x="575" y="3446"/>
                      <a:pt x="1283" y="3446"/>
                    </a:cubicBezTo>
                    <a:lnTo>
                      <a:pt x="2374" y="3446"/>
                    </a:lnTo>
                    <a:cubicBezTo>
                      <a:pt x="3063" y="3446"/>
                      <a:pt x="3637" y="2872"/>
                      <a:pt x="3637" y="2164"/>
                    </a:cubicBezTo>
                    <a:lnTo>
                      <a:pt x="3637" y="1264"/>
                    </a:lnTo>
                    <a:cubicBezTo>
                      <a:pt x="3637" y="575"/>
                      <a:pt x="3063"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6"/>
              <p:cNvSpPr/>
              <p:nvPr/>
            </p:nvSpPr>
            <p:spPr>
              <a:xfrm>
                <a:off x="5137150" y="3071600"/>
                <a:ext cx="91425" cy="86175"/>
              </a:xfrm>
              <a:custGeom>
                <a:rect b="b" l="l" r="r" t="t"/>
                <a:pathLst>
                  <a:path extrusionOk="0" h="3447" w="3657">
                    <a:moveTo>
                      <a:pt x="1283" y="1"/>
                    </a:moveTo>
                    <a:cubicBezTo>
                      <a:pt x="575" y="1"/>
                      <a:pt x="0" y="575"/>
                      <a:pt x="0" y="1264"/>
                    </a:cubicBezTo>
                    <a:lnTo>
                      <a:pt x="0" y="2164"/>
                    </a:lnTo>
                    <a:cubicBezTo>
                      <a:pt x="0" y="2872"/>
                      <a:pt x="575" y="3446"/>
                      <a:pt x="1283" y="3446"/>
                    </a:cubicBezTo>
                    <a:lnTo>
                      <a:pt x="2374" y="3446"/>
                    </a:lnTo>
                    <a:cubicBezTo>
                      <a:pt x="3082" y="3446"/>
                      <a:pt x="3656" y="2872"/>
                      <a:pt x="3656" y="2164"/>
                    </a:cubicBezTo>
                    <a:lnTo>
                      <a:pt x="3656" y="1264"/>
                    </a:lnTo>
                    <a:cubicBezTo>
                      <a:pt x="3656" y="575"/>
                      <a:pt x="3082"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6"/>
              <p:cNvSpPr/>
              <p:nvPr/>
            </p:nvSpPr>
            <p:spPr>
              <a:xfrm>
                <a:off x="5005075" y="3071600"/>
                <a:ext cx="90950" cy="86175"/>
              </a:xfrm>
              <a:custGeom>
                <a:rect b="b" l="l" r="r" t="t"/>
                <a:pathLst>
                  <a:path extrusionOk="0" h="3447" w="3638">
                    <a:moveTo>
                      <a:pt x="1283" y="1"/>
                    </a:moveTo>
                    <a:cubicBezTo>
                      <a:pt x="575" y="1"/>
                      <a:pt x="1" y="575"/>
                      <a:pt x="1" y="1264"/>
                    </a:cubicBezTo>
                    <a:lnTo>
                      <a:pt x="1" y="2164"/>
                    </a:lnTo>
                    <a:cubicBezTo>
                      <a:pt x="1" y="2872"/>
                      <a:pt x="575" y="3446"/>
                      <a:pt x="1283" y="3446"/>
                    </a:cubicBezTo>
                    <a:lnTo>
                      <a:pt x="2374" y="3446"/>
                    </a:lnTo>
                    <a:cubicBezTo>
                      <a:pt x="3063" y="3446"/>
                      <a:pt x="3637" y="2872"/>
                      <a:pt x="3637" y="2164"/>
                    </a:cubicBezTo>
                    <a:lnTo>
                      <a:pt x="3637" y="1264"/>
                    </a:lnTo>
                    <a:cubicBezTo>
                      <a:pt x="3637" y="575"/>
                      <a:pt x="3063"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6"/>
              <p:cNvSpPr/>
              <p:nvPr/>
            </p:nvSpPr>
            <p:spPr>
              <a:xfrm>
                <a:off x="4872525" y="3071600"/>
                <a:ext cx="91425" cy="86175"/>
              </a:xfrm>
              <a:custGeom>
                <a:rect b="b" l="l" r="r" t="t"/>
                <a:pathLst>
                  <a:path extrusionOk="0" h="3447" w="3657">
                    <a:moveTo>
                      <a:pt x="1283" y="1"/>
                    </a:moveTo>
                    <a:cubicBezTo>
                      <a:pt x="575" y="1"/>
                      <a:pt x="1" y="575"/>
                      <a:pt x="1" y="1264"/>
                    </a:cubicBezTo>
                    <a:lnTo>
                      <a:pt x="1" y="2164"/>
                    </a:lnTo>
                    <a:cubicBezTo>
                      <a:pt x="1" y="2872"/>
                      <a:pt x="575" y="3446"/>
                      <a:pt x="1283" y="3446"/>
                    </a:cubicBezTo>
                    <a:lnTo>
                      <a:pt x="2374" y="3446"/>
                    </a:lnTo>
                    <a:cubicBezTo>
                      <a:pt x="3082" y="3446"/>
                      <a:pt x="3657" y="2872"/>
                      <a:pt x="3657" y="2164"/>
                    </a:cubicBezTo>
                    <a:lnTo>
                      <a:pt x="3657" y="1264"/>
                    </a:lnTo>
                    <a:cubicBezTo>
                      <a:pt x="3657" y="575"/>
                      <a:pt x="3082"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6"/>
              <p:cNvSpPr/>
              <p:nvPr/>
            </p:nvSpPr>
            <p:spPr>
              <a:xfrm>
                <a:off x="4740450" y="3071600"/>
                <a:ext cx="90950" cy="86175"/>
              </a:xfrm>
              <a:custGeom>
                <a:rect b="b" l="l" r="r" t="t"/>
                <a:pathLst>
                  <a:path extrusionOk="0" h="3447" w="3638">
                    <a:moveTo>
                      <a:pt x="1283" y="1"/>
                    </a:moveTo>
                    <a:cubicBezTo>
                      <a:pt x="575" y="1"/>
                      <a:pt x="1" y="575"/>
                      <a:pt x="1" y="1264"/>
                    </a:cubicBezTo>
                    <a:lnTo>
                      <a:pt x="1" y="2164"/>
                    </a:lnTo>
                    <a:cubicBezTo>
                      <a:pt x="1" y="2872"/>
                      <a:pt x="575" y="3446"/>
                      <a:pt x="1283" y="3446"/>
                    </a:cubicBezTo>
                    <a:lnTo>
                      <a:pt x="2374" y="3446"/>
                    </a:lnTo>
                    <a:cubicBezTo>
                      <a:pt x="3063" y="3446"/>
                      <a:pt x="3638" y="2872"/>
                      <a:pt x="3638" y="2164"/>
                    </a:cubicBezTo>
                    <a:lnTo>
                      <a:pt x="3638" y="1264"/>
                    </a:lnTo>
                    <a:cubicBezTo>
                      <a:pt x="3638" y="575"/>
                      <a:pt x="3063"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6"/>
              <p:cNvSpPr/>
              <p:nvPr/>
            </p:nvSpPr>
            <p:spPr>
              <a:xfrm>
                <a:off x="4358600" y="3071600"/>
                <a:ext cx="91425" cy="86175"/>
              </a:xfrm>
              <a:custGeom>
                <a:rect b="b" l="l" r="r" t="t"/>
                <a:pathLst>
                  <a:path extrusionOk="0" h="3447" w="3657">
                    <a:moveTo>
                      <a:pt x="1283" y="1"/>
                    </a:moveTo>
                    <a:cubicBezTo>
                      <a:pt x="575" y="1"/>
                      <a:pt x="1" y="575"/>
                      <a:pt x="1" y="1264"/>
                    </a:cubicBezTo>
                    <a:lnTo>
                      <a:pt x="1" y="2164"/>
                    </a:lnTo>
                    <a:cubicBezTo>
                      <a:pt x="1" y="2872"/>
                      <a:pt x="575" y="3446"/>
                      <a:pt x="1283" y="3446"/>
                    </a:cubicBezTo>
                    <a:lnTo>
                      <a:pt x="2374" y="3446"/>
                    </a:lnTo>
                    <a:cubicBezTo>
                      <a:pt x="3082" y="3446"/>
                      <a:pt x="3657" y="2872"/>
                      <a:pt x="3657" y="2164"/>
                    </a:cubicBezTo>
                    <a:lnTo>
                      <a:pt x="3657" y="1264"/>
                    </a:lnTo>
                    <a:cubicBezTo>
                      <a:pt x="3657" y="575"/>
                      <a:pt x="3082"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6"/>
              <p:cNvSpPr/>
              <p:nvPr/>
            </p:nvSpPr>
            <p:spPr>
              <a:xfrm>
                <a:off x="4221275" y="3071600"/>
                <a:ext cx="90950" cy="86175"/>
              </a:xfrm>
              <a:custGeom>
                <a:rect b="b" l="l" r="r" t="t"/>
                <a:pathLst>
                  <a:path extrusionOk="0" h="3447" w="3638">
                    <a:moveTo>
                      <a:pt x="1283" y="1"/>
                    </a:moveTo>
                    <a:cubicBezTo>
                      <a:pt x="575" y="1"/>
                      <a:pt x="0" y="575"/>
                      <a:pt x="0" y="1264"/>
                    </a:cubicBezTo>
                    <a:lnTo>
                      <a:pt x="0" y="2164"/>
                    </a:lnTo>
                    <a:cubicBezTo>
                      <a:pt x="0" y="2872"/>
                      <a:pt x="575" y="3446"/>
                      <a:pt x="1283" y="3446"/>
                    </a:cubicBezTo>
                    <a:lnTo>
                      <a:pt x="2374" y="3446"/>
                    </a:lnTo>
                    <a:cubicBezTo>
                      <a:pt x="3063" y="3446"/>
                      <a:pt x="3637" y="2872"/>
                      <a:pt x="3637" y="2164"/>
                    </a:cubicBezTo>
                    <a:lnTo>
                      <a:pt x="3637" y="1264"/>
                    </a:lnTo>
                    <a:cubicBezTo>
                      <a:pt x="3637" y="575"/>
                      <a:pt x="3063"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6"/>
              <p:cNvSpPr/>
              <p:nvPr/>
            </p:nvSpPr>
            <p:spPr>
              <a:xfrm>
                <a:off x="4088725" y="3071600"/>
                <a:ext cx="91425" cy="86175"/>
              </a:xfrm>
              <a:custGeom>
                <a:rect b="b" l="l" r="r" t="t"/>
                <a:pathLst>
                  <a:path extrusionOk="0" h="3447" w="3657">
                    <a:moveTo>
                      <a:pt x="1283" y="1"/>
                    </a:moveTo>
                    <a:cubicBezTo>
                      <a:pt x="575" y="1"/>
                      <a:pt x="0" y="575"/>
                      <a:pt x="0" y="1264"/>
                    </a:cubicBezTo>
                    <a:lnTo>
                      <a:pt x="0" y="2164"/>
                    </a:lnTo>
                    <a:cubicBezTo>
                      <a:pt x="0" y="2872"/>
                      <a:pt x="575" y="3446"/>
                      <a:pt x="1283" y="3446"/>
                    </a:cubicBezTo>
                    <a:lnTo>
                      <a:pt x="2374" y="3446"/>
                    </a:lnTo>
                    <a:cubicBezTo>
                      <a:pt x="3082" y="3446"/>
                      <a:pt x="3656" y="2872"/>
                      <a:pt x="3656" y="2164"/>
                    </a:cubicBezTo>
                    <a:lnTo>
                      <a:pt x="3656" y="1264"/>
                    </a:lnTo>
                    <a:cubicBezTo>
                      <a:pt x="3656" y="575"/>
                      <a:pt x="3082"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6"/>
              <p:cNvSpPr/>
              <p:nvPr/>
            </p:nvSpPr>
            <p:spPr>
              <a:xfrm>
                <a:off x="3956650" y="3071600"/>
                <a:ext cx="90950" cy="86175"/>
              </a:xfrm>
              <a:custGeom>
                <a:rect b="b" l="l" r="r" t="t"/>
                <a:pathLst>
                  <a:path extrusionOk="0" h="3447" w="3638">
                    <a:moveTo>
                      <a:pt x="1283" y="1"/>
                    </a:moveTo>
                    <a:cubicBezTo>
                      <a:pt x="575" y="1"/>
                      <a:pt x="1" y="575"/>
                      <a:pt x="1" y="1264"/>
                    </a:cubicBezTo>
                    <a:lnTo>
                      <a:pt x="1" y="2164"/>
                    </a:lnTo>
                    <a:cubicBezTo>
                      <a:pt x="1" y="2872"/>
                      <a:pt x="575" y="3446"/>
                      <a:pt x="1283" y="3446"/>
                    </a:cubicBezTo>
                    <a:lnTo>
                      <a:pt x="2355" y="3446"/>
                    </a:lnTo>
                    <a:cubicBezTo>
                      <a:pt x="3063" y="3446"/>
                      <a:pt x="3637" y="2872"/>
                      <a:pt x="3637" y="2164"/>
                    </a:cubicBezTo>
                    <a:lnTo>
                      <a:pt x="3637" y="1264"/>
                    </a:lnTo>
                    <a:cubicBezTo>
                      <a:pt x="3637" y="575"/>
                      <a:pt x="3063" y="1"/>
                      <a:pt x="2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6"/>
              <p:cNvSpPr/>
              <p:nvPr/>
            </p:nvSpPr>
            <p:spPr>
              <a:xfrm>
                <a:off x="3824100" y="3071600"/>
                <a:ext cx="91425" cy="86175"/>
              </a:xfrm>
              <a:custGeom>
                <a:rect b="b" l="l" r="r" t="t"/>
                <a:pathLst>
                  <a:path extrusionOk="0" h="3447" w="3657">
                    <a:moveTo>
                      <a:pt x="1283" y="1"/>
                    </a:moveTo>
                    <a:cubicBezTo>
                      <a:pt x="575" y="1"/>
                      <a:pt x="1" y="575"/>
                      <a:pt x="1" y="1264"/>
                    </a:cubicBezTo>
                    <a:lnTo>
                      <a:pt x="1" y="2164"/>
                    </a:lnTo>
                    <a:cubicBezTo>
                      <a:pt x="1" y="2872"/>
                      <a:pt x="575" y="3446"/>
                      <a:pt x="1283" y="3446"/>
                    </a:cubicBezTo>
                    <a:lnTo>
                      <a:pt x="2374" y="3446"/>
                    </a:lnTo>
                    <a:cubicBezTo>
                      <a:pt x="3082" y="3446"/>
                      <a:pt x="3657" y="2872"/>
                      <a:pt x="3657" y="2164"/>
                    </a:cubicBezTo>
                    <a:lnTo>
                      <a:pt x="3657" y="1264"/>
                    </a:lnTo>
                    <a:cubicBezTo>
                      <a:pt x="3657" y="575"/>
                      <a:pt x="3082"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6"/>
              <p:cNvSpPr/>
              <p:nvPr/>
            </p:nvSpPr>
            <p:spPr>
              <a:xfrm>
                <a:off x="3692025" y="3071600"/>
                <a:ext cx="90950" cy="86175"/>
              </a:xfrm>
              <a:custGeom>
                <a:rect b="b" l="l" r="r" t="t"/>
                <a:pathLst>
                  <a:path extrusionOk="0" h="3447" w="3638">
                    <a:moveTo>
                      <a:pt x="1264" y="1"/>
                    </a:moveTo>
                    <a:cubicBezTo>
                      <a:pt x="575" y="1"/>
                      <a:pt x="1" y="575"/>
                      <a:pt x="1" y="1264"/>
                    </a:cubicBezTo>
                    <a:lnTo>
                      <a:pt x="1" y="2164"/>
                    </a:lnTo>
                    <a:cubicBezTo>
                      <a:pt x="1" y="2872"/>
                      <a:pt x="575" y="3446"/>
                      <a:pt x="1264" y="3446"/>
                    </a:cubicBezTo>
                    <a:lnTo>
                      <a:pt x="2355" y="3446"/>
                    </a:lnTo>
                    <a:cubicBezTo>
                      <a:pt x="3063" y="3446"/>
                      <a:pt x="3638" y="2872"/>
                      <a:pt x="3638" y="2164"/>
                    </a:cubicBezTo>
                    <a:lnTo>
                      <a:pt x="3638" y="1264"/>
                    </a:lnTo>
                    <a:cubicBezTo>
                      <a:pt x="3638" y="575"/>
                      <a:pt x="3063" y="1"/>
                      <a:pt x="2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6"/>
              <p:cNvSpPr/>
              <p:nvPr/>
            </p:nvSpPr>
            <p:spPr>
              <a:xfrm>
                <a:off x="3559475" y="3071600"/>
                <a:ext cx="91425" cy="86175"/>
              </a:xfrm>
              <a:custGeom>
                <a:rect b="b" l="l" r="r" t="t"/>
                <a:pathLst>
                  <a:path extrusionOk="0" h="3447" w="3657">
                    <a:moveTo>
                      <a:pt x="1283" y="1"/>
                    </a:moveTo>
                    <a:cubicBezTo>
                      <a:pt x="575" y="1"/>
                      <a:pt x="1" y="575"/>
                      <a:pt x="1" y="1264"/>
                    </a:cubicBezTo>
                    <a:lnTo>
                      <a:pt x="1" y="2164"/>
                    </a:lnTo>
                    <a:cubicBezTo>
                      <a:pt x="1" y="2872"/>
                      <a:pt x="575" y="3446"/>
                      <a:pt x="1283" y="3446"/>
                    </a:cubicBezTo>
                    <a:lnTo>
                      <a:pt x="2374" y="3446"/>
                    </a:lnTo>
                    <a:cubicBezTo>
                      <a:pt x="3083" y="3446"/>
                      <a:pt x="3657" y="2872"/>
                      <a:pt x="3657" y="2164"/>
                    </a:cubicBezTo>
                    <a:lnTo>
                      <a:pt x="3657" y="1264"/>
                    </a:lnTo>
                    <a:cubicBezTo>
                      <a:pt x="3657" y="575"/>
                      <a:pt x="3083" y="1"/>
                      <a:pt x="2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6"/>
              <p:cNvSpPr/>
              <p:nvPr/>
            </p:nvSpPr>
            <p:spPr>
              <a:xfrm>
                <a:off x="3427425" y="3071600"/>
                <a:ext cx="90925" cy="86175"/>
              </a:xfrm>
              <a:custGeom>
                <a:rect b="b" l="l" r="r" t="t"/>
                <a:pathLst>
                  <a:path extrusionOk="0" h="3447" w="3637">
                    <a:moveTo>
                      <a:pt x="1263" y="1"/>
                    </a:moveTo>
                    <a:cubicBezTo>
                      <a:pt x="574" y="1"/>
                      <a:pt x="0" y="575"/>
                      <a:pt x="0" y="1264"/>
                    </a:cubicBezTo>
                    <a:lnTo>
                      <a:pt x="0" y="2164"/>
                    </a:lnTo>
                    <a:cubicBezTo>
                      <a:pt x="0" y="2872"/>
                      <a:pt x="574" y="3446"/>
                      <a:pt x="1263" y="3446"/>
                    </a:cubicBezTo>
                    <a:lnTo>
                      <a:pt x="2354" y="3446"/>
                    </a:lnTo>
                    <a:cubicBezTo>
                      <a:pt x="3063" y="3446"/>
                      <a:pt x="3637" y="2872"/>
                      <a:pt x="3637" y="2164"/>
                    </a:cubicBezTo>
                    <a:lnTo>
                      <a:pt x="3637" y="1264"/>
                    </a:lnTo>
                    <a:cubicBezTo>
                      <a:pt x="3637" y="575"/>
                      <a:pt x="3063" y="1"/>
                      <a:pt x="2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6"/>
              <p:cNvSpPr/>
              <p:nvPr/>
            </p:nvSpPr>
            <p:spPr>
              <a:xfrm>
                <a:off x="6018152" y="2588386"/>
                <a:ext cx="800606" cy="315794"/>
              </a:xfrm>
              <a:custGeom>
                <a:rect b="b" l="l" r="r" t="t"/>
                <a:pathLst>
                  <a:path extrusionOk="0" h="28482" w="112012">
                    <a:moveTo>
                      <a:pt x="29133" y="249"/>
                    </a:moveTo>
                    <a:cubicBezTo>
                      <a:pt x="26491" y="804"/>
                      <a:pt x="24194" y="2374"/>
                      <a:pt x="21783" y="3618"/>
                    </a:cubicBezTo>
                    <a:lnTo>
                      <a:pt x="21783" y="3618"/>
                    </a:lnTo>
                    <a:cubicBezTo>
                      <a:pt x="18318" y="5417"/>
                      <a:pt x="14452" y="6566"/>
                      <a:pt x="10547" y="6470"/>
                    </a:cubicBezTo>
                    <a:lnTo>
                      <a:pt x="10547" y="6470"/>
                    </a:lnTo>
                    <a:cubicBezTo>
                      <a:pt x="6643" y="6355"/>
                      <a:pt x="2700" y="4901"/>
                      <a:pt x="1" y="2087"/>
                    </a:cubicBezTo>
                    <a:lnTo>
                      <a:pt x="1" y="2087"/>
                    </a:lnTo>
                    <a:cubicBezTo>
                      <a:pt x="288" y="4097"/>
                      <a:pt x="1781" y="5475"/>
                      <a:pt x="3618" y="6317"/>
                    </a:cubicBezTo>
                    <a:lnTo>
                      <a:pt x="3618" y="6317"/>
                    </a:lnTo>
                    <a:cubicBezTo>
                      <a:pt x="7408" y="8097"/>
                      <a:pt x="11791" y="8576"/>
                      <a:pt x="15887" y="7676"/>
                    </a:cubicBezTo>
                    <a:lnTo>
                      <a:pt x="15887" y="7676"/>
                    </a:lnTo>
                    <a:cubicBezTo>
                      <a:pt x="19409" y="6910"/>
                      <a:pt x="22644" y="5169"/>
                      <a:pt x="26070" y="4058"/>
                    </a:cubicBezTo>
                    <a:lnTo>
                      <a:pt x="26070" y="4058"/>
                    </a:lnTo>
                    <a:cubicBezTo>
                      <a:pt x="29496" y="2948"/>
                      <a:pt x="33439" y="2527"/>
                      <a:pt x="36578" y="4288"/>
                    </a:cubicBezTo>
                    <a:lnTo>
                      <a:pt x="36578" y="4288"/>
                    </a:lnTo>
                    <a:cubicBezTo>
                      <a:pt x="38818" y="5551"/>
                      <a:pt x="40368" y="7772"/>
                      <a:pt x="42397" y="9360"/>
                    </a:cubicBezTo>
                    <a:lnTo>
                      <a:pt x="42397" y="9360"/>
                    </a:lnTo>
                    <a:cubicBezTo>
                      <a:pt x="47757" y="13514"/>
                      <a:pt x="55470" y="12633"/>
                      <a:pt x="61806" y="10241"/>
                    </a:cubicBezTo>
                    <a:lnTo>
                      <a:pt x="61806" y="10241"/>
                    </a:lnTo>
                    <a:cubicBezTo>
                      <a:pt x="63815" y="9494"/>
                      <a:pt x="65806" y="8595"/>
                      <a:pt x="67931" y="8308"/>
                    </a:cubicBezTo>
                    <a:lnTo>
                      <a:pt x="67931" y="8308"/>
                    </a:lnTo>
                    <a:cubicBezTo>
                      <a:pt x="70074" y="8020"/>
                      <a:pt x="72410" y="8422"/>
                      <a:pt x="73941" y="9954"/>
                    </a:cubicBezTo>
                    <a:lnTo>
                      <a:pt x="73941" y="9954"/>
                    </a:lnTo>
                    <a:cubicBezTo>
                      <a:pt x="75530" y="11561"/>
                      <a:pt x="75893" y="14031"/>
                      <a:pt x="77329" y="15772"/>
                    </a:cubicBezTo>
                    <a:lnTo>
                      <a:pt x="77329" y="15772"/>
                    </a:lnTo>
                    <a:cubicBezTo>
                      <a:pt x="78764" y="17495"/>
                      <a:pt x="81080" y="18242"/>
                      <a:pt x="83301" y="18490"/>
                    </a:cubicBezTo>
                    <a:lnTo>
                      <a:pt x="83301" y="18490"/>
                    </a:lnTo>
                    <a:cubicBezTo>
                      <a:pt x="89387" y="19179"/>
                      <a:pt x="93579" y="15370"/>
                      <a:pt x="99398" y="15122"/>
                    </a:cubicBezTo>
                    <a:lnTo>
                      <a:pt x="99398" y="15122"/>
                    </a:lnTo>
                    <a:cubicBezTo>
                      <a:pt x="101580" y="15045"/>
                      <a:pt x="103877" y="15524"/>
                      <a:pt x="105580" y="16902"/>
                    </a:cubicBezTo>
                    <a:lnTo>
                      <a:pt x="105580" y="16902"/>
                    </a:lnTo>
                    <a:cubicBezTo>
                      <a:pt x="106824" y="17916"/>
                      <a:pt x="107667" y="19294"/>
                      <a:pt x="108413" y="20692"/>
                    </a:cubicBezTo>
                    <a:lnTo>
                      <a:pt x="108413" y="20692"/>
                    </a:lnTo>
                    <a:cubicBezTo>
                      <a:pt x="109753" y="23141"/>
                      <a:pt x="110921" y="25706"/>
                      <a:pt x="111399" y="28463"/>
                    </a:cubicBezTo>
                    <a:lnTo>
                      <a:pt x="111399" y="28463"/>
                    </a:lnTo>
                    <a:lnTo>
                      <a:pt x="111610" y="28482"/>
                    </a:lnTo>
                    <a:cubicBezTo>
                      <a:pt x="112012" y="24500"/>
                      <a:pt x="111705" y="20309"/>
                      <a:pt x="109810" y="16787"/>
                    </a:cubicBezTo>
                    <a:lnTo>
                      <a:pt x="109810" y="16787"/>
                    </a:lnTo>
                    <a:cubicBezTo>
                      <a:pt x="107915" y="13265"/>
                      <a:pt x="104202" y="10547"/>
                      <a:pt x="100202" y="10681"/>
                    </a:cubicBezTo>
                    <a:lnTo>
                      <a:pt x="100202" y="10681"/>
                    </a:lnTo>
                    <a:cubicBezTo>
                      <a:pt x="97484" y="10777"/>
                      <a:pt x="95015" y="12097"/>
                      <a:pt x="92450" y="12997"/>
                    </a:cubicBezTo>
                    <a:lnTo>
                      <a:pt x="92450" y="12997"/>
                    </a:lnTo>
                    <a:cubicBezTo>
                      <a:pt x="89808" y="13935"/>
                      <a:pt x="86995" y="14433"/>
                      <a:pt x="84181" y="14490"/>
                    </a:cubicBezTo>
                    <a:lnTo>
                      <a:pt x="84181" y="14490"/>
                    </a:lnTo>
                    <a:cubicBezTo>
                      <a:pt x="82707" y="14509"/>
                      <a:pt x="81195" y="14394"/>
                      <a:pt x="79894" y="13724"/>
                    </a:cubicBezTo>
                    <a:lnTo>
                      <a:pt x="79894" y="13724"/>
                    </a:lnTo>
                    <a:cubicBezTo>
                      <a:pt x="77731" y="12614"/>
                      <a:pt x="76582" y="10222"/>
                      <a:pt x="74879" y="8499"/>
                    </a:cubicBezTo>
                    <a:lnTo>
                      <a:pt x="74879" y="8499"/>
                    </a:lnTo>
                    <a:cubicBezTo>
                      <a:pt x="70610" y="4135"/>
                      <a:pt x="63452" y="4365"/>
                      <a:pt x="57671" y="6336"/>
                    </a:cubicBezTo>
                    <a:lnTo>
                      <a:pt x="57671" y="6336"/>
                    </a:lnTo>
                    <a:cubicBezTo>
                      <a:pt x="55030" y="7236"/>
                      <a:pt x="52293" y="8461"/>
                      <a:pt x="49537" y="7963"/>
                    </a:cubicBezTo>
                    <a:lnTo>
                      <a:pt x="49537" y="7963"/>
                    </a:lnTo>
                    <a:cubicBezTo>
                      <a:pt x="47661" y="7638"/>
                      <a:pt x="45996" y="6527"/>
                      <a:pt x="44407" y="5456"/>
                    </a:cubicBezTo>
                    <a:lnTo>
                      <a:pt x="44407" y="5456"/>
                    </a:lnTo>
                    <a:cubicBezTo>
                      <a:pt x="40483" y="2776"/>
                      <a:pt x="36023" y="1"/>
                      <a:pt x="31430" y="1"/>
                    </a:cubicBezTo>
                    <a:lnTo>
                      <a:pt x="31430" y="1"/>
                    </a:lnTo>
                    <a:cubicBezTo>
                      <a:pt x="30664" y="1"/>
                      <a:pt x="29898" y="77"/>
                      <a:pt x="29133" y="249"/>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6"/>
              <p:cNvSpPr/>
              <p:nvPr/>
            </p:nvSpPr>
            <p:spPr>
              <a:xfrm>
                <a:off x="618050" y="2967775"/>
                <a:ext cx="2667275" cy="384750"/>
              </a:xfrm>
              <a:custGeom>
                <a:rect b="b" l="l" r="r" t="t"/>
                <a:pathLst>
                  <a:path extrusionOk="0" h="15390" w="106691">
                    <a:moveTo>
                      <a:pt x="57537" y="0"/>
                    </a:moveTo>
                    <a:cubicBezTo>
                      <a:pt x="56217" y="0"/>
                      <a:pt x="55145" y="1053"/>
                      <a:pt x="55145" y="2374"/>
                    </a:cubicBezTo>
                    <a:lnTo>
                      <a:pt x="55145" y="2374"/>
                    </a:lnTo>
                    <a:lnTo>
                      <a:pt x="55145" y="10700"/>
                    </a:lnTo>
                    <a:lnTo>
                      <a:pt x="52790" y="10700"/>
                    </a:lnTo>
                    <a:lnTo>
                      <a:pt x="52790" y="2374"/>
                    </a:lnTo>
                    <a:cubicBezTo>
                      <a:pt x="52790" y="1053"/>
                      <a:pt x="51719" y="0"/>
                      <a:pt x="50417" y="0"/>
                    </a:cubicBezTo>
                    <a:lnTo>
                      <a:pt x="50417" y="0"/>
                    </a:lnTo>
                    <a:lnTo>
                      <a:pt x="4996" y="0"/>
                    </a:lnTo>
                    <a:cubicBezTo>
                      <a:pt x="3695" y="0"/>
                      <a:pt x="2623" y="1053"/>
                      <a:pt x="2623" y="2374"/>
                    </a:cubicBezTo>
                    <a:lnTo>
                      <a:pt x="2623" y="2374"/>
                    </a:lnTo>
                    <a:lnTo>
                      <a:pt x="2623" y="12442"/>
                    </a:lnTo>
                    <a:lnTo>
                      <a:pt x="39" y="12442"/>
                    </a:lnTo>
                    <a:lnTo>
                      <a:pt x="1" y="13533"/>
                    </a:lnTo>
                    <a:lnTo>
                      <a:pt x="3790" y="13533"/>
                    </a:lnTo>
                    <a:cubicBezTo>
                      <a:pt x="3790" y="14566"/>
                      <a:pt x="4633" y="15389"/>
                      <a:pt x="5666" y="15389"/>
                    </a:cubicBezTo>
                    <a:lnTo>
                      <a:pt x="5666" y="15389"/>
                    </a:lnTo>
                    <a:cubicBezTo>
                      <a:pt x="6681" y="15389"/>
                      <a:pt x="7523" y="14566"/>
                      <a:pt x="7523" y="13533"/>
                    </a:cubicBezTo>
                    <a:lnTo>
                      <a:pt x="7523" y="13533"/>
                    </a:lnTo>
                    <a:lnTo>
                      <a:pt x="8978" y="13533"/>
                    </a:lnTo>
                    <a:cubicBezTo>
                      <a:pt x="8978" y="14566"/>
                      <a:pt x="9820" y="15389"/>
                      <a:pt x="10834" y="15389"/>
                    </a:cubicBezTo>
                    <a:lnTo>
                      <a:pt x="10834" y="15389"/>
                    </a:lnTo>
                    <a:cubicBezTo>
                      <a:pt x="11868" y="15389"/>
                      <a:pt x="12691" y="14566"/>
                      <a:pt x="12691" y="13533"/>
                    </a:cubicBezTo>
                    <a:lnTo>
                      <a:pt x="12691" y="13533"/>
                    </a:lnTo>
                    <a:lnTo>
                      <a:pt x="42990" y="13533"/>
                    </a:lnTo>
                    <a:cubicBezTo>
                      <a:pt x="42990" y="14566"/>
                      <a:pt x="43813" y="15389"/>
                      <a:pt x="44847" y="15389"/>
                    </a:cubicBezTo>
                    <a:lnTo>
                      <a:pt x="44847" y="15389"/>
                    </a:lnTo>
                    <a:cubicBezTo>
                      <a:pt x="45881" y="15389"/>
                      <a:pt x="46704" y="14566"/>
                      <a:pt x="46704" y="13533"/>
                    </a:cubicBezTo>
                    <a:lnTo>
                      <a:pt x="46704" y="13533"/>
                    </a:lnTo>
                    <a:lnTo>
                      <a:pt x="48178" y="13533"/>
                    </a:lnTo>
                    <a:cubicBezTo>
                      <a:pt x="48178" y="14566"/>
                      <a:pt x="49001" y="15389"/>
                      <a:pt x="50034" y="15389"/>
                    </a:cubicBezTo>
                    <a:lnTo>
                      <a:pt x="50034" y="15389"/>
                    </a:lnTo>
                    <a:cubicBezTo>
                      <a:pt x="51049" y="15389"/>
                      <a:pt x="51891" y="14566"/>
                      <a:pt x="51891" y="13533"/>
                    </a:cubicBezTo>
                    <a:lnTo>
                      <a:pt x="51891" y="13533"/>
                    </a:lnTo>
                    <a:lnTo>
                      <a:pt x="52790" y="13533"/>
                    </a:lnTo>
                    <a:lnTo>
                      <a:pt x="52790" y="11676"/>
                    </a:lnTo>
                    <a:lnTo>
                      <a:pt x="55145" y="11676"/>
                    </a:lnTo>
                    <a:lnTo>
                      <a:pt x="55145" y="13533"/>
                    </a:lnTo>
                    <a:lnTo>
                      <a:pt x="56331" y="13533"/>
                    </a:lnTo>
                    <a:cubicBezTo>
                      <a:pt x="56331" y="14566"/>
                      <a:pt x="57154" y="15389"/>
                      <a:pt x="58188" y="15389"/>
                    </a:cubicBezTo>
                    <a:lnTo>
                      <a:pt x="58188" y="15389"/>
                    </a:lnTo>
                    <a:cubicBezTo>
                      <a:pt x="59203" y="15389"/>
                      <a:pt x="60045" y="14566"/>
                      <a:pt x="60045" y="13533"/>
                    </a:cubicBezTo>
                    <a:lnTo>
                      <a:pt x="60045" y="13533"/>
                    </a:lnTo>
                    <a:lnTo>
                      <a:pt x="61499" y="13533"/>
                    </a:lnTo>
                    <a:cubicBezTo>
                      <a:pt x="61499" y="14566"/>
                      <a:pt x="62342" y="15389"/>
                      <a:pt x="63356" y="15389"/>
                    </a:cubicBezTo>
                    <a:lnTo>
                      <a:pt x="63356" y="15389"/>
                    </a:lnTo>
                    <a:cubicBezTo>
                      <a:pt x="64390" y="15389"/>
                      <a:pt x="65213" y="14566"/>
                      <a:pt x="65213" y="13533"/>
                    </a:cubicBezTo>
                    <a:lnTo>
                      <a:pt x="65213" y="13533"/>
                    </a:lnTo>
                    <a:lnTo>
                      <a:pt x="95512" y="13533"/>
                    </a:lnTo>
                    <a:cubicBezTo>
                      <a:pt x="95512" y="14566"/>
                      <a:pt x="96354" y="15389"/>
                      <a:pt x="97369" y="15389"/>
                    </a:cubicBezTo>
                    <a:lnTo>
                      <a:pt x="97369" y="15389"/>
                    </a:lnTo>
                    <a:cubicBezTo>
                      <a:pt x="98402" y="15389"/>
                      <a:pt x="99226" y="14566"/>
                      <a:pt x="99226" y="13533"/>
                    </a:cubicBezTo>
                    <a:lnTo>
                      <a:pt x="99226" y="13533"/>
                    </a:lnTo>
                    <a:lnTo>
                      <a:pt x="100699" y="13533"/>
                    </a:lnTo>
                    <a:cubicBezTo>
                      <a:pt x="100699" y="14566"/>
                      <a:pt x="101522" y="15389"/>
                      <a:pt x="102556" y="15389"/>
                    </a:cubicBezTo>
                    <a:lnTo>
                      <a:pt x="102556" y="15389"/>
                    </a:lnTo>
                    <a:cubicBezTo>
                      <a:pt x="103590" y="15389"/>
                      <a:pt x="104413" y="14566"/>
                      <a:pt x="104413" y="13533"/>
                    </a:cubicBezTo>
                    <a:lnTo>
                      <a:pt x="104413" y="13533"/>
                    </a:lnTo>
                    <a:lnTo>
                      <a:pt x="105312" y="13533"/>
                    </a:lnTo>
                    <a:lnTo>
                      <a:pt x="105312" y="11676"/>
                    </a:lnTo>
                    <a:lnTo>
                      <a:pt x="106690" y="11676"/>
                    </a:lnTo>
                    <a:lnTo>
                      <a:pt x="106690" y="10700"/>
                    </a:lnTo>
                    <a:lnTo>
                      <a:pt x="105312" y="10700"/>
                    </a:lnTo>
                    <a:lnTo>
                      <a:pt x="105312" y="2374"/>
                    </a:lnTo>
                    <a:cubicBezTo>
                      <a:pt x="105312" y="1053"/>
                      <a:pt x="104259" y="0"/>
                      <a:pt x="102939" y="0"/>
                    </a:cubicBezTo>
                    <a:lnTo>
                      <a:pt x="1029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6"/>
              <p:cNvSpPr/>
              <p:nvPr/>
            </p:nvSpPr>
            <p:spPr>
              <a:xfrm>
                <a:off x="787925" y="3069225"/>
                <a:ext cx="91425" cy="86150"/>
              </a:xfrm>
              <a:custGeom>
                <a:rect b="b" l="l" r="r" t="t"/>
                <a:pathLst>
                  <a:path extrusionOk="0" h="3446" w="3657">
                    <a:moveTo>
                      <a:pt x="1283" y="0"/>
                    </a:moveTo>
                    <a:cubicBezTo>
                      <a:pt x="575" y="0"/>
                      <a:pt x="1" y="555"/>
                      <a:pt x="1" y="1263"/>
                    </a:cubicBezTo>
                    <a:lnTo>
                      <a:pt x="1" y="2163"/>
                    </a:lnTo>
                    <a:cubicBezTo>
                      <a:pt x="1" y="2871"/>
                      <a:pt x="575" y="3445"/>
                      <a:pt x="1283" y="3445"/>
                    </a:cubicBezTo>
                    <a:lnTo>
                      <a:pt x="2374" y="3445"/>
                    </a:lnTo>
                    <a:cubicBezTo>
                      <a:pt x="3082" y="3445"/>
                      <a:pt x="3656" y="2871"/>
                      <a:pt x="3656" y="2163"/>
                    </a:cubicBezTo>
                    <a:lnTo>
                      <a:pt x="3656" y="1263"/>
                    </a:lnTo>
                    <a:cubicBezTo>
                      <a:pt x="3656" y="555"/>
                      <a:pt x="3082" y="0"/>
                      <a:pt x="2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6"/>
              <p:cNvSpPr/>
              <p:nvPr/>
            </p:nvSpPr>
            <p:spPr>
              <a:xfrm>
                <a:off x="925750" y="3069225"/>
                <a:ext cx="90925" cy="86150"/>
              </a:xfrm>
              <a:custGeom>
                <a:rect b="b" l="l" r="r" t="t"/>
                <a:pathLst>
                  <a:path extrusionOk="0" h="3446" w="3637">
                    <a:moveTo>
                      <a:pt x="1263" y="0"/>
                    </a:moveTo>
                    <a:cubicBezTo>
                      <a:pt x="555" y="0"/>
                      <a:pt x="0" y="555"/>
                      <a:pt x="0" y="1263"/>
                    </a:cubicBezTo>
                    <a:lnTo>
                      <a:pt x="0" y="2163"/>
                    </a:lnTo>
                    <a:cubicBezTo>
                      <a:pt x="0" y="2871"/>
                      <a:pt x="555" y="3445"/>
                      <a:pt x="1263" y="3445"/>
                    </a:cubicBezTo>
                    <a:lnTo>
                      <a:pt x="2354" y="3445"/>
                    </a:lnTo>
                    <a:cubicBezTo>
                      <a:pt x="3063" y="3445"/>
                      <a:pt x="3637" y="2871"/>
                      <a:pt x="3637" y="2163"/>
                    </a:cubicBezTo>
                    <a:lnTo>
                      <a:pt x="3637" y="1263"/>
                    </a:lnTo>
                    <a:cubicBezTo>
                      <a:pt x="3637" y="555"/>
                      <a:pt x="3063" y="0"/>
                      <a:pt x="23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6"/>
              <p:cNvSpPr/>
              <p:nvPr/>
            </p:nvSpPr>
            <p:spPr>
              <a:xfrm>
                <a:off x="1057800" y="3069225"/>
                <a:ext cx="90950" cy="86150"/>
              </a:xfrm>
              <a:custGeom>
                <a:rect b="b" l="l" r="r" t="t"/>
                <a:pathLst>
                  <a:path extrusionOk="0" h="3446" w="3638">
                    <a:moveTo>
                      <a:pt x="1283" y="0"/>
                    </a:moveTo>
                    <a:cubicBezTo>
                      <a:pt x="575" y="0"/>
                      <a:pt x="1" y="555"/>
                      <a:pt x="1" y="1263"/>
                    </a:cubicBezTo>
                    <a:lnTo>
                      <a:pt x="1" y="2163"/>
                    </a:lnTo>
                    <a:cubicBezTo>
                      <a:pt x="1" y="2871"/>
                      <a:pt x="575" y="3445"/>
                      <a:pt x="1283" y="3445"/>
                    </a:cubicBezTo>
                    <a:lnTo>
                      <a:pt x="2374" y="3445"/>
                    </a:lnTo>
                    <a:cubicBezTo>
                      <a:pt x="3082" y="3445"/>
                      <a:pt x="3638" y="2871"/>
                      <a:pt x="3638" y="2163"/>
                    </a:cubicBezTo>
                    <a:lnTo>
                      <a:pt x="3638" y="1263"/>
                    </a:lnTo>
                    <a:cubicBezTo>
                      <a:pt x="3638" y="555"/>
                      <a:pt x="3082" y="0"/>
                      <a:pt x="2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6"/>
              <p:cNvSpPr/>
              <p:nvPr/>
            </p:nvSpPr>
            <p:spPr>
              <a:xfrm>
                <a:off x="1190350" y="3069225"/>
                <a:ext cx="90950" cy="86150"/>
              </a:xfrm>
              <a:custGeom>
                <a:rect b="b" l="l" r="r" t="t"/>
                <a:pathLst>
                  <a:path extrusionOk="0" h="3446" w="3638">
                    <a:moveTo>
                      <a:pt x="1264" y="0"/>
                    </a:moveTo>
                    <a:cubicBezTo>
                      <a:pt x="556" y="0"/>
                      <a:pt x="1" y="555"/>
                      <a:pt x="1" y="1263"/>
                    </a:cubicBezTo>
                    <a:lnTo>
                      <a:pt x="1" y="2163"/>
                    </a:lnTo>
                    <a:cubicBezTo>
                      <a:pt x="1" y="2871"/>
                      <a:pt x="556" y="3445"/>
                      <a:pt x="1264" y="3445"/>
                    </a:cubicBezTo>
                    <a:lnTo>
                      <a:pt x="2355" y="3445"/>
                    </a:lnTo>
                    <a:cubicBezTo>
                      <a:pt x="3063" y="3445"/>
                      <a:pt x="3638" y="2871"/>
                      <a:pt x="3638" y="2163"/>
                    </a:cubicBezTo>
                    <a:lnTo>
                      <a:pt x="3638" y="1263"/>
                    </a:lnTo>
                    <a:cubicBezTo>
                      <a:pt x="3638" y="555"/>
                      <a:pt x="3063" y="0"/>
                      <a:pt x="2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6"/>
              <p:cNvSpPr/>
              <p:nvPr/>
            </p:nvSpPr>
            <p:spPr>
              <a:xfrm>
                <a:off x="1322425" y="3069225"/>
                <a:ext cx="90950" cy="86150"/>
              </a:xfrm>
              <a:custGeom>
                <a:rect b="b" l="l" r="r" t="t"/>
                <a:pathLst>
                  <a:path extrusionOk="0" h="3446" w="3638">
                    <a:moveTo>
                      <a:pt x="1283" y="0"/>
                    </a:moveTo>
                    <a:cubicBezTo>
                      <a:pt x="575" y="0"/>
                      <a:pt x="1" y="555"/>
                      <a:pt x="1" y="1263"/>
                    </a:cubicBezTo>
                    <a:lnTo>
                      <a:pt x="1" y="2163"/>
                    </a:lnTo>
                    <a:cubicBezTo>
                      <a:pt x="1" y="2871"/>
                      <a:pt x="575" y="3445"/>
                      <a:pt x="1283" y="3445"/>
                    </a:cubicBezTo>
                    <a:lnTo>
                      <a:pt x="2374" y="3445"/>
                    </a:lnTo>
                    <a:cubicBezTo>
                      <a:pt x="3082" y="3445"/>
                      <a:pt x="3637" y="2871"/>
                      <a:pt x="3637" y="2163"/>
                    </a:cubicBezTo>
                    <a:lnTo>
                      <a:pt x="3637" y="1263"/>
                    </a:lnTo>
                    <a:cubicBezTo>
                      <a:pt x="3637" y="555"/>
                      <a:pt x="3082" y="0"/>
                      <a:pt x="2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6"/>
              <p:cNvSpPr/>
              <p:nvPr/>
            </p:nvSpPr>
            <p:spPr>
              <a:xfrm>
                <a:off x="1454975" y="3069225"/>
                <a:ext cx="90950" cy="86150"/>
              </a:xfrm>
              <a:custGeom>
                <a:rect b="b" l="l" r="r" t="t"/>
                <a:pathLst>
                  <a:path extrusionOk="0" h="3446" w="3638">
                    <a:moveTo>
                      <a:pt x="1264" y="0"/>
                    </a:moveTo>
                    <a:cubicBezTo>
                      <a:pt x="575" y="0"/>
                      <a:pt x="1" y="555"/>
                      <a:pt x="1" y="1263"/>
                    </a:cubicBezTo>
                    <a:lnTo>
                      <a:pt x="1" y="2163"/>
                    </a:lnTo>
                    <a:cubicBezTo>
                      <a:pt x="1" y="2871"/>
                      <a:pt x="575" y="3445"/>
                      <a:pt x="1264" y="3445"/>
                    </a:cubicBezTo>
                    <a:lnTo>
                      <a:pt x="2355" y="3445"/>
                    </a:lnTo>
                    <a:cubicBezTo>
                      <a:pt x="3063" y="3445"/>
                      <a:pt x="3637" y="2871"/>
                      <a:pt x="3637" y="2163"/>
                    </a:cubicBezTo>
                    <a:lnTo>
                      <a:pt x="3637" y="1263"/>
                    </a:lnTo>
                    <a:cubicBezTo>
                      <a:pt x="3637" y="555"/>
                      <a:pt x="3063" y="0"/>
                      <a:pt x="2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6"/>
              <p:cNvSpPr/>
              <p:nvPr/>
            </p:nvSpPr>
            <p:spPr>
              <a:xfrm>
                <a:off x="1587050" y="3069225"/>
                <a:ext cx="91425" cy="86150"/>
              </a:xfrm>
              <a:custGeom>
                <a:rect b="b" l="l" r="r" t="t"/>
                <a:pathLst>
                  <a:path extrusionOk="0" h="3446" w="3657">
                    <a:moveTo>
                      <a:pt x="1283" y="0"/>
                    </a:moveTo>
                    <a:cubicBezTo>
                      <a:pt x="575" y="0"/>
                      <a:pt x="0" y="555"/>
                      <a:pt x="0" y="1263"/>
                    </a:cubicBezTo>
                    <a:lnTo>
                      <a:pt x="0" y="2163"/>
                    </a:lnTo>
                    <a:cubicBezTo>
                      <a:pt x="0" y="2871"/>
                      <a:pt x="575" y="3445"/>
                      <a:pt x="1283" y="3445"/>
                    </a:cubicBezTo>
                    <a:lnTo>
                      <a:pt x="2374" y="3445"/>
                    </a:lnTo>
                    <a:cubicBezTo>
                      <a:pt x="3082" y="3445"/>
                      <a:pt x="3656" y="2871"/>
                      <a:pt x="3656" y="2163"/>
                    </a:cubicBezTo>
                    <a:lnTo>
                      <a:pt x="3656" y="1263"/>
                    </a:lnTo>
                    <a:cubicBezTo>
                      <a:pt x="3656" y="555"/>
                      <a:pt x="3082" y="0"/>
                      <a:pt x="2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6"/>
              <p:cNvSpPr/>
              <p:nvPr/>
            </p:nvSpPr>
            <p:spPr>
              <a:xfrm>
                <a:off x="1719600" y="3069225"/>
                <a:ext cx="90950" cy="86150"/>
              </a:xfrm>
              <a:custGeom>
                <a:rect b="b" l="l" r="r" t="t"/>
                <a:pathLst>
                  <a:path extrusionOk="0" h="3446" w="3638">
                    <a:moveTo>
                      <a:pt x="1264" y="0"/>
                    </a:moveTo>
                    <a:cubicBezTo>
                      <a:pt x="575" y="0"/>
                      <a:pt x="0" y="555"/>
                      <a:pt x="0" y="1263"/>
                    </a:cubicBezTo>
                    <a:lnTo>
                      <a:pt x="0" y="2163"/>
                    </a:lnTo>
                    <a:cubicBezTo>
                      <a:pt x="0" y="2871"/>
                      <a:pt x="575" y="3445"/>
                      <a:pt x="1264" y="3445"/>
                    </a:cubicBezTo>
                    <a:lnTo>
                      <a:pt x="2355" y="3445"/>
                    </a:lnTo>
                    <a:cubicBezTo>
                      <a:pt x="3063" y="3445"/>
                      <a:pt x="3637" y="2871"/>
                      <a:pt x="3637" y="2163"/>
                    </a:cubicBezTo>
                    <a:lnTo>
                      <a:pt x="3637" y="1263"/>
                    </a:lnTo>
                    <a:cubicBezTo>
                      <a:pt x="3637" y="555"/>
                      <a:pt x="3063" y="0"/>
                      <a:pt x="2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6"/>
              <p:cNvSpPr/>
              <p:nvPr/>
            </p:nvSpPr>
            <p:spPr>
              <a:xfrm>
                <a:off x="2100975" y="3069225"/>
                <a:ext cx="91425" cy="86150"/>
              </a:xfrm>
              <a:custGeom>
                <a:rect b="b" l="l" r="r" t="t"/>
                <a:pathLst>
                  <a:path extrusionOk="0" h="3446" w="3657">
                    <a:moveTo>
                      <a:pt x="1283" y="0"/>
                    </a:moveTo>
                    <a:cubicBezTo>
                      <a:pt x="575" y="0"/>
                      <a:pt x="0" y="555"/>
                      <a:pt x="0" y="1263"/>
                    </a:cubicBezTo>
                    <a:lnTo>
                      <a:pt x="0" y="2163"/>
                    </a:lnTo>
                    <a:cubicBezTo>
                      <a:pt x="0" y="2871"/>
                      <a:pt x="575" y="3445"/>
                      <a:pt x="1283" y="3445"/>
                    </a:cubicBezTo>
                    <a:lnTo>
                      <a:pt x="2374" y="3445"/>
                    </a:lnTo>
                    <a:cubicBezTo>
                      <a:pt x="3082" y="3445"/>
                      <a:pt x="3656" y="2871"/>
                      <a:pt x="3656" y="2163"/>
                    </a:cubicBezTo>
                    <a:lnTo>
                      <a:pt x="3656" y="1263"/>
                    </a:lnTo>
                    <a:cubicBezTo>
                      <a:pt x="3656" y="555"/>
                      <a:pt x="3082" y="0"/>
                      <a:pt x="2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6"/>
              <p:cNvSpPr/>
              <p:nvPr/>
            </p:nvSpPr>
            <p:spPr>
              <a:xfrm>
                <a:off x="2238775" y="3069225"/>
                <a:ext cx="90950" cy="86150"/>
              </a:xfrm>
              <a:custGeom>
                <a:rect b="b" l="l" r="r" t="t"/>
                <a:pathLst>
                  <a:path extrusionOk="0" h="3446" w="3638">
                    <a:moveTo>
                      <a:pt x="1264" y="0"/>
                    </a:moveTo>
                    <a:cubicBezTo>
                      <a:pt x="575" y="0"/>
                      <a:pt x="1" y="555"/>
                      <a:pt x="1" y="1263"/>
                    </a:cubicBezTo>
                    <a:lnTo>
                      <a:pt x="1" y="2163"/>
                    </a:lnTo>
                    <a:cubicBezTo>
                      <a:pt x="1" y="2871"/>
                      <a:pt x="575" y="3445"/>
                      <a:pt x="1264" y="3445"/>
                    </a:cubicBezTo>
                    <a:lnTo>
                      <a:pt x="2355" y="3445"/>
                    </a:lnTo>
                    <a:cubicBezTo>
                      <a:pt x="3063" y="3445"/>
                      <a:pt x="3638" y="2871"/>
                      <a:pt x="3638" y="2163"/>
                    </a:cubicBezTo>
                    <a:lnTo>
                      <a:pt x="3638" y="1263"/>
                    </a:lnTo>
                    <a:cubicBezTo>
                      <a:pt x="3638" y="555"/>
                      <a:pt x="3063" y="0"/>
                      <a:pt x="2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6"/>
              <p:cNvSpPr/>
              <p:nvPr/>
            </p:nvSpPr>
            <p:spPr>
              <a:xfrm>
                <a:off x="2370850" y="3069225"/>
                <a:ext cx="91425" cy="86150"/>
              </a:xfrm>
              <a:custGeom>
                <a:rect b="b" l="l" r="r" t="t"/>
                <a:pathLst>
                  <a:path extrusionOk="0" h="3446" w="3657">
                    <a:moveTo>
                      <a:pt x="1283" y="0"/>
                    </a:moveTo>
                    <a:cubicBezTo>
                      <a:pt x="575" y="0"/>
                      <a:pt x="1" y="555"/>
                      <a:pt x="1" y="1263"/>
                    </a:cubicBezTo>
                    <a:lnTo>
                      <a:pt x="1" y="2163"/>
                    </a:lnTo>
                    <a:cubicBezTo>
                      <a:pt x="1" y="2871"/>
                      <a:pt x="575" y="3445"/>
                      <a:pt x="1283" y="3445"/>
                    </a:cubicBezTo>
                    <a:lnTo>
                      <a:pt x="2374" y="3445"/>
                    </a:lnTo>
                    <a:cubicBezTo>
                      <a:pt x="3082" y="3445"/>
                      <a:pt x="3657" y="2871"/>
                      <a:pt x="3657" y="2163"/>
                    </a:cubicBezTo>
                    <a:lnTo>
                      <a:pt x="3657" y="1263"/>
                    </a:lnTo>
                    <a:cubicBezTo>
                      <a:pt x="3657" y="555"/>
                      <a:pt x="3082" y="0"/>
                      <a:pt x="2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6"/>
              <p:cNvSpPr/>
              <p:nvPr/>
            </p:nvSpPr>
            <p:spPr>
              <a:xfrm>
                <a:off x="2503400" y="3069225"/>
                <a:ext cx="90950" cy="86150"/>
              </a:xfrm>
              <a:custGeom>
                <a:rect b="b" l="l" r="r" t="t"/>
                <a:pathLst>
                  <a:path extrusionOk="0" h="3446" w="3638">
                    <a:moveTo>
                      <a:pt x="1264" y="0"/>
                    </a:moveTo>
                    <a:cubicBezTo>
                      <a:pt x="575" y="0"/>
                      <a:pt x="1" y="555"/>
                      <a:pt x="1" y="1263"/>
                    </a:cubicBezTo>
                    <a:lnTo>
                      <a:pt x="1" y="2163"/>
                    </a:lnTo>
                    <a:cubicBezTo>
                      <a:pt x="1" y="2871"/>
                      <a:pt x="575" y="3445"/>
                      <a:pt x="1264" y="3445"/>
                    </a:cubicBezTo>
                    <a:lnTo>
                      <a:pt x="2355" y="3445"/>
                    </a:lnTo>
                    <a:cubicBezTo>
                      <a:pt x="3063" y="3445"/>
                      <a:pt x="3637" y="2871"/>
                      <a:pt x="3637" y="2163"/>
                    </a:cubicBezTo>
                    <a:lnTo>
                      <a:pt x="3637" y="1263"/>
                    </a:lnTo>
                    <a:cubicBezTo>
                      <a:pt x="3637" y="555"/>
                      <a:pt x="3063" y="0"/>
                      <a:pt x="2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6"/>
              <p:cNvSpPr/>
              <p:nvPr/>
            </p:nvSpPr>
            <p:spPr>
              <a:xfrm>
                <a:off x="2635475" y="3069225"/>
                <a:ext cx="91425" cy="86150"/>
              </a:xfrm>
              <a:custGeom>
                <a:rect b="b" l="l" r="r" t="t"/>
                <a:pathLst>
                  <a:path extrusionOk="0" h="3446" w="3657">
                    <a:moveTo>
                      <a:pt x="1283" y="0"/>
                    </a:moveTo>
                    <a:cubicBezTo>
                      <a:pt x="575" y="0"/>
                      <a:pt x="0" y="555"/>
                      <a:pt x="0" y="1263"/>
                    </a:cubicBezTo>
                    <a:lnTo>
                      <a:pt x="0" y="2163"/>
                    </a:lnTo>
                    <a:cubicBezTo>
                      <a:pt x="0" y="2871"/>
                      <a:pt x="575" y="3445"/>
                      <a:pt x="1283" y="3445"/>
                    </a:cubicBezTo>
                    <a:lnTo>
                      <a:pt x="2374" y="3445"/>
                    </a:lnTo>
                    <a:cubicBezTo>
                      <a:pt x="3082" y="3445"/>
                      <a:pt x="3656" y="2871"/>
                      <a:pt x="3656" y="2163"/>
                    </a:cubicBezTo>
                    <a:lnTo>
                      <a:pt x="3656" y="1263"/>
                    </a:lnTo>
                    <a:cubicBezTo>
                      <a:pt x="3656" y="555"/>
                      <a:pt x="3082" y="0"/>
                      <a:pt x="2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6"/>
              <p:cNvSpPr/>
              <p:nvPr/>
            </p:nvSpPr>
            <p:spPr>
              <a:xfrm>
                <a:off x="2768025" y="3069225"/>
                <a:ext cx="90950" cy="86150"/>
              </a:xfrm>
              <a:custGeom>
                <a:rect b="b" l="l" r="r" t="t"/>
                <a:pathLst>
                  <a:path extrusionOk="0" h="3446" w="3638">
                    <a:moveTo>
                      <a:pt x="1283" y="0"/>
                    </a:moveTo>
                    <a:cubicBezTo>
                      <a:pt x="575" y="0"/>
                      <a:pt x="0" y="555"/>
                      <a:pt x="0" y="1263"/>
                    </a:cubicBezTo>
                    <a:lnTo>
                      <a:pt x="0" y="2163"/>
                    </a:lnTo>
                    <a:cubicBezTo>
                      <a:pt x="0" y="2871"/>
                      <a:pt x="575" y="3445"/>
                      <a:pt x="1283" y="3445"/>
                    </a:cubicBezTo>
                    <a:lnTo>
                      <a:pt x="2374" y="3445"/>
                    </a:lnTo>
                    <a:cubicBezTo>
                      <a:pt x="3063" y="3445"/>
                      <a:pt x="3637" y="2871"/>
                      <a:pt x="3637" y="2163"/>
                    </a:cubicBezTo>
                    <a:lnTo>
                      <a:pt x="3637" y="1263"/>
                    </a:lnTo>
                    <a:cubicBezTo>
                      <a:pt x="3637" y="555"/>
                      <a:pt x="3063" y="0"/>
                      <a:pt x="2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6"/>
              <p:cNvSpPr/>
              <p:nvPr/>
            </p:nvSpPr>
            <p:spPr>
              <a:xfrm>
                <a:off x="2900100" y="3069225"/>
                <a:ext cx="91425" cy="86150"/>
              </a:xfrm>
              <a:custGeom>
                <a:rect b="b" l="l" r="r" t="t"/>
                <a:pathLst>
                  <a:path extrusionOk="0" h="3446" w="3657">
                    <a:moveTo>
                      <a:pt x="1283" y="0"/>
                    </a:moveTo>
                    <a:cubicBezTo>
                      <a:pt x="574" y="0"/>
                      <a:pt x="0" y="555"/>
                      <a:pt x="0" y="1263"/>
                    </a:cubicBezTo>
                    <a:lnTo>
                      <a:pt x="0" y="2163"/>
                    </a:lnTo>
                    <a:cubicBezTo>
                      <a:pt x="0" y="2871"/>
                      <a:pt x="574" y="3445"/>
                      <a:pt x="1283" y="3445"/>
                    </a:cubicBezTo>
                    <a:lnTo>
                      <a:pt x="2374" y="3445"/>
                    </a:lnTo>
                    <a:cubicBezTo>
                      <a:pt x="3082" y="3445"/>
                      <a:pt x="3656" y="2871"/>
                      <a:pt x="3656" y="2163"/>
                    </a:cubicBezTo>
                    <a:lnTo>
                      <a:pt x="3656" y="1263"/>
                    </a:lnTo>
                    <a:cubicBezTo>
                      <a:pt x="3656" y="555"/>
                      <a:pt x="3082" y="0"/>
                      <a:pt x="2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6"/>
              <p:cNvSpPr/>
              <p:nvPr/>
            </p:nvSpPr>
            <p:spPr>
              <a:xfrm>
                <a:off x="3032650" y="3069225"/>
                <a:ext cx="90925" cy="86150"/>
              </a:xfrm>
              <a:custGeom>
                <a:rect b="b" l="l" r="r" t="t"/>
                <a:pathLst>
                  <a:path extrusionOk="0" h="3446" w="3637">
                    <a:moveTo>
                      <a:pt x="1283" y="0"/>
                    </a:moveTo>
                    <a:cubicBezTo>
                      <a:pt x="574" y="0"/>
                      <a:pt x="0" y="555"/>
                      <a:pt x="0" y="1263"/>
                    </a:cubicBezTo>
                    <a:lnTo>
                      <a:pt x="0" y="2163"/>
                    </a:lnTo>
                    <a:cubicBezTo>
                      <a:pt x="0" y="2871"/>
                      <a:pt x="574" y="3445"/>
                      <a:pt x="1283" y="3445"/>
                    </a:cubicBezTo>
                    <a:lnTo>
                      <a:pt x="2374" y="3445"/>
                    </a:lnTo>
                    <a:cubicBezTo>
                      <a:pt x="3063" y="3445"/>
                      <a:pt x="3637" y="2871"/>
                      <a:pt x="3637" y="2163"/>
                    </a:cubicBezTo>
                    <a:lnTo>
                      <a:pt x="3637" y="1263"/>
                    </a:lnTo>
                    <a:cubicBezTo>
                      <a:pt x="3637" y="555"/>
                      <a:pt x="3063" y="0"/>
                      <a:pt x="2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5" name="Google Shape;2015;p46"/>
            <p:cNvSpPr/>
            <p:nvPr/>
          </p:nvSpPr>
          <p:spPr>
            <a:xfrm>
              <a:off x="2867800" y="3008500"/>
              <a:ext cx="463200" cy="22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6"/>
            <p:cNvSpPr/>
            <p:nvPr/>
          </p:nvSpPr>
          <p:spPr>
            <a:xfrm>
              <a:off x="1321125" y="3008500"/>
              <a:ext cx="463200" cy="22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7" name="Google Shape;2017;p46"/>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Important dates</a:t>
            </a:r>
            <a:endParaRPr/>
          </a:p>
        </p:txBody>
      </p:sp>
      <p:sp>
        <p:nvSpPr>
          <p:cNvPr id="2018" name="Google Shape;2018;p46"/>
          <p:cNvSpPr txBox="1"/>
          <p:nvPr/>
        </p:nvSpPr>
        <p:spPr>
          <a:xfrm>
            <a:off x="2099764" y="2128448"/>
            <a:ext cx="2173200" cy="371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i="1" lang="en" sz="1800">
                <a:solidFill>
                  <a:schemeClr val="accent2"/>
                </a:solidFill>
                <a:latin typeface="Bakbak One"/>
                <a:ea typeface="Bakbak One"/>
                <a:cs typeface="Bakbak One"/>
                <a:sym typeface="Bakbak One"/>
              </a:rPr>
              <a:t>1758</a:t>
            </a:r>
            <a:endParaRPr i="1" sz="1800">
              <a:solidFill>
                <a:schemeClr val="accent2"/>
              </a:solidFill>
              <a:latin typeface="Bakbak One"/>
              <a:ea typeface="Bakbak One"/>
              <a:cs typeface="Bakbak One"/>
              <a:sym typeface="Bakbak One"/>
            </a:endParaRPr>
          </a:p>
        </p:txBody>
      </p:sp>
      <p:sp>
        <p:nvSpPr>
          <p:cNvPr id="2019" name="Google Shape;2019;p46"/>
          <p:cNvSpPr txBox="1"/>
          <p:nvPr/>
        </p:nvSpPr>
        <p:spPr>
          <a:xfrm>
            <a:off x="2099750" y="1479737"/>
            <a:ext cx="2173200" cy="52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Abel"/>
                <a:ea typeface="Abel"/>
                <a:cs typeface="Abel"/>
                <a:sym typeface="Abel"/>
              </a:rPr>
              <a:t>Venus is the second planet from the Sun</a:t>
            </a:r>
            <a:endParaRPr>
              <a:solidFill>
                <a:schemeClr val="dk1"/>
              </a:solidFill>
              <a:latin typeface="Abel"/>
              <a:ea typeface="Abel"/>
              <a:cs typeface="Abel"/>
              <a:sym typeface="Abel"/>
            </a:endParaRPr>
          </a:p>
        </p:txBody>
      </p:sp>
      <p:sp>
        <p:nvSpPr>
          <p:cNvPr id="2020" name="Google Shape;2020;p46"/>
          <p:cNvSpPr txBox="1"/>
          <p:nvPr/>
        </p:nvSpPr>
        <p:spPr>
          <a:xfrm>
            <a:off x="3485375" y="3452800"/>
            <a:ext cx="2173200" cy="371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i="1" lang="en" sz="1800">
                <a:solidFill>
                  <a:schemeClr val="accent2"/>
                </a:solidFill>
                <a:latin typeface="Bakbak One"/>
                <a:ea typeface="Bakbak One"/>
                <a:cs typeface="Bakbak One"/>
                <a:sym typeface="Bakbak One"/>
              </a:rPr>
              <a:t>1764</a:t>
            </a:r>
            <a:endParaRPr i="1" sz="1800">
              <a:solidFill>
                <a:schemeClr val="accent2"/>
              </a:solidFill>
              <a:latin typeface="Bakbak One"/>
              <a:ea typeface="Bakbak One"/>
              <a:cs typeface="Bakbak One"/>
              <a:sym typeface="Bakbak One"/>
            </a:endParaRPr>
          </a:p>
        </p:txBody>
      </p:sp>
      <p:sp>
        <p:nvSpPr>
          <p:cNvPr id="2021" name="Google Shape;2021;p46"/>
          <p:cNvSpPr txBox="1"/>
          <p:nvPr/>
        </p:nvSpPr>
        <p:spPr>
          <a:xfrm>
            <a:off x="3485375" y="3790987"/>
            <a:ext cx="2173200" cy="52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Earth is the third planet from the Sun</a:t>
            </a:r>
            <a:endParaRPr>
              <a:solidFill>
                <a:schemeClr val="dk1"/>
              </a:solidFill>
              <a:latin typeface="Abel"/>
              <a:ea typeface="Abel"/>
              <a:cs typeface="Abel"/>
              <a:sym typeface="Abel"/>
            </a:endParaRPr>
          </a:p>
        </p:txBody>
      </p:sp>
      <p:sp>
        <p:nvSpPr>
          <p:cNvPr id="2022" name="Google Shape;2022;p46"/>
          <p:cNvSpPr txBox="1"/>
          <p:nvPr/>
        </p:nvSpPr>
        <p:spPr>
          <a:xfrm>
            <a:off x="4871012" y="2127798"/>
            <a:ext cx="2173200" cy="371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i="1" lang="en" sz="1800">
                <a:solidFill>
                  <a:schemeClr val="accent2"/>
                </a:solidFill>
                <a:latin typeface="Bakbak One"/>
                <a:ea typeface="Bakbak One"/>
                <a:cs typeface="Bakbak One"/>
                <a:sym typeface="Bakbak One"/>
              </a:rPr>
              <a:t>1784</a:t>
            </a:r>
            <a:endParaRPr i="1" sz="1800">
              <a:solidFill>
                <a:schemeClr val="accent2"/>
              </a:solidFill>
              <a:latin typeface="Bakbak One"/>
              <a:ea typeface="Bakbak One"/>
              <a:cs typeface="Bakbak One"/>
              <a:sym typeface="Bakbak One"/>
            </a:endParaRPr>
          </a:p>
        </p:txBody>
      </p:sp>
      <p:sp>
        <p:nvSpPr>
          <p:cNvPr id="2023" name="Google Shape;2023;p46"/>
          <p:cNvSpPr txBox="1"/>
          <p:nvPr/>
        </p:nvSpPr>
        <p:spPr>
          <a:xfrm>
            <a:off x="4871000" y="1479087"/>
            <a:ext cx="2173200" cy="52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Despite being red, </a:t>
            </a:r>
            <a:r>
              <a:rPr lang="en">
                <a:solidFill>
                  <a:schemeClr val="dk1"/>
                </a:solidFill>
                <a:latin typeface="Abel"/>
                <a:ea typeface="Abel"/>
                <a:cs typeface="Abel"/>
                <a:sym typeface="Abel"/>
              </a:rPr>
              <a:t>Mars is </a:t>
            </a:r>
            <a:r>
              <a:rPr lang="en">
                <a:solidFill>
                  <a:schemeClr val="dk1"/>
                </a:solidFill>
                <a:latin typeface="Abel"/>
                <a:ea typeface="Abel"/>
                <a:cs typeface="Abel"/>
                <a:sym typeface="Abel"/>
              </a:rPr>
              <a:t>actually</a:t>
            </a:r>
            <a:r>
              <a:rPr lang="en">
                <a:solidFill>
                  <a:schemeClr val="dk1"/>
                </a:solidFill>
                <a:latin typeface="Abel"/>
                <a:ea typeface="Abel"/>
                <a:cs typeface="Abel"/>
                <a:sym typeface="Abel"/>
              </a:rPr>
              <a:t> a very cold place</a:t>
            </a:r>
            <a:endParaRPr>
              <a:solidFill>
                <a:schemeClr val="dk1"/>
              </a:solidFill>
              <a:latin typeface="Abel"/>
              <a:ea typeface="Abel"/>
              <a:cs typeface="Abel"/>
              <a:sym typeface="Abel"/>
            </a:endParaRPr>
          </a:p>
        </p:txBody>
      </p:sp>
      <p:sp>
        <p:nvSpPr>
          <p:cNvPr id="2024" name="Google Shape;2024;p46"/>
          <p:cNvSpPr txBox="1"/>
          <p:nvPr/>
        </p:nvSpPr>
        <p:spPr>
          <a:xfrm>
            <a:off x="6256587" y="3452796"/>
            <a:ext cx="2173200" cy="371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i="1" lang="en" sz="1800">
                <a:solidFill>
                  <a:schemeClr val="accent2"/>
                </a:solidFill>
                <a:latin typeface="Bakbak One"/>
                <a:ea typeface="Bakbak One"/>
                <a:cs typeface="Bakbak One"/>
                <a:sym typeface="Bakbak One"/>
              </a:rPr>
              <a:t>1804</a:t>
            </a:r>
            <a:endParaRPr i="1" sz="1800">
              <a:solidFill>
                <a:schemeClr val="accent2"/>
              </a:solidFill>
              <a:latin typeface="Bakbak One"/>
              <a:ea typeface="Bakbak One"/>
              <a:cs typeface="Bakbak One"/>
              <a:sym typeface="Bakbak One"/>
            </a:endParaRPr>
          </a:p>
        </p:txBody>
      </p:sp>
      <p:sp>
        <p:nvSpPr>
          <p:cNvPr id="2025" name="Google Shape;2025;p46"/>
          <p:cNvSpPr txBox="1"/>
          <p:nvPr/>
        </p:nvSpPr>
        <p:spPr>
          <a:xfrm>
            <a:off x="6256587" y="3789137"/>
            <a:ext cx="2173200" cy="52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Jupiter is the biggest planet of them all</a:t>
            </a:r>
            <a:endParaRPr>
              <a:solidFill>
                <a:schemeClr val="dk1"/>
              </a:solidFill>
              <a:latin typeface="Abel"/>
              <a:ea typeface="Abel"/>
              <a:cs typeface="Abel"/>
              <a:sym typeface="Abel"/>
            </a:endParaRPr>
          </a:p>
        </p:txBody>
      </p:sp>
      <p:sp>
        <p:nvSpPr>
          <p:cNvPr id="2026" name="Google Shape;2026;p46"/>
          <p:cNvSpPr txBox="1"/>
          <p:nvPr/>
        </p:nvSpPr>
        <p:spPr>
          <a:xfrm>
            <a:off x="714164" y="3452812"/>
            <a:ext cx="2173200" cy="371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i="1" lang="en" sz="1800">
                <a:solidFill>
                  <a:schemeClr val="accent2"/>
                </a:solidFill>
                <a:latin typeface="Bakbak One"/>
                <a:ea typeface="Bakbak One"/>
                <a:cs typeface="Bakbak One"/>
                <a:sym typeface="Bakbak One"/>
              </a:rPr>
              <a:t>1550 </a:t>
            </a:r>
            <a:endParaRPr i="1" sz="1800">
              <a:solidFill>
                <a:schemeClr val="accent2"/>
              </a:solidFill>
              <a:latin typeface="Bakbak One"/>
              <a:ea typeface="Bakbak One"/>
              <a:cs typeface="Bakbak One"/>
              <a:sym typeface="Bakbak One"/>
            </a:endParaRPr>
          </a:p>
        </p:txBody>
      </p:sp>
      <p:sp>
        <p:nvSpPr>
          <p:cNvPr id="2027" name="Google Shape;2027;p46"/>
          <p:cNvSpPr txBox="1"/>
          <p:nvPr/>
        </p:nvSpPr>
        <p:spPr>
          <a:xfrm>
            <a:off x="714163" y="3790987"/>
            <a:ext cx="2173200" cy="52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Mercury is the closest planet to the Sun</a:t>
            </a:r>
            <a:endParaRPr>
              <a:solidFill>
                <a:schemeClr val="dk1"/>
              </a:solidFill>
              <a:latin typeface="Abel"/>
              <a:ea typeface="Abel"/>
              <a:cs typeface="Abel"/>
              <a:sym typeface="Abel"/>
            </a:endParaRPr>
          </a:p>
        </p:txBody>
      </p:sp>
      <p:grpSp>
        <p:nvGrpSpPr>
          <p:cNvPr id="2028" name="Google Shape;2028;p46"/>
          <p:cNvGrpSpPr/>
          <p:nvPr/>
        </p:nvGrpSpPr>
        <p:grpSpPr>
          <a:xfrm>
            <a:off x="-25" y="3100538"/>
            <a:ext cx="9144000" cy="135700"/>
            <a:chOff x="96675" y="2823075"/>
            <a:chExt cx="9144000" cy="135700"/>
          </a:xfrm>
        </p:grpSpPr>
        <p:grpSp>
          <p:nvGrpSpPr>
            <p:cNvPr id="2029" name="Google Shape;2029;p46"/>
            <p:cNvGrpSpPr/>
            <p:nvPr/>
          </p:nvGrpSpPr>
          <p:grpSpPr>
            <a:xfrm>
              <a:off x="96675" y="2823075"/>
              <a:ext cx="9144000" cy="135700"/>
              <a:chOff x="96675" y="2823075"/>
              <a:chExt cx="9144000" cy="135700"/>
            </a:xfrm>
          </p:grpSpPr>
          <p:grpSp>
            <p:nvGrpSpPr>
              <p:cNvPr id="2030" name="Google Shape;2030;p46"/>
              <p:cNvGrpSpPr/>
              <p:nvPr/>
            </p:nvGrpSpPr>
            <p:grpSpPr>
              <a:xfrm>
                <a:off x="96675" y="2823075"/>
                <a:ext cx="9144000" cy="135700"/>
                <a:chOff x="-584175" y="4743925"/>
                <a:chExt cx="9144000" cy="135700"/>
              </a:xfrm>
            </p:grpSpPr>
            <p:sp>
              <p:nvSpPr>
                <p:cNvPr id="2031" name="Google Shape;2031;p46"/>
                <p:cNvSpPr/>
                <p:nvPr/>
              </p:nvSpPr>
              <p:spPr>
                <a:xfrm>
                  <a:off x="-584175" y="4743925"/>
                  <a:ext cx="91440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2" name="Google Shape;2032;p46"/>
                <p:cNvGrpSpPr/>
                <p:nvPr/>
              </p:nvGrpSpPr>
              <p:grpSpPr>
                <a:xfrm>
                  <a:off x="-450100" y="4750325"/>
                  <a:ext cx="3095500" cy="129300"/>
                  <a:chOff x="-450100" y="4750325"/>
                  <a:chExt cx="3095500" cy="129300"/>
                </a:xfrm>
              </p:grpSpPr>
              <p:sp>
                <p:nvSpPr>
                  <p:cNvPr id="2033" name="Google Shape;2033;p46"/>
                  <p:cNvSpPr/>
                  <p:nvPr/>
                </p:nvSpPr>
                <p:spPr>
                  <a:xfrm rot="5400000">
                    <a:off x="-497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6"/>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6"/>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6"/>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6"/>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6"/>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6"/>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6"/>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6"/>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42" name="Google Shape;2042;p46"/>
              <p:cNvGrpSpPr/>
              <p:nvPr/>
            </p:nvGrpSpPr>
            <p:grpSpPr>
              <a:xfrm>
                <a:off x="3677725" y="2826275"/>
                <a:ext cx="2711075" cy="129300"/>
                <a:chOff x="-65675" y="4750325"/>
                <a:chExt cx="2711075" cy="129300"/>
              </a:xfrm>
            </p:grpSpPr>
            <p:sp>
              <p:nvSpPr>
                <p:cNvPr id="2043" name="Google Shape;2043;p46"/>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6"/>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6"/>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6"/>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6"/>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6"/>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6"/>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6"/>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51" name="Google Shape;2051;p46"/>
            <p:cNvGrpSpPr/>
            <p:nvPr/>
          </p:nvGrpSpPr>
          <p:grpSpPr>
            <a:xfrm>
              <a:off x="6356775" y="2826275"/>
              <a:ext cx="2711075" cy="129300"/>
              <a:chOff x="-65675" y="4750325"/>
              <a:chExt cx="2711075" cy="129300"/>
            </a:xfrm>
          </p:grpSpPr>
          <p:sp>
            <p:nvSpPr>
              <p:cNvPr id="2052" name="Google Shape;2052;p46"/>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6"/>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6"/>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6"/>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6"/>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6"/>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6"/>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6"/>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60" name="Google Shape;2060;p46"/>
          <p:cNvSpPr/>
          <p:nvPr/>
        </p:nvSpPr>
        <p:spPr>
          <a:xfrm flipH="1" rot="-2231248">
            <a:off x="593018" y="11732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6"/>
          <p:cNvSpPr/>
          <p:nvPr/>
        </p:nvSpPr>
        <p:spPr>
          <a:xfrm flipH="1" rot="-2231248">
            <a:off x="1044193" y="6636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6"/>
          <p:cNvSpPr/>
          <p:nvPr/>
        </p:nvSpPr>
        <p:spPr>
          <a:xfrm>
            <a:off x="7789950" y="192988"/>
            <a:ext cx="883583" cy="883564"/>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6"/>
          <p:cNvSpPr/>
          <p:nvPr/>
        </p:nvSpPr>
        <p:spPr>
          <a:xfrm>
            <a:off x="5615575" y="33782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4" name="Google Shape;2064;p46"/>
          <p:cNvGrpSpPr/>
          <p:nvPr/>
        </p:nvGrpSpPr>
        <p:grpSpPr>
          <a:xfrm flipH="1">
            <a:off x="-473799" y="3706458"/>
            <a:ext cx="1119609" cy="902117"/>
            <a:chOff x="1364600" y="3586175"/>
            <a:chExt cx="1589000" cy="1280325"/>
          </a:xfrm>
        </p:grpSpPr>
        <p:sp>
          <p:nvSpPr>
            <p:cNvPr id="2065" name="Google Shape;2065;p46"/>
            <p:cNvSpPr/>
            <p:nvPr/>
          </p:nvSpPr>
          <p:spPr>
            <a:xfrm>
              <a:off x="1623625" y="3849875"/>
              <a:ext cx="222200" cy="960448"/>
            </a:xfrm>
            <a:custGeom>
              <a:rect b="b" l="l" r="r" t="t"/>
              <a:pathLst>
                <a:path extrusionOk="0" h="65049" w="8888">
                  <a:moveTo>
                    <a:pt x="0" y="0"/>
                  </a:moveTo>
                  <a:cubicBezTo>
                    <a:pt x="7336" y="26647"/>
                    <a:pt x="8887" y="65049"/>
                    <a:pt x="8887" y="65049"/>
                  </a:cubicBezTo>
                  <a:lnTo>
                    <a:pt x="8887" y="26286"/>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6"/>
            <p:cNvSpPr/>
            <p:nvPr/>
          </p:nvSpPr>
          <p:spPr>
            <a:xfrm>
              <a:off x="1845800" y="3953325"/>
              <a:ext cx="228475" cy="883514"/>
            </a:xfrm>
            <a:custGeom>
              <a:rect b="b" l="l" r="r" t="t"/>
              <a:pathLst>
                <a:path extrusionOk="0" h="60911" w="9139">
                  <a:moveTo>
                    <a:pt x="9139" y="0"/>
                  </a:moveTo>
                  <a:lnTo>
                    <a:pt x="4233" y="15314"/>
                  </a:lnTo>
                  <a:lnTo>
                    <a:pt x="0" y="60911"/>
                  </a:lnTo>
                  <a:lnTo>
                    <a:pt x="4233" y="60911"/>
                  </a:lnTo>
                  <a:lnTo>
                    <a:pt x="91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6"/>
            <p:cNvSpPr/>
            <p:nvPr/>
          </p:nvSpPr>
          <p:spPr>
            <a:xfrm>
              <a:off x="2077000" y="4137100"/>
              <a:ext cx="148952" cy="694405"/>
            </a:xfrm>
            <a:custGeom>
              <a:rect b="b" l="l" r="r" t="t"/>
              <a:pathLst>
                <a:path extrusionOk="0" h="53560" w="9562">
                  <a:moveTo>
                    <a:pt x="9562" y="1"/>
                  </a:moveTo>
                  <a:lnTo>
                    <a:pt x="0" y="22148"/>
                  </a:lnTo>
                  <a:cubicBezTo>
                    <a:pt x="0" y="22148"/>
                    <a:pt x="3292" y="50425"/>
                    <a:pt x="3292" y="53560"/>
                  </a:cubicBezTo>
                  <a:lnTo>
                    <a:pt x="6944" y="53560"/>
                  </a:lnTo>
                  <a:lnTo>
                    <a:pt x="95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6"/>
            <p:cNvSpPr/>
            <p:nvPr/>
          </p:nvSpPr>
          <p:spPr>
            <a:xfrm>
              <a:off x="1634200" y="3632775"/>
              <a:ext cx="61150" cy="1177516"/>
            </a:xfrm>
            <a:custGeom>
              <a:rect b="b" l="l" r="r" t="t"/>
              <a:pathLst>
                <a:path extrusionOk="0" h="73733" w="2446">
                  <a:moveTo>
                    <a:pt x="0" y="1"/>
                  </a:moveTo>
                  <a:lnTo>
                    <a:pt x="0" y="73733"/>
                  </a:lnTo>
                  <a:lnTo>
                    <a:pt x="2446" y="73733"/>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6"/>
            <p:cNvSpPr/>
            <p:nvPr/>
          </p:nvSpPr>
          <p:spPr>
            <a:xfrm>
              <a:off x="1558175" y="3598675"/>
              <a:ext cx="152450" cy="242600"/>
            </a:xfrm>
            <a:custGeom>
              <a:rect b="b" l="l" r="r" t="t"/>
              <a:pathLst>
                <a:path extrusionOk="0" h="9704" w="6098">
                  <a:moveTo>
                    <a:pt x="3041" y="1"/>
                  </a:moveTo>
                  <a:cubicBezTo>
                    <a:pt x="1364" y="1"/>
                    <a:pt x="1" y="3387"/>
                    <a:pt x="1" y="6067"/>
                  </a:cubicBezTo>
                  <a:cubicBezTo>
                    <a:pt x="1" y="8747"/>
                    <a:pt x="1364" y="9703"/>
                    <a:pt x="3041" y="9703"/>
                  </a:cubicBezTo>
                  <a:cubicBezTo>
                    <a:pt x="4734" y="9703"/>
                    <a:pt x="6098" y="8747"/>
                    <a:pt x="6098" y="6067"/>
                  </a:cubicBezTo>
                  <a:cubicBezTo>
                    <a:pt x="6098" y="3387"/>
                    <a:pt x="4734" y="1"/>
                    <a:pt x="3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6"/>
            <p:cNvSpPr/>
            <p:nvPr/>
          </p:nvSpPr>
          <p:spPr>
            <a:xfrm>
              <a:off x="1647525" y="3695075"/>
              <a:ext cx="134425" cy="659150"/>
            </a:xfrm>
            <a:custGeom>
              <a:rect b="b" l="l" r="r" t="t"/>
              <a:pathLst>
                <a:path extrusionOk="0" h="26366" w="5377">
                  <a:moveTo>
                    <a:pt x="5377" y="1"/>
                  </a:moveTo>
                  <a:cubicBezTo>
                    <a:pt x="5376" y="3"/>
                    <a:pt x="0" y="20393"/>
                    <a:pt x="0" y="21334"/>
                  </a:cubicBezTo>
                  <a:lnTo>
                    <a:pt x="0" y="26365"/>
                  </a:lnTo>
                  <a:lnTo>
                    <a:pt x="53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6"/>
            <p:cNvSpPr/>
            <p:nvPr/>
          </p:nvSpPr>
          <p:spPr>
            <a:xfrm>
              <a:off x="1728250" y="3586175"/>
              <a:ext cx="123450" cy="156325"/>
            </a:xfrm>
            <a:custGeom>
              <a:rect b="b" l="l" r="r" t="t"/>
              <a:pathLst>
                <a:path extrusionOk="0" h="6253" w="4938">
                  <a:moveTo>
                    <a:pt x="3451" y="1"/>
                  </a:moveTo>
                  <a:cubicBezTo>
                    <a:pt x="2420" y="1"/>
                    <a:pt x="1066" y="1679"/>
                    <a:pt x="564" y="3213"/>
                  </a:cubicBezTo>
                  <a:cubicBezTo>
                    <a:pt x="0" y="4890"/>
                    <a:pt x="658" y="5783"/>
                    <a:pt x="1709" y="6128"/>
                  </a:cubicBezTo>
                  <a:cubicBezTo>
                    <a:pt x="1953" y="6208"/>
                    <a:pt x="2199" y="6253"/>
                    <a:pt x="2438" y="6253"/>
                  </a:cubicBezTo>
                  <a:cubicBezTo>
                    <a:pt x="3227" y="6253"/>
                    <a:pt x="3952" y="5769"/>
                    <a:pt x="4373" y="4482"/>
                  </a:cubicBezTo>
                  <a:cubicBezTo>
                    <a:pt x="4938" y="2805"/>
                    <a:pt x="4781" y="391"/>
                    <a:pt x="3731" y="46"/>
                  </a:cubicBezTo>
                  <a:cubicBezTo>
                    <a:pt x="3641" y="16"/>
                    <a:pt x="3547"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6"/>
            <p:cNvSpPr/>
            <p:nvPr/>
          </p:nvSpPr>
          <p:spPr>
            <a:xfrm>
              <a:off x="1512325" y="3986225"/>
              <a:ext cx="141500" cy="694400"/>
            </a:xfrm>
            <a:custGeom>
              <a:rect b="b" l="l" r="r" t="t"/>
              <a:pathLst>
                <a:path extrusionOk="0" h="27776" w="5660">
                  <a:moveTo>
                    <a:pt x="1" y="1"/>
                  </a:moveTo>
                  <a:lnTo>
                    <a:pt x="5659" y="27776"/>
                  </a:lnTo>
                  <a:lnTo>
                    <a:pt x="5659" y="22494"/>
                  </a:lnTo>
                  <a:cubicBezTo>
                    <a:pt x="5659" y="21490"/>
                    <a:pt x="1"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6"/>
            <p:cNvSpPr/>
            <p:nvPr/>
          </p:nvSpPr>
          <p:spPr>
            <a:xfrm>
              <a:off x="1438650" y="3871425"/>
              <a:ext cx="130125" cy="164725"/>
            </a:xfrm>
            <a:custGeom>
              <a:rect b="b" l="l" r="r" t="t"/>
              <a:pathLst>
                <a:path extrusionOk="0" h="6589" w="5205">
                  <a:moveTo>
                    <a:pt x="1565" y="0"/>
                  </a:moveTo>
                  <a:cubicBezTo>
                    <a:pt x="1463" y="0"/>
                    <a:pt x="1365" y="15"/>
                    <a:pt x="1270" y="47"/>
                  </a:cubicBezTo>
                  <a:cubicBezTo>
                    <a:pt x="158" y="408"/>
                    <a:pt x="1" y="2947"/>
                    <a:pt x="596" y="4718"/>
                  </a:cubicBezTo>
                  <a:cubicBezTo>
                    <a:pt x="1042" y="6079"/>
                    <a:pt x="1802" y="6588"/>
                    <a:pt x="2634" y="6588"/>
                  </a:cubicBezTo>
                  <a:cubicBezTo>
                    <a:pt x="2886" y="6588"/>
                    <a:pt x="3144" y="6542"/>
                    <a:pt x="3402" y="6458"/>
                  </a:cubicBezTo>
                  <a:cubicBezTo>
                    <a:pt x="4515" y="6082"/>
                    <a:pt x="5205" y="5157"/>
                    <a:pt x="4609" y="3386"/>
                  </a:cubicBezTo>
                  <a:cubicBezTo>
                    <a:pt x="4078" y="1765"/>
                    <a:pt x="2655" y="0"/>
                    <a:pt x="1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6"/>
            <p:cNvSpPr/>
            <p:nvPr/>
          </p:nvSpPr>
          <p:spPr>
            <a:xfrm>
              <a:off x="1653800" y="4387100"/>
              <a:ext cx="108950" cy="132075"/>
            </a:xfrm>
            <a:custGeom>
              <a:rect b="b" l="l" r="r" t="t"/>
              <a:pathLst>
                <a:path extrusionOk="0" h="5283" w="4358">
                  <a:moveTo>
                    <a:pt x="4358" y="1"/>
                  </a:moveTo>
                  <a:cubicBezTo>
                    <a:pt x="157" y="1161"/>
                    <a:pt x="0" y="5283"/>
                    <a:pt x="0" y="5283"/>
                  </a:cubicBezTo>
                  <a:cubicBezTo>
                    <a:pt x="2586" y="4060"/>
                    <a:pt x="4357" y="1"/>
                    <a:pt x="43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6"/>
            <p:cNvSpPr/>
            <p:nvPr/>
          </p:nvSpPr>
          <p:spPr>
            <a:xfrm>
              <a:off x="1364600" y="4260925"/>
              <a:ext cx="313500" cy="345650"/>
            </a:xfrm>
            <a:custGeom>
              <a:rect b="b" l="l" r="r" t="t"/>
              <a:pathLst>
                <a:path extrusionOk="0" h="13826" w="12540">
                  <a:moveTo>
                    <a:pt x="0" y="1"/>
                  </a:moveTo>
                  <a:lnTo>
                    <a:pt x="0" y="1"/>
                  </a:lnTo>
                  <a:cubicBezTo>
                    <a:pt x="0" y="1"/>
                    <a:pt x="2430" y="11631"/>
                    <a:pt x="11568" y="13825"/>
                  </a:cubicBezTo>
                  <a:cubicBezTo>
                    <a:pt x="11568" y="13825"/>
                    <a:pt x="12540" y="1061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6"/>
            <p:cNvSpPr/>
            <p:nvPr/>
          </p:nvSpPr>
          <p:spPr>
            <a:xfrm>
              <a:off x="2368000" y="4170400"/>
              <a:ext cx="86625" cy="659117"/>
            </a:xfrm>
            <a:custGeom>
              <a:rect b="b" l="l" r="r" t="t"/>
              <a:pathLst>
                <a:path extrusionOk="0" h="52228" w="3465">
                  <a:moveTo>
                    <a:pt x="3339" y="1"/>
                  </a:moveTo>
                  <a:lnTo>
                    <a:pt x="0" y="52228"/>
                  </a:lnTo>
                  <a:lnTo>
                    <a:pt x="690" y="52228"/>
                  </a:lnTo>
                  <a:lnTo>
                    <a:pt x="3464" y="16"/>
                  </a:lnTo>
                  <a:lnTo>
                    <a:pt x="33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6"/>
            <p:cNvSpPr/>
            <p:nvPr/>
          </p:nvSpPr>
          <p:spPr>
            <a:xfrm>
              <a:off x="2384450" y="4072200"/>
              <a:ext cx="105050" cy="131475"/>
            </a:xfrm>
            <a:custGeom>
              <a:rect b="b" l="l" r="r" t="t"/>
              <a:pathLst>
                <a:path extrusionOk="0" h="5259" w="4202">
                  <a:moveTo>
                    <a:pt x="1188" y="0"/>
                  </a:moveTo>
                  <a:cubicBezTo>
                    <a:pt x="1103" y="0"/>
                    <a:pt x="1020" y="13"/>
                    <a:pt x="941" y="42"/>
                  </a:cubicBezTo>
                  <a:cubicBezTo>
                    <a:pt x="63" y="371"/>
                    <a:pt x="1" y="2408"/>
                    <a:pt x="502" y="3803"/>
                  </a:cubicBezTo>
                  <a:cubicBezTo>
                    <a:pt x="890" y="4861"/>
                    <a:pt x="1490" y="5258"/>
                    <a:pt x="2136" y="5258"/>
                  </a:cubicBezTo>
                  <a:cubicBezTo>
                    <a:pt x="2351" y="5258"/>
                    <a:pt x="2571" y="5214"/>
                    <a:pt x="2791" y="5136"/>
                  </a:cubicBezTo>
                  <a:cubicBezTo>
                    <a:pt x="3669" y="4822"/>
                    <a:pt x="4202" y="4054"/>
                    <a:pt x="3700" y="2659"/>
                  </a:cubicBezTo>
                  <a:cubicBezTo>
                    <a:pt x="3229" y="1375"/>
                    <a:pt x="2057" y="0"/>
                    <a:pt x="1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6"/>
            <p:cNvSpPr/>
            <p:nvPr/>
          </p:nvSpPr>
          <p:spPr>
            <a:xfrm>
              <a:off x="2419325" y="4072875"/>
              <a:ext cx="105450" cy="131025"/>
            </a:xfrm>
            <a:custGeom>
              <a:rect b="b" l="l" r="r" t="t"/>
              <a:pathLst>
                <a:path extrusionOk="0" h="5241" w="4218">
                  <a:moveTo>
                    <a:pt x="3047" y="0"/>
                  </a:moveTo>
                  <a:cubicBezTo>
                    <a:pt x="2177" y="0"/>
                    <a:pt x="1001" y="1353"/>
                    <a:pt x="518" y="2617"/>
                  </a:cubicBezTo>
                  <a:cubicBezTo>
                    <a:pt x="1" y="4012"/>
                    <a:pt x="518" y="4780"/>
                    <a:pt x="1396" y="5109"/>
                  </a:cubicBezTo>
                  <a:cubicBezTo>
                    <a:pt x="1621" y="5193"/>
                    <a:pt x="1848" y="5241"/>
                    <a:pt x="2069" y="5241"/>
                  </a:cubicBezTo>
                  <a:cubicBezTo>
                    <a:pt x="2709" y="5241"/>
                    <a:pt x="3304" y="4844"/>
                    <a:pt x="3700" y="3808"/>
                  </a:cubicBezTo>
                  <a:cubicBezTo>
                    <a:pt x="4217" y="2413"/>
                    <a:pt x="4186" y="375"/>
                    <a:pt x="3308" y="46"/>
                  </a:cubicBezTo>
                  <a:cubicBezTo>
                    <a:pt x="3225" y="15"/>
                    <a:pt x="3138" y="0"/>
                    <a:pt x="30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6"/>
            <p:cNvSpPr/>
            <p:nvPr/>
          </p:nvSpPr>
          <p:spPr>
            <a:xfrm>
              <a:off x="2411875" y="4072450"/>
              <a:ext cx="85075" cy="135600"/>
            </a:xfrm>
            <a:custGeom>
              <a:rect b="b" l="l" r="r" t="t"/>
              <a:pathLst>
                <a:path extrusionOk="0" h="5424" w="3403">
                  <a:moveTo>
                    <a:pt x="1725" y="0"/>
                  </a:moveTo>
                  <a:cubicBezTo>
                    <a:pt x="785" y="0"/>
                    <a:pt x="17" y="1881"/>
                    <a:pt x="1" y="3386"/>
                  </a:cubicBezTo>
                  <a:cubicBezTo>
                    <a:pt x="1" y="4875"/>
                    <a:pt x="753" y="5408"/>
                    <a:pt x="1694" y="5424"/>
                  </a:cubicBezTo>
                  <a:cubicBezTo>
                    <a:pt x="2634" y="5424"/>
                    <a:pt x="3387" y="4891"/>
                    <a:pt x="3402" y="3402"/>
                  </a:cubicBezTo>
                  <a:cubicBezTo>
                    <a:pt x="3402" y="1913"/>
                    <a:pt x="2666" y="16"/>
                    <a:pt x="17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6"/>
            <p:cNvSpPr/>
            <p:nvPr/>
          </p:nvSpPr>
          <p:spPr>
            <a:xfrm>
              <a:off x="2442850" y="4106150"/>
              <a:ext cx="144225" cy="283725"/>
            </a:xfrm>
            <a:custGeom>
              <a:rect b="b" l="l" r="r" t="t"/>
              <a:pathLst>
                <a:path extrusionOk="0" h="11349" w="5769">
                  <a:moveTo>
                    <a:pt x="5768" y="0"/>
                  </a:moveTo>
                  <a:lnTo>
                    <a:pt x="5768" y="0"/>
                  </a:lnTo>
                  <a:cubicBezTo>
                    <a:pt x="612" y="3903"/>
                    <a:pt x="0" y="11348"/>
                    <a:pt x="0" y="11348"/>
                  </a:cubicBezTo>
                  <a:lnTo>
                    <a:pt x="57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6"/>
            <p:cNvSpPr/>
            <p:nvPr/>
          </p:nvSpPr>
          <p:spPr>
            <a:xfrm>
              <a:off x="2318225" y="4097125"/>
              <a:ext cx="124650" cy="292750"/>
            </a:xfrm>
            <a:custGeom>
              <a:rect b="b" l="l" r="r" t="t"/>
              <a:pathLst>
                <a:path extrusionOk="0" h="11710" w="4986">
                  <a:moveTo>
                    <a:pt x="1" y="1"/>
                  </a:moveTo>
                  <a:lnTo>
                    <a:pt x="4985" y="11709"/>
                  </a:lnTo>
                  <a:cubicBezTo>
                    <a:pt x="4985" y="11709"/>
                    <a:pt x="4876" y="424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6"/>
            <p:cNvSpPr/>
            <p:nvPr/>
          </p:nvSpPr>
          <p:spPr>
            <a:xfrm>
              <a:off x="2023700" y="3918050"/>
              <a:ext cx="103475" cy="902111"/>
            </a:xfrm>
            <a:custGeom>
              <a:rect b="b" l="l" r="r" t="t"/>
              <a:pathLst>
                <a:path extrusionOk="0" h="62322" w="4139">
                  <a:moveTo>
                    <a:pt x="3982" y="1"/>
                  </a:moveTo>
                  <a:lnTo>
                    <a:pt x="1" y="62322"/>
                  </a:lnTo>
                  <a:lnTo>
                    <a:pt x="831" y="62322"/>
                  </a:lnTo>
                  <a:lnTo>
                    <a:pt x="4139" y="16"/>
                  </a:lnTo>
                  <a:lnTo>
                    <a:pt x="39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6"/>
            <p:cNvSpPr/>
            <p:nvPr/>
          </p:nvSpPr>
          <p:spPr>
            <a:xfrm>
              <a:off x="2043300" y="3800725"/>
              <a:ext cx="125425" cy="156850"/>
            </a:xfrm>
            <a:custGeom>
              <a:rect b="b" l="l" r="r" t="t"/>
              <a:pathLst>
                <a:path extrusionOk="0" h="6274" w="5017">
                  <a:moveTo>
                    <a:pt x="1437" y="0"/>
                  </a:moveTo>
                  <a:cubicBezTo>
                    <a:pt x="1330" y="0"/>
                    <a:pt x="1227" y="17"/>
                    <a:pt x="1129" y="54"/>
                  </a:cubicBezTo>
                  <a:cubicBezTo>
                    <a:pt x="79" y="430"/>
                    <a:pt x="0" y="2860"/>
                    <a:pt x="612" y="4537"/>
                  </a:cubicBezTo>
                  <a:cubicBezTo>
                    <a:pt x="1057" y="5791"/>
                    <a:pt x="1774" y="6274"/>
                    <a:pt x="2546" y="6274"/>
                  </a:cubicBezTo>
                  <a:cubicBezTo>
                    <a:pt x="2807" y="6274"/>
                    <a:pt x="3074" y="6219"/>
                    <a:pt x="3339" y="6120"/>
                  </a:cubicBezTo>
                  <a:cubicBezTo>
                    <a:pt x="4389" y="5744"/>
                    <a:pt x="5016" y="4835"/>
                    <a:pt x="4420" y="3157"/>
                  </a:cubicBezTo>
                  <a:cubicBezTo>
                    <a:pt x="3866" y="1637"/>
                    <a:pt x="2474" y="0"/>
                    <a:pt x="1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6"/>
            <p:cNvSpPr/>
            <p:nvPr/>
          </p:nvSpPr>
          <p:spPr>
            <a:xfrm>
              <a:off x="2084825" y="3801375"/>
              <a:ext cx="126200" cy="156500"/>
            </a:xfrm>
            <a:custGeom>
              <a:rect b="b" l="l" r="r" t="t"/>
              <a:pathLst>
                <a:path extrusionOk="0" h="6260" w="5048">
                  <a:moveTo>
                    <a:pt x="3629" y="1"/>
                  </a:moveTo>
                  <a:cubicBezTo>
                    <a:pt x="2590" y="1"/>
                    <a:pt x="1194" y="1616"/>
                    <a:pt x="628" y="3116"/>
                  </a:cubicBezTo>
                  <a:cubicBezTo>
                    <a:pt x="1" y="4793"/>
                    <a:pt x="628" y="5702"/>
                    <a:pt x="1678" y="6094"/>
                  </a:cubicBezTo>
                  <a:cubicBezTo>
                    <a:pt x="1952" y="6200"/>
                    <a:pt x="2227" y="6260"/>
                    <a:pt x="2494" y="6260"/>
                  </a:cubicBezTo>
                  <a:cubicBezTo>
                    <a:pt x="3254" y="6260"/>
                    <a:pt x="3957" y="5782"/>
                    <a:pt x="4421" y="4542"/>
                  </a:cubicBezTo>
                  <a:cubicBezTo>
                    <a:pt x="5048" y="2881"/>
                    <a:pt x="5001" y="451"/>
                    <a:pt x="3951" y="59"/>
                  </a:cubicBezTo>
                  <a:cubicBezTo>
                    <a:pt x="3849" y="20"/>
                    <a:pt x="3741" y="1"/>
                    <a:pt x="3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6"/>
            <p:cNvSpPr/>
            <p:nvPr/>
          </p:nvSpPr>
          <p:spPr>
            <a:xfrm>
              <a:off x="2076200" y="3800875"/>
              <a:ext cx="101925" cy="161875"/>
            </a:xfrm>
            <a:custGeom>
              <a:rect b="b" l="l" r="r" t="t"/>
              <a:pathLst>
                <a:path extrusionOk="0" h="6475" w="4077">
                  <a:moveTo>
                    <a:pt x="2054" y="1"/>
                  </a:moveTo>
                  <a:cubicBezTo>
                    <a:pt x="941" y="1"/>
                    <a:pt x="17" y="2258"/>
                    <a:pt x="1" y="4029"/>
                  </a:cubicBezTo>
                  <a:cubicBezTo>
                    <a:pt x="1" y="5816"/>
                    <a:pt x="894" y="6459"/>
                    <a:pt x="2023" y="6474"/>
                  </a:cubicBezTo>
                  <a:cubicBezTo>
                    <a:pt x="3136" y="6474"/>
                    <a:pt x="4045" y="5847"/>
                    <a:pt x="4061" y="4061"/>
                  </a:cubicBezTo>
                  <a:cubicBezTo>
                    <a:pt x="4076" y="2274"/>
                    <a:pt x="3183" y="17"/>
                    <a:pt x="20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6"/>
            <p:cNvSpPr/>
            <p:nvPr/>
          </p:nvSpPr>
          <p:spPr>
            <a:xfrm>
              <a:off x="2113450" y="3841250"/>
              <a:ext cx="171650" cy="338575"/>
            </a:xfrm>
            <a:custGeom>
              <a:rect b="b" l="l" r="r" t="t"/>
              <a:pathLst>
                <a:path extrusionOk="0" h="13543" w="6866">
                  <a:moveTo>
                    <a:pt x="6865" y="0"/>
                  </a:moveTo>
                  <a:cubicBezTo>
                    <a:pt x="721" y="4656"/>
                    <a:pt x="0" y="13543"/>
                    <a:pt x="0" y="13543"/>
                  </a:cubicBezTo>
                  <a:lnTo>
                    <a:pt x="68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6"/>
            <p:cNvSpPr/>
            <p:nvPr/>
          </p:nvSpPr>
          <p:spPr>
            <a:xfrm>
              <a:off x="1964525" y="3830675"/>
              <a:ext cx="148950" cy="349150"/>
            </a:xfrm>
            <a:custGeom>
              <a:rect b="b" l="l" r="r" t="t"/>
              <a:pathLst>
                <a:path extrusionOk="0" h="13966" w="5958">
                  <a:moveTo>
                    <a:pt x="1" y="0"/>
                  </a:moveTo>
                  <a:lnTo>
                    <a:pt x="5957" y="13966"/>
                  </a:lnTo>
                  <a:cubicBezTo>
                    <a:pt x="5957" y="13966"/>
                    <a:pt x="5816" y="504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6"/>
            <p:cNvSpPr/>
            <p:nvPr/>
          </p:nvSpPr>
          <p:spPr>
            <a:xfrm>
              <a:off x="2640475" y="4547125"/>
              <a:ext cx="40800" cy="319375"/>
            </a:xfrm>
            <a:custGeom>
              <a:rect b="b" l="l" r="r" t="t"/>
              <a:pathLst>
                <a:path extrusionOk="0" h="12775" w="1632">
                  <a:moveTo>
                    <a:pt x="1" y="0"/>
                  </a:moveTo>
                  <a:lnTo>
                    <a:pt x="1" y="12775"/>
                  </a:lnTo>
                  <a:lnTo>
                    <a:pt x="1631" y="1277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6"/>
            <p:cNvSpPr/>
            <p:nvPr/>
          </p:nvSpPr>
          <p:spPr>
            <a:xfrm>
              <a:off x="2546825" y="4393125"/>
              <a:ext cx="49800" cy="473375"/>
            </a:xfrm>
            <a:custGeom>
              <a:rect b="b" l="l" r="r" t="t"/>
              <a:pathLst>
                <a:path extrusionOk="0" h="18935" w="1992">
                  <a:moveTo>
                    <a:pt x="1991" y="0"/>
                  </a:moveTo>
                  <a:lnTo>
                    <a:pt x="1145" y="1991"/>
                  </a:lnTo>
                  <a:lnTo>
                    <a:pt x="1" y="7289"/>
                  </a:lnTo>
                  <a:lnTo>
                    <a:pt x="455" y="18935"/>
                  </a:lnTo>
                  <a:lnTo>
                    <a:pt x="1145" y="18935"/>
                  </a:lnTo>
                  <a:lnTo>
                    <a:pt x="19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6"/>
            <p:cNvSpPr/>
            <p:nvPr/>
          </p:nvSpPr>
          <p:spPr>
            <a:xfrm>
              <a:off x="2857975" y="4285750"/>
              <a:ext cx="53700" cy="580750"/>
            </a:xfrm>
            <a:custGeom>
              <a:rect b="b" l="l" r="r" t="t"/>
              <a:pathLst>
                <a:path extrusionOk="0" h="23230" w="2148">
                  <a:moveTo>
                    <a:pt x="0" y="0"/>
                  </a:moveTo>
                  <a:lnTo>
                    <a:pt x="1834" y="23230"/>
                  </a:lnTo>
                  <a:lnTo>
                    <a:pt x="2148" y="23230"/>
                  </a:lnTo>
                  <a:lnTo>
                    <a:pt x="1834" y="2351"/>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6"/>
            <p:cNvSpPr/>
            <p:nvPr/>
          </p:nvSpPr>
          <p:spPr>
            <a:xfrm>
              <a:off x="2911650" y="4261850"/>
              <a:ext cx="20800" cy="604650"/>
            </a:xfrm>
            <a:custGeom>
              <a:rect b="b" l="l" r="r" t="t"/>
              <a:pathLst>
                <a:path extrusionOk="0" h="24186" w="832">
                  <a:moveTo>
                    <a:pt x="831" y="0"/>
                  </a:moveTo>
                  <a:lnTo>
                    <a:pt x="455" y="329"/>
                  </a:lnTo>
                  <a:lnTo>
                    <a:pt x="1" y="24186"/>
                  </a:lnTo>
                  <a:lnTo>
                    <a:pt x="455" y="24186"/>
                  </a:lnTo>
                  <a:lnTo>
                    <a:pt x="8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6"/>
            <p:cNvSpPr/>
            <p:nvPr/>
          </p:nvSpPr>
          <p:spPr>
            <a:xfrm>
              <a:off x="2923025" y="4725025"/>
              <a:ext cx="30575" cy="141475"/>
            </a:xfrm>
            <a:custGeom>
              <a:rect b="b" l="l" r="r" t="t"/>
              <a:pathLst>
                <a:path extrusionOk="0" h="5659" w="1223">
                  <a:moveTo>
                    <a:pt x="909" y="0"/>
                  </a:moveTo>
                  <a:lnTo>
                    <a:pt x="0" y="5659"/>
                  </a:lnTo>
                  <a:lnTo>
                    <a:pt x="1223" y="5659"/>
                  </a:lnTo>
                  <a:lnTo>
                    <a:pt x="9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 name="Google Shape;2093;p46"/>
          <p:cNvGrpSpPr/>
          <p:nvPr/>
        </p:nvGrpSpPr>
        <p:grpSpPr>
          <a:xfrm flipH="1">
            <a:off x="8457151" y="3919158"/>
            <a:ext cx="1119609" cy="902117"/>
            <a:chOff x="1364600" y="3586175"/>
            <a:chExt cx="1589000" cy="1280325"/>
          </a:xfrm>
        </p:grpSpPr>
        <p:sp>
          <p:nvSpPr>
            <p:cNvPr id="2094" name="Google Shape;2094;p46"/>
            <p:cNvSpPr/>
            <p:nvPr/>
          </p:nvSpPr>
          <p:spPr>
            <a:xfrm>
              <a:off x="1623625" y="3849875"/>
              <a:ext cx="222200" cy="960448"/>
            </a:xfrm>
            <a:custGeom>
              <a:rect b="b" l="l" r="r" t="t"/>
              <a:pathLst>
                <a:path extrusionOk="0" h="65049" w="8888">
                  <a:moveTo>
                    <a:pt x="0" y="0"/>
                  </a:moveTo>
                  <a:cubicBezTo>
                    <a:pt x="7336" y="26647"/>
                    <a:pt x="8887" y="65049"/>
                    <a:pt x="8887" y="65049"/>
                  </a:cubicBezTo>
                  <a:lnTo>
                    <a:pt x="8887" y="26286"/>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6"/>
            <p:cNvSpPr/>
            <p:nvPr/>
          </p:nvSpPr>
          <p:spPr>
            <a:xfrm>
              <a:off x="1845800" y="3953325"/>
              <a:ext cx="228475" cy="883514"/>
            </a:xfrm>
            <a:custGeom>
              <a:rect b="b" l="l" r="r" t="t"/>
              <a:pathLst>
                <a:path extrusionOk="0" h="60911" w="9139">
                  <a:moveTo>
                    <a:pt x="9139" y="0"/>
                  </a:moveTo>
                  <a:lnTo>
                    <a:pt x="4233" y="15314"/>
                  </a:lnTo>
                  <a:lnTo>
                    <a:pt x="0" y="60911"/>
                  </a:lnTo>
                  <a:lnTo>
                    <a:pt x="4233" y="60911"/>
                  </a:lnTo>
                  <a:lnTo>
                    <a:pt x="91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6"/>
            <p:cNvSpPr/>
            <p:nvPr/>
          </p:nvSpPr>
          <p:spPr>
            <a:xfrm>
              <a:off x="2077000" y="4137100"/>
              <a:ext cx="148952" cy="694405"/>
            </a:xfrm>
            <a:custGeom>
              <a:rect b="b" l="l" r="r" t="t"/>
              <a:pathLst>
                <a:path extrusionOk="0" h="53560" w="9562">
                  <a:moveTo>
                    <a:pt x="9562" y="1"/>
                  </a:moveTo>
                  <a:lnTo>
                    <a:pt x="0" y="22148"/>
                  </a:lnTo>
                  <a:cubicBezTo>
                    <a:pt x="0" y="22148"/>
                    <a:pt x="3292" y="50425"/>
                    <a:pt x="3292" y="53560"/>
                  </a:cubicBezTo>
                  <a:lnTo>
                    <a:pt x="6944" y="53560"/>
                  </a:lnTo>
                  <a:lnTo>
                    <a:pt x="95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6"/>
            <p:cNvSpPr/>
            <p:nvPr/>
          </p:nvSpPr>
          <p:spPr>
            <a:xfrm>
              <a:off x="1634200" y="3632775"/>
              <a:ext cx="61150" cy="1177516"/>
            </a:xfrm>
            <a:custGeom>
              <a:rect b="b" l="l" r="r" t="t"/>
              <a:pathLst>
                <a:path extrusionOk="0" h="73733" w="2446">
                  <a:moveTo>
                    <a:pt x="0" y="1"/>
                  </a:moveTo>
                  <a:lnTo>
                    <a:pt x="0" y="73733"/>
                  </a:lnTo>
                  <a:lnTo>
                    <a:pt x="2446" y="73733"/>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6"/>
            <p:cNvSpPr/>
            <p:nvPr/>
          </p:nvSpPr>
          <p:spPr>
            <a:xfrm>
              <a:off x="1558175" y="3598675"/>
              <a:ext cx="152450" cy="242600"/>
            </a:xfrm>
            <a:custGeom>
              <a:rect b="b" l="l" r="r" t="t"/>
              <a:pathLst>
                <a:path extrusionOk="0" h="9704" w="6098">
                  <a:moveTo>
                    <a:pt x="3041" y="1"/>
                  </a:moveTo>
                  <a:cubicBezTo>
                    <a:pt x="1364" y="1"/>
                    <a:pt x="1" y="3387"/>
                    <a:pt x="1" y="6067"/>
                  </a:cubicBezTo>
                  <a:cubicBezTo>
                    <a:pt x="1" y="8747"/>
                    <a:pt x="1364" y="9703"/>
                    <a:pt x="3041" y="9703"/>
                  </a:cubicBezTo>
                  <a:cubicBezTo>
                    <a:pt x="4734" y="9703"/>
                    <a:pt x="6098" y="8747"/>
                    <a:pt x="6098" y="6067"/>
                  </a:cubicBezTo>
                  <a:cubicBezTo>
                    <a:pt x="6098" y="3387"/>
                    <a:pt x="4734" y="1"/>
                    <a:pt x="3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6"/>
            <p:cNvSpPr/>
            <p:nvPr/>
          </p:nvSpPr>
          <p:spPr>
            <a:xfrm>
              <a:off x="1647525" y="3695075"/>
              <a:ext cx="134425" cy="659150"/>
            </a:xfrm>
            <a:custGeom>
              <a:rect b="b" l="l" r="r" t="t"/>
              <a:pathLst>
                <a:path extrusionOk="0" h="26366" w="5377">
                  <a:moveTo>
                    <a:pt x="5377" y="1"/>
                  </a:moveTo>
                  <a:cubicBezTo>
                    <a:pt x="5376" y="3"/>
                    <a:pt x="0" y="20393"/>
                    <a:pt x="0" y="21334"/>
                  </a:cubicBezTo>
                  <a:lnTo>
                    <a:pt x="0" y="26365"/>
                  </a:lnTo>
                  <a:lnTo>
                    <a:pt x="53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6"/>
            <p:cNvSpPr/>
            <p:nvPr/>
          </p:nvSpPr>
          <p:spPr>
            <a:xfrm>
              <a:off x="1728250" y="3586175"/>
              <a:ext cx="123450" cy="156325"/>
            </a:xfrm>
            <a:custGeom>
              <a:rect b="b" l="l" r="r" t="t"/>
              <a:pathLst>
                <a:path extrusionOk="0" h="6253" w="4938">
                  <a:moveTo>
                    <a:pt x="3451" y="1"/>
                  </a:moveTo>
                  <a:cubicBezTo>
                    <a:pt x="2420" y="1"/>
                    <a:pt x="1066" y="1679"/>
                    <a:pt x="564" y="3213"/>
                  </a:cubicBezTo>
                  <a:cubicBezTo>
                    <a:pt x="0" y="4890"/>
                    <a:pt x="658" y="5783"/>
                    <a:pt x="1709" y="6128"/>
                  </a:cubicBezTo>
                  <a:cubicBezTo>
                    <a:pt x="1953" y="6208"/>
                    <a:pt x="2199" y="6253"/>
                    <a:pt x="2438" y="6253"/>
                  </a:cubicBezTo>
                  <a:cubicBezTo>
                    <a:pt x="3227" y="6253"/>
                    <a:pt x="3952" y="5769"/>
                    <a:pt x="4373" y="4482"/>
                  </a:cubicBezTo>
                  <a:cubicBezTo>
                    <a:pt x="4938" y="2805"/>
                    <a:pt x="4781" y="391"/>
                    <a:pt x="3731" y="46"/>
                  </a:cubicBezTo>
                  <a:cubicBezTo>
                    <a:pt x="3641" y="16"/>
                    <a:pt x="3547"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6"/>
            <p:cNvSpPr/>
            <p:nvPr/>
          </p:nvSpPr>
          <p:spPr>
            <a:xfrm>
              <a:off x="1512325" y="3986225"/>
              <a:ext cx="141500" cy="694400"/>
            </a:xfrm>
            <a:custGeom>
              <a:rect b="b" l="l" r="r" t="t"/>
              <a:pathLst>
                <a:path extrusionOk="0" h="27776" w="5660">
                  <a:moveTo>
                    <a:pt x="1" y="1"/>
                  </a:moveTo>
                  <a:lnTo>
                    <a:pt x="5659" y="27776"/>
                  </a:lnTo>
                  <a:lnTo>
                    <a:pt x="5659" y="22494"/>
                  </a:lnTo>
                  <a:cubicBezTo>
                    <a:pt x="5659" y="21490"/>
                    <a:pt x="1"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6"/>
            <p:cNvSpPr/>
            <p:nvPr/>
          </p:nvSpPr>
          <p:spPr>
            <a:xfrm>
              <a:off x="1438650" y="3871425"/>
              <a:ext cx="130125" cy="164725"/>
            </a:xfrm>
            <a:custGeom>
              <a:rect b="b" l="l" r="r" t="t"/>
              <a:pathLst>
                <a:path extrusionOk="0" h="6589" w="5205">
                  <a:moveTo>
                    <a:pt x="1565" y="0"/>
                  </a:moveTo>
                  <a:cubicBezTo>
                    <a:pt x="1463" y="0"/>
                    <a:pt x="1365" y="15"/>
                    <a:pt x="1270" y="47"/>
                  </a:cubicBezTo>
                  <a:cubicBezTo>
                    <a:pt x="158" y="408"/>
                    <a:pt x="1" y="2947"/>
                    <a:pt x="596" y="4718"/>
                  </a:cubicBezTo>
                  <a:cubicBezTo>
                    <a:pt x="1042" y="6079"/>
                    <a:pt x="1802" y="6588"/>
                    <a:pt x="2634" y="6588"/>
                  </a:cubicBezTo>
                  <a:cubicBezTo>
                    <a:pt x="2886" y="6588"/>
                    <a:pt x="3144" y="6542"/>
                    <a:pt x="3402" y="6458"/>
                  </a:cubicBezTo>
                  <a:cubicBezTo>
                    <a:pt x="4515" y="6082"/>
                    <a:pt x="5205" y="5157"/>
                    <a:pt x="4609" y="3386"/>
                  </a:cubicBezTo>
                  <a:cubicBezTo>
                    <a:pt x="4078" y="1765"/>
                    <a:pt x="2655" y="0"/>
                    <a:pt x="1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6"/>
            <p:cNvSpPr/>
            <p:nvPr/>
          </p:nvSpPr>
          <p:spPr>
            <a:xfrm>
              <a:off x="1653800" y="4387100"/>
              <a:ext cx="108950" cy="132075"/>
            </a:xfrm>
            <a:custGeom>
              <a:rect b="b" l="l" r="r" t="t"/>
              <a:pathLst>
                <a:path extrusionOk="0" h="5283" w="4358">
                  <a:moveTo>
                    <a:pt x="4358" y="1"/>
                  </a:moveTo>
                  <a:cubicBezTo>
                    <a:pt x="157" y="1161"/>
                    <a:pt x="0" y="5283"/>
                    <a:pt x="0" y="5283"/>
                  </a:cubicBezTo>
                  <a:cubicBezTo>
                    <a:pt x="2586" y="4060"/>
                    <a:pt x="4357" y="1"/>
                    <a:pt x="43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6"/>
            <p:cNvSpPr/>
            <p:nvPr/>
          </p:nvSpPr>
          <p:spPr>
            <a:xfrm>
              <a:off x="1364600" y="4260925"/>
              <a:ext cx="313500" cy="345650"/>
            </a:xfrm>
            <a:custGeom>
              <a:rect b="b" l="l" r="r" t="t"/>
              <a:pathLst>
                <a:path extrusionOk="0" h="13826" w="12540">
                  <a:moveTo>
                    <a:pt x="0" y="1"/>
                  </a:moveTo>
                  <a:lnTo>
                    <a:pt x="0" y="1"/>
                  </a:lnTo>
                  <a:cubicBezTo>
                    <a:pt x="0" y="1"/>
                    <a:pt x="2430" y="11631"/>
                    <a:pt x="11568" y="13825"/>
                  </a:cubicBezTo>
                  <a:cubicBezTo>
                    <a:pt x="11568" y="13825"/>
                    <a:pt x="12540" y="1061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6"/>
            <p:cNvSpPr/>
            <p:nvPr/>
          </p:nvSpPr>
          <p:spPr>
            <a:xfrm>
              <a:off x="2368000" y="4170400"/>
              <a:ext cx="86625" cy="659117"/>
            </a:xfrm>
            <a:custGeom>
              <a:rect b="b" l="l" r="r" t="t"/>
              <a:pathLst>
                <a:path extrusionOk="0" h="52228" w="3465">
                  <a:moveTo>
                    <a:pt x="3339" y="1"/>
                  </a:moveTo>
                  <a:lnTo>
                    <a:pt x="0" y="52228"/>
                  </a:lnTo>
                  <a:lnTo>
                    <a:pt x="690" y="52228"/>
                  </a:lnTo>
                  <a:lnTo>
                    <a:pt x="3464" y="16"/>
                  </a:lnTo>
                  <a:lnTo>
                    <a:pt x="33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6"/>
            <p:cNvSpPr/>
            <p:nvPr/>
          </p:nvSpPr>
          <p:spPr>
            <a:xfrm>
              <a:off x="2384450" y="4072200"/>
              <a:ext cx="105050" cy="131475"/>
            </a:xfrm>
            <a:custGeom>
              <a:rect b="b" l="l" r="r" t="t"/>
              <a:pathLst>
                <a:path extrusionOk="0" h="5259" w="4202">
                  <a:moveTo>
                    <a:pt x="1188" y="0"/>
                  </a:moveTo>
                  <a:cubicBezTo>
                    <a:pt x="1103" y="0"/>
                    <a:pt x="1020" y="13"/>
                    <a:pt x="941" y="42"/>
                  </a:cubicBezTo>
                  <a:cubicBezTo>
                    <a:pt x="63" y="371"/>
                    <a:pt x="1" y="2408"/>
                    <a:pt x="502" y="3803"/>
                  </a:cubicBezTo>
                  <a:cubicBezTo>
                    <a:pt x="890" y="4861"/>
                    <a:pt x="1490" y="5258"/>
                    <a:pt x="2136" y="5258"/>
                  </a:cubicBezTo>
                  <a:cubicBezTo>
                    <a:pt x="2351" y="5258"/>
                    <a:pt x="2571" y="5214"/>
                    <a:pt x="2791" y="5136"/>
                  </a:cubicBezTo>
                  <a:cubicBezTo>
                    <a:pt x="3669" y="4822"/>
                    <a:pt x="4202" y="4054"/>
                    <a:pt x="3700" y="2659"/>
                  </a:cubicBezTo>
                  <a:cubicBezTo>
                    <a:pt x="3229" y="1375"/>
                    <a:pt x="2057" y="0"/>
                    <a:pt x="1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6"/>
            <p:cNvSpPr/>
            <p:nvPr/>
          </p:nvSpPr>
          <p:spPr>
            <a:xfrm>
              <a:off x="2419325" y="4072875"/>
              <a:ext cx="105450" cy="131025"/>
            </a:xfrm>
            <a:custGeom>
              <a:rect b="b" l="l" r="r" t="t"/>
              <a:pathLst>
                <a:path extrusionOk="0" h="5241" w="4218">
                  <a:moveTo>
                    <a:pt x="3047" y="0"/>
                  </a:moveTo>
                  <a:cubicBezTo>
                    <a:pt x="2177" y="0"/>
                    <a:pt x="1001" y="1353"/>
                    <a:pt x="518" y="2617"/>
                  </a:cubicBezTo>
                  <a:cubicBezTo>
                    <a:pt x="1" y="4012"/>
                    <a:pt x="518" y="4780"/>
                    <a:pt x="1396" y="5109"/>
                  </a:cubicBezTo>
                  <a:cubicBezTo>
                    <a:pt x="1621" y="5193"/>
                    <a:pt x="1848" y="5241"/>
                    <a:pt x="2069" y="5241"/>
                  </a:cubicBezTo>
                  <a:cubicBezTo>
                    <a:pt x="2709" y="5241"/>
                    <a:pt x="3304" y="4844"/>
                    <a:pt x="3700" y="3808"/>
                  </a:cubicBezTo>
                  <a:cubicBezTo>
                    <a:pt x="4217" y="2413"/>
                    <a:pt x="4186" y="375"/>
                    <a:pt x="3308" y="46"/>
                  </a:cubicBezTo>
                  <a:cubicBezTo>
                    <a:pt x="3225" y="15"/>
                    <a:pt x="3138" y="0"/>
                    <a:pt x="30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6"/>
            <p:cNvSpPr/>
            <p:nvPr/>
          </p:nvSpPr>
          <p:spPr>
            <a:xfrm>
              <a:off x="2411875" y="4072450"/>
              <a:ext cx="85075" cy="135600"/>
            </a:xfrm>
            <a:custGeom>
              <a:rect b="b" l="l" r="r" t="t"/>
              <a:pathLst>
                <a:path extrusionOk="0" h="5424" w="3403">
                  <a:moveTo>
                    <a:pt x="1725" y="0"/>
                  </a:moveTo>
                  <a:cubicBezTo>
                    <a:pt x="785" y="0"/>
                    <a:pt x="17" y="1881"/>
                    <a:pt x="1" y="3386"/>
                  </a:cubicBezTo>
                  <a:cubicBezTo>
                    <a:pt x="1" y="4875"/>
                    <a:pt x="753" y="5408"/>
                    <a:pt x="1694" y="5424"/>
                  </a:cubicBezTo>
                  <a:cubicBezTo>
                    <a:pt x="2634" y="5424"/>
                    <a:pt x="3387" y="4891"/>
                    <a:pt x="3402" y="3402"/>
                  </a:cubicBezTo>
                  <a:cubicBezTo>
                    <a:pt x="3402" y="1913"/>
                    <a:pt x="2666" y="16"/>
                    <a:pt x="17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6"/>
            <p:cNvSpPr/>
            <p:nvPr/>
          </p:nvSpPr>
          <p:spPr>
            <a:xfrm>
              <a:off x="2442850" y="4106150"/>
              <a:ext cx="144225" cy="283725"/>
            </a:xfrm>
            <a:custGeom>
              <a:rect b="b" l="l" r="r" t="t"/>
              <a:pathLst>
                <a:path extrusionOk="0" h="11349" w="5769">
                  <a:moveTo>
                    <a:pt x="5768" y="0"/>
                  </a:moveTo>
                  <a:lnTo>
                    <a:pt x="5768" y="0"/>
                  </a:lnTo>
                  <a:cubicBezTo>
                    <a:pt x="612" y="3903"/>
                    <a:pt x="0" y="11348"/>
                    <a:pt x="0" y="11348"/>
                  </a:cubicBezTo>
                  <a:lnTo>
                    <a:pt x="57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6"/>
            <p:cNvSpPr/>
            <p:nvPr/>
          </p:nvSpPr>
          <p:spPr>
            <a:xfrm>
              <a:off x="2318225" y="4097125"/>
              <a:ext cx="124650" cy="292750"/>
            </a:xfrm>
            <a:custGeom>
              <a:rect b="b" l="l" r="r" t="t"/>
              <a:pathLst>
                <a:path extrusionOk="0" h="11710" w="4986">
                  <a:moveTo>
                    <a:pt x="1" y="1"/>
                  </a:moveTo>
                  <a:lnTo>
                    <a:pt x="4985" y="11709"/>
                  </a:lnTo>
                  <a:cubicBezTo>
                    <a:pt x="4985" y="11709"/>
                    <a:pt x="4876" y="424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6"/>
            <p:cNvSpPr/>
            <p:nvPr/>
          </p:nvSpPr>
          <p:spPr>
            <a:xfrm>
              <a:off x="2023700" y="3918050"/>
              <a:ext cx="103475" cy="902111"/>
            </a:xfrm>
            <a:custGeom>
              <a:rect b="b" l="l" r="r" t="t"/>
              <a:pathLst>
                <a:path extrusionOk="0" h="62322" w="4139">
                  <a:moveTo>
                    <a:pt x="3982" y="1"/>
                  </a:moveTo>
                  <a:lnTo>
                    <a:pt x="1" y="62322"/>
                  </a:lnTo>
                  <a:lnTo>
                    <a:pt x="831" y="62322"/>
                  </a:lnTo>
                  <a:lnTo>
                    <a:pt x="4139" y="16"/>
                  </a:lnTo>
                  <a:lnTo>
                    <a:pt x="39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6"/>
            <p:cNvSpPr/>
            <p:nvPr/>
          </p:nvSpPr>
          <p:spPr>
            <a:xfrm>
              <a:off x="2043300" y="3800725"/>
              <a:ext cx="125425" cy="156850"/>
            </a:xfrm>
            <a:custGeom>
              <a:rect b="b" l="l" r="r" t="t"/>
              <a:pathLst>
                <a:path extrusionOk="0" h="6274" w="5017">
                  <a:moveTo>
                    <a:pt x="1437" y="0"/>
                  </a:moveTo>
                  <a:cubicBezTo>
                    <a:pt x="1330" y="0"/>
                    <a:pt x="1227" y="17"/>
                    <a:pt x="1129" y="54"/>
                  </a:cubicBezTo>
                  <a:cubicBezTo>
                    <a:pt x="79" y="430"/>
                    <a:pt x="0" y="2860"/>
                    <a:pt x="612" y="4537"/>
                  </a:cubicBezTo>
                  <a:cubicBezTo>
                    <a:pt x="1057" y="5791"/>
                    <a:pt x="1774" y="6274"/>
                    <a:pt x="2546" y="6274"/>
                  </a:cubicBezTo>
                  <a:cubicBezTo>
                    <a:pt x="2807" y="6274"/>
                    <a:pt x="3074" y="6219"/>
                    <a:pt x="3339" y="6120"/>
                  </a:cubicBezTo>
                  <a:cubicBezTo>
                    <a:pt x="4389" y="5744"/>
                    <a:pt x="5016" y="4835"/>
                    <a:pt x="4420" y="3157"/>
                  </a:cubicBezTo>
                  <a:cubicBezTo>
                    <a:pt x="3866" y="1637"/>
                    <a:pt x="2474" y="0"/>
                    <a:pt x="1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6"/>
            <p:cNvSpPr/>
            <p:nvPr/>
          </p:nvSpPr>
          <p:spPr>
            <a:xfrm>
              <a:off x="2084825" y="3801375"/>
              <a:ext cx="126200" cy="156500"/>
            </a:xfrm>
            <a:custGeom>
              <a:rect b="b" l="l" r="r" t="t"/>
              <a:pathLst>
                <a:path extrusionOk="0" h="6260" w="5048">
                  <a:moveTo>
                    <a:pt x="3629" y="1"/>
                  </a:moveTo>
                  <a:cubicBezTo>
                    <a:pt x="2590" y="1"/>
                    <a:pt x="1194" y="1616"/>
                    <a:pt x="628" y="3116"/>
                  </a:cubicBezTo>
                  <a:cubicBezTo>
                    <a:pt x="1" y="4793"/>
                    <a:pt x="628" y="5702"/>
                    <a:pt x="1678" y="6094"/>
                  </a:cubicBezTo>
                  <a:cubicBezTo>
                    <a:pt x="1952" y="6200"/>
                    <a:pt x="2227" y="6260"/>
                    <a:pt x="2494" y="6260"/>
                  </a:cubicBezTo>
                  <a:cubicBezTo>
                    <a:pt x="3254" y="6260"/>
                    <a:pt x="3957" y="5782"/>
                    <a:pt x="4421" y="4542"/>
                  </a:cubicBezTo>
                  <a:cubicBezTo>
                    <a:pt x="5048" y="2881"/>
                    <a:pt x="5001" y="451"/>
                    <a:pt x="3951" y="59"/>
                  </a:cubicBezTo>
                  <a:cubicBezTo>
                    <a:pt x="3849" y="20"/>
                    <a:pt x="3741" y="1"/>
                    <a:pt x="3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6"/>
            <p:cNvSpPr/>
            <p:nvPr/>
          </p:nvSpPr>
          <p:spPr>
            <a:xfrm>
              <a:off x="2076200" y="3800875"/>
              <a:ext cx="101925" cy="161875"/>
            </a:xfrm>
            <a:custGeom>
              <a:rect b="b" l="l" r="r" t="t"/>
              <a:pathLst>
                <a:path extrusionOk="0" h="6475" w="4077">
                  <a:moveTo>
                    <a:pt x="2054" y="1"/>
                  </a:moveTo>
                  <a:cubicBezTo>
                    <a:pt x="941" y="1"/>
                    <a:pt x="17" y="2258"/>
                    <a:pt x="1" y="4029"/>
                  </a:cubicBezTo>
                  <a:cubicBezTo>
                    <a:pt x="1" y="5816"/>
                    <a:pt x="894" y="6459"/>
                    <a:pt x="2023" y="6474"/>
                  </a:cubicBezTo>
                  <a:cubicBezTo>
                    <a:pt x="3136" y="6474"/>
                    <a:pt x="4045" y="5847"/>
                    <a:pt x="4061" y="4061"/>
                  </a:cubicBezTo>
                  <a:cubicBezTo>
                    <a:pt x="4076" y="2274"/>
                    <a:pt x="3183" y="17"/>
                    <a:pt x="20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6"/>
            <p:cNvSpPr/>
            <p:nvPr/>
          </p:nvSpPr>
          <p:spPr>
            <a:xfrm>
              <a:off x="2113450" y="3841250"/>
              <a:ext cx="171650" cy="338575"/>
            </a:xfrm>
            <a:custGeom>
              <a:rect b="b" l="l" r="r" t="t"/>
              <a:pathLst>
                <a:path extrusionOk="0" h="13543" w="6866">
                  <a:moveTo>
                    <a:pt x="6865" y="0"/>
                  </a:moveTo>
                  <a:cubicBezTo>
                    <a:pt x="721" y="4656"/>
                    <a:pt x="0" y="13543"/>
                    <a:pt x="0" y="13543"/>
                  </a:cubicBezTo>
                  <a:lnTo>
                    <a:pt x="68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6"/>
            <p:cNvSpPr/>
            <p:nvPr/>
          </p:nvSpPr>
          <p:spPr>
            <a:xfrm>
              <a:off x="1964525" y="3830675"/>
              <a:ext cx="148950" cy="349150"/>
            </a:xfrm>
            <a:custGeom>
              <a:rect b="b" l="l" r="r" t="t"/>
              <a:pathLst>
                <a:path extrusionOk="0" h="13966" w="5958">
                  <a:moveTo>
                    <a:pt x="1" y="0"/>
                  </a:moveTo>
                  <a:lnTo>
                    <a:pt x="5957" y="13966"/>
                  </a:lnTo>
                  <a:cubicBezTo>
                    <a:pt x="5957" y="13966"/>
                    <a:pt x="5816" y="504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6"/>
            <p:cNvSpPr/>
            <p:nvPr/>
          </p:nvSpPr>
          <p:spPr>
            <a:xfrm>
              <a:off x="2640475" y="4547125"/>
              <a:ext cx="40800" cy="319375"/>
            </a:xfrm>
            <a:custGeom>
              <a:rect b="b" l="l" r="r" t="t"/>
              <a:pathLst>
                <a:path extrusionOk="0" h="12775" w="1632">
                  <a:moveTo>
                    <a:pt x="1" y="0"/>
                  </a:moveTo>
                  <a:lnTo>
                    <a:pt x="1" y="12775"/>
                  </a:lnTo>
                  <a:lnTo>
                    <a:pt x="1631" y="1277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6"/>
            <p:cNvSpPr/>
            <p:nvPr/>
          </p:nvSpPr>
          <p:spPr>
            <a:xfrm>
              <a:off x="2546825" y="4393125"/>
              <a:ext cx="49800" cy="473375"/>
            </a:xfrm>
            <a:custGeom>
              <a:rect b="b" l="l" r="r" t="t"/>
              <a:pathLst>
                <a:path extrusionOk="0" h="18935" w="1992">
                  <a:moveTo>
                    <a:pt x="1991" y="0"/>
                  </a:moveTo>
                  <a:lnTo>
                    <a:pt x="1145" y="1991"/>
                  </a:lnTo>
                  <a:lnTo>
                    <a:pt x="1" y="7289"/>
                  </a:lnTo>
                  <a:lnTo>
                    <a:pt x="455" y="18935"/>
                  </a:lnTo>
                  <a:lnTo>
                    <a:pt x="1145" y="18935"/>
                  </a:lnTo>
                  <a:lnTo>
                    <a:pt x="19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6"/>
            <p:cNvSpPr/>
            <p:nvPr/>
          </p:nvSpPr>
          <p:spPr>
            <a:xfrm>
              <a:off x="2857975" y="4285750"/>
              <a:ext cx="53700" cy="580750"/>
            </a:xfrm>
            <a:custGeom>
              <a:rect b="b" l="l" r="r" t="t"/>
              <a:pathLst>
                <a:path extrusionOk="0" h="23230" w="2148">
                  <a:moveTo>
                    <a:pt x="0" y="0"/>
                  </a:moveTo>
                  <a:lnTo>
                    <a:pt x="1834" y="23230"/>
                  </a:lnTo>
                  <a:lnTo>
                    <a:pt x="2148" y="23230"/>
                  </a:lnTo>
                  <a:lnTo>
                    <a:pt x="1834" y="2351"/>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6"/>
            <p:cNvSpPr/>
            <p:nvPr/>
          </p:nvSpPr>
          <p:spPr>
            <a:xfrm>
              <a:off x="2911650" y="4261850"/>
              <a:ext cx="20800" cy="604650"/>
            </a:xfrm>
            <a:custGeom>
              <a:rect b="b" l="l" r="r" t="t"/>
              <a:pathLst>
                <a:path extrusionOk="0" h="24186" w="832">
                  <a:moveTo>
                    <a:pt x="831" y="0"/>
                  </a:moveTo>
                  <a:lnTo>
                    <a:pt x="455" y="329"/>
                  </a:lnTo>
                  <a:lnTo>
                    <a:pt x="1" y="24186"/>
                  </a:lnTo>
                  <a:lnTo>
                    <a:pt x="455" y="24186"/>
                  </a:lnTo>
                  <a:lnTo>
                    <a:pt x="8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6"/>
            <p:cNvSpPr/>
            <p:nvPr/>
          </p:nvSpPr>
          <p:spPr>
            <a:xfrm>
              <a:off x="2923025" y="4725025"/>
              <a:ext cx="30575" cy="141475"/>
            </a:xfrm>
            <a:custGeom>
              <a:rect b="b" l="l" r="r" t="t"/>
              <a:pathLst>
                <a:path extrusionOk="0" h="5659" w="1223">
                  <a:moveTo>
                    <a:pt x="909" y="0"/>
                  </a:moveTo>
                  <a:lnTo>
                    <a:pt x="0" y="5659"/>
                  </a:lnTo>
                  <a:lnTo>
                    <a:pt x="1223" y="5659"/>
                  </a:lnTo>
                  <a:lnTo>
                    <a:pt x="9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2" name="Google Shape;2122;p46"/>
          <p:cNvSpPr/>
          <p:nvPr/>
        </p:nvSpPr>
        <p:spPr>
          <a:xfrm rot="10800000">
            <a:off x="-137425" y="74097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6" name="Shape 2126"/>
        <p:cNvGrpSpPr/>
        <p:nvPr/>
      </p:nvGrpSpPr>
      <p:grpSpPr>
        <a:xfrm>
          <a:off x="0" y="0"/>
          <a:ext cx="0" cy="0"/>
          <a:chOff x="0" y="0"/>
          <a:chExt cx="0" cy="0"/>
        </a:xfrm>
      </p:grpSpPr>
      <p:sp>
        <p:nvSpPr>
          <p:cNvPr id="2127" name="Google Shape;2127;p47"/>
          <p:cNvSpPr/>
          <p:nvPr/>
        </p:nvSpPr>
        <p:spPr>
          <a:xfrm flipH="1">
            <a:off x="166142" y="126488"/>
            <a:ext cx="883583" cy="883564"/>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7"/>
          <p:cNvSpPr/>
          <p:nvPr/>
        </p:nvSpPr>
        <p:spPr>
          <a:xfrm flipH="1">
            <a:off x="-9" y="206025"/>
            <a:ext cx="9249434" cy="1112950"/>
          </a:xfrm>
          <a:custGeom>
            <a:rect b="b" l="l" r="r" t="t"/>
            <a:pathLst>
              <a:path extrusionOk="0" h="44518" w="313487">
                <a:moveTo>
                  <a:pt x="313487" y="1"/>
                </a:moveTo>
                <a:cubicBezTo>
                  <a:pt x="313487" y="1"/>
                  <a:pt x="213140" y="16051"/>
                  <a:pt x="210068" y="16051"/>
                </a:cubicBezTo>
                <a:cubicBezTo>
                  <a:pt x="207011" y="16051"/>
                  <a:pt x="103075" y="10487"/>
                  <a:pt x="103075" y="10487"/>
                </a:cubicBezTo>
                <a:lnTo>
                  <a:pt x="0" y="16051"/>
                </a:lnTo>
                <a:lnTo>
                  <a:pt x="0" y="29421"/>
                </a:lnTo>
                <a:cubicBezTo>
                  <a:pt x="1815" y="29204"/>
                  <a:pt x="5448" y="29107"/>
                  <a:pt x="10266" y="29107"/>
                </a:cubicBezTo>
                <a:cubicBezTo>
                  <a:pt x="33210" y="29107"/>
                  <a:pt x="83034" y="31301"/>
                  <a:pt x="91350" y="33089"/>
                </a:cubicBezTo>
                <a:cubicBezTo>
                  <a:pt x="101315" y="35234"/>
                  <a:pt x="223068" y="44518"/>
                  <a:pt x="227337" y="44518"/>
                </a:cubicBezTo>
                <a:cubicBezTo>
                  <a:pt x="227373" y="44518"/>
                  <a:pt x="227400" y="44517"/>
                  <a:pt x="227419" y="44516"/>
                </a:cubicBezTo>
                <a:cubicBezTo>
                  <a:pt x="229755" y="44343"/>
                  <a:pt x="313487" y="18575"/>
                  <a:pt x="313487" y="18575"/>
                </a:cubicBezTo>
                <a:lnTo>
                  <a:pt x="313487" y="1"/>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29" name="Google Shape;2129;p47" title="Chart">
            <a:hlinkClick r:id="rId3"/>
          </p:cNvPr>
          <p:cNvPicPr preferRelativeResize="0"/>
          <p:nvPr/>
        </p:nvPicPr>
        <p:blipFill>
          <a:blip r:embed="rId4">
            <a:alphaModFix/>
          </a:blip>
          <a:stretch>
            <a:fillRect/>
          </a:stretch>
        </p:blipFill>
        <p:spPr>
          <a:xfrm>
            <a:off x="3994925" y="1109188"/>
            <a:ext cx="4484217" cy="2772724"/>
          </a:xfrm>
          <a:prstGeom prst="rect">
            <a:avLst/>
          </a:prstGeom>
          <a:noFill/>
          <a:ln>
            <a:noFill/>
          </a:ln>
        </p:spPr>
      </p:pic>
      <p:sp>
        <p:nvSpPr>
          <p:cNvPr id="2130" name="Google Shape;2130;p47"/>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Short and long distance travelers</a:t>
            </a:r>
            <a:endParaRPr i="1"/>
          </a:p>
        </p:txBody>
      </p:sp>
      <p:sp>
        <p:nvSpPr>
          <p:cNvPr id="2131" name="Google Shape;2131;p47"/>
          <p:cNvSpPr txBox="1"/>
          <p:nvPr/>
        </p:nvSpPr>
        <p:spPr>
          <a:xfrm>
            <a:off x="1151025" y="1493550"/>
            <a:ext cx="2097300" cy="371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accent2"/>
                </a:solidFill>
                <a:latin typeface="Bakbak One"/>
                <a:ea typeface="Bakbak One"/>
                <a:cs typeface="Bakbak One"/>
                <a:sym typeface="Bakbak One"/>
              </a:rPr>
              <a:t>Short </a:t>
            </a:r>
            <a:r>
              <a:rPr lang="en" sz="1800">
                <a:solidFill>
                  <a:schemeClr val="accent2"/>
                </a:solidFill>
                <a:latin typeface="Bakbak One"/>
                <a:ea typeface="Bakbak One"/>
                <a:cs typeface="Bakbak One"/>
                <a:sym typeface="Bakbak One"/>
              </a:rPr>
              <a:t>distance</a:t>
            </a:r>
            <a:r>
              <a:rPr lang="en" sz="1800">
                <a:solidFill>
                  <a:schemeClr val="accent2"/>
                </a:solidFill>
                <a:latin typeface="Bakbak One"/>
                <a:ea typeface="Bakbak One"/>
                <a:cs typeface="Bakbak One"/>
                <a:sym typeface="Bakbak One"/>
              </a:rPr>
              <a:t> </a:t>
            </a:r>
            <a:endParaRPr sz="1800">
              <a:solidFill>
                <a:schemeClr val="accent2"/>
              </a:solidFill>
              <a:latin typeface="Bakbak One"/>
              <a:ea typeface="Bakbak One"/>
              <a:cs typeface="Bakbak One"/>
              <a:sym typeface="Bakbak One"/>
            </a:endParaRPr>
          </a:p>
        </p:txBody>
      </p:sp>
      <p:sp>
        <p:nvSpPr>
          <p:cNvPr id="2132" name="Google Shape;2132;p47"/>
          <p:cNvSpPr txBox="1"/>
          <p:nvPr/>
        </p:nvSpPr>
        <p:spPr>
          <a:xfrm>
            <a:off x="1151025" y="1822638"/>
            <a:ext cx="2097300" cy="527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latin typeface="Abel"/>
                <a:ea typeface="Abel"/>
                <a:cs typeface="Abel"/>
                <a:sym typeface="Abel"/>
              </a:rPr>
              <a:t>Mercury is the closest planet to the Sun</a:t>
            </a:r>
            <a:endParaRPr>
              <a:solidFill>
                <a:schemeClr val="dk1"/>
              </a:solidFill>
              <a:latin typeface="Abel"/>
              <a:ea typeface="Abel"/>
              <a:cs typeface="Abel"/>
              <a:sym typeface="Abel"/>
            </a:endParaRPr>
          </a:p>
        </p:txBody>
      </p:sp>
      <p:sp>
        <p:nvSpPr>
          <p:cNvPr id="2133" name="Google Shape;2133;p47"/>
          <p:cNvSpPr txBox="1"/>
          <p:nvPr/>
        </p:nvSpPr>
        <p:spPr>
          <a:xfrm>
            <a:off x="1151025" y="2879237"/>
            <a:ext cx="2097300" cy="371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accent2"/>
                </a:solidFill>
                <a:latin typeface="Bakbak One"/>
                <a:ea typeface="Bakbak One"/>
                <a:cs typeface="Bakbak One"/>
                <a:sym typeface="Bakbak One"/>
              </a:rPr>
              <a:t>Long distance</a:t>
            </a:r>
            <a:endParaRPr sz="1800">
              <a:solidFill>
                <a:schemeClr val="accent2"/>
              </a:solidFill>
              <a:latin typeface="Bakbak One"/>
              <a:ea typeface="Bakbak One"/>
              <a:cs typeface="Bakbak One"/>
              <a:sym typeface="Bakbak One"/>
            </a:endParaRPr>
          </a:p>
        </p:txBody>
      </p:sp>
      <p:sp>
        <p:nvSpPr>
          <p:cNvPr id="2134" name="Google Shape;2134;p47"/>
          <p:cNvSpPr txBox="1"/>
          <p:nvPr/>
        </p:nvSpPr>
        <p:spPr>
          <a:xfrm>
            <a:off x="1151025" y="3208325"/>
            <a:ext cx="2097300" cy="527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latin typeface="Abel"/>
                <a:ea typeface="Abel"/>
                <a:cs typeface="Abel"/>
                <a:sym typeface="Abel"/>
              </a:rPr>
              <a:t>Venus is the second planet from the Sun</a:t>
            </a:r>
            <a:endParaRPr>
              <a:solidFill>
                <a:schemeClr val="dk1"/>
              </a:solidFill>
              <a:latin typeface="Abel"/>
              <a:ea typeface="Abel"/>
              <a:cs typeface="Abel"/>
              <a:sym typeface="Abel"/>
            </a:endParaRPr>
          </a:p>
        </p:txBody>
      </p:sp>
      <p:sp>
        <p:nvSpPr>
          <p:cNvPr id="2135" name="Google Shape;2135;p47"/>
          <p:cNvSpPr/>
          <p:nvPr/>
        </p:nvSpPr>
        <p:spPr>
          <a:xfrm>
            <a:off x="718750" y="1535850"/>
            <a:ext cx="301800" cy="286800"/>
          </a:xfrm>
          <a:prstGeom prst="star5">
            <a:avLst>
              <a:gd fmla="val 19098" name="adj"/>
              <a:gd fmla="val 105146" name="hf"/>
              <a:gd fmla="val 110557" name="vf"/>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7"/>
          <p:cNvSpPr/>
          <p:nvPr/>
        </p:nvSpPr>
        <p:spPr>
          <a:xfrm>
            <a:off x="764050" y="2959325"/>
            <a:ext cx="211200" cy="211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7"/>
          <p:cNvSpPr txBox="1"/>
          <p:nvPr/>
        </p:nvSpPr>
        <p:spPr>
          <a:xfrm>
            <a:off x="716575" y="4228775"/>
            <a:ext cx="7710900" cy="379800"/>
          </a:xfrm>
          <a:prstGeom prst="rect">
            <a:avLst/>
          </a:prstGeom>
          <a:noFill/>
          <a:ln>
            <a:noFill/>
          </a:ln>
        </p:spPr>
        <p:txBody>
          <a:bodyPr anchorCtr="0" anchor="t" bIns="0" lIns="0" spcFirstLastPara="1" rIns="0" wrap="square" tIns="91425">
            <a:noAutofit/>
          </a:bodyPr>
          <a:lstStyle/>
          <a:p>
            <a:pPr indent="0" lvl="0" marL="0" rtl="0" algn="r">
              <a:spcBef>
                <a:spcPts val="0"/>
              </a:spcBef>
              <a:spcAft>
                <a:spcPts val="0"/>
              </a:spcAft>
              <a:buNone/>
            </a:pPr>
            <a:r>
              <a:rPr lang="en" sz="1200">
                <a:solidFill>
                  <a:schemeClr val="dk1"/>
                </a:solidFill>
                <a:latin typeface="Abel"/>
                <a:ea typeface="Abel"/>
                <a:cs typeface="Abel"/>
                <a:sym typeface="Abel"/>
              </a:rPr>
              <a:t>Follow the link in the graph to modify its data and then paste the new one here. </a:t>
            </a:r>
            <a:r>
              <a:rPr lang="en" sz="1200">
                <a:solidFill>
                  <a:schemeClr val="dk1"/>
                </a:solidFill>
                <a:uFill>
                  <a:noFill/>
                </a:uFill>
                <a:latin typeface="Abel"/>
                <a:ea typeface="Abel"/>
                <a:cs typeface="Abel"/>
                <a:sym typeface="Abel"/>
                <a:hlinkClick r:id="rId5">
                  <a:extLst>
                    <a:ext uri="{A12FA001-AC4F-418D-AE19-62706E023703}">
                      <ahyp:hlinkClr val="tx"/>
                    </a:ext>
                  </a:extLst>
                </a:hlinkClick>
              </a:rPr>
              <a:t>For more info, click here</a:t>
            </a:r>
            <a:endParaRPr sz="1200">
              <a:solidFill>
                <a:schemeClr val="dk1"/>
              </a:solidFill>
              <a:latin typeface="Abel"/>
              <a:ea typeface="Abel"/>
              <a:cs typeface="Abel"/>
              <a:sym typeface="Abel"/>
            </a:endParaRPr>
          </a:p>
        </p:txBody>
      </p:sp>
      <p:sp>
        <p:nvSpPr>
          <p:cNvPr id="2138" name="Google Shape;2138;p47"/>
          <p:cNvSpPr/>
          <p:nvPr/>
        </p:nvSpPr>
        <p:spPr>
          <a:xfrm flipH="1" rot="-2231248">
            <a:off x="8469543" y="9775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2" name="Shape 2142"/>
        <p:cNvGrpSpPr/>
        <p:nvPr/>
      </p:nvGrpSpPr>
      <p:grpSpPr>
        <a:xfrm>
          <a:off x="0" y="0"/>
          <a:ext cx="0" cy="0"/>
          <a:chOff x="0" y="0"/>
          <a:chExt cx="0" cy="0"/>
        </a:xfrm>
      </p:grpSpPr>
      <p:sp>
        <p:nvSpPr>
          <p:cNvPr id="2143" name="Google Shape;2143;p48"/>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p>
            <a:pPr indent="0" lvl="0" marL="0" marR="38100" rtl="0" algn="ctr">
              <a:lnSpc>
                <a:spcPct val="128571"/>
              </a:lnSpc>
              <a:spcBef>
                <a:spcPts val="0"/>
              </a:spcBef>
              <a:spcAft>
                <a:spcPts val="0"/>
              </a:spcAft>
              <a:buNone/>
            </a:pPr>
            <a:r>
              <a:rPr lang="en"/>
              <a:t>C</a:t>
            </a:r>
            <a:r>
              <a:rPr lang="en"/>
              <a:t>ountries that have high speed trains</a:t>
            </a:r>
            <a:endParaRPr/>
          </a:p>
        </p:txBody>
      </p:sp>
      <p:grpSp>
        <p:nvGrpSpPr>
          <p:cNvPr id="2144" name="Google Shape;2144;p48"/>
          <p:cNvGrpSpPr/>
          <p:nvPr/>
        </p:nvGrpSpPr>
        <p:grpSpPr>
          <a:xfrm>
            <a:off x="2880434" y="1918362"/>
            <a:ext cx="3383080" cy="1802290"/>
            <a:chOff x="233350" y="949250"/>
            <a:chExt cx="7137300" cy="3802300"/>
          </a:xfrm>
        </p:grpSpPr>
        <p:sp>
          <p:nvSpPr>
            <p:cNvPr id="2145" name="Google Shape;2145;p4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6" name="Google Shape;2196;p48"/>
          <p:cNvSpPr txBox="1"/>
          <p:nvPr/>
        </p:nvSpPr>
        <p:spPr>
          <a:xfrm>
            <a:off x="6297423" y="1518150"/>
            <a:ext cx="1851900" cy="526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chemeClr val="accent2"/>
                </a:solidFill>
                <a:latin typeface="Bakbak One"/>
                <a:ea typeface="Bakbak One"/>
                <a:cs typeface="Bakbak One"/>
                <a:sym typeface="Bakbak One"/>
              </a:rPr>
              <a:t>Germany</a:t>
            </a:r>
            <a:endParaRPr sz="1800">
              <a:solidFill>
                <a:schemeClr val="accent2"/>
              </a:solidFill>
              <a:latin typeface="Bakbak One"/>
              <a:ea typeface="Bakbak One"/>
              <a:cs typeface="Bakbak One"/>
              <a:sym typeface="Bakbak One"/>
            </a:endParaRPr>
          </a:p>
        </p:txBody>
      </p:sp>
      <p:sp>
        <p:nvSpPr>
          <p:cNvPr id="2197" name="Google Shape;2197;p48"/>
          <p:cNvSpPr txBox="1"/>
          <p:nvPr/>
        </p:nvSpPr>
        <p:spPr>
          <a:xfrm>
            <a:off x="6297475" y="2006018"/>
            <a:ext cx="1851900" cy="527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bel"/>
                <a:ea typeface="Abel"/>
                <a:cs typeface="Abel"/>
                <a:sym typeface="Abel"/>
              </a:rPr>
              <a:t>Venus is the second planet from the Sun</a:t>
            </a:r>
            <a:endParaRPr>
              <a:solidFill>
                <a:schemeClr val="dk1"/>
              </a:solidFill>
              <a:latin typeface="Abel"/>
              <a:ea typeface="Abel"/>
              <a:cs typeface="Abel"/>
              <a:sym typeface="Abel"/>
            </a:endParaRPr>
          </a:p>
        </p:txBody>
      </p:sp>
      <p:sp>
        <p:nvSpPr>
          <p:cNvPr id="2198" name="Google Shape;2198;p48"/>
          <p:cNvSpPr txBox="1"/>
          <p:nvPr/>
        </p:nvSpPr>
        <p:spPr>
          <a:xfrm>
            <a:off x="6297225" y="2850850"/>
            <a:ext cx="1851900" cy="526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chemeClr val="accent2"/>
                </a:solidFill>
                <a:latin typeface="Bakbak One"/>
                <a:ea typeface="Bakbak One"/>
                <a:cs typeface="Bakbak One"/>
                <a:sym typeface="Bakbak One"/>
              </a:rPr>
              <a:t>China</a:t>
            </a:r>
            <a:endParaRPr sz="1800">
              <a:solidFill>
                <a:schemeClr val="accent2"/>
              </a:solidFill>
              <a:latin typeface="Bakbak One"/>
              <a:ea typeface="Bakbak One"/>
              <a:cs typeface="Bakbak One"/>
              <a:sym typeface="Bakbak One"/>
            </a:endParaRPr>
          </a:p>
        </p:txBody>
      </p:sp>
      <p:sp>
        <p:nvSpPr>
          <p:cNvPr id="2199" name="Google Shape;2199;p48"/>
          <p:cNvSpPr txBox="1"/>
          <p:nvPr/>
        </p:nvSpPr>
        <p:spPr>
          <a:xfrm>
            <a:off x="6297475" y="3338673"/>
            <a:ext cx="1851900" cy="527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bel"/>
                <a:ea typeface="Abel"/>
                <a:cs typeface="Abel"/>
                <a:sym typeface="Abel"/>
              </a:rPr>
              <a:t>Jupiter is the biggest planet in the System</a:t>
            </a:r>
            <a:endParaRPr>
              <a:solidFill>
                <a:schemeClr val="dk1"/>
              </a:solidFill>
              <a:latin typeface="Abel"/>
              <a:ea typeface="Abel"/>
              <a:cs typeface="Abel"/>
              <a:sym typeface="Abel"/>
            </a:endParaRPr>
          </a:p>
        </p:txBody>
      </p:sp>
      <p:sp>
        <p:nvSpPr>
          <p:cNvPr id="2200" name="Google Shape;2200;p48"/>
          <p:cNvSpPr txBox="1"/>
          <p:nvPr/>
        </p:nvSpPr>
        <p:spPr>
          <a:xfrm>
            <a:off x="994325" y="1518125"/>
            <a:ext cx="1852200" cy="526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accent2"/>
                </a:solidFill>
                <a:latin typeface="Bakbak One"/>
                <a:ea typeface="Bakbak One"/>
                <a:cs typeface="Bakbak One"/>
                <a:sym typeface="Bakbak One"/>
              </a:rPr>
              <a:t>French</a:t>
            </a:r>
            <a:endParaRPr sz="1800">
              <a:solidFill>
                <a:schemeClr val="accent2"/>
              </a:solidFill>
              <a:latin typeface="Bakbak One"/>
              <a:ea typeface="Bakbak One"/>
              <a:cs typeface="Bakbak One"/>
              <a:sym typeface="Bakbak One"/>
            </a:endParaRPr>
          </a:p>
        </p:txBody>
      </p:sp>
      <p:sp>
        <p:nvSpPr>
          <p:cNvPr id="2201" name="Google Shape;2201;p48"/>
          <p:cNvSpPr txBox="1"/>
          <p:nvPr/>
        </p:nvSpPr>
        <p:spPr>
          <a:xfrm>
            <a:off x="994575" y="2006025"/>
            <a:ext cx="1852200" cy="527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bel"/>
                <a:ea typeface="Abel"/>
                <a:cs typeface="Abel"/>
                <a:sym typeface="Abel"/>
              </a:rPr>
              <a:t>Mercury is the closest planet to the Sun</a:t>
            </a:r>
            <a:endParaRPr>
              <a:solidFill>
                <a:schemeClr val="dk1"/>
              </a:solidFill>
              <a:latin typeface="Abel"/>
              <a:ea typeface="Abel"/>
              <a:cs typeface="Abel"/>
              <a:sym typeface="Abel"/>
            </a:endParaRPr>
          </a:p>
        </p:txBody>
      </p:sp>
      <p:sp>
        <p:nvSpPr>
          <p:cNvPr id="2202" name="Google Shape;2202;p48"/>
          <p:cNvSpPr txBox="1"/>
          <p:nvPr/>
        </p:nvSpPr>
        <p:spPr>
          <a:xfrm>
            <a:off x="994325" y="2849575"/>
            <a:ext cx="1852200" cy="526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accent2"/>
                </a:solidFill>
                <a:latin typeface="Bakbak One"/>
                <a:ea typeface="Bakbak One"/>
                <a:cs typeface="Bakbak One"/>
                <a:sym typeface="Bakbak One"/>
              </a:rPr>
              <a:t>Spain</a:t>
            </a:r>
            <a:r>
              <a:rPr lang="en" sz="1800">
                <a:solidFill>
                  <a:schemeClr val="accent2"/>
                </a:solidFill>
                <a:latin typeface="Bakbak One"/>
                <a:ea typeface="Bakbak One"/>
                <a:cs typeface="Bakbak One"/>
                <a:sym typeface="Bakbak One"/>
              </a:rPr>
              <a:t> </a:t>
            </a:r>
            <a:endParaRPr sz="1800">
              <a:solidFill>
                <a:schemeClr val="accent2"/>
              </a:solidFill>
              <a:latin typeface="Bakbak One"/>
              <a:ea typeface="Bakbak One"/>
              <a:cs typeface="Bakbak One"/>
              <a:sym typeface="Bakbak One"/>
            </a:endParaRPr>
          </a:p>
        </p:txBody>
      </p:sp>
      <p:sp>
        <p:nvSpPr>
          <p:cNvPr id="2203" name="Google Shape;2203;p48"/>
          <p:cNvSpPr txBox="1"/>
          <p:nvPr/>
        </p:nvSpPr>
        <p:spPr>
          <a:xfrm>
            <a:off x="994575" y="3338675"/>
            <a:ext cx="1852200" cy="527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bel"/>
                <a:ea typeface="Abel"/>
                <a:cs typeface="Abel"/>
                <a:sym typeface="Abel"/>
              </a:rPr>
              <a:t>Mars is actually a very cold place</a:t>
            </a:r>
            <a:endParaRPr>
              <a:solidFill>
                <a:schemeClr val="dk1"/>
              </a:solidFill>
              <a:latin typeface="Abel"/>
              <a:ea typeface="Abel"/>
              <a:cs typeface="Abel"/>
              <a:sym typeface="Abel"/>
            </a:endParaRPr>
          </a:p>
        </p:txBody>
      </p:sp>
      <p:cxnSp>
        <p:nvCxnSpPr>
          <p:cNvPr id="2204" name="Google Shape;2204;p48"/>
          <p:cNvCxnSpPr>
            <a:stCxn id="2200" idx="3"/>
          </p:cNvCxnSpPr>
          <p:nvPr/>
        </p:nvCxnSpPr>
        <p:spPr>
          <a:xfrm>
            <a:off x="2846525" y="1781225"/>
            <a:ext cx="1509300" cy="572100"/>
          </a:xfrm>
          <a:prstGeom prst="curvedConnector3">
            <a:avLst>
              <a:gd fmla="val 50000" name="adj1"/>
            </a:avLst>
          </a:prstGeom>
          <a:noFill/>
          <a:ln cap="flat" cmpd="sng" w="9525">
            <a:solidFill>
              <a:schemeClr val="dk1"/>
            </a:solidFill>
            <a:prstDash val="solid"/>
            <a:round/>
            <a:headEnd len="med" w="med" type="none"/>
            <a:tailEnd len="med" w="med" type="oval"/>
          </a:ln>
        </p:spPr>
      </p:cxnSp>
      <p:cxnSp>
        <p:nvCxnSpPr>
          <p:cNvPr id="2205" name="Google Shape;2205;p48"/>
          <p:cNvCxnSpPr>
            <a:stCxn id="2202" idx="3"/>
          </p:cNvCxnSpPr>
          <p:nvPr/>
        </p:nvCxnSpPr>
        <p:spPr>
          <a:xfrm flipH="1" rot="10800000">
            <a:off x="2846525" y="2429275"/>
            <a:ext cx="1509300" cy="683400"/>
          </a:xfrm>
          <a:prstGeom prst="curvedConnector3">
            <a:avLst>
              <a:gd fmla="val 50000" name="adj1"/>
            </a:avLst>
          </a:prstGeom>
          <a:noFill/>
          <a:ln cap="flat" cmpd="sng" w="9525">
            <a:solidFill>
              <a:schemeClr val="dk1"/>
            </a:solidFill>
            <a:prstDash val="solid"/>
            <a:round/>
            <a:headEnd len="med" w="med" type="none"/>
            <a:tailEnd len="med" w="med" type="oval"/>
          </a:ln>
        </p:spPr>
      </p:cxnSp>
      <p:cxnSp>
        <p:nvCxnSpPr>
          <p:cNvPr id="2206" name="Google Shape;2206;p48"/>
          <p:cNvCxnSpPr>
            <a:stCxn id="2196" idx="1"/>
          </p:cNvCxnSpPr>
          <p:nvPr/>
        </p:nvCxnSpPr>
        <p:spPr>
          <a:xfrm flipH="1">
            <a:off x="4408023" y="1781250"/>
            <a:ext cx="1889400" cy="528300"/>
          </a:xfrm>
          <a:prstGeom prst="curvedConnector3">
            <a:avLst>
              <a:gd fmla="val 50000" name="adj1"/>
            </a:avLst>
          </a:prstGeom>
          <a:noFill/>
          <a:ln cap="flat" cmpd="sng" w="9525">
            <a:solidFill>
              <a:schemeClr val="dk1"/>
            </a:solidFill>
            <a:prstDash val="solid"/>
            <a:round/>
            <a:headEnd len="med" w="med" type="none"/>
            <a:tailEnd len="med" w="med" type="oval"/>
          </a:ln>
        </p:spPr>
      </p:cxnSp>
      <p:cxnSp>
        <p:nvCxnSpPr>
          <p:cNvPr id="2207" name="Google Shape;2207;p48"/>
          <p:cNvCxnSpPr>
            <a:stCxn id="2198" idx="1"/>
          </p:cNvCxnSpPr>
          <p:nvPr/>
        </p:nvCxnSpPr>
        <p:spPr>
          <a:xfrm rot="10800000">
            <a:off x="5647425" y="2555350"/>
            <a:ext cx="649800" cy="558600"/>
          </a:xfrm>
          <a:prstGeom prst="curvedConnector3">
            <a:avLst>
              <a:gd fmla="val 50000" name="adj1"/>
            </a:avLst>
          </a:prstGeom>
          <a:noFill/>
          <a:ln cap="flat" cmpd="sng" w="9525">
            <a:solidFill>
              <a:schemeClr val="dk1"/>
            </a:solidFill>
            <a:prstDash val="solid"/>
            <a:round/>
            <a:headEnd len="med" w="med" type="none"/>
            <a:tailEnd len="med" w="med" type="oval"/>
          </a:ln>
        </p:spPr>
      </p:cxnSp>
      <p:grpSp>
        <p:nvGrpSpPr>
          <p:cNvPr id="2208" name="Google Shape;2208;p48"/>
          <p:cNvGrpSpPr/>
          <p:nvPr/>
        </p:nvGrpSpPr>
        <p:grpSpPr>
          <a:xfrm>
            <a:off x="-132550" y="4057850"/>
            <a:ext cx="9194843" cy="559600"/>
            <a:chOff x="-139125" y="3868275"/>
            <a:chExt cx="9194843" cy="559600"/>
          </a:xfrm>
        </p:grpSpPr>
        <p:sp>
          <p:nvSpPr>
            <p:cNvPr id="2209" name="Google Shape;2209;p48"/>
            <p:cNvSpPr/>
            <p:nvPr/>
          </p:nvSpPr>
          <p:spPr>
            <a:xfrm>
              <a:off x="-139125" y="3868275"/>
              <a:ext cx="9194843" cy="351450"/>
            </a:xfrm>
            <a:custGeom>
              <a:rect b="b" l="l" r="r" t="t"/>
              <a:pathLst>
                <a:path extrusionOk="0" h="14058" w="219946">
                  <a:moveTo>
                    <a:pt x="0" y="12956"/>
                  </a:moveTo>
                  <a:lnTo>
                    <a:pt x="0" y="14058"/>
                  </a:lnTo>
                  <a:lnTo>
                    <a:pt x="219946" y="1102"/>
                  </a:lnTo>
                  <a:lnTo>
                    <a:pt x="2199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8"/>
            <p:cNvSpPr/>
            <p:nvPr/>
          </p:nvSpPr>
          <p:spPr>
            <a:xfrm>
              <a:off x="125427" y="4182825"/>
              <a:ext cx="34406" cy="245050"/>
            </a:xfrm>
            <a:custGeom>
              <a:rect b="b" l="l" r="r" t="t"/>
              <a:pathLst>
                <a:path extrusionOk="0" h="9802" w="823">
                  <a:moveTo>
                    <a:pt x="1" y="9802"/>
                  </a:moveTo>
                  <a:lnTo>
                    <a:pt x="822" y="9802"/>
                  </a:lnTo>
                  <a:lnTo>
                    <a:pt x="822"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8"/>
            <p:cNvSpPr/>
            <p:nvPr/>
          </p:nvSpPr>
          <p:spPr>
            <a:xfrm>
              <a:off x="336927" y="4176300"/>
              <a:ext cx="34406" cy="244575"/>
            </a:xfrm>
            <a:custGeom>
              <a:rect b="b" l="l" r="r" t="t"/>
              <a:pathLst>
                <a:path extrusionOk="0" h="9783" w="823">
                  <a:moveTo>
                    <a:pt x="1" y="9783"/>
                  </a:moveTo>
                  <a:lnTo>
                    <a:pt x="822" y="9783"/>
                  </a:lnTo>
                  <a:lnTo>
                    <a:pt x="822"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8"/>
            <p:cNvSpPr/>
            <p:nvPr/>
          </p:nvSpPr>
          <p:spPr>
            <a:xfrm>
              <a:off x="548427" y="4169300"/>
              <a:ext cx="33611" cy="245050"/>
            </a:xfrm>
            <a:custGeom>
              <a:rect b="b" l="l" r="r" t="t"/>
              <a:pathLst>
                <a:path extrusionOk="0" h="9802" w="804">
                  <a:moveTo>
                    <a:pt x="1" y="9801"/>
                  </a:moveTo>
                  <a:lnTo>
                    <a:pt x="803" y="9801"/>
                  </a:lnTo>
                  <a:lnTo>
                    <a:pt x="803"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8"/>
            <p:cNvSpPr/>
            <p:nvPr/>
          </p:nvSpPr>
          <p:spPr>
            <a:xfrm>
              <a:off x="759174" y="4162300"/>
              <a:ext cx="34364" cy="245050"/>
            </a:xfrm>
            <a:custGeom>
              <a:rect b="b" l="l" r="r" t="t"/>
              <a:pathLst>
                <a:path extrusionOk="0" h="9802" w="822">
                  <a:moveTo>
                    <a:pt x="0" y="9801"/>
                  </a:moveTo>
                  <a:lnTo>
                    <a:pt x="821" y="9801"/>
                  </a:lnTo>
                  <a:lnTo>
                    <a:pt x="821"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8"/>
            <p:cNvSpPr/>
            <p:nvPr/>
          </p:nvSpPr>
          <p:spPr>
            <a:xfrm>
              <a:off x="970673" y="4155300"/>
              <a:ext cx="34364" cy="245050"/>
            </a:xfrm>
            <a:custGeom>
              <a:rect b="b" l="l" r="r" t="t"/>
              <a:pathLst>
                <a:path extrusionOk="0" h="9802" w="822">
                  <a:moveTo>
                    <a:pt x="0" y="9801"/>
                  </a:moveTo>
                  <a:lnTo>
                    <a:pt x="821" y="9801"/>
                  </a:lnTo>
                  <a:lnTo>
                    <a:pt x="821"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8"/>
            <p:cNvSpPr/>
            <p:nvPr/>
          </p:nvSpPr>
          <p:spPr>
            <a:xfrm>
              <a:off x="1182173" y="4148775"/>
              <a:ext cx="34364" cy="244575"/>
            </a:xfrm>
            <a:custGeom>
              <a:rect b="b" l="l" r="r" t="t"/>
              <a:pathLst>
                <a:path extrusionOk="0" h="9783" w="822">
                  <a:moveTo>
                    <a:pt x="0" y="9782"/>
                  </a:moveTo>
                  <a:lnTo>
                    <a:pt x="821" y="9782"/>
                  </a:lnTo>
                  <a:lnTo>
                    <a:pt x="821"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8"/>
            <p:cNvSpPr/>
            <p:nvPr/>
          </p:nvSpPr>
          <p:spPr>
            <a:xfrm>
              <a:off x="1393673" y="4141775"/>
              <a:ext cx="34364" cy="245025"/>
            </a:xfrm>
            <a:custGeom>
              <a:rect b="b" l="l" r="r" t="t"/>
              <a:pathLst>
                <a:path extrusionOk="0" h="9801" w="822">
                  <a:moveTo>
                    <a:pt x="0" y="9801"/>
                  </a:moveTo>
                  <a:lnTo>
                    <a:pt x="821" y="9801"/>
                  </a:lnTo>
                  <a:lnTo>
                    <a:pt x="821"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8"/>
            <p:cNvSpPr/>
            <p:nvPr/>
          </p:nvSpPr>
          <p:spPr>
            <a:xfrm>
              <a:off x="1605172" y="4134775"/>
              <a:ext cx="34364" cy="245025"/>
            </a:xfrm>
            <a:custGeom>
              <a:rect b="b" l="l" r="r" t="t"/>
              <a:pathLst>
                <a:path extrusionOk="0" h="9801" w="822">
                  <a:moveTo>
                    <a:pt x="0" y="9801"/>
                  </a:moveTo>
                  <a:lnTo>
                    <a:pt x="821" y="9801"/>
                  </a:lnTo>
                  <a:lnTo>
                    <a:pt x="821"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8"/>
            <p:cNvSpPr/>
            <p:nvPr/>
          </p:nvSpPr>
          <p:spPr>
            <a:xfrm>
              <a:off x="1816672" y="4127775"/>
              <a:ext cx="33569" cy="245025"/>
            </a:xfrm>
            <a:custGeom>
              <a:rect b="b" l="l" r="r" t="t"/>
              <a:pathLst>
                <a:path extrusionOk="0" h="9801" w="803">
                  <a:moveTo>
                    <a:pt x="0" y="9801"/>
                  </a:moveTo>
                  <a:lnTo>
                    <a:pt x="803" y="9801"/>
                  </a:lnTo>
                  <a:lnTo>
                    <a:pt x="803"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8"/>
            <p:cNvSpPr/>
            <p:nvPr/>
          </p:nvSpPr>
          <p:spPr>
            <a:xfrm>
              <a:off x="2027377" y="4121225"/>
              <a:ext cx="34364" cy="244575"/>
            </a:xfrm>
            <a:custGeom>
              <a:rect b="b" l="l" r="r" t="t"/>
              <a:pathLst>
                <a:path extrusionOk="0" h="9783" w="822">
                  <a:moveTo>
                    <a:pt x="0" y="9783"/>
                  </a:moveTo>
                  <a:lnTo>
                    <a:pt x="822" y="9783"/>
                  </a:lnTo>
                  <a:lnTo>
                    <a:pt x="822"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8"/>
            <p:cNvSpPr/>
            <p:nvPr/>
          </p:nvSpPr>
          <p:spPr>
            <a:xfrm>
              <a:off x="2238877" y="4114225"/>
              <a:ext cx="34364" cy="245050"/>
            </a:xfrm>
            <a:custGeom>
              <a:rect b="b" l="l" r="r" t="t"/>
              <a:pathLst>
                <a:path extrusionOk="0" h="9802" w="822">
                  <a:moveTo>
                    <a:pt x="0" y="9801"/>
                  </a:moveTo>
                  <a:lnTo>
                    <a:pt x="822" y="9801"/>
                  </a:lnTo>
                  <a:lnTo>
                    <a:pt x="822"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8"/>
            <p:cNvSpPr/>
            <p:nvPr/>
          </p:nvSpPr>
          <p:spPr>
            <a:xfrm>
              <a:off x="2450377" y="4107225"/>
              <a:ext cx="34364" cy="245050"/>
            </a:xfrm>
            <a:custGeom>
              <a:rect b="b" l="l" r="r" t="t"/>
              <a:pathLst>
                <a:path extrusionOk="0" h="9802" w="822">
                  <a:moveTo>
                    <a:pt x="0" y="9801"/>
                  </a:moveTo>
                  <a:lnTo>
                    <a:pt x="822" y="9801"/>
                  </a:lnTo>
                  <a:lnTo>
                    <a:pt x="822"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8"/>
            <p:cNvSpPr/>
            <p:nvPr/>
          </p:nvSpPr>
          <p:spPr>
            <a:xfrm>
              <a:off x="2661876" y="4100225"/>
              <a:ext cx="34364" cy="245050"/>
            </a:xfrm>
            <a:custGeom>
              <a:rect b="b" l="l" r="r" t="t"/>
              <a:pathLst>
                <a:path extrusionOk="0" h="9802" w="822">
                  <a:moveTo>
                    <a:pt x="0" y="9801"/>
                  </a:moveTo>
                  <a:lnTo>
                    <a:pt x="822" y="9801"/>
                  </a:lnTo>
                  <a:lnTo>
                    <a:pt x="822"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8"/>
            <p:cNvSpPr/>
            <p:nvPr/>
          </p:nvSpPr>
          <p:spPr>
            <a:xfrm>
              <a:off x="2873376" y="4093700"/>
              <a:ext cx="34364" cy="244575"/>
            </a:xfrm>
            <a:custGeom>
              <a:rect b="b" l="l" r="r" t="t"/>
              <a:pathLst>
                <a:path extrusionOk="0" h="9783" w="822">
                  <a:moveTo>
                    <a:pt x="0" y="9782"/>
                  </a:moveTo>
                  <a:lnTo>
                    <a:pt x="822" y="9782"/>
                  </a:lnTo>
                  <a:lnTo>
                    <a:pt x="822"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8"/>
            <p:cNvSpPr/>
            <p:nvPr/>
          </p:nvSpPr>
          <p:spPr>
            <a:xfrm>
              <a:off x="3084876" y="4086700"/>
              <a:ext cx="33611" cy="245050"/>
            </a:xfrm>
            <a:custGeom>
              <a:rect b="b" l="l" r="r" t="t"/>
              <a:pathLst>
                <a:path extrusionOk="0" h="9802" w="804">
                  <a:moveTo>
                    <a:pt x="0" y="9801"/>
                  </a:moveTo>
                  <a:lnTo>
                    <a:pt x="803" y="9801"/>
                  </a:lnTo>
                  <a:lnTo>
                    <a:pt x="803"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8"/>
            <p:cNvSpPr/>
            <p:nvPr/>
          </p:nvSpPr>
          <p:spPr>
            <a:xfrm>
              <a:off x="3296375" y="4079700"/>
              <a:ext cx="33611" cy="245050"/>
            </a:xfrm>
            <a:custGeom>
              <a:rect b="b" l="l" r="r" t="t"/>
              <a:pathLst>
                <a:path extrusionOk="0" h="9802" w="804">
                  <a:moveTo>
                    <a:pt x="0" y="9801"/>
                  </a:moveTo>
                  <a:lnTo>
                    <a:pt x="803" y="9801"/>
                  </a:lnTo>
                  <a:lnTo>
                    <a:pt x="803"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8"/>
            <p:cNvSpPr/>
            <p:nvPr/>
          </p:nvSpPr>
          <p:spPr>
            <a:xfrm>
              <a:off x="3507081" y="4072700"/>
              <a:ext cx="34406" cy="245025"/>
            </a:xfrm>
            <a:custGeom>
              <a:rect b="b" l="l" r="r" t="t"/>
              <a:pathLst>
                <a:path extrusionOk="0" h="9801" w="823">
                  <a:moveTo>
                    <a:pt x="1" y="9801"/>
                  </a:moveTo>
                  <a:lnTo>
                    <a:pt x="822" y="9801"/>
                  </a:lnTo>
                  <a:lnTo>
                    <a:pt x="822"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8"/>
            <p:cNvSpPr/>
            <p:nvPr/>
          </p:nvSpPr>
          <p:spPr>
            <a:xfrm>
              <a:off x="3718580" y="4066175"/>
              <a:ext cx="34406" cy="244550"/>
            </a:xfrm>
            <a:custGeom>
              <a:rect b="b" l="l" r="r" t="t"/>
              <a:pathLst>
                <a:path extrusionOk="0" h="9782" w="823">
                  <a:moveTo>
                    <a:pt x="1" y="9782"/>
                  </a:moveTo>
                  <a:lnTo>
                    <a:pt x="822" y="9782"/>
                  </a:lnTo>
                  <a:lnTo>
                    <a:pt x="822"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8"/>
            <p:cNvSpPr/>
            <p:nvPr/>
          </p:nvSpPr>
          <p:spPr>
            <a:xfrm>
              <a:off x="3930080" y="4059150"/>
              <a:ext cx="34406" cy="245050"/>
            </a:xfrm>
            <a:custGeom>
              <a:rect b="b" l="l" r="r" t="t"/>
              <a:pathLst>
                <a:path extrusionOk="0" h="9802" w="823">
                  <a:moveTo>
                    <a:pt x="1" y="9802"/>
                  </a:moveTo>
                  <a:lnTo>
                    <a:pt x="822" y="9802"/>
                  </a:lnTo>
                  <a:lnTo>
                    <a:pt x="822"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8"/>
            <p:cNvSpPr/>
            <p:nvPr/>
          </p:nvSpPr>
          <p:spPr>
            <a:xfrm>
              <a:off x="4141580" y="4052150"/>
              <a:ext cx="34406" cy="245050"/>
            </a:xfrm>
            <a:custGeom>
              <a:rect b="b" l="l" r="r" t="t"/>
              <a:pathLst>
                <a:path extrusionOk="0" h="9802" w="823">
                  <a:moveTo>
                    <a:pt x="1" y="9802"/>
                  </a:moveTo>
                  <a:lnTo>
                    <a:pt x="822" y="9802"/>
                  </a:lnTo>
                  <a:lnTo>
                    <a:pt x="822"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8"/>
            <p:cNvSpPr/>
            <p:nvPr/>
          </p:nvSpPr>
          <p:spPr>
            <a:xfrm>
              <a:off x="4353079" y="4045625"/>
              <a:ext cx="33611" cy="244575"/>
            </a:xfrm>
            <a:custGeom>
              <a:rect b="b" l="l" r="r" t="t"/>
              <a:pathLst>
                <a:path extrusionOk="0" h="9783" w="804">
                  <a:moveTo>
                    <a:pt x="1" y="9783"/>
                  </a:moveTo>
                  <a:lnTo>
                    <a:pt x="804" y="9783"/>
                  </a:lnTo>
                  <a:lnTo>
                    <a:pt x="804"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8"/>
            <p:cNvSpPr/>
            <p:nvPr/>
          </p:nvSpPr>
          <p:spPr>
            <a:xfrm>
              <a:off x="4564579" y="4038625"/>
              <a:ext cx="33611" cy="244575"/>
            </a:xfrm>
            <a:custGeom>
              <a:rect b="b" l="l" r="r" t="t"/>
              <a:pathLst>
                <a:path extrusionOk="0" h="9783" w="804">
                  <a:moveTo>
                    <a:pt x="1" y="9783"/>
                  </a:moveTo>
                  <a:lnTo>
                    <a:pt x="804" y="9783"/>
                  </a:lnTo>
                  <a:lnTo>
                    <a:pt x="804"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8"/>
            <p:cNvSpPr/>
            <p:nvPr/>
          </p:nvSpPr>
          <p:spPr>
            <a:xfrm>
              <a:off x="4775326" y="4031625"/>
              <a:ext cx="34364" cy="245050"/>
            </a:xfrm>
            <a:custGeom>
              <a:rect b="b" l="l" r="r" t="t"/>
              <a:pathLst>
                <a:path extrusionOk="0" h="9802" w="822">
                  <a:moveTo>
                    <a:pt x="0" y="9801"/>
                  </a:moveTo>
                  <a:lnTo>
                    <a:pt x="822" y="9801"/>
                  </a:lnTo>
                  <a:lnTo>
                    <a:pt x="822"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8"/>
            <p:cNvSpPr/>
            <p:nvPr/>
          </p:nvSpPr>
          <p:spPr>
            <a:xfrm>
              <a:off x="4986826" y="4024625"/>
              <a:ext cx="34364" cy="245050"/>
            </a:xfrm>
            <a:custGeom>
              <a:rect b="b" l="l" r="r" t="t"/>
              <a:pathLst>
                <a:path extrusionOk="0" h="9802" w="822">
                  <a:moveTo>
                    <a:pt x="0" y="9801"/>
                  </a:moveTo>
                  <a:lnTo>
                    <a:pt x="822" y="9801"/>
                  </a:lnTo>
                  <a:lnTo>
                    <a:pt x="822"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8"/>
            <p:cNvSpPr/>
            <p:nvPr/>
          </p:nvSpPr>
          <p:spPr>
            <a:xfrm>
              <a:off x="5198325" y="4018100"/>
              <a:ext cx="34364" cy="244575"/>
            </a:xfrm>
            <a:custGeom>
              <a:rect b="b" l="l" r="r" t="t"/>
              <a:pathLst>
                <a:path extrusionOk="0" h="9783" w="822">
                  <a:moveTo>
                    <a:pt x="0" y="9782"/>
                  </a:moveTo>
                  <a:lnTo>
                    <a:pt x="822" y="9782"/>
                  </a:lnTo>
                  <a:lnTo>
                    <a:pt x="822"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8"/>
            <p:cNvSpPr/>
            <p:nvPr/>
          </p:nvSpPr>
          <p:spPr>
            <a:xfrm>
              <a:off x="5409825" y="4011100"/>
              <a:ext cx="34364" cy="245025"/>
            </a:xfrm>
            <a:custGeom>
              <a:rect b="b" l="l" r="r" t="t"/>
              <a:pathLst>
                <a:path extrusionOk="0" h="9801" w="822">
                  <a:moveTo>
                    <a:pt x="0" y="9801"/>
                  </a:moveTo>
                  <a:lnTo>
                    <a:pt x="822" y="9801"/>
                  </a:lnTo>
                  <a:lnTo>
                    <a:pt x="822"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8"/>
            <p:cNvSpPr/>
            <p:nvPr/>
          </p:nvSpPr>
          <p:spPr>
            <a:xfrm>
              <a:off x="5621325" y="4004100"/>
              <a:ext cx="34364" cy="245025"/>
            </a:xfrm>
            <a:custGeom>
              <a:rect b="b" l="l" r="r" t="t"/>
              <a:pathLst>
                <a:path extrusionOk="0" h="9801" w="822">
                  <a:moveTo>
                    <a:pt x="0" y="9801"/>
                  </a:moveTo>
                  <a:lnTo>
                    <a:pt x="822" y="9801"/>
                  </a:lnTo>
                  <a:lnTo>
                    <a:pt x="822"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8"/>
            <p:cNvSpPr/>
            <p:nvPr/>
          </p:nvSpPr>
          <p:spPr>
            <a:xfrm>
              <a:off x="5832824" y="3997100"/>
              <a:ext cx="33569" cy="245025"/>
            </a:xfrm>
            <a:custGeom>
              <a:rect b="b" l="l" r="r" t="t"/>
              <a:pathLst>
                <a:path extrusionOk="0" h="9801" w="803">
                  <a:moveTo>
                    <a:pt x="0" y="9801"/>
                  </a:moveTo>
                  <a:lnTo>
                    <a:pt x="803" y="9801"/>
                  </a:lnTo>
                  <a:lnTo>
                    <a:pt x="803"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8"/>
            <p:cNvSpPr/>
            <p:nvPr/>
          </p:nvSpPr>
          <p:spPr>
            <a:xfrm>
              <a:off x="6043530" y="3990550"/>
              <a:ext cx="34364" cy="244575"/>
            </a:xfrm>
            <a:custGeom>
              <a:rect b="b" l="l" r="r" t="t"/>
              <a:pathLst>
                <a:path extrusionOk="0" h="9783" w="822">
                  <a:moveTo>
                    <a:pt x="1" y="9783"/>
                  </a:moveTo>
                  <a:lnTo>
                    <a:pt x="822" y="9783"/>
                  </a:lnTo>
                  <a:lnTo>
                    <a:pt x="822"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8"/>
            <p:cNvSpPr/>
            <p:nvPr/>
          </p:nvSpPr>
          <p:spPr>
            <a:xfrm>
              <a:off x="6255029" y="3983550"/>
              <a:ext cx="34364" cy="245050"/>
            </a:xfrm>
            <a:custGeom>
              <a:rect b="b" l="l" r="r" t="t"/>
              <a:pathLst>
                <a:path extrusionOk="0" h="9802" w="822">
                  <a:moveTo>
                    <a:pt x="1" y="9801"/>
                  </a:moveTo>
                  <a:lnTo>
                    <a:pt x="822" y="9801"/>
                  </a:lnTo>
                  <a:lnTo>
                    <a:pt x="822"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8"/>
            <p:cNvSpPr/>
            <p:nvPr/>
          </p:nvSpPr>
          <p:spPr>
            <a:xfrm>
              <a:off x="6466529" y="3976550"/>
              <a:ext cx="34364" cy="245050"/>
            </a:xfrm>
            <a:custGeom>
              <a:rect b="b" l="l" r="r" t="t"/>
              <a:pathLst>
                <a:path extrusionOk="0" h="9802" w="822">
                  <a:moveTo>
                    <a:pt x="1" y="9801"/>
                  </a:moveTo>
                  <a:lnTo>
                    <a:pt x="822" y="9801"/>
                  </a:lnTo>
                  <a:lnTo>
                    <a:pt x="822"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8"/>
            <p:cNvSpPr/>
            <p:nvPr/>
          </p:nvSpPr>
          <p:spPr>
            <a:xfrm>
              <a:off x="6678029" y="3969550"/>
              <a:ext cx="34364" cy="245050"/>
            </a:xfrm>
            <a:custGeom>
              <a:rect b="b" l="l" r="r" t="t"/>
              <a:pathLst>
                <a:path extrusionOk="0" h="9802" w="822">
                  <a:moveTo>
                    <a:pt x="1" y="9801"/>
                  </a:moveTo>
                  <a:lnTo>
                    <a:pt x="822" y="9801"/>
                  </a:lnTo>
                  <a:lnTo>
                    <a:pt x="822"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8"/>
            <p:cNvSpPr/>
            <p:nvPr/>
          </p:nvSpPr>
          <p:spPr>
            <a:xfrm>
              <a:off x="6889528" y="3963025"/>
              <a:ext cx="34364" cy="244575"/>
            </a:xfrm>
            <a:custGeom>
              <a:rect b="b" l="l" r="r" t="t"/>
              <a:pathLst>
                <a:path extrusionOk="0" h="9783" w="822">
                  <a:moveTo>
                    <a:pt x="1" y="9782"/>
                  </a:moveTo>
                  <a:lnTo>
                    <a:pt x="822" y="9782"/>
                  </a:lnTo>
                  <a:lnTo>
                    <a:pt x="822"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8"/>
            <p:cNvSpPr/>
            <p:nvPr/>
          </p:nvSpPr>
          <p:spPr>
            <a:xfrm>
              <a:off x="7101028" y="3956025"/>
              <a:ext cx="33611" cy="245050"/>
            </a:xfrm>
            <a:custGeom>
              <a:rect b="b" l="l" r="r" t="t"/>
              <a:pathLst>
                <a:path extrusionOk="0" h="9802" w="804">
                  <a:moveTo>
                    <a:pt x="1" y="9801"/>
                  </a:moveTo>
                  <a:lnTo>
                    <a:pt x="803" y="9801"/>
                  </a:lnTo>
                  <a:lnTo>
                    <a:pt x="803"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8"/>
            <p:cNvSpPr/>
            <p:nvPr/>
          </p:nvSpPr>
          <p:spPr>
            <a:xfrm>
              <a:off x="7311733" y="3949025"/>
              <a:ext cx="34406" cy="245050"/>
            </a:xfrm>
            <a:custGeom>
              <a:rect b="b" l="l" r="r" t="t"/>
              <a:pathLst>
                <a:path extrusionOk="0" h="9802" w="823">
                  <a:moveTo>
                    <a:pt x="1" y="9801"/>
                  </a:moveTo>
                  <a:lnTo>
                    <a:pt x="822" y="9801"/>
                  </a:lnTo>
                  <a:lnTo>
                    <a:pt x="822"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8"/>
            <p:cNvSpPr/>
            <p:nvPr/>
          </p:nvSpPr>
          <p:spPr>
            <a:xfrm>
              <a:off x="7523233" y="3942025"/>
              <a:ext cx="34406" cy="245025"/>
            </a:xfrm>
            <a:custGeom>
              <a:rect b="b" l="l" r="r" t="t"/>
              <a:pathLst>
                <a:path extrusionOk="0" h="9801" w="823">
                  <a:moveTo>
                    <a:pt x="1" y="9801"/>
                  </a:moveTo>
                  <a:lnTo>
                    <a:pt x="822" y="9801"/>
                  </a:lnTo>
                  <a:lnTo>
                    <a:pt x="822"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8"/>
            <p:cNvSpPr/>
            <p:nvPr/>
          </p:nvSpPr>
          <p:spPr>
            <a:xfrm>
              <a:off x="7734733" y="3935475"/>
              <a:ext cx="34406" cy="244575"/>
            </a:xfrm>
            <a:custGeom>
              <a:rect b="b" l="l" r="r" t="t"/>
              <a:pathLst>
                <a:path extrusionOk="0" h="9783" w="823">
                  <a:moveTo>
                    <a:pt x="1" y="9783"/>
                  </a:moveTo>
                  <a:lnTo>
                    <a:pt x="822" y="9783"/>
                  </a:lnTo>
                  <a:lnTo>
                    <a:pt x="822"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8"/>
            <p:cNvSpPr/>
            <p:nvPr/>
          </p:nvSpPr>
          <p:spPr>
            <a:xfrm>
              <a:off x="7946232" y="3928475"/>
              <a:ext cx="34406" cy="245050"/>
            </a:xfrm>
            <a:custGeom>
              <a:rect b="b" l="l" r="r" t="t"/>
              <a:pathLst>
                <a:path extrusionOk="0" h="9802" w="823">
                  <a:moveTo>
                    <a:pt x="1" y="9802"/>
                  </a:moveTo>
                  <a:lnTo>
                    <a:pt x="822" y="9802"/>
                  </a:lnTo>
                  <a:lnTo>
                    <a:pt x="822"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8"/>
            <p:cNvSpPr/>
            <p:nvPr/>
          </p:nvSpPr>
          <p:spPr>
            <a:xfrm>
              <a:off x="8157732" y="3921475"/>
              <a:ext cx="34406" cy="245050"/>
            </a:xfrm>
            <a:custGeom>
              <a:rect b="b" l="l" r="r" t="t"/>
              <a:pathLst>
                <a:path extrusionOk="0" h="9802" w="823">
                  <a:moveTo>
                    <a:pt x="1" y="9802"/>
                  </a:moveTo>
                  <a:lnTo>
                    <a:pt x="822" y="9802"/>
                  </a:lnTo>
                  <a:lnTo>
                    <a:pt x="822"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8"/>
            <p:cNvSpPr/>
            <p:nvPr/>
          </p:nvSpPr>
          <p:spPr>
            <a:xfrm>
              <a:off x="8369232" y="3914475"/>
              <a:ext cx="33611" cy="245050"/>
            </a:xfrm>
            <a:custGeom>
              <a:rect b="b" l="l" r="r" t="t"/>
              <a:pathLst>
                <a:path extrusionOk="0" h="9802" w="804">
                  <a:moveTo>
                    <a:pt x="1" y="9802"/>
                  </a:moveTo>
                  <a:lnTo>
                    <a:pt x="804" y="9802"/>
                  </a:lnTo>
                  <a:lnTo>
                    <a:pt x="804"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8"/>
            <p:cNvSpPr/>
            <p:nvPr/>
          </p:nvSpPr>
          <p:spPr>
            <a:xfrm>
              <a:off x="8580773" y="3907950"/>
              <a:ext cx="33569" cy="244575"/>
            </a:xfrm>
            <a:custGeom>
              <a:rect b="b" l="l" r="r" t="t"/>
              <a:pathLst>
                <a:path extrusionOk="0" h="9783" w="803">
                  <a:moveTo>
                    <a:pt x="0" y="9783"/>
                  </a:moveTo>
                  <a:lnTo>
                    <a:pt x="803" y="9783"/>
                  </a:lnTo>
                  <a:lnTo>
                    <a:pt x="803"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8"/>
            <p:cNvSpPr/>
            <p:nvPr/>
          </p:nvSpPr>
          <p:spPr>
            <a:xfrm>
              <a:off x="8791478" y="3900950"/>
              <a:ext cx="34364" cy="245050"/>
            </a:xfrm>
            <a:custGeom>
              <a:rect b="b" l="l" r="r" t="t"/>
              <a:pathLst>
                <a:path extrusionOk="0" h="9802" w="822">
                  <a:moveTo>
                    <a:pt x="0" y="9801"/>
                  </a:moveTo>
                  <a:lnTo>
                    <a:pt x="822" y="9801"/>
                  </a:lnTo>
                  <a:lnTo>
                    <a:pt x="822"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2" name="Google Shape;2252;p48"/>
          <p:cNvSpPr/>
          <p:nvPr/>
        </p:nvSpPr>
        <p:spPr>
          <a:xfrm>
            <a:off x="-77225" y="4205000"/>
            <a:ext cx="9221236" cy="548850"/>
          </a:xfrm>
          <a:custGeom>
            <a:rect b="b" l="l" r="r" t="t"/>
            <a:pathLst>
              <a:path extrusionOk="0" h="21954" w="219946">
                <a:moveTo>
                  <a:pt x="0" y="12956"/>
                </a:moveTo>
                <a:lnTo>
                  <a:pt x="0" y="21954"/>
                </a:lnTo>
                <a:lnTo>
                  <a:pt x="219946" y="8998"/>
                </a:lnTo>
                <a:lnTo>
                  <a:pt x="21994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3" name="Google Shape;2253;p48"/>
          <p:cNvGrpSpPr/>
          <p:nvPr/>
        </p:nvGrpSpPr>
        <p:grpSpPr>
          <a:xfrm>
            <a:off x="3385650" y="4482675"/>
            <a:ext cx="3484400" cy="973847"/>
            <a:chOff x="3385650" y="4482675"/>
            <a:chExt cx="3484400" cy="973847"/>
          </a:xfrm>
        </p:grpSpPr>
        <p:grpSp>
          <p:nvGrpSpPr>
            <p:cNvPr id="2254" name="Google Shape;2254;p48"/>
            <p:cNvGrpSpPr/>
            <p:nvPr/>
          </p:nvGrpSpPr>
          <p:grpSpPr>
            <a:xfrm>
              <a:off x="3385650" y="4482675"/>
              <a:ext cx="3484400" cy="973847"/>
              <a:chOff x="3379075" y="4293100"/>
              <a:chExt cx="3484400" cy="973847"/>
            </a:xfrm>
          </p:grpSpPr>
          <p:sp>
            <p:nvSpPr>
              <p:cNvPr id="2255" name="Google Shape;2255;p48"/>
              <p:cNvSpPr/>
              <p:nvPr/>
            </p:nvSpPr>
            <p:spPr>
              <a:xfrm>
                <a:off x="6638025" y="4293100"/>
                <a:ext cx="225450" cy="266525"/>
              </a:xfrm>
              <a:custGeom>
                <a:rect b="b" l="l" r="r" t="t"/>
                <a:pathLst>
                  <a:path extrusionOk="0" h="10661" w="9018">
                    <a:moveTo>
                      <a:pt x="1" y="10660"/>
                    </a:moveTo>
                    <a:lnTo>
                      <a:pt x="9017" y="10660"/>
                    </a:lnTo>
                    <a:lnTo>
                      <a:pt x="9017"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8"/>
              <p:cNvSpPr/>
              <p:nvPr/>
            </p:nvSpPr>
            <p:spPr>
              <a:xfrm>
                <a:off x="5628575" y="4293100"/>
                <a:ext cx="225425" cy="266525"/>
              </a:xfrm>
              <a:custGeom>
                <a:rect b="b" l="l" r="r" t="t"/>
                <a:pathLst>
                  <a:path extrusionOk="0" h="10661" w="9017">
                    <a:moveTo>
                      <a:pt x="0" y="10660"/>
                    </a:moveTo>
                    <a:lnTo>
                      <a:pt x="9017" y="10660"/>
                    </a:lnTo>
                    <a:lnTo>
                      <a:pt x="9017"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8"/>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8"/>
              <p:cNvSpPr/>
              <p:nvPr/>
            </p:nvSpPr>
            <p:spPr>
              <a:xfrm>
                <a:off x="4520150" y="4293100"/>
                <a:ext cx="225450" cy="266525"/>
              </a:xfrm>
              <a:custGeom>
                <a:rect b="b" l="l" r="r" t="t"/>
                <a:pathLst>
                  <a:path extrusionOk="0" h="10661" w="9018">
                    <a:moveTo>
                      <a:pt x="1" y="10660"/>
                    </a:moveTo>
                    <a:lnTo>
                      <a:pt x="9017" y="10660"/>
                    </a:lnTo>
                    <a:lnTo>
                      <a:pt x="9017"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8"/>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8"/>
              <p:cNvSpPr/>
              <p:nvPr/>
            </p:nvSpPr>
            <p:spPr>
              <a:xfrm>
                <a:off x="3379075" y="4327650"/>
                <a:ext cx="225450" cy="262300"/>
              </a:xfrm>
              <a:custGeom>
                <a:rect b="b" l="l" r="r" t="t"/>
                <a:pathLst>
                  <a:path extrusionOk="0" h="10492" w="9018">
                    <a:moveTo>
                      <a:pt x="1" y="10492"/>
                    </a:moveTo>
                    <a:lnTo>
                      <a:pt x="9017" y="10492"/>
                    </a:lnTo>
                    <a:lnTo>
                      <a:pt x="9017" y="0"/>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8"/>
              <p:cNvSpPr/>
              <p:nvPr/>
            </p:nvSpPr>
            <p:spPr>
              <a:xfrm>
                <a:off x="3450950" y="4494102"/>
                <a:ext cx="72825" cy="772845"/>
              </a:xfrm>
              <a:custGeom>
                <a:rect b="b" l="l" r="r" t="t"/>
                <a:pathLst>
                  <a:path extrusionOk="0" h="47567" w="2913">
                    <a:moveTo>
                      <a:pt x="1" y="47567"/>
                    </a:moveTo>
                    <a:lnTo>
                      <a:pt x="2913" y="47567"/>
                    </a:lnTo>
                    <a:lnTo>
                      <a:pt x="2913"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2" name="Google Shape;2262;p48"/>
            <p:cNvSpPr/>
            <p:nvPr/>
          </p:nvSpPr>
          <p:spPr>
            <a:xfrm>
              <a:off x="6732275" y="4656825"/>
              <a:ext cx="72850" cy="792553"/>
            </a:xfrm>
            <a:custGeom>
              <a:rect b="b" l="l" r="r" t="t"/>
              <a:pathLst>
                <a:path extrusionOk="0" h="48780" w="2914">
                  <a:moveTo>
                    <a:pt x="1" y="48780"/>
                  </a:moveTo>
                  <a:lnTo>
                    <a:pt x="2913" y="48780"/>
                  </a:lnTo>
                  <a:lnTo>
                    <a:pt x="2913"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3" name="Google Shape;2263;p48"/>
          <p:cNvGrpSpPr/>
          <p:nvPr/>
        </p:nvGrpSpPr>
        <p:grpSpPr>
          <a:xfrm>
            <a:off x="185850" y="4608575"/>
            <a:ext cx="2343325" cy="972628"/>
            <a:chOff x="4526725" y="4482675"/>
            <a:chExt cx="2343325" cy="972628"/>
          </a:xfrm>
        </p:grpSpPr>
        <p:grpSp>
          <p:nvGrpSpPr>
            <p:cNvPr id="2264" name="Google Shape;2264;p48"/>
            <p:cNvGrpSpPr/>
            <p:nvPr/>
          </p:nvGrpSpPr>
          <p:grpSpPr>
            <a:xfrm>
              <a:off x="4526725" y="4482675"/>
              <a:ext cx="2343325" cy="972628"/>
              <a:chOff x="4520150" y="4293100"/>
              <a:chExt cx="2343325" cy="972628"/>
            </a:xfrm>
          </p:grpSpPr>
          <p:sp>
            <p:nvSpPr>
              <p:cNvPr id="2265" name="Google Shape;2265;p48"/>
              <p:cNvSpPr/>
              <p:nvPr/>
            </p:nvSpPr>
            <p:spPr>
              <a:xfrm>
                <a:off x="6638025" y="4293100"/>
                <a:ext cx="225450" cy="266525"/>
              </a:xfrm>
              <a:custGeom>
                <a:rect b="b" l="l" r="r" t="t"/>
                <a:pathLst>
                  <a:path extrusionOk="0" h="10661" w="9018">
                    <a:moveTo>
                      <a:pt x="1" y="10660"/>
                    </a:moveTo>
                    <a:lnTo>
                      <a:pt x="9017" y="10660"/>
                    </a:lnTo>
                    <a:lnTo>
                      <a:pt x="9017"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8"/>
              <p:cNvSpPr/>
              <p:nvPr/>
            </p:nvSpPr>
            <p:spPr>
              <a:xfrm>
                <a:off x="5628575" y="4293100"/>
                <a:ext cx="225425" cy="266525"/>
              </a:xfrm>
              <a:custGeom>
                <a:rect b="b" l="l" r="r" t="t"/>
                <a:pathLst>
                  <a:path extrusionOk="0" h="10661" w="9017">
                    <a:moveTo>
                      <a:pt x="0" y="10660"/>
                    </a:moveTo>
                    <a:lnTo>
                      <a:pt x="9017" y="10660"/>
                    </a:lnTo>
                    <a:lnTo>
                      <a:pt x="9017" y="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8"/>
              <p:cNvSpPr/>
              <p:nvPr/>
            </p:nvSpPr>
            <p:spPr>
              <a:xfrm>
                <a:off x="5700425" y="4473175"/>
                <a:ext cx="72850" cy="792553"/>
              </a:xfrm>
              <a:custGeom>
                <a:rect b="b" l="l" r="r" t="t"/>
                <a:pathLst>
                  <a:path extrusionOk="0" h="48780" w="2914">
                    <a:moveTo>
                      <a:pt x="1" y="48780"/>
                    </a:moveTo>
                    <a:lnTo>
                      <a:pt x="2913" y="48780"/>
                    </a:lnTo>
                    <a:lnTo>
                      <a:pt x="2913"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8"/>
              <p:cNvSpPr/>
              <p:nvPr/>
            </p:nvSpPr>
            <p:spPr>
              <a:xfrm>
                <a:off x="4520150" y="4293100"/>
                <a:ext cx="225450" cy="266525"/>
              </a:xfrm>
              <a:custGeom>
                <a:rect b="b" l="l" r="r" t="t"/>
                <a:pathLst>
                  <a:path extrusionOk="0" h="10661" w="9018">
                    <a:moveTo>
                      <a:pt x="1" y="10660"/>
                    </a:moveTo>
                    <a:lnTo>
                      <a:pt x="9017" y="10660"/>
                    </a:lnTo>
                    <a:lnTo>
                      <a:pt x="9017"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8"/>
              <p:cNvSpPr/>
              <p:nvPr/>
            </p:nvSpPr>
            <p:spPr>
              <a:xfrm>
                <a:off x="4592025" y="4473175"/>
                <a:ext cx="72825" cy="792553"/>
              </a:xfrm>
              <a:custGeom>
                <a:rect b="b" l="l" r="r" t="t"/>
                <a:pathLst>
                  <a:path extrusionOk="0" h="48780" w="2913">
                    <a:moveTo>
                      <a:pt x="1" y="48780"/>
                    </a:moveTo>
                    <a:lnTo>
                      <a:pt x="2913" y="48780"/>
                    </a:lnTo>
                    <a:lnTo>
                      <a:pt x="2913"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0" name="Google Shape;2270;p48"/>
            <p:cNvSpPr/>
            <p:nvPr/>
          </p:nvSpPr>
          <p:spPr>
            <a:xfrm>
              <a:off x="6732275" y="4656825"/>
              <a:ext cx="72850" cy="792553"/>
            </a:xfrm>
            <a:custGeom>
              <a:rect b="b" l="l" r="r" t="t"/>
              <a:pathLst>
                <a:path extrusionOk="0" h="48780" w="2914">
                  <a:moveTo>
                    <a:pt x="1" y="48780"/>
                  </a:moveTo>
                  <a:lnTo>
                    <a:pt x="2913" y="48780"/>
                  </a:lnTo>
                  <a:lnTo>
                    <a:pt x="2913"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1" name="Google Shape;2271;p48"/>
          <p:cNvSpPr/>
          <p:nvPr/>
        </p:nvSpPr>
        <p:spPr>
          <a:xfrm>
            <a:off x="6694077" y="3720650"/>
            <a:ext cx="2867400" cy="1881300"/>
          </a:xfrm>
          <a:custGeom>
            <a:rect b="b" l="l" r="r" t="t"/>
            <a:pathLst>
              <a:path extrusionOk="0" h="75252" w="96888">
                <a:moveTo>
                  <a:pt x="96887" y="1214"/>
                </a:moveTo>
                <a:cubicBezTo>
                  <a:pt x="96887" y="1214"/>
                  <a:pt x="84809" y="1"/>
                  <a:pt x="53970" y="19173"/>
                </a:cubicBezTo>
                <a:cubicBezTo>
                  <a:pt x="48967" y="22290"/>
                  <a:pt x="34928" y="39670"/>
                  <a:pt x="28992" y="40510"/>
                </a:cubicBezTo>
                <a:cubicBezTo>
                  <a:pt x="23037" y="41350"/>
                  <a:pt x="21301" y="42918"/>
                  <a:pt x="16970" y="46185"/>
                </a:cubicBezTo>
                <a:cubicBezTo>
                  <a:pt x="12620" y="49471"/>
                  <a:pt x="7748" y="52271"/>
                  <a:pt x="7188" y="55930"/>
                </a:cubicBezTo>
                <a:cubicBezTo>
                  <a:pt x="6628" y="59570"/>
                  <a:pt x="1" y="67131"/>
                  <a:pt x="113" y="69651"/>
                </a:cubicBezTo>
                <a:cubicBezTo>
                  <a:pt x="206" y="72171"/>
                  <a:pt x="2763" y="75251"/>
                  <a:pt x="2763" y="75251"/>
                </a:cubicBezTo>
                <a:cubicBezTo>
                  <a:pt x="2763" y="75251"/>
                  <a:pt x="41350" y="73571"/>
                  <a:pt x="45606" y="73571"/>
                </a:cubicBezTo>
                <a:cubicBezTo>
                  <a:pt x="49863" y="73571"/>
                  <a:pt x="56396" y="74131"/>
                  <a:pt x="68139" y="73011"/>
                </a:cubicBezTo>
                <a:cubicBezTo>
                  <a:pt x="79899" y="71891"/>
                  <a:pt x="91119" y="73851"/>
                  <a:pt x="91119" y="7385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8"/>
          <p:cNvSpPr/>
          <p:nvPr/>
        </p:nvSpPr>
        <p:spPr>
          <a:xfrm flipH="1" rot="-2231248">
            <a:off x="593018" y="11732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8"/>
          <p:cNvSpPr/>
          <p:nvPr/>
        </p:nvSpPr>
        <p:spPr>
          <a:xfrm>
            <a:off x="5571400" y="36002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8"/>
          <p:cNvSpPr/>
          <p:nvPr/>
        </p:nvSpPr>
        <p:spPr>
          <a:xfrm flipH="1" rot="-2231248">
            <a:off x="8310568" y="108546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5" name="Google Shape;2275;p48"/>
          <p:cNvGrpSpPr/>
          <p:nvPr/>
        </p:nvGrpSpPr>
        <p:grpSpPr>
          <a:xfrm flipH="1" rot="-121068">
            <a:off x="3889305" y="3794903"/>
            <a:ext cx="2323594" cy="429056"/>
            <a:chOff x="3962175" y="3016441"/>
            <a:chExt cx="3075700" cy="567934"/>
          </a:xfrm>
        </p:grpSpPr>
        <p:sp>
          <p:nvSpPr>
            <p:cNvPr id="2276" name="Google Shape;2276;p48"/>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8"/>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8"/>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8"/>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8"/>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8"/>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8"/>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8"/>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8"/>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8"/>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8"/>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8"/>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8"/>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8"/>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8"/>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8"/>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8"/>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8"/>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8"/>
            <p:cNvSpPr/>
            <p:nvPr/>
          </p:nvSpPr>
          <p:spPr>
            <a:xfrm>
              <a:off x="6084485" y="3016441"/>
              <a:ext cx="779357" cy="198001"/>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8" name="Shape 2298"/>
        <p:cNvGrpSpPr/>
        <p:nvPr/>
      </p:nvGrpSpPr>
      <p:grpSpPr>
        <a:xfrm>
          <a:off x="0" y="0"/>
          <a:ext cx="0" cy="0"/>
          <a:chOff x="0" y="0"/>
          <a:chExt cx="0" cy="0"/>
        </a:xfrm>
      </p:grpSpPr>
      <p:sp>
        <p:nvSpPr>
          <p:cNvPr id="2299" name="Google Shape;2299;p49"/>
          <p:cNvSpPr/>
          <p:nvPr/>
        </p:nvSpPr>
        <p:spPr>
          <a:xfrm flipH="1">
            <a:off x="-225500" y="1929348"/>
            <a:ext cx="5283725" cy="2712950"/>
          </a:xfrm>
          <a:custGeom>
            <a:rect b="b" l="l" r="r" t="t"/>
            <a:pathLst>
              <a:path extrusionOk="0" h="62381" w="211349">
                <a:moveTo>
                  <a:pt x="203796" y="1"/>
                </a:moveTo>
                <a:lnTo>
                  <a:pt x="203796" y="10608"/>
                </a:lnTo>
                <a:lnTo>
                  <a:pt x="187321" y="10608"/>
                </a:lnTo>
                <a:lnTo>
                  <a:pt x="187321" y="58995"/>
                </a:lnTo>
                <a:lnTo>
                  <a:pt x="179392" y="58995"/>
                </a:lnTo>
                <a:lnTo>
                  <a:pt x="179392" y="25158"/>
                </a:lnTo>
                <a:lnTo>
                  <a:pt x="155664" y="25158"/>
                </a:lnTo>
                <a:lnTo>
                  <a:pt x="155664" y="37630"/>
                </a:lnTo>
                <a:lnTo>
                  <a:pt x="141145" y="37630"/>
                </a:lnTo>
                <a:lnTo>
                  <a:pt x="141145" y="54572"/>
                </a:lnTo>
                <a:lnTo>
                  <a:pt x="116425" y="54572"/>
                </a:lnTo>
                <a:lnTo>
                  <a:pt x="116425" y="37630"/>
                </a:lnTo>
                <a:lnTo>
                  <a:pt x="97768" y="37630"/>
                </a:lnTo>
                <a:lnTo>
                  <a:pt x="97768" y="48644"/>
                </a:lnTo>
                <a:lnTo>
                  <a:pt x="87552" y="48644"/>
                </a:lnTo>
                <a:lnTo>
                  <a:pt x="87552" y="32831"/>
                </a:lnTo>
                <a:lnTo>
                  <a:pt x="58544" y="32831"/>
                </a:lnTo>
                <a:lnTo>
                  <a:pt x="58544" y="48298"/>
                </a:lnTo>
                <a:lnTo>
                  <a:pt x="46838" y="48298"/>
                </a:lnTo>
                <a:lnTo>
                  <a:pt x="46838" y="60019"/>
                </a:lnTo>
                <a:lnTo>
                  <a:pt x="41061" y="60019"/>
                </a:lnTo>
                <a:lnTo>
                  <a:pt x="41061" y="21231"/>
                </a:lnTo>
                <a:lnTo>
                  <a:pt x="20117" y="21231"/>
                </a:lnTo>
                <a:lnTo>
                  <a:pt x="20117" y="51006"/>
                </a:lnTo>
                <a:lnTo>
                  <a:pt x="14309" y="51006"/>
                </a:lnTo>
                <a:lnTo>
                  <a:pt x="14309" y="42054"/>
                </a:lnTo>
                <a:lnTo>
                  <a:pt x="1" y="42054"/>
                </a:lnTo>
                <a:lnTo>
                  <a:pt x="1" y="61959"/>
                </a:lnTo>
                <a:lnTo>
                  <a:pt x="211349" y="62381"/>
                </a:lnTo>
                <a:lnTo>
                  <a:pt x="2113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0" name="Google Shape;2300;p49"/>
          <p:cNvGrpSpPr/>
          <p:nvPr/>
        </p:nvGrpSpPr>
        <p:grpSpPr>
          <a:xfrm>
            <a:off x="-93825" y="2988238"/>
            <a:ext cx="4603675" cy="1665225"/>
            <a:chOff x="-1985125" y="2575175"/>
            <a:chExt cx="4603675" cy="1665225"/>
          </a:xfrm>
        </p:grpSpPr>
        <p:grpSp>
          <p:nvGrpSpPr>
            <p:cNvPr id="2301" name="Google Shape;2301;p49"/>
            <p:cNvGrpSpPr/>
            <p:nvPr/>
          </p:nvGrpSpPr>
          <p:grpSpPr>
            <a:xfrm>
              <a:off x="-1985125" y="2976900"/>
              <a:ext cx="1045700" cy="1248450"/>
              <a:chOff x="1367675" y="2976900"/>
              <a:chExt cx="1045700" cy="1248450"/>
            </a:xfrm>
          </p:grpSpPr>
          <p:sp>
            <p:nvSpPr>
              <p:cNvPr id="2302" name="Google Shape;2302;p49"/>
              <p:cNvSpPr/>
              <p:nvPr/>
            </p:nvSpPr>
            <p:spPr>
              <a:xfrm>
                <a:off x="1367675" y="2976900"/>
                <a:ext cx="1045700" cy="527000"/>
              </a:xfrm>
              <a:custGeom>
                <a:rect b="b" l="l" r="r" t="t"/>
                <a:pathLst>
                  <a:path extrusionOk="0" h="21080" w="41828">
                    <a:moveTo>
                      <a:pt x="16145" y="1"/>
                    </a:moveTo>
                    <a:lnTo>
                      <a:pt x="12112" y="1896"/>
                    </a:lnTo>
                    <a:lnTo>
                      <a:pt x="13121" y="1"/>
                    </a:lnTo>
                    <a:lnTo>
                      <a:pt x="13121" y="1"/>
                    </a:lnTo>
                    <a:cubicBezTo>
                      <a:pt x="6606" y="226"/>
                      <a:pt x="4484" y="2017"/>
                      <a:pt x="4484" y="2017"/>
                    </a:cubicBezTo>
                    <a:lnTo>
                      <a:pt x="12112" y="4258"/>
                    </a:lnTo>
                    <a:lnTo>
                      <a:pt x="14354" y="3702"/>
                    </a:lnTo>
                    <a:lnTo>
                      <a:pt x="13677" y="4710"/>
                    </a:lnTo>
                    <a:lnTo>
                      <a:pt x="16822" y="5823"/>
                    </a:lnTo>
                    <a:lnTo>
                      <a:pt x="18943" y="4710"/>
                    </a:lnTo>
                    <a:lnTo>
                      <a:pt x="17830" y="6169"/>
                    </a:lnTo>
                    <a:lnTo>
                      <a:pt x="24224" y="8065"/>
                    </a:lnTo>
                    <a:cubicBezTo>
                      <a:pt x="24224" y="8065"/>
                      <a:pt x="17377" y="7147"/>
                      <a:pt x="12663" y="7147"/>
                    </a:cubicBezTo>
                    <a:cubicBezTo>
                      <a:pt x="11683" y="7147"/>
                      <a:pt x="10796" y="7187"/>
                      <a:pt x="10081" y="7283"/>
                    </a:cubicBezTo>
                    <a:cubicBezTo>
                      <a:pt x="5944" y="7839"/>
                      <a:pt x="1" y="15031"/>
                      <a:pt x="1" y="15031"/>
                    </a:cubicBezTo>
                    <a:lnTo>
                      <a:pt x="4033" y="13451"/>
                    </a:lnTo>
                    <a:lnTo>
                      <a:pt x="6500" y="11210"/>
                    </a:lnTo>
                    <a:lnTo>
                      <a:pt x="5944" y="13120"/>
                    </a:lnTo>
                    <a:lnTo>
                      <a:pt x="8848" y="12774"/>
                    </a:lnTo>
                    <a:lnTo>
                      <a:pt x="10758" y="10533"/>
                    </a:lnTo>
                    <a:lnTo>
                      <a:pt x="9750" y="12564"/>
                    </a:lnTo>
                    <a:lnTo>
                      <a:pt x="11766" y="12112"/>
                    </a:lnTo>
                    <a:lnTo>
                      <a:pt x="12443" y="10653"/>
                    </a:lnTo>
                    <a:lnTo>
                      <a:pt x="12443" y="11992"/>
                    </a:lnTo>
                    <a:lnTo>
                      <a:pt x="18492" y="10533"/>
                    </a:lnTo>
                    <a:lnTo>
                      <a:pt x="19169" y="8863"/>
                    </a:lnTo>
                    <a:lnTo>
                      <a:pt x="19395" y="10096"/>
                    </a:lnTo>
                    <a:lnTo>
                      <a:pt x="22991" y="9645"/>
                    </a:lnTo>
                    <a:lnTo>
                      <a:pt x="22991" y="9645"/>
                    </a:lnTo>
                    <a:cubicBezTo>
                      <a:pt x="14234" y="11887"/>
                      <a:pt x="10758" y="19395"/>
                      <a:pt x="10758" y="19395"/>
                    </a:cubicBezTo>
                    <a:lnTo>
                      <a:pt x="16822" y="16265"/>
                    </a:lnTo>
                    <a:cubicBezTo>
                      <a:pt x="16927" y="14806"/>
                      <a:pt x="18056" y="13000"/>
                      <a:pt x="18056" y="13000"/>
                    </a:cubicBezTo>
                    <a:lnTo>
                      <a:pt x="18056" y="15362"/>
                    </a:lnTo>
                    <a:lnTo>
                      <a:pt x="19500" y="14354"/>
                    </a:lnTo>
                    <a:lnTo>
                      <a:pt x="20523" y="11992"/>
                    </a:lnTo>
                    <a:lnTo>
                      <a:pt x="20523" y="13346"/>
                    </a:lnTo>
                    <a:lnTo>
                      <a:pt x="24224" y="10653"/>
                    </a:lnTo>
                    <a:lnTo>
                      <a:pt x="26571" y="13346"/>
                    </a:lnTo>
                    <a:lnTo>
                      <a:pt x="27128" y="12338"/>
                    </a:lnTo>
                    <a:lnTo>
                      <a:pt x="27249" y="14460"/>
                    </a:lnTo>
                    <a:lnTo>
                      <a:pt x="29039" y="17047"/>
                    </a:lnTo>
                    <a:lnTo>
                      <a:pt x="29821" y="16370"/>
                    </a:lnTo>
                    <a:lnTo>
                      <a:pt x="29716" y="17935"/>
                    </a:lnTo>
                    <a:lnTo>
                      <a:pt x="31958" y="21080"/>
                    </a:lnTo>
                    <a:lnTo>
                      <a:pt x="32063" y="15588"/>
                    </a:lnTo>
                    <a:cubicBezTo>
                      <a:pt x="32063" y="14911"/>
                      <a:pt x="30167" y="14354"/>
                      <a:pt x="30167" y="14354"/>
                    </a:cubicBezTo>
                    <a:lnTo>
                      <a:pt x="31401" y="14129"/>
                    </a:lnTo>
                    <a:cubicBezTo>
                      <a:pt x="29490" y="10984"/>
                      <a:pt x="26797" y="10427"/>
                      <a:pt x="26797" y="10427"/>
                    </a:cubicBezTo>
                    <a:cubicBezTo>
                      <a:pt x="27070" y="10395"/>
                      <a:pt x="27320" y="10381"/>
                      <a:pt x="27548" y="10381"/>
                    </a:cubicBezTo>
                    <a:cubicBezTo>
                      <a:pt x="28916" y="10381"/>
                      <a:pt x="29490" y="10879"/>
                      <a:pt x="29490" y="10879"/>
                    </a:cubicBezTo>
                    <a:lnTo>
                      <a:pt x="29821" y="10202"/>
                    </a:lnTo>
                    <a:lnTo>
                      <a:pt x="30604" y="10879"/>
                    </a:lnTo>
                    <a:lnTo>
                      <a:pt x="32409" y="11541"/>
                    </a:lnTo>
                    <a:lnTo>
                      <a:pt x="32409" y="11541"/>
                    </a:lnTo>
                    <a:lnTo>
                      <a:pt x="32184" y="9690"/>
                    </a:lnTo>
                    <a:lnTo>
                      <a:pt x="33192" y="11661"/>
                    </a:lnTo>
                    <a:lnTo>
                      <a:pt x="35208" y="11992"/>
                    </a:lnTo>
                    <a:lnTo>
                      <a:pt x="34756" y="9690"/>
                    </a:lnTo>
                    <a:lnTo>
                      <a:pt x="36216" y="12338"/>
                    </a:lnTo>
                    <a:lnTo>
                      <a:pt x="40022" y="13903"/>
                    </a:lnTo>
                    <a:cubicBezTo>
                      <a:pt x="39691" y="11766"/>
                      <a:pt x="36998" y="8742"/>
                      <a:pt x="36998" y="8742"/>
                    </a:cubicBezTo>
                    <a:lnTo>
                      <a:pt x="34982" y="8637"/>
                    </a:lnTo>
                    <a:lnTo>
                      <a:pt x="35885" y="7403"/>
                    </a:lnTo>
                    <a:cubicBezTo>
                      <a:pt x="35054" y="7247"/>
                      <a:pt x="34183" y="7184"/>
                      <a:pt x="33322" y="7184"/>
                    </a:cubicBezTo>
                    <a:cubicBezTo>
                      <a:pt x="29874" y="7184"/>
                      <a:pt x="26571" y="8185"/>
                      <a:pt x="26571" y="8185"/>
                    </a:cubicBezTo>
                    <a:lnTo>
                      <a:pt x="33523" y="5944"/>
                    </a:lnTo>
                    <a:lnTo>
                      <a:pt x="33192" y="4815"/>
                    </a:lnTo>
                    <a:lnTo>
                      <a:pt x="33192" y="4815"/>
                    </a:lnTo>
                    <a:lnTo>
                      <a:pt x="35208" y="5718"/>
                    </a:lnTo>
                    <a:lnTo>
                      <a:pt x="41828" y="6952"/>
                    </a:lnTo>
                    <a:lnTo>
                      <a:pt x="37344" y="3356"/>
                    </a:lnTo>
                    <a:lnTo>
                      <a:pt x="34982" y="3927"/>
                    </a:lnTo>
                    <a:lnTo>
                      <a:pt x="35990" y="2799"/>
                    </a:lnTo>
                    <a:cubicBezTo>
                      <a:pt x="35990" y="2799"/>
                      <a:pt x="35208" y="2348"/>
                      <a:pt x="32966" y="2242"/>
                    </a:cubicBezTo>
                    <a:cubicBezTo>
                      <a:pt x="32941" y="2241"/>
                      <a:pt x="32916" y="2240"/>
                      <a:pt x="32891" y="2240"/>
                    </a:cubicBezTo>
                    <a:cubicBezTo>
                      <a:pt x="30621" y="2240"/>
                      <a:pt x="26015" y="7508"/>
                      <a:pt x="26015" y="7508"/>
                    </a:cubicBezTo>
                    <a:cubicBezTo>
                      <a:pt x="26015" y="7508"/>
                      <a:pt x="26015" y="5718"/>
                      <a:pt x="25563" y="4153"/>
                    </a:cubicBezTo>
                    <a:cubicBezTo>
                      <a:pt x="25112" y="2573"/>
                      <a:pt x="22991" y="1686"/>
                      <a:pt x="22991" y="1686"/>
                    </a:cubicBezTo>
                    <a:lnTo>
                      <a:pt x="22991" y="1686"/>
                    </a:lnTo>
                    <a:lnTo>
                      <a:pt x="24224" y="6952"/>
                    </a:lnTo>
                    <a:cubicBezTo>
                      <a:pt x="23322" y="4936"/>
                      <a:pt x="21636" y="3250"/>
                      <a:pt x="21636" y="3250"/>
                    </a:cubicBezTo>
                    <a:lnTo>
                      <a:pt x="19064" y="2919"/>
                    </a:lnTo>
                    <a:lnTo>
                      <a:pt x="20177" y="2468"/>
                    </a:lnTo>
                    <a:cubicBezTo>
                      <a:pt x="18943" y="1114"/>
                      <a:pt x="16145" y="1"/>
                      <a:pt x="16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9"/>
              <p:cNvSpPr/>
              <p:nvPr/>
            </p:nvSpPr>
            <p:spPr>
              <a:xfrm>
                <a:off x="1687025" y="3243200"/>
                <a:ext cx="286275" cy="982150"/>
              </a:xfrm>
              <a:custGeom>
                <a:rect b="b" l="l" r="r" t="t"/>
                <a:pathLst>
                  <a:path extrusionOk="0" h="39286" w="11451">
                    <a:moveTo>
                      <a:pt x="11450" y="1"/>
                    </a:moveTo>
                    <a:cubicBezTo>
                      <a:pt x="11450" y="2"/>
                      <a:pt x="1926" y="12369"/>
                      <a:pt x="0" y="39285"/>
                    </a:cubicBezTo>
                    <a:lnTo>
                      <a:pt x="3912" y="39285"/>
                    </a:lnTo>
                    <a:cubicBezTo>
                      <a:pt x="3912" y="39285"/>
                      <a:pt x="1881" y="19275"/>
                      <a:pt x="114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49"/>
            <p:cNvGrpSpPr/>
            <p:nvPr/>
          </p:nvGrpSpPr>
          <p:grpSpPr>
            <a:xfrm>
              <a:off x="-217625" y="3328600"/>
              <a:ext cx="748175" cy="893000"/>
              <a:chOff x="-217625" y="3328600"/>
              <a:chExt cx="748175" cy="893000"/>
            </a:xfrm>
          </p:grpSpPr>
          <p:sp>
            <p:nvSpPr>
              <p:cNvPr id="2305" name="Google Shape;2305;p49"/>
              <p:cNvSpPr/>
              <p:nvPr/>
            </p:nvSpPr>
            <p:spPr>
              <a:xfrm>
                <a:off x="-217625" y="3328600"/>
                <a:ext cx="748175" cy="376925"/>
              </a:xfrm>
              <a:custGeom>
                <a:rect b="b" l="l" r="r" t="t"/>
                <a:pathLst>
                  <a:path extrusionOk="0" h="15077" w="29927">
                    <a:moveTo>
                      <a:pt x="11556" y="0"/>
                    </a:moveTo>
                    <a:lnTo>
                      <a:pt x="8667" y="1370"/>
                    </a:lnTo>
                    <a:lnTo>
                      <a:pt x="9389" y="0"/>
                    </a:lnTo>
                    <a:lnTo>
                      <a:pt x="9389" y="0"/>
                    </a:lnTo>
                    <a:cubicBezTo>
                      <a:pt x="4740" y="166"/>
                      <a:pt x="3221" y="1445"/>
                      <a:pt x="3221" y="1445"/>
                    </a:cubicBezTo>
                    <a:lnTo>
                      <a:pt x="8667" y="3055"/>
                    </a:lnTo>
                    <a:lnTo>
                      <a:pt x="10277" y="2648"/>
                    </a:lnTo>
                    <a:lnTo>
                      <a:pt x="10277" y="2648"/>
                    </a:lnTo>
                    <a:lnTo>
                      <a:pt x="9796" y="3371"/>
                    </a:lnTo>
                    <a:lnTo>
                      <a:pt x="12037" y="4183"/>
                    </a:lnTo>
                    <a:lnTo>
                      <a:pt x="13557" y="3371"/>
                    </a:lnTo>
                    <a:lnTo>
                      <a:pt x="12760" y="4424"/>
                    </a:lnTo>
                    <a:lnTo>
                      <a:pt x="17334" y="5778"/>
                    </a:lnTo>
                    <a:cubicBezTo>
                      <a:pt x="17334" y="5778"/>
                      <a:pt x="12460" y="5121"/>
                      <a:pt x="9093" y="5121"/>
                    </a:cubicBezTo>
                    <a:cubicBezTo>
                      <a:pt x="8382" y="5121"/>
                      <a:pt x="7739" y="5150"/>
                      <a:pt x="7223" y="5221"/>
                    </a:cubicBezTo>
                    <a:cubicBezTo>
                      <a:pt x="4259" y="5627"/>
                      <a:pt x="1" y="10758"/>
                      <a:pt x="1" y="10758"/>
                    </a:cubicBezTo>
                    <a:lnTo>
                      <a:pt x="2890" y="9630"/>
                    </a:lnTo>
                    <a:lnTo>
                      <a:pt x="4665" y="8020"/>
                    </a:lnTo>
                    <a:lnTo>
                      <a:pt x="4259" y="9389"/>
                    </a:lnTo>
                    <a:lnTo>
                      <a:pt x="6350" y="9148"/>
                    </a:lnTo>
                    <a:lnTo>
                      <a:pt x="7704" y="7538"/>
                    </a:lnTo>
                    <a:lnTo>
                      <a:pt x="6982" y="8983"/>
                    </a:lnTo>
                    <a:lnTo>
                      <a:pt x="8426" y="8667"/>
                    </a:lnTo>
                    <a:lnTo>
                      <a:pt x="8908" y="7629"/>
                    </a:lnTo>
                    <a:lnTo>
                      <a:pt x="8908" y="8591"/>
                    </a:lnTo>
                    <a:lnTo>
                      <a:pt x="13241" y="7538"/>
                    </a:lnTo>
                    <a:lnTo>
                      <a:pt x="13723" y="6350"/>
                    </a:lnTo>
                    <a:lnTo>
                      <a:pt x="13888" y="7222"/>
                    </a:lnTo>
                    <a:lnTo>
                      <a:pt x="16446" y="6906"/>
                    </a:lnTo>
                    <a:lnTo>
                      <a:pt x="16446" y="6906"/>
                    </a:lnTo>
                    <a:cubicBezTo>
                      <a:pt x="10187" y="8501"/>
                      <a:pt x="7704" y="13888"/>
                      <a:pt x="7704" y="13888"/>
                    </a:cubicBezTo>
                    <a:lnTo>
                      <a:pt x="12037" y="11631"/>
                    </a:lnTo>
                    <a:cubicBezTo>
                      <a:pt x="12113" y="10593"/>
                      <a:pt x="12925" y="9314"/>
                      <a:pt x="12925" y="9314"/>
                    </a:cubicBezTo>
                    <a:lnTo>
                      <a:pt x="12925" y="10999"/>
                    </a:lnTo>
                    <a:lnTo>
                      <a:pt x="13963" y="10277"/>
                    </a:lnTo>
                    <a:lnTo>
                      <a:pt x="14686" y="8591"/>
                    </a:lnTo>
                    <a:lnTo>
                      <a:pt x="14686" y="9554"/>
                    </a:lnTo>
                    <a:lnTo>
                      <a:pt x="17334" y="7629"/>
                    </a:lnTo>
                    <a:lnTo>
                      <a:pt x="19019" y="9554"/>
                    </a:lnTo>
                    <a:lnTo>
                      <a:pt x="19410" y="8832"/>
                    </a:lnTo>
                    <a:lnTo>
                      <a:pt x="19500" y="10352"/>
                    </a:lnTo>
                    <a:lnTo>
                      <a:pt x="20779" y="12202"/>
                    </a:lnTo>
                    <a:lnTo>
                      <a:pt x="21336" y="11721"/>
                    </a:lnTo>
                    <a:lnTo>
                      <a:pt x="21261" y="12834"/>
                    </a:lnTo>
                    <a:lnTo>
                      <a:pt x="22855" y="15076"/>
                    </a:lnTo>
                    <a:lnTo>
                      <a:pt x="22946" y="11149"/>
                    </a:lnTo>
                    <a:cubicBezTo>
                      <a:pt x="22946" y="10668"/>
                      <a:pt x="21577" y="10277"/>
                      <a:pt x="21577" y="10277"/>
                    </a:cubicBezTo>
                    <a:lnTo>
                      <a:pt x="22464" y="10111"/>
                    </a:lnTo>
                    <a:cubicBezTo>
                      <a:pt x="21095" y="7869"/>
                      <a:pt x="19169" y="7463"/>
                      <a:pt x="19169" y="7463"/>
                    </a:cubicBezTo>
                    <a:cubicBezTo>
                      <a:pt x="19370" y="7439"/>
                      <a:pt x="19553" y="7428"/>
                      <a:pt x="19720" y="7428"/>
                    </a:cubicBezTo>
                    <a:cubicBezTo>
                      <a:pt x="20690" y="7428"/>
                      <a:pt x="21095" y="7779"/>
                      <a:pt x="21095" y="7779"/>
                    </a:cubicBezTo>
                    <a:lnTo>
                      <a:pt x="21336" y="7298"/>
                    </a:lnTo>
                    <a:lnTo>
                      <a:pt x="21908" y="7779"/>
                    </a:lnTo>
                    <a:lnTo>
                      <a:pt x="23186" y="8260"/>
                    </a:lnTo>
                    <a:lnTo>
                      <a:pt x="23021" y="6936"/>
                    </a:lnTo>
                    <a:lnTo>
                      <a:pt x="23743" y="8351"/>
                    </a:lnTo>
                    <a:lnTo>
                      <a:pt x="25188" y="8591"/>
                    </a:lnTo>
                    <a:lnTo>
                      <a:pt x="24872" y="6936"/>
                    </a:lnTo>
                    <a:lnTo>
                      <a:pt x="24872" y="6936"/>
                    </a:lnTo>
                    <a:lnTo>
                      <a:pt x="25910" y="8832"/>
                    </a:lnTo>
                    <a:lnTo>
                      <a:pt x="28633" y="9946"/>
                    </a:lnTo>
                    <a:cubicBezTo>
                      <a:pt x="28392" y="8426"/>
                      <a:pt x="26466" y="6259"/>
                      <a:pt x="26466" y="6259"/>
                    </a:cubicBezTo>
                    <a:lnTo>
                      <a:pt x="25022" y="6184"/>
                    </a:lnTo>
                    <a:lnTo>
                      <a:pt x="25669" y="5296"/>
                    </a:lnTo>
                    <a:cubicBezTo>
                      <a:pt x="25083" y="5186"/>
                      <a:pt x="24468" y="5142"/>
                      <a:pt x="23859" y="5142"/>
                    </a:cubicBezTo>
                    <a:cubicBezTo>
                      <a:pt x="21391" y="5142"/>
                      <a:pt x="19019" y="5868"/>
                      <a:pt x="19019" y="5868"/>
                    </a:cubicBezTo>
                    <a:lnTo>
                      <a:pt x="23984" y="4258"/>
                    </a:lnTo>
                    <a:lnTo>
                      <a:pt x="23743" y="3461"/>
                    </a:lnTo>
                    <a:lnTo>
                      <a:pt x="25188" y="4093"/>
                    </a:lnTo>
                    <a:lnTo>
                      <a:pt x="29927" y="4980"/>
                    </a:lnTo>
                    <a:lnTo>
                      <a:pt x="26707" y="2408"/>
                    </a:lnTo>
                    <a:lnTo>
                      <a:pt x="25022" y="2814"/>
                    </a:lnTo>
                    <a:lnTo>
                      <a:pt x="25744" y="2016"/>
                    </a:lnTo>
                    <a:cubicBezTo>
                      <a:pt x="25744" y="2016"/>
                      <a:pt x="25188" y="1685"/>
                      <a:pt x="23578" y="1610"/>
                    </a:cubicBezTo>
                    <a:cubicBezTo>
                      <a:pt x="23562" y="1610"/>
                      <a:pt x="23547" y="1609"/>
                      <a:pt x="23531" y="1609"/>
                    </a:cubicBezTo>
                    <a:cubicBezTo>
                      <a:pt x="21918" y="1609"/>
                      <a:pt x="18612" y="5387"/>
                      <a:pt x="18612" y="5387"/>
                    </a:cubicBezTo>
                    <a:cubicBezTo>
                      <a:pt x="18612" y="5387"/>
                      <a:pt x="18612" y="4093"/>
                      <a:pt x="18297" y="2979"/>
                    </a:cubicBezTo>
                    <a:cubicBezTo>
                      <a:pt x="17966" y="1851"/>
                      <a:pt x="16446" y="1204"/>
                      <a:pt x="16446" y="1204"/>
                    </a:cubicBezTo>
                    <a:lnTo>
                      <a:pt x="16446" y="1204"/>
                    </a:lnTo>
                    <a:lnTo>
                      <a:pt x="17334" y="4980"/>
                    </a:lnTo>
                    <a:cubicBezTo>
                      <a:pt x="16687" y="3536"/>
                      <a:pt x="15483" y="2332"/>
                      <a:pt x="15483" y="2332"/>
                    </a:cubicBezTo>
                    <a:lnTo>
                      <a:pt x="13647" y="2092"/>
                    </a:lnTo>
                    <a:lnTo>
                      <a:pt x="14445" y="1776"/>
                    </a:lnTo>
                    <a:cubicBezTo>
                      <a:pt x="13557" y="813"/>
                      <a:pt x="11556" y="0"/>
                      <a:pt x="115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9"/>
              <p:cNvSpPr/>
              <p:nvPr/>
            </p:nvSpPr>
            <p:spPr>
              <a:xfrm>
                <a:off x="11075" y="3519300"/>
                <a:ext cx="204650" cy="702300"/>
              </a:xfrm>
              <a:custGeom>
                <a:rect b="b" l="l" r="r" t="t"/>
                <a:pathLst>
                  <a:path extrusionOk="0" h="28092" w="8186">
                    <a:moveTo>
                      <a:pt x="8186" y="1"/>
                    </a:moveTo>
                    <a:cubicBezTo>
                      <a:pt x="8185" y="1"/>
                      <a:pt x="1385" y="8848"/>
                      <a:pt x="1" y="28091"/>
                    </a:cubicBezTo>
                    <a:lnTo>
                      <a:pt x="2799" y="28091"/>
                    </a:lnTo>
                    <a:cubicBezTo>
                      <a:pt x="2799" y="28091"/>
                      <a:pt x="1340" y="13782"/>
                      <a:pt x="8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7" name="Google Shape;2307;p49"/>
            <p:cNvGrpSpPr/>
            <p:nvPr/>
          </p:nvGrpSpPr>
          <p:grpSpPr>
            <a:xfrm>
              <a:off x="1572825" y="3497475"/>
              <a:ext cx="1045725" cy="738775"/>
              <a:chOff x="1572825" y="3497475"/>
              <a:chExt cx="1045725" cy="738775"/>
            </a:xfrm>
          </p:grpSpPr>
          <p:sp>
            <p:nvSpPr>
              <p:cNvPr id="2308" name="Google Shape;2308;p49"/>
              <p:cNvSpPr/>
              <p:nvPr/>
            </p:nvSpPr>
            <p:spPr>
              <a:xfrm>
                <a:off x="1572825" y="3497475"/>
                <a:ext cx="1045725" cy="527025"/>
              </a:xfrm>
              <a:custGeom>
                <a:rect b="b" l="l" r="r" t="t"/>
                <a:pathLst>
                  <a:path extrusionOk="0" h="21081" w="41829">
                    <a:moveTo>
                      <a:pt x="16160" y="1"/>
                    </a:moveTo>
                    <a:lnTo>
                      <a:pt x="12113" y="1912"/>
                    </a:lnTo>
                    <a:lnTo>
                      <a:pt x="13121" y="1"/>
                    </a:lnTo>
                    <a:lnTo>
                      <a:pt x="13121" y="1"/>
                    </a:lnTo>
                    <a:cubicBezTo>
                      <a:pt x="6621" y="227"/>
                      <a:pt x="4485" y="2017"/>
                      <a:pt x="4485" y="2017"/>
                    </a:cubicBezTo>
                    <a:lnTo>
                      <a:pt x="12113" y="4259"/>
                    </a:lnTo>
                    <a:lnTo>
                      <a:pt x="14355" y="3702"/>
                    </a:lnTo>
                    <a:lnTo>
                      <a:pt x="14355" y="3702"/>
                    </a:lnTo>
                    <a:lnTo>
                      <a:pt x="13693" y="4710"/>
                    </a:lnTo>
                    <a:lnTo>
                      <a:pt x="16822" y="5839"/>
                    </a:lnTo>
                    <a:lnTo>
                      <a:pt x="18959" y="4710"/>
                    </a:lnTo>
                    <a:lnTo>
                      <a:pt x="18959" y="4710"/>
                    </a:lnTo>
                    <a:lnTo>
                      <a:pt x="17830" y="6170"/>
                    </a:lnTo>
                    <a:lnTo>
                      <a:pt x="24225" y="8080"/>
                    </a:lnTo>
                    <a:cubicBezTo>
                      <a:pt x="24225" y="8080"/>
                      <a:pt x="17424" y="7157"/>
                      <a:pt x="12715" y="7157"/>
                    </a:cubicBezTo>
                    <a:cubicBezTo>
                      <a:pt x="11721" y="7157"/>
                      <a:pt x="10820" y="7198"/>
                      <a:pt x="10097" y="7298"/>
                    </a:cubicBezTo>
                    <a:cubicBezTo>
                      <a:pt x="5944" y="7855"/>
                      <a:pt x="1" y="15032"/>
                      <a:pt x="1" y="15032"/>
                    </a:cubicBezTo>
                    <a:lnTo>
                      <a:pt x="4048" y="13467"/>
                    </a:lnTo>
                    <a:lnTo>
                      <a:pt x="6516" y="11225"/>
                    </a:lnTo>
                    <a:lnTo>
                      <a:pt x="5944" y="13121"/>
                    </a:lnTo>
                    <a:lnTo>
                      <a:pt x="8863" y="12790"/>
                    </a:lnTo>
                    <a:lnTo>
                      <a:pt x="10774" y="10548"/>
                    </a:lnTo>
                    <a:lnTo>
                      <a:pt x="9766" y="12564"/>
                    </a:lnTo>
                    <a:lnTo>
                      <a:pt x="9766" y="12564"/>
                    </a:lnTo>
                    <a:lnTo>
                      <a:pt x="11782" y="12113"/>
                    </a:lnTo>
                    <a:lnTo>
                      <a:pt x="12459" y="10653"/>
                    </a:lnTo>
                    <a:lnTo>
                      <a:pt x="12459" y="12007"/>
                    </a:lnTo>
                    <a:lnTo>
                      <a:pt x="18507" y="10548"/>
                    </a:lnTo>
                    <a:lnTo>
                      <a:pt x="19184" y="8863"/>
                    </a:lnTo>
                    <a:lnTo>
                      <a:pt x="19410" y="10097"/>
                    </a:lnTo>
                    <a:lnTo>
                      <a:pt x="22991" y="9645"/>
                    </a:lnTo>
                    <a:lnTo>
                      <a:pt x="22991" y="9645"/>
                    </a:lnTo>
                    <a:cubicBezTo>
                      <a:pt x="14249" y="11887"/>
                      <a:pt x="10774" y="19410"/>
                      <a:pt x="10774" y="19410"/>
                    </a:cubicBezTo>
                    <a:lnTo>
                      <a:pt x="16822" y="16265"/>
                    </a:lnTo>
                    <a:cubicBezTo>
                      <a:pt x="16942" y="14806"/>
                      <a:pt x="18056" y="13016"/>
                      <a:pt x="18056" y="13016"/>
                    </a:cubicBezTo>
                    <a:lnTo>
                      <a:pt x="18056" y="15363"/>
                    </a:lnTo>
                    <a:lnTo>
                      <a:pt x="19515" y="14355"/>
                    </a:lnTo>
                    <a:lnTo>
                      <a:pt x="20523" y="12007"/>
                    </a:lnTo>
                    <a:lnTo>
                      <a:pt x="20523" y="13347"/>
                    </a:lnTo>
                    <a:lnTo>
                      <a:pt x="24225" y="10653"/>
                    </a:lnTo>
                    <a:lnTo>
                      <a:pt x="26587" y="13347"/>
                    </a:lnTo>
                    <a:lnTo>
                      <a:pt x="27144" y="12338"/>
                    </a:lnTo>
                    <a:lnTo>
                      <a:pt x="27264" y="14475"/>
                    </a:lnTo>
                    <a:lnTo>
                      <a:pt x="29054" y="17048"/>
                    </a:lnTo>
                    <a:lnTo>
                      <a:pt x="29837" y="16371"/>
                    </a:lnTo>
                    <a:lnTo>
                      <a:pt x="29716" y="17951"/>
                    </a:lnTo>
                    <a:lnTo>
                      <a:pt x="31973" y="21080"/>
                    </a:lnTo>
                    <a:lnTo>
                      <a:pt x="32079" y="15588"/>
                    </a:lnTo>
                    <a:cubicBezTo>
                      <a:pt x="32079" y="14926"/>
                      <a:pt x="30168" y="14355"/>
                      <a:pt x="30168" y="14355"/>
                    </a:cubicBezTo>
                    <a:lnTo>
                      <a:pt x="31401" y="14129"/>
                    </a:lnTo>
                    <a:cubicBezTo>
                      <a:pt x="29506" y="10999"/>
                      <a:pt x="26813" y="10428"/>
                      <a:pt x="26813" y="10428"/>
                    </a:cubicBezTo>
                    <a:cubicBezTo>
                      <a:pt x="27083" y="10395"/>
                      <a:pt x="27332" y="10382"/>
                      <a:pt x="27559" y="10382"/>
                    </a:cubicBezTo>
                    <a:cubicBezTo>
                      <a:pt x="28920" y="10382"/>
                      <a:pt x="29506" y="10879"/>
                      <a:pt x="29506" y="10879"/>
                    </a:cubicBezTo>
                    <a:lnTo>
                      <a:pt x="29837" y="10202"/>
                    </a:lnTo>
                    <a:lnTo>
                      <a:pt x="30619" y="10879"/>
                    </a:lnTo>
                    <a:lnTo>
                      <a:pt x="32410" y="11556"/>
                    </a:lnTo>
                    <a:lnTo>
                      <a:pt x="32410" y="11556"/>
                    </a:lnTo>
                    <a:lnTo>
                      <a:pt x="32184" y="9705"/>
                    </a:lnTo>
                    <a:lnTo>
                      <a:pt x="33207" y="11661"/>
                    </a:lnTo>
                    <a:lnTo>
                      <a:pt x="35223" y="12007"/>
                    </a:lnTo>
                    <a:lnTo>
                      <a:pt x="34772" y="9705"/>
                    </a:lnTo>
                    <a:lnTo>
                      <a:pt x="36231" y="12338"/>
                    </a:lnTo>
                    <a:lnTo>
                      <a:pt x="40038" y="13903"/>
                    </a:lnTo>
                    <a:cubicBezTo>
                      <a:pt x="39707" y="11782"/>
                      <a:pt x="37014" y="8758"/>
                      <a:pt x="37014" y="8758"/>
                    </a:cubicBezTo>
                    <a:lnTo>
                      <a:pt x="34997" y="8637"/>
                    </a:lnTo>
                    <a:lnTo>
                      <a:pt x="35885" y="7403"/>
                    </a:lnTo>
                    <a:cubicBezTo>
                      <a:pt x="35058" y="7247"/>
                      <a:pt x="34189" y="7184"/>
                      <a:pt x="33329" y="7184"/>
                    </a:cubicBezTo>
                    <a:cubicBezTo>
                      <a:pt x="29890" y="7184"/>
                      <a:pt x="26587" y="8186"/>
                      <a:pt x="26587" y="8186"/>
                    </a:cubicBezTo>
                    <a:lnTo>
                      <a:pt x="33538" y="5944"/>
                    </a:lnTo>
                    <a:lnTo>
                      <a:pt x="33207" y="4831"/>
                    </a:lnTo>
                    <a:lnTo>
                      <a:pt x="35223" y="5718"/>
                    </a:lnTo>
                    <a:lnTo>
                      <a:pt x="41828" y="6952"/>
                    </a:lnTo>
                    <a:lnTo>
                      <a:pt x="37345" y="3371"/>
                    </a:lnTo>
                    <a:lnTo>
                      <a:pt x="34997" y="3928"/>
                    </a:lnTo>
                    <a:lnTo>
                      <a:pt x="34997" y="3928"/>
                    </a:lnTo>
                    <a:lnTo>
                      <a:pt x="36005" y="2814"/>
                    </a:lnTo>
                    <a:cubicBezTo>
                      <a:pt x="36005" y="2814"/>
                      <a:pt x="35223" y="2363"/>
                      <a:pt x="32981" y="2243"/>
                    </a:cubicBezTo>
                    <a:cubicBezTo>
                      <a:pt x="32960" y="2242"/>
                      <a:pt x="32938" y="2241"/>
                      <a:pt x="32915" y="2241"/>
                    </a:cubicBezTo>
                    <a:cubicBezTo>
                      <a:pt x="30649" y="2241"/>
                      <a:pt x="26030" y="7524"/>
                      <a:pt x="26030" y="7524"/>
                    </a:cubicBezTo>
                    <a:cubicBezTo>
                      <a:pt x="26030" y="7524"/>
                      <a:pt x="26030" y="5718"/>
                      <a:pt x="25579" y="4154"/>
                    </a:cubicBezTo>
                    <a:cubicBezTo>
                      <a:pt x="25127" y="2589"/>
                      <a:pt x="22991" y="1686"/>
                      <a:pt x="22991" y="1686"/>
                    </a:cubicBezTo>
                    <a:lnTo>
                      <a:pt x="22991" y="1686"/>
                    </a:lnTo>
                    <a:lnTo>
                      <a:pt x="24225" y="6952"/>
                    </a:lnTo>
                    <a:cubicBezTo>
                      <a:pt x="23337" y="4936"/>
                      <a:pt x="21652" y="3251"/>
                      <a:pt x="21652" y="3251"/>
                    </a:cubicBezTo>
                    <a:lnTo>
                      <a:pt x="19064" y="2920"/>
                    </a:lnTo>
                    <a:lnTo>
                      <a:pt x="20192" y="2468"/>
                    </a:lnTo>
                    <a:cubicBezTo>
                      <a:pt x="18959" y="1129"/>
                      <a:pt x="16160" y="1"/>
                      <a:pt x="161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9"/>
              <p:cNvSpPr/>
              <p:nvPr/>
            </p:nvSpPr>
            <p:spPr>
              <a:xfrm>
                <a:off x="1976050" y="3763800"/>
                <a:ext cx="202400" cy="472450"/>
              </a:xfrm>
              <a:custGeom>
                <a:rect b="b" l="l" r="r" t="t"/>
                <a:pathLst>
                  <a:path extrusionOk="0" h="18898" w="8096">
                    <a:moveTo>
                      <a:pt x="8096" y="0"/>
                    </a:moveTo>
                    <a:cubicBezTo>
                      <a:pt x="8095" y="1"/>
                      <a:pt x="3446" y="6050"/>
                      <a:pt x="1" y="18898"/>
                    </a:cubicBezTo>
                    <a:lnTo>
                      <a:pt x="1867" y="18898"/>
                    </a:lnTo>
                    <a:cubicBezTo>
                      <a:pt x="2980" y="13045"/>
                      <a:pt x="4891" y="6485"/>
                      <a:pt x="8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 name="Google Shape;2310;p49"/>
            <p:cNvGrpSpPr/>
            <p:nvPr/>
          </p:nvGrpSpPr>
          <p:grpSpPr>
            <a:xfrm>
              <a:off x="-1030475" y="2575175"/>
              <a:ext cx="1113800" cy="1659575"/>
              <a:chOff x="2322325" y="2575175"/>
              <a:chExt cx="1113800" cy="1659575"/>
            </a:xfrm>
          </p:grpSpPr>
          <p:sp>
            <p:nvSpPr>
              <p:cNvPr id="2311" name="Google Shape;2311;p49"/>
              <p:cNvSpPr/>
              <p:nvPr/>
            </p:nvSpPr>
            <p:spPr>
              <a:xfrm>
                <a:off x="2322325" y="2575175"/>
                <a:ext cx="1113800" cy="561600"/>
              </a:xfrm>
              <a:custGeom>
                <a:rect b="b" l="l" r="r" t="t"/>
                <a:pathLst>
                  <a:path extrusionOk="0" h="22464" w="44552">
                    <a:moveTo>
                      <a:pt x="27354" y="1"/>
                    </a:moveTo>
                    <a:cubicBezTo>
                      <a:pt x="27354" y="1"/>
                      <a:pt x="24360" y="1204"/>
                      <a:pt x="23051" y="2634"/>
                    </a:cubicBezTo>
                    <a:lnTo>
                      <a:pt x="24240" y="3115"/>
                    </a:lnTo>
                    <a:lnTo>
                      <a:pt x="21501" y="3476"/>
                    </a:lnTo>
                    <a:cubicBezTo>
                      <a:pt x="21501" y="3476"/>
                      <a:pt x="19711" y="5267"/>
                      <a:pt x="18748" y="7418"/>
                    </a:cubicBezTo>
                    <a:lnTo>
                      <a:pt x="20057" y="1806"/>
                    </a:lnTo>
                    <a:lnTo>
                      <a:pt x="20057" y="1806"/>
                    </a:lnTo>
                    <a:cubicBezTo>
                      <a:pt x="20057" y="1806"/>
                      <a:pt x="17800" y="2754"/>
                      <a:pt x="17319" y="4424"/>
                    </a:cubicBezTo>
                    <a:cubicBezTo>
                      <a:pt x="16837" y="6094"/>
                      <a:pt x="16837" y="8005"/>
                      <a:pt x="16837" y="8005"/>
                    </a:cubicBezTo>
                    <a:cubicBezTo>
                      <a:pt x="16837" y="8005"/>
                      <a:pt x="11930" y="2391"/>
                      <a:pt x="9510" y="2391"/>
                    </a:cubicBezTo>
                    <a:cubicBezTo>
                      <a:pt x="9485" y="2391"/>
                      <a:pt x="9459" y="2392"/>
                      <a:pt x="9435" y="2393"/>
                    </a:cubicBezTo>
                    <a:cubicBezTo>
                      <a:pt x="7042" y="2513"/>
                      <a:pt x="6200" y="2995"/>
                      <a:pt x="6200" y="2995"/>
                    </a:cubicBezTo>
                    <a:lnTo>
                      <a:pt x="7283" y="4183"/>
                    </a:lnTo>
                    <a:lnTo>
                      <a:pt x="7283" y="4183"/>
                    </a:lnTo>
                    <a:lnTo>
                      <a:pt x="4770" y="3597"/>
                    </a:lnTo>
                    <a:lnTo>
                      <a:pt x="1" y="7418"/>
                    </a:lnTo>
                    <a:lnTo>
                      <a:pt x="7042" y="6094"/>
                    </a:lnTo>
                    <a:lnTo>
                      <a:pt x="9194" y="5146"/>
                    </a:lnTo>
                    <a:lnTo>
                      <a:pt x="8833" y="6335"/>
                    </a:lnTo>
                    <a:lnTo>
                      <a:pt x="16235" y="8727"/>
                    </a:lnTo>
                    <a:cubicBezTo>
                      <a:pt x="16235" y="8727"/>
                      <a:pt x="12708" y="7654"/>
                      <a:pt x="9030" y="7654"/>
                    </a:cubicBezTo>
                    <a:cubicBezTo>
                      <a:pt x="8119" y="7654"/>
                      <a:pt x="7198" y="7720"/>
                      <a:pt x="6320" y="7885"/>
                    </a:cubicBezTo>
                    <a:lnTo>
                      <a:pt x="7283" y="9209"/>
                    </a:lnTo>
                    <a:lnTo>
                      <a:pt x="5131" y="9329"/>
                    </a:lnTo>
                    <a:cubicBezTo>
                      <a:pt x="5131" y="9329"/>
                      <a:pt x="2273" y="12549"/>
                      <a:pt x="1912" y="14821"/>
                    </a:cubicBezTo>
                    <a:lnTo>
                      <a:pt x="5974" y="13151"/>
                    </a:lnTo>
                    <a:lnTo>
                      <a:pt x="7524" y="10337"/>
                    </a:lnTo>
                    <a:lnTo>
                      <a:pt x="7042" y="12790"/>
                    </a:lnTo>
                    <a:lnTo>
                      <a:pt x="7042" y="12790"/>
                    </a:lnTo>
                    <a:lnTo>
                      <a:pt x="9194" y="12428"/>
                    </a:lnTo>
                    <a:lnTo>
                      <a:pt x="10262" y="10337"/>
                    </a:lnTo>
                    <a:lnTo>
                      <a:pt x="10262" y="10337"/>
                    </a:lnTo>
                    <a:lnTo>
                      <a:pt x="10036" y="12308"/>
                    </a:lnTo>
                    <a:lnTo>
                      <a:pt x="11947" y="11601"/>
                    </a:lnTo>
                    <a:lnTo>
                      <a:pt x="12775" y="10879"/>
                    </a:lnTo>
                    <a:lnTo>
                      <a:pt x="13136" y="11601"/>
                    </a:lnTo>
                    <a:cubicBezTo>
                      <a:pt x="13136" y="11601"/>
                      <a:pt x="13755" y="11070"/>
                      <a:pt x="15201" y="11070"/>
                    </a:cubicBezTo>
                    <a:cubicBezTo>
                      <a:pt x="15442" y="11070"/>
                      <a:pt x="15707" y="11085"/>
                      <a:pt x="15995" y="11119"/>
                    </a:cubicBezTo>
                    <a:cubicBezTo>
                      <a:pt x="15995" y="11119"/>
                      <a:pt x="13136" y="11706"/>
                      <a:pt x="11105" y="15061"/>
                    </a:cubicBezTo>
                    <a:lnTo>
                      <a:pt x="12414" y="15302"/>
                    </a:lnTo>
                    <a:cubicBezTo>
                      <a:pt x="12414" y="15302"/>
                      <a:pt x="10382" y="15889"/>
                      <a:pt x="10382" y="16611"/>
                    </a:cubicBezTo>
                    <a:lnTo>
                      <a:pt x="10503" y="22464"/>
                    </a:lnTo>
                    <a:lnTo>
                      <a:pt x="12895" y="19124"/>
                    </a:lnTo>
                    <a:lnTo>
                      <a:pt x="12775" y="17439"/>
                    </a:lnTo>
                    <a:lnTo>
                      <a:pt x="13617" y="18161"/>
                    </a:lnTo>
                    <a:lnTo>
                      <a:pt x="15528" y="15423"/>
                    </a:lnTo>
                    <a:lnTo>
                      <a:pt x="15648" y="13151"/>
                    </a:lnTo>
                    <a:lnTo>
                      <a:pt x="16235" y="14219"/>
                    </a:lnTo>
                    <a:lnTo>
                      <a:pt x="18748" y="11360"/>
                    </a:lnTo>
                    <a:lnTo>
                      <a:pt x="22690" y="14219"/>
                    </a:lnTo>
                    <a:lnTo>
                      <a:pt x="22690" y="12790"/>
                    </a:lnTo>
                    <a:lnTo>
                      <a:pt x="23758" y="15302"/>
                    </a:lnTo>
                    <a:lnTo>
                      <a:pt x="25323" y="16370"/>
                    </a:lnTo>
                    <a:lnTo>
                      <a:pt x="25323" y="13858"/>
                    </a:lnTo>
                    <a:cubicBezTo>
                      <a:pt x="25323" y="13858"/>
                      <a:pt x="26512" y="15769"/>
                      <a:pt x="26632" y="17333"/>
                    </a:cubicBezTo>
                    <a:lnTo>
                      <a:pt x="33087" y="20674"/>
                    </a:lnTo>
                    <a:cubicBezTo>
                      <a:pt x="33087" y="20674"/>
                      <a:pt x="29385" y="12669"/>
                      <a:pt x="20057" y="10277"/>
                    </a:cubicBezTo>
                    <a:lnTo>
                      <a:pt x="20057" y="10277"/>
                    </a:lnTo>
                    <a:lnTo>
                      <a:pt x="23879" y="10758"/>
                    </a:lnTo>
                    <a:lnTo>
                      <a:pt x="24119" y="9449"/>
                    </a:lnTo>
                    <a:lnTo>
                      <a:pt x="24841" y="11240"/>
                    </a:lnTo>
                    <a:lnTo>
                      <a:pt x="31296" y="12790"/>
                    </a:lnTo>
                    <a:lnTo>
                      <a:pt x="31296" y="11360"/>
                    </a:lnTo>
                    <a:lnTo>
                      <a:pt x="32003" y="12910"/>
                    </a:lnTo>
                    <a:lnTo>
                      <a:pt x="34155" y="13391"/>
                    </a:lnTo>
                    <a:lnTo>
                      <a:pt x="33087" y="11240"/>
                    </a:lnTo>
                    <a:lnTo>
                      <a:pt x="33087" y="11240"/>
                    </a:lnTo>
                    <a:lnTo>
                      <a:pt x="35118" y="13617"/>
                    </a:lnTo>
                    <a:lnTo>
                      <a:pt x="38217" y="13978"/>
                    </a:lnTo>
                    <a:lnTo>
                      <a:pt x="37615" y="11947"/>
                    </a:lnTo>
                    <a:lnTo>
                      <a:pt x="40248" y="14339"/>
                    </a:lnTo>
                    <a:lnTo>
                      <a:pt x="44551" y="16009"/>
                    </a:lnTo>
                    <a:cubicBezTo>
                      <a:pt x="44551" y="16009"/>
                      <a:pt x="38217" y="8366"/>
                      <a:pt x="33794" y="7764"/>
                    </a:cubicBezTo>
                    <a:cubicBezTo>
                      <a:pt x="33043" y="7664"/>
                      <a:pt x="32111" y="7623"/>
                      <a:pt x="31083" y="7623"/>
                    </a:cubicBezTo>
                    <a:cubicBezTo>
                      <a:pt x="26071" y="7623"/>
                      <a:pt x="18748" y="8607"/>
                      <a:pt x="18748" y="8607"/>
                    </a:cubicBezTo>
                    <a:lnTo>
                      <a:pt x="25564" y="6576"/>
                    </a:lnTo>
                    <a:lnTo>
                      <a:pt x="24360" y="5026"/>
                    </a:lnTo>
                    <a:lnTo>
                      <a:pt x="26632" y="6215"/>
                    </a:lnTo>
                    <a:lnTo>
                      <a:pt x="29972" y="5026"/>
                    </a:lnTo>
                    <a:lnTo>
                      <a:pt x="29265" y="3943"/>
                    </a:lnTo>
                    <a:lnTo>
                      <a:pt x="31642" y="4544"/>
                    </a:lnTo>
                    <a:lnTo>
                      <a:pt x="39767" y="2152"/>
                    </a:lnTo>
                    <a:cubicBezTo>
                      <a:pt x="39767" y="2152"/>
                      <a:pt x="37495" y="241"/>
                      <a:pt x="30574" y="1"/>
                    </a:cubicBezTo>
                    <a:lnTo>
                      <a:pt x="30574" y="1"/>
                    </a:lnTo>
                    <a:lnTo>
                      <a:pt x="31642" y="2032"/>
                    </a:lnTo>
                    <a:lnTo>
                      <a:pt x="31642" y="2032"/>
                    </a:lnTo>
                    <a:lnTo>
                      <a:pt x="273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9"/>
              <p:cNvSpPr/>
              <p:nvPr/>
            </p:nvSpPr>
            <p:spPr>
              <a:xfrm>
                <a:off x="2775975" y="2844125"/>
                <a:ext cx="283250" cy="1390625"/>
              </a:xfrm>
              <a:custGeom>
                <a:rect b="b" l="l" r="r" t="t"/>
                <a:pathLst>
                  <a:path extrusionOk="0" h="55625" w="11330">
                    <a:moveTo>
                      <a:pt x="0" y="0"/>
                    </a:moveTo>
                    <a:lnTo>
                      <a:pt x="0" y="0"/>
                    </a:lnTo>
                    <a:cubicBezTo>
                      <a:pt x="9464" y="27293"/>
                      <a:pt x="7448" y="55625"/>
                      <a:pt x="7448" y="55625"/>
                    </a:cubicBezTo>
                    <a:lnTo>
                      <a:pt x="11330" y="55625"/>
                    </a:lnTo>
                    <a:cubicBezTo>
                      <a:pt x="9419" y="17530"/>
                      <a:pt x="1" y="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 name="Google Shape;2313;p49"/>
            <p:cNvGrpSpPr/>
            <p:nvPr/>
          </p:nvGrpSpPr>
          <p:grpSpPr>
            <a:xfrm>
              <a:off x="-522300" y="3118325"/>
              <a:ext cx="694400" cy="1122075"/>
              <a:chOff x="2830500" y="3118325"/>
              <a:chExt cx="694400" cy="1122075"/>
            </a:xfrm>
          </p:grpSpPr>
          <p:sp>
            <p:nvSpPr>
              <p:cNvPr id="2314" name="Google Shape;2314;p49"/>
              <p:cNvSpPr/>
              <p:nvPr/>
            </p:nvSpPr>
            <p:spPr>
              <a:xfrm>
                <a:off x="2830500" y="3118325"/>
                <a:ext cx="694400" cy="379925"/>
              </a:xfrm>
              <a:custGeom>
                <a:rect b="b" l="l" r="r" t="t"/>
                <a:pathLst>
                  <a:path extrusionOk="0" h="15197" w="27776">
                    <a:moveTo>
                      <a:pt x="10713" y="1"/>
                    </a:moveTo>
                    <a:lnTo>
                      <a:pt x="8035" y="1385"/>
                    </a:lnTo>
                    <a:lnTo>
                      <a:pt x="8712" y="1"/>
                    </a:lnTo>
                    <a:lnTo>
                      <a:pt x="8712" y="1"/>
                    </a:lnTo>
                    <a:cubicBezTo>
                      <a:pt x="4394" y="166"/>
                      <a:pt x="2965" y="1460"/>
                      <a:pt x="2965" y="1460"/>
                    </a:cubicBezTo>
                    <a:lnTo>
                      <a:pt x="8035" y="3070"/>
                    </a:lnTo>
                    <a:lnTo>
                      <a:pt x="9525" y="2679"/>
                    </a:lnTo>
                    <a:lnTo>
                      <a:pt x="9525" y="2679"/>
                    </a:lnTo>
                    <a:lnTo>
                      <a:pt x="9073" y="3401"/>
                    </a:lnTo>
                    <a:lnTo>
                      <a:pt x="11165" y="4214"/>
                    </a:lnTo>
                    <a:lnTo>
                      <a:pt x="12579" y="3401"/>
                    </a:lnTo>
                    <a:lnTo>
                      <a:pt x="11842" y="4454"/>
                    </a:lnTo>
                    <a:lnTo>
                      <a:pt x="16085" y="5823"/>
                    </a:lnTo>
                    <a:cubicBezTo>
                      <a:pt x="16085" y="5823"/>
                      <a:pt x="11501" y="5158"/>
                      <a:pt x="8372" y="5158"/>
                    </a:cubicBezTo>
                    <a:cubicBezTo>
                      <a:pt x="7736" y="5158"/>
                      <a:pt x="7161" y="5186"/>
                      <a:pt x="6696" y="5252"/>
                    </a:cubicBezTo>
                    <a:cubicBezTo>
                      <a:pt x="3943" y="5658"/>
                      <a:pt x="1" y="10834"/>
                      <a:pt x="1" y="10834"/>
                    </a:cubicBezTo>
                    <a:lnTo>
                      <a:pt x="2679" y="9705"/>
                    </a:lnTo>
                    <a:lnTo>
                      <a:pt x="4319" y="8080"/>
                    </a:lnTo>
                    <a:lnTo>
                      <a:pt x="3943" y="9450"/>
                    </a:lnTo>
                    <a:lnTo>
                      <a:pt x="5884" y="9209"/>
                    </a:lnTo>
                    <a:lnTo>
                      <a:pt x="7147" y="7599"/>
                    </a:lnTo>
                    <a:lnTo>
                      <a:pt x="6470" y="9058"/>
                    </a:lnTo>
                    <a:lnTo>
                      <a:pt x="7809" y="8727"/>
                    </a:lnTo>
                    <a:lnTo>
                      <a:pt x="8261" y="7674"/>
                    </a:lnTo>
                    <a:lnTo>
                      <a:pt x="8261" y="8652"/>
                    </a:lnTo>
                    <a:lnTo>
                      <a:pt x="12278" y="7599"/>
                    </a:lnTo>
                    <a:lnTo>
                      <a:pt x="12729" y="6395"/>
                    </a:lnTo>
                    <a:lnTo>
                      <a:pt x="12880" y="7283"/>
                    </a:lnTo>
                    <a:lnTo>
                      <a:pt x="15257" y="6952"/>
                    </a:lnTo>
                    <a:lnTo>
                      <a:pt x="15257" y="6952"/>
                    </a:lnTo>
                    <a:cubicBezTo>
                      <a:pt x="9449" y="8562"/>
                      <a:pt x="7147" y="13978"/>
                      <a:pt x="7147" y="13978"/>
                    </a:cubicBezTo>
                    <a:lnTo>
                      <a:pt x="11165" y="11721"/>
                    </a:lnTo>
                    <a:cubicBezTo>
                      <a:pt x="11240" y="10668"/>
                      <a:pt x="11977" y="9374"/>
                      <a:pt x="11977" y="9374"/>
                    </a:cubicBezTo>
                    <a:lnTo>
                      <a:pt x="11977" y="11074"/>
                    </a:lnTo>
                    <a:lnTo>
                      <a:pt x="12955" y="10352"/>
                    </a:lnTo>
                    <a:lnTo>
                      <a:pt x="13617" y="8652"/>
                    </a:lnTo>
                    <a:lnTo>
                      <a:pt x="13617" y="9615"/>
                    </a:lnTo>
                    <a:lnTo>
                      <a:pt x="16085" y="7674"/>
                    </a:lnTo>
                    <a:lnTo>
                      <a:pt x="17649" y="9615"/>
                    </a:lnTo>
                    <a:lnTo>
                      <a:pt x="18011" y="8893"/>
                    </a:lnTo>
                    <a:lnTo>
                      <a:pt x="18086" y="10427"/>
                    </a:lnTo>
                    <a:lnTo>
                      <a:pt x="19289" y="12278"/>
                    </a:lnTo>
                    <a:lnTo>
                      <a:pt x="19801" y="11797"/>
                    </a:lnTo>
                    <a:lnTo>
                      <a:pt x="19726" y="12925"/>
                    </a:lnTo>
                    <a:lnTo>
                      <a:pt x="21215" y="15197"/>
                    </a:lnTo>
                    <a:lnTo>
                      <a:pt x="21291" y="11240"/>
                    </a:lnTo>
                    <a:cubicBezTo>
                      <a:pt x="21291" y="10743"/>
                      <a:pt x="20027" y="10352"/>
                      <a:pt x="20027" y="10352"/>
                    </a:cubicBezTo>
                    <a:lnTo>
                      <a:pt x="20839" y="10187"/>
                    </a:lnTo>
                    <a:cubicBezTo>
                      <a:pt x="19575" y="7915"/>
                      <a:pt x="17800" y="7524"/>
                      <a:pt x="17800" y="7524"/>
                    </a:cubicBezTo>
                    <a:cubicBezTo>
                      <a:pt x="17985" y="7499"/>
                      <a:pt x="18154" y="7489"/>
                      <a:pt x="18308" y="7489"/>
                    </a:cubicBezTo>
                    <a:cubicBezTo>
                      <a:pt x="19203" y="7489"/>
                      <a:pt x="19575" y="7840"/>
                      <a:pt x="19575" y="7840"/>
                    </a:cubicBezTo>
                    <a:lnTo>
                      <a:pt x="19801" y="7358"/>
                    </a:lnTo>
                    <a:lnTo>
                      <a:pt x="20328" y="7840"/>
                    </a:lnTo>
                    <a:lnTo>
                      <a:pt x="21516" y="8321"/>
                    </a:lnTo>
                    <a:lnTo>
                      <a:pt x="21366" y="6997"/>
                    </a:lnTo>
                    <a:lnTo>
                      <a:pt x="22043" y="8411"/>
                    </a:lnTo>
                    <a:lnTo>
                      <a:pt x="23382" y="8652"/>
                    </a:lnTo>
                    <a:lnTo>
                      <a:pt x="23081" y="6997"/>
                    </a:lnTo>
                    <a:lnTo>
                      <a:pt x="24044" y="8893"/>
                    </a:lnTo>
                    <a:lnTo>
                      <a:pt x="26587" y="10021"/>
                    </a:lnTo>
                    <a:cubicBezTo>
                      <a:pt x="26361" y="8487"/>
                      <a:pt x="24571" y="6305"/>
                      <a:pt x="24571" y="6305"/>
                    </a:cubicBezTo>
                    <a:lnTo>
                      <a:pt x="23231" y="6230"/>
                    </a:lnTo>
                    <a:lnTo>
                      <a:pt x="23818" y="5342"/>
                    </a:lnTo>
                    <a:cubicBezTo>
                      <a:pt x="23262" y="5226"/>
                      <a:pt x="22678" y="5180"/>
                      <a:pt x="22101" y="5180"/>
                    </a:cubicBezTo>
                    <a:cubicBezTo>
                      <a:pt x="19824" y="5180"/>
                      <a:pt x="17649" y="5899"/>
                      <a:pt x="17649" y="5899"/>
                    </a:cubicBezTo>
                    <a:lnTo>
                      <a:pt x="22253" y="4289"/>
                    </a:lnTo>
                    <a:lnTo>
                      <a:pt x="22043" y="3476"/>
                    </a:lnTo>
                    <a:lnTo>
                      <a:pt x="23382" y="4123"/>
                    </a:lnTo>
                    <a:lnTo>
                      <a:pt x="27775" y="5011"/>
                    </a:lnTo>
                    <a:lnTo>
                      <a:pt x="24796" y="2438"/>
                    </a:lnTo>
                    <a:lnTo>
                      <a:pt x="23231" y="2829"/>
                    </a:lnTo>
                    <a:lnTo>
                      <a:pt x="23893" y="2032"/>
                    </a:lnTo>
                    <a:cubicBezTo>
                      <a:pt x="23893" y="2032"/>
                      <a:pt x="23382" y="1701"/>
                      <a:pt x="21892" y="1626"/>
                    </a:cubicBezTo>
                    <a:cubicBezTo>
                      <a:pt x="21875" y="1625"/>
                      <a:pt x="21858" y="1624"/>
                      <a:pt x="21840" y="1624"/>
                    </a:cubicBezTo>
                    <a:cubicBezTo>
                      <a:pt x="20331" y="1624"/>
                      <a:pt x="17273" y="5417"/>
                      <a:pt x="17273" y="5417"/>
                    </a:cubicBezTo>
                    <a:cubicBezTo>
                      <a:pt x="17273" y="5417"/>
                      <a:pt x="17273" y="4123"/>
                      <a:pt x="16972" y="2995"/>
                    </a:cubicBezTo>
                    <a:cubicBezTo>
                      <a:pt x="16671" y="1866"/>
                      <a:pt x="15257" y="1220"/>
                      <a:pt x="15257" y="1219"/>
                    </a:cubicBezTo>
                    <a:lnTo>
                      <a:pt x="15257" y="1219"/>
                    </a:lnTo>
                    <a:lnTo>
                      <a:pt x="16085" y="5011"/>
                    </a:lnTo>
                    <a:cubicBezTo>
                      <a:pt x="15483" y="3567"/>
                      <a:pt x="14369" y="2348"/>
                      <a:pt x="14369" y="2348"/>
                    </a:cubicBezTo>
                    <a:lnTo>
                      <a:pt x="12654" y="2107"/>
                    </a:lnTo>
                    <a:lnTo>
                      <a:pt x="13391" y="1791"/>
                    </a:lnTo>
                    <a:cubicBezTo>
                      <a:pt x="12579" y="813"/>
                      <a:pt x="10713" y="1"/>
                      <a:pt x="107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9"/>
              <p:cNvSpPr/>
              <p:nvPr/>
            </p:nvSpPr>
            <p:spPr>
              <a:xfrm>
                <a:off x="3065225" y="3300375"/>
                <a:ext cx="176800" cy="940025"/>
              </a:xfrm>
              <a:custGeom>
                <a:rect b="b" l="l" r="r" t="t"/>
                <a:pathLst>
                  <a:path extrusionOk="0" h="37601" w="7072">
                    <a:moveTo>
                      <a:pt x="7072" y="1"/>
                    </a:moveTo>
                    <a:cubicBezTo>
                      <a:pt x="7071" y="2"/>
                      <a:pt x="1189" y="11843"/>
                      <a:pt x="0" y="37600"/>
                    </a:cubicBezTo>
                    <a:lnTo>
                      <a:pt x="2423" y="37600"/>
                    </a:lnTo>
                    <a:cubicBezTo>
                      <a:pt x="2423" y="37600"/>
                      <a:pt x="1159" y="18447"/>
                      <a:pt x="7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 name="Google Shape;2316;p49"/>
            <p:cNvGrpSpPr/>
            <p:nvPr/>
          </p:nvGrpSpPr>
          <p:grpSpPr>
            <a:xfrm>
              <a:off x="156650" y="3061150"/>
              <a:ext cx="779400" cy="1161200"/>
              <a:chOff x="156650" y="3061150"/>
              <a:chExt cx="779400" cy="1161200"/>
            </a:xfrm>
          </p:grpSpPr>
          <p:sp>
            <p:nvSpPr>
              <p:cNvPr id="2317" name="Google Shape;2317;p49"/>
              <p:cNvSpPr/>
              <p:nvPr/>
            </p:nvSpPr>
            <p:spPr>
              <a:xfrm>
                <a:off x="156650" y="3061150"/>
                <a:ext cx="779400" cy="392725"/>
              </a:xfrm>
              <a:custGeom>
                <a:rect b="b" l="l" r="r" t="t"/>
                <a:pathLst>
                  <a:path extrusionOk="0" h="15709" w="31176">
                    <a:moveTo>
                      <a:pt x="12022" y="1"/>
                    </a:moveTo>
                    <a:lnTo>
                      <a:pt x="9013" y="1415"/>
                    </a:lnTo>
                    <a:lnTo>
                      <a:pt x="9013" y="1415"/>
                    </a:lnTo>
                    <a:lnTo>
                      <a:pt x="9765" y="1"/>
                    </a:lnTo>
                    <a:lnTo>
                      <a:pt x="9765" y="1"/>
                    </a:lnTo>
                    <a:cubicBezTo>
                      <a:pt x="4920" y="166"/>
                      <a:pt x="3341" y="1505"/>
                      <a:pt x="3341" y="1505"/>
                    </a:cubicBezTo>
                    <a:lnTo>
                      <a:pt x="9013" y="3175"/>
                    </a:lnTo>
                    <a:lnTo>
                      <a:pt x="10698" y="2754"/>
                    </a:lnTo>
                    <a:lnTo>
                      <a:pt x="10186" y="3506"/>
                    </a:lnTo>
                    <a:lnTo>
                      <a:pt x="12534" y="4334"/>
                    </a:lnTo>
                    <a:lnTo>
                      <a:pt x="14113" y="3506"/>
                    </a:lnTo>
                    <a:lnTo>
                      <a:pt x="13286" y="4590"/>
                    </a:lnTo>
                    <a:lnTo>
                      <a:pt x="18040" y="6019"/>
                    </a:lnTo>
                    <a:cubicBezTo>
                      <a:pt x="18040" y="6019"/>
                      <a:pt x="12955" y="5329"/>
                      <a:pt x="9451" y="5329"/>
                    </a:cubicBezTo>
                    <a:cubicBezTo>
                      <a:pt x="8719" y="5329"/>
                      <a:pt x="8056" y="5360"/>
                      <a:pt x="7523" y="5432"/>
                    </a:cubicBezTo>
                    <a:cubicBezTo>
                      <a:pt x="4424" y="5839"/>
                      <a:pt x="0" y="11195"/>
                      <a:pt x="0" y="11195"/>
                    </a:cubicBezTo>
                    <a:lnTo>
                      <a:pt x="3010" y="10021"/>
                    </a:lnTo>
                    <a:lnTo>
                      <a:pt x="4845" y="8351"/>
                    </a:lnTo>
                    <a:lnTo>
                      <a:pt x="4845" y="8351"/>
                    </a:lnTo>
                    <a:lnTo>
                      <a:pt x="4424" y="9781"/>
                    </a:lnTo>
                    <a:lnTo>
                      <a:pt x="6590" y="9525"/>
                    </a:lnTo>
                    <a:lnTo>
                      <a:pt x="8020" y="7855"/>
                    </a:lnTo>
                    <a:lnTo>
                      <a:pt x="7268" y="9359"/>
                    </a:lnTo>
                    <a:lnTo>
                      <a:pt x="8772" y="9028"/>
                    </a:lnTo>
                    <a:lnTo>
                      <a:pt x="9269" y="7930"/>
                    </a:lnTo>
                    <a:lnTo>
                      <a:pt x="9269" y="8938"/>
                    </a:lnTo>
                    <a:lnTo>
                      <a:pt x="13782" y="7855"/>
                    </a:lnTo>
                    <a:lnTo>
                      <a:pt x="14279" y="6591"/>
                    </a:lnTo>
                    <a:lnTo>
                      <a:pt x="14459" y="7524"/>
                    </a:lnTo>
                    <a:lnTo>
                      <a:pt x="17123" y="7178"/>
                    </a:lnTo>
                    <a:lnTo>
                      <a:pt x="17123" y="7178"/>
                    </a:lnTo>
                    <a:cubicBezTo>
                      <a:pt x="10608" y="8848"/>
                      <a:pt x="8020" y="14460"/>
                      <a:pt x="8020" y="14460"/>
                    </a:cubicBezTo>
                    <a:lnTo>
                      <a:pt x="12534" y="12113"/>
                    </a:lnTo>
                    <a:cubicBezTo>
                      <a:pt x="12609" y="11029"/>
                      <a:pt x="13451" y="9690"/>
                      <a:pt x="13451" y="9690"/>
                    </a:cubicBezTo>
                    <a:lnTo>
                      <a:pt x="13451" y="11451"/>
                    </a:lnTo>
                    <a:lnTo>
                      <a:pt x="14535" y="10698"/>
                    </a:lnTo>
                    <a:lnTo>
                      <a:pt x="15287" y="8938"/>
                    </a:lnTo>
                    <a:lnTo>
                      <a:pt x="15287" y="9946"/>
                    </a:lnTo>
                    <a:lnTo>
                      <a:pt x="18040" y="7930"/>
                    </a:lnTo>
                    <a:lnTo>
                      <a:pt x="19801" y="9946"/>
                    </a:lnTo>
                    <a:lnTo>
                      <a:pt x="20222" y="9194"/>
                    </a:lnTo>
                    <a:lnTo>
                      <a:pt x="20297" y="10774"/>
                    </a:lnTo>
                    <a:lnTo>
                      <a:pt x="21636" y="12699"/>
                    </a:lnTo>
                    <a:lnTo>
                      <a:pt x="22223" y="12203"/>
                    </a:lnTo>
                    <a:lnTo>
                      <a:pt x="22148" y="13361"/>
                    </a:lnTo>
                    <a:lnTo>
                      <a:pt x="23818" y="15709"/>
                    </a:lnTo>
                    <a:lnTo>
                      <a:pt x="23893" y="11616"/>
                    </a:lnTo>
                    <a:cubicBezTo>
                      <a:pt x="23893" y="11105"/>
                      <a:pt x="22479" y="10698"/>
                      <a:pt x="22479" y="10698"/>
                    </a:cubicBezTo>
                    <a:lnTo>
                      <a:pt x="23397" y="10533"/>
                    </a:lnTo>
                    <a:cubicBezTo>
                      <a:pt x="21982" y="8186"/>
                      <a:pt x="19966" y="7764"/>
                      <a:pt x="19966" y="7764"/>
                    </a:cubicBezTo>
                    <a:cubicBezTo>
                      <a:pt x="20170" y="7741"/>
                      <a:pt x="20357" y="7731"/>
                      <a:pt x="20528" y="7731"/>
                    </a:cubicBezTo>
                    <a:cubicBezTo>
                      <a:pt x="21551" y="7731"/>
                      <a:pt x="21982" y="8095"/>
                      <a:pt x="21982" y="8095"/>
                    </a:cubicBezTo>
                    <a:lnTo>
                      <a:pt x="22223" y="7599"/>
                    </a:lnTo>
                    <a:lnTo>
                      <a:pt x="22810" y="8095"/>
                    </a:lnTo>
                    <a:lnTo>
                      <a:pt x="24149" y="8607"/>
                    </a:lnTo>
                    <a:lnTo>
                      <a:pt x="23983" y="7223"/>
                    </a:lnTo>
                    <a:lnTo>
                      <a:pt x="23983" y="7223"/>
                    </a:lnTo>
                    <a:lnTo>
                      <a:pt x="24736" y="8682"/>
                    </a:lnTo>
                    <a:lnTo>
                      <a:pt x="26240" y="8938"/>
                    </a:lnTo>
                    <a:lnTo>
                      <a:pt x="25909" y="7223"/>
                    </a:lnTo>
                    <a:lnTo>
                      <a:pt x="26993" y="9194"/>
                    </a:lnTo>
                    <a:lnTo>
                      <a:pt x="29836" y="10352"/>
                    </a:lnTo>
                    <a:cubicBezTo>
                      <a:pt x="29580" y="8772"/>
                      <a:pt x="27579" y="6516"/>
                      <a:pt x="27579" y="6516"/>
                    </a:cubicBezTo>
                    <a:lnTo>
                      <a:pt x="26075" y="6425"/>
                    </a:lnTo>
                    <a:lnTo>
                      <a:pt x="26737" y="5508"/>
                    </a:lnTo>
                    <a:cubicBezTo>
                      <a:pt x="26120" y="5390"/>
                      <a:pt x="25472" y="5343"/>
                      <a:pt x="24831" y="5343"/>
                    </a:cubicBezTo>
                    <a:cubicBezTo>
                      <a:pt x="22266" y="5343"/>
                      <a:pt x="19801" y="6094"/>
                      <a:pt x="19801" y="6094"/>
                    </a:cubicBezTo>
                    <a:lnTo>
                      <a:pt x="24991" y="4424"/>
                    </a:lnTo>
                    <a:lnTo>
                      <a:pt x="24736" y="3582"/>
                    </a:lnTo>
                    <a:lnTo>
                      <a:pt x="26240" y="4259"/>
                    </a:lnTo>
                    <a:lnTo>
                      <a:pt x="31175" y="5177"/>
                    </a:lnTo>
                    <a:lnTo>
                      <a:pt x="27820" y="2498"/>
                    </a:lnTo>
                    <a:lnTo>
                      <a:pt x="26075" y="2920"/>
                    </a:lnTo>
                    <a:lnTo>
                      <a:pt x="26827" y="2077"/>
                    </a:lnTo>
                    <a:cubicBezTo>
                      <a:pt x="26827" y="2077"/>
                      <a:pt x="26240" y="1746"/>
                      <a:pt x="24570" y="1671"/>
                    </a:cubicBezTo>
                    <a:cubicBezTo>
                      <a:pt x="24552" y="1670"/>
                      <a:pt x="24533" y="1669"/>
                      <a:pt x="24514" y="1669"/>
                    </a:cubicBezTo>
                    <a:cubicBezTo>
                      <a:pt x="22822" y="1669"/>
                      <a:pt x="19379" y="5598"/>
                      <a:pt x="19379" y="5598"/>
                    </a:cubicBezTo>
                    <a:cubicBezTo>
                      <a:pt x="19379" y="5598"/>
                      <a:pt x="19379" y="4259"/>
                      <a:pt x="19048" y="3085"/>
                    </a:cubicBezTo>
                    <a:cubicBezTo>
                      <a:pt x="18717" y="1912"/>
                      <a:pt x="17123" y="1250"/>
                      <a:pt x="17123" y="1250"/>
                    </a:cubicBezTo>
                    <a:lnTo>
                      <a:pt x="17123" y="1250"/>
                    </a:lnTo>
                    <a:lnTo>
                      <a:pt x="18040" y="5177"/>
                    </a:lnTo>
                    <a:cubicBezTo>
                      <a:pt x="17378" y="3672"/>
                      <a:pt x="16130" y="2423"/>
                      <a:pt x="16130" y="2423"/>
                    </a:cubicBezTo>
                    <a:lnTo>
                      <a:pt x="14204" y="2167"/>
                    </a:lnTo>
                    <a:lnTo>
                      <a:pt x="15031" y="1836"/>
                    </a:lnTo>
                    <a:cubicBezTo>
                      <a:pt x="14113" y="828"/>
                      <a:pt x="12022" y="1"/>
                      <a:pt x="120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9"/>
              <p:cNvSpPr/>
              <p:nvPr/>
            </p:nvSpPr>
            <p:spPr>
              <a:xfrm>
                <a:off x="420325" y="3249225"/>
                <a:ext cx="198250" cy="973125"/>
              </a:xfrm>
              <a:custGeom>
                <a:rect b="b" l="l" r="r" t="t"/>
                <a:pathLst>
                  <a:path extrusionOk="0" h="38925" w="7930">
                    <a:moveTo>
                      <a:pt x="7930" y="1"/>
                    </a:moveTo>
                    <a:cubicBezTo>
                      <a:pt x="7929" y="2"/>
                      <a:pt x="1324" y="12264"/>
                      <a:pt x="1" y="38924"/>
                    </a:cubicBezTo>
                    <a:lnTo>
                      <a:pt x="2709" y="38924"/>
                    </a:lnTo>
                    <a:cubicBezTo>
                      <a:pt x="2709" y="38924"/>
                      <a:pt x="1294" y="19094"/>
                      <a:pt x="79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9" name="Google Shape;2319;p49"/>
            <p:cNvSpPr/>
            <p:nvPr/>
          </p:nvSpPr>
          <p:spPr>
            <a:xfrm>
              <a:off x="292425" y="3568200"/>
              <a:ext cx="123400" cy="657900"/>
            </a:xfrm>
            <a:custGeom>
              <a:rect b="b" l="l" r="r" t="t"/>
              <a:pathLst>
                <a:path extrusionOk="0" h="26316" w="4936">
                  <a:moveTo>
                    <a:pt x="1" y="1"/>
                  </a:moveTo>
                  <a:lnTo>
                    <a:pt x="1" y="1"/>
                  </a:lnTo>
                  <a:cubicBezTo>
                    <a:pt x="4123" y="12925"/>
                    <a:pt x="3251" y="26316"/>
                    <a:pt x="3251" y="26316"/>
                  </a:cubicBezTo>
                  <a:lnTo>
                    <a:pt x="4936" y="26316"/>
                  </a:lnTo>
                  <a:cubicBezTo>
                    <a:pt x="4108" y="8292"/>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0" name="Google Shape;2320;p49"/>
          <p:cNvSpPr txBox="1"/>
          <p:nvPr>
            <p:ph type="title"/>
          </p:nvPr>
        </p:nvSpPr>
        <p:spPr>
          <a:xfrm>
            <a:off x="5161075" y="539500"/>
            <a:ext cx="3269700" cy="1095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2321" name="Google Shape;2321;p49"/>
          <p:cNvSpPr txBox="1"/>
          <p:nvPr>
            <p:ph idx="1" type="subTitle"/>
          </p:nvPr>
        </p:nvSpPr>
        <p:spPr>
          <a:xfrm>
            <a:off x="5161075" y="1675525"/>
            <a:ext cx="3269700" cy="1017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1" lang="en"/>
              <a:t>Do you have any questions?</a:t>
            </a:r>
            <a:endParaRPr b="1"/>
          </a:p>
          <a:p>
            <a:pPr indent="0" lvl="0" marL="0" rtl="0" algn="r">
              <a:spcBef>
                <a:spcPts val="0"/>
              </a:spcBef>
              <a:spcAft>
                <a:spcPts val="0"/>
              </a:spcAft>
              <a:buNone/>
            </a:pPr>
            <a:r>
              <a:rPr lang="en"/>
              <a:t>youremail@freepik.com</a:t>
            </a:r>
            <a:endParaRPr/>
          </a:p>
          <a:p>
            <a:pPr indent="0" lvl="0" marL="0" rtl="0" algn="r">
              <a:spcBef>
                <a:spcPts val="0"/>
              </a:spcBef>
              <a:spcAft>
                <a:spcPts val="0"/>
              </a:spcAft>
              <a:buNone/>
            </a:pPr>
            <a:r>
              <a:rPr lang="en"/>
              <a:t>+91 620 421 838</a:t>
            </a:r>
            <a:endParaRPr/>
          </a:p>
          <a:p>
            <a:pPr indent="0" lvl="0" marL="0" rtl="0" algn="r">
              <a:spcBef>
                <a:spcPts val="0"/>
              </a:spcBef>
              <a:spcAft>
                <a:spcPts val="0"/>
              </a:spcAft>
              <a:buNone/>
            </a:pPr>
            <a:r>
              <a:rPr lang="en"/>
              <a:t>yourcompany.com</a:t>
            </a:r>
            <a:endParaRPr/>
          </a:p>
        </p:txBody>
      </p:sp>
      <p:sp>
        <p:nvSpPr>
          <p:cNvPr id="2322" name="Google Shape;2322;p49"/>
          <p:cNvSpPr txBox="1"/>
          <p:nvPr/>
        </p:nvSpPr>
        <p:spPr>
          <a:xfrm>
            <a:off x="5161075" y="4255153"/>
            <a:ext cx="3269700" cy="2532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200">
                <a:solidFill>
                  <a:schemeClr val="dk1"/>
                </a:solidFill>
                <a:latin typeface="Abel"/>
                <a:ea typeface="Abel"/>
                <a:cs typeface="Abel"/>
                <a:sym typeface="Abel"/>
              </a:rPr>
              <a:t>Please keep this slide for attribution</a:t>
            </a:r>
            <a:endParaRPr sz="1200">
              <a:solidFill>
                <a:schemeClr val="dk1"/>
              </a:solidFill>
              <a:latin typeface="Abel"/>
              <a:ea typeface="Abel"/>
              <a:cs typeface="Abel"/>
              <a:sym typeface="Abel"/>
            </a:endParaRPr>
          </a:p>
        </p:txBody>
      </p:sp>
      <p:grpSp>
        <p:nvGrpSpPr>
          <p:cNvPr id="2323" name="Google Shape;2323;p49"/>
          <p:cNvGrpSpPr/>
          <p:nvPr/>
        </p:nvGrpSpPr>
        <p:grpSpPr>
          <a:xfrm>
            <a:off x="7531174" y="2913482"/>
            <a:ext cx="363314" cy="356576"/>
            <a:chOff x="3763184" y="3817357"/>
            <a:chExt cx="363314" cy="356576"/>
          </a:xfrm>
        </p:grpSpPr>
        <p:sp>
          <p:nvSpPr>
            <p:cNvPr id="2324" name="Google Shape;2324;p49"/>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9"/>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49"/>
          <p:cNvGrpSpPr/>
          <p:nvPr/>
        </p:nvGrpSpPr>
        <p:grpSpPr>
          <a:xfrm>
            <a:off x="7979975" y="2913482"/>
            <a:ext cx="362947" cy="356576"/>
            <a:chOff x="4211985" y="3817357"/>
            <a:chExt cx="362947" cy="356576"/>
          </a:xfrm>
        </p:grpSpPr>
        <p:sp>
          <p:nvSpPr>
            <p:cNvPr id="2330" name="Google Shape;2330;p4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9"/>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3" name="Google Shape;2333;p49"/>
          <p:cNvGrpSpPr/>
          <p:nvPr/>
        </p:nvGrpSpPr>
        <p:grpSpPr>
          <a:xfrm>
            <a:off x="7082740" y="2913482"/>
            <a:ext cx="362920" cy="356865"/>
            <a:chOff x="3314750" y="3817357"/>
            <a:chExt cx="362920" cy="356865"/>
          </a:xfrm>
        </p:grpSpPr>
        <p:grpSp>
          <p:nvGrpSpPr>
            <p:cNvPr id="2334" name="Google Shape;2334;p49"/>
            <p:cNvGrpSpPr/>
            <p:nvPr/>
          </p:nvGrpSpPr>
          <p:grpSpPr>
            <a:xfrm>
              <a:off x="3314750" y="3817357"/>
              <a:ext cx="362920" cy="356865"/>
              <a:chOff x="3314750" y="3817357"/>
              <a:chExt cx="362920" cy="356865"/>
            </a:xfrm>
          </p:grpSpPr>
          <p:sp>
            <p:nvSpPr>
              <p:cNvPr id="2335" name="Google Shape;2335;p4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 name="Google Shape;2337;p49"/>
            <p:cNvGrpSpPr/>
            <p:nvPr/>
          </p:nvGrpSpPr>
          <p:grpSpPr>
            <a:xfrm>
              <a:off x="3394986" y="3894612"/>
              <a:ext cx="202339" cy="202323"/>
              <a:chOff x="935197" y="1793977"/>
              <a:chExt cx="256451" cy="256430"/>
            </a:xfrm>
          </p:grpSpPr>
          <p:sp>
            <p:nvSpPr>
              <p:cNvPr id="2338" name="Google Shape;2338;p4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40" name="Google Shape;2340;p49"/>
          <p:cNvGrpSpPr/>
          <p:nvPr/>
        </p:nvGrpSpPr>
        <p:grpSpPr>
          <a:xfrm>
            <a:off x="6634306" y="2913482"/>
            <a:ext cx="362920" cy="356865"/>
            <a:chOff x="2866317" y="3817357"/>
            <a:chExt cx="362920" cy="356865"/>
          </a:xfrm>
        </p:grpSpPr>
        <p:sp>
          <p:nvSpPr>
            <p:cNvPr id="2341" name="Google Shape;2341;p4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4" name="Google Shape;2344;p49"/>
          <p:cNvSpPr/>
          <p:nvPr/>
        </p:nvSpPr>
        <p:spPr>
          <a:xfrm>
            <a:off x="-64875" y="4814800"/>
            <a:ext cx="9237740" cy="38775"/>
          </a:xfrm>
          <a:custGeom>
            <a:rect b="b" l="l" r="r" t="t"/>
            <a:pathLst>
              <a:path extrusionOk="0" h="1551" w="249130">
                <a:moveTo>
                  <a:pt x="1" y="0"/>
                </a:moveTo>
                <a:lnTo>
                  <a:pt x="1" y="1550"/>
                </a:lnTo>
                <a:lnTo>
                  <a:pt x="249129" y="1550"/>
                </a:lnTo>
                <a:lnTo>
                  <a:pt x="2491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9"/>
          <p:cNvSpPr/>
          <p:nvPr/>
        </p:nvSpPr>
        <p:spPr>
          <a:xfrm>
            <a:off x="-42300" y="4768525"/>
            <a:ext cx="9215100" cy="374675"/>
          </a:xfrm>
          <a:custGeom>
            <a:rect b="b" l="l" r="r" t="t"/>
            <a:pathLst>
              <a:path extrusionOk="0" h="14987" w="247851">
                <a:moveTo>
                  <a:pt x="256" y="1"/>
                </a:moveTo>
                <a:lnTo>
                  <a:pt x="1" y="14986"/>
                </a:lnTo>
                <a:lnTo>
                  <a:pt x="247850" y="14986"/>
                </a:lnTo>
                <a:lnTo>
                  <a:pt x="2478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6" name="Google Shape;2346;p49"/>
          <p:cNvGrpSpPr/>
          <p:nvPr/>
        </p:nvGrpSpPr>
        <p:grpSpPr>
          <a:xfrm>
            <a:off x="-93825" y="4612800"/>
            <a:ext cx="9404150" cy="530400"/>
            <a:chOff x="-93825" y="4612800"/>
            <a:chExt cx="9404150" cy="530400"/>
          </a:xfrm>
        </p:grpSpPr>
        <p:grpSp>
          <p:nvGrpSpPr>
            <p:cNvPr id="2347" name="Google Shape;2347;p49"/>
            <p:cNvGrpSpPr/>
            <p:nvPr/>
          </p:nvGrpSpPr>
          <p:grpSpPr>
            <a:xfrm>
              <a:off x="-93825" y="4612800"/>
              <a:ext cx="9266690" cy="530400"/>
              <a:chOff x="-70375" y="4454000"/>
              <a:chExt cx="9266690" cy="530400"/>
            </a:xfrm>
          </p:grpSpPr>
          <p:sp>
            <p:nvSpPr>
              <p:cNvPr id="2348" name="Google Shape;2348;p49"/>
              <p:cNvSpPr/>
              <p:nvPr/>
            </p:nvSpPr>
            <p:spPr>
              <a:xfrm>
                <a:off x="-70375" y="4454000"/>
                <a:ext cx="9237926" cy="178325"/>
              </a:xfrm>
              <a:custGeom>
                <a:rect b="b" l="l" r="r" t="t"/>
                <a:pathLst>
                  <a:path extrusionOk="0" h="7133" w="250724">
                    <a:moveTo>
                      <a:pt x="0" y="1"/>
                    </a:moveTo>
                    <a:lnTo>
                      <a:pt x="0" y="7132"/>
                    </a:lnTo>
                    <a:lnTo>
                      <a:pt x="250724" y="7132"/>
                    </a:lnTo>
                    <a:lnTo>
                      <a:pt x="2507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9"/>
              <p:cNvSpPr/>
              <p:nvPr/>
            </p:nvSpPr>
            <p:spPr>
              <a:xfrm>
                <a:off x="-44425" y="4632300"/>
                <a:ext cx="6224475" cy="90300"/>
              </a:xfrm>
              <a:custGeom>
                <a:rect b="b" l="l" r="r" t="t"/>
                <a:pathLst>
                  <a:path extrusionOk="0" h="3612" w="248979">
                    <a:moveTo>
                      <a:pt x="1" y="0"/>
                    </a:moveTo>
                    <a:lnTo>
                      <a:pt x="1" y="3611"/>
                    </a:lnTo>
                    <a:lnTo>
                      <a:pt x="248979" y="3611"/>
                    </a:lnTo>
                    <a:lnTo>
                      <a:pt x="248979" y="0"/>
                    </a:lnTo>
                    <a:close/>
                  </a:path>
                </a:pathLst>
              </a:custGeom>
              <a:solidFill>
                <a:srgbClr val="99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9"/>
              <p:cNvSpPr/>
              <p:nvPr/>
            </p:nvSpPr>
            <p:spPr>
              <a:xfrm>
                <a:off x="-18850" y="4609725"/>
                <a:ext cx="9215100" cy="374675"/>
              </a:xfrm>
              <a:custGeom>
                <a:rect b="b" l="l" r="r" t="t"/>
                <a:pathLst>
                  <a:path extrusionOk="0" h="14987" w="247851">
                    <a:moveTo>
                      <a:pt x="256" y="1"/>
                    </a:moveTo>
                    <a:lnTo>
                      <a:pt x="1" y="14986"/>
                    </a:lnTo>
                    <a:lnTo>
                      <a:pt x="247850" y="14986"/>
                    </a:lnTo>
                    <a:lnTo>
                      <a:pt x="2478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9"/>
              <p:cNvSpPr/>
              <p:nvPr/>
            </p:nvSpPr>
            <p:spPr>
              <a:xfrm>
                <a:off x="-41425" y="4656000"/>
                <a:ext cx="9237740" cy="38775"/>
              </a:xfrm>
              <a:custGeom>
                <a:rect b="b" l="l" r="r" t="t"/>
                <a:pathLst>
                  <a:path extrusionOk="0" h="1551" w="249130">
                    <a:moveTo>
                      <a:pt x="1" y="0"/>
                    </a:moveTo>
                    <a:lnTo>
                      <a:pt x="1" y="1550"/>
                    </a:lnTo>
                    <a:lnTo>
                      <a:pt x="249129" y="1550"/>
                    </a:lnTo>
                    <a:lnTo>
                      <a:pt x="2491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9"/>
              <p:cNvSpPr/>
              <p:nvPr/>
            </p:nvSpPr>
            <p:spPr>
              <a:xfrm>
                <a:off x="978825" y="4645850"/>
                <a:ext cx="96325" cy="29350"/>
              </a:xfrm>
              <a:custGeom>
                <a:rect b="b" l="l" r="r" t="t"/>
                <a:pathLst>
                  <a:path extrusionOk="0" h="1174" w="3853">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9"/>
              <p:cNvSpPr/>
              <p:nvPr/>
            </p:nvSpPr>
            <p:spPr>
              <a:xfrm>
                <a:off x="802400" y="4645850"/>
                <a:ext cx="95950" cy="29350"/>
              </a:xfrm>
              <a:custGeom>
                <a:rect b="b" l="l" r="r" t="t"/>
                <a:pathLst>
                  <a:path extrusionOk="0" h="1174" w="3838">
                    <a:moveTo>
                      <a:pt x="573" y="0"/>
                    </a:moveTo>
                    <a:cubicBezTo>
                      <a:pt x="257" y="0"/>
                      <a:pt x="1" y="256"/>
                      <a:pt x="1" y="587"/>
                    </a:cubicBezTo>
                    <a:cubicBezTo>
                      <a:pt x="1" y="903"/>
                      <a:pt x="257" y="1174"/>
                      <a:pt x="573" y="1174"/>
                    </a:cubicBezTo>
                    <a:lnTo>
                      <a:pt x="3251" y="1174"/>
                    </a:lnTo>
                    <a:cubicBezTo>
                      <a:pt x="3582" y="1174"/>
                      <a:pt x="3838" y="903"/>
                      <a:pt x="3838" y="587"/>
                    </a:cubicBezTo>
                    <a:cubicBezTo>
                      <a:pt x="3838"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9"/>
              <p:cNvSpPr/>
              <p:nvPr/>
            </p:nvSpPr>
            <p:spPr>
              <a:xfrm>
                <a:off x="625625" y="4645850"/>
                <a:ext cx="96325" cy="29350"/>
              </a:xfrm>
              <a:custGeom>
                <a:rect b="b" l="l" r="r" t="t"/>
                <a:pathLst>
                  <a:path extrusionOk="0" h="1174" w="3853">
                    <a:moveTo>
                      <a:pt x="587" y="0"/>
                    </a:moveTo>
                    <a:cubicBezTo>
                      <a:pt x="256" y="0"/>
                      <a:pt x="0" y="256"/>
                      <a:pt x="0" y="587"/>
                    </a:cubicBezTo>
                    <a:cubicBezTo>
                      <a:pt x="0" y="903"/>
                      <a:pt x="256"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9"/>
              <p:cNvSpPr/>
              <p:nvPr/>
            </p:nvSpPr>
            <p:spPr>
              <a:xfrm>
                <a:off x="4488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9"/>
              <p:cNvSpPr/>
              <p:nvPr/>
            </p:nvSpPr>
            <p:spPr>
              <a:xfrm>
                <a:off x="272425"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9"/>
              <p:cNvSpPr/>
              <p:nvPr/>
            </p:nvSpPr>
            <p:spPr>
              <a:xfrm>
                <a:off x="956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9"/>
              <p:cNvSpPr/>
              <p:nvPr/>
            </p:nvSpPr>
            <p:spPr>
              <a:xfrm>
                <a:off x="1158625"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9"/>
              <p:cNvSpPr/>
              <p:nvPr/>
            </p:nvSpPr>
            <p:spPr>
              <a:xfrm>
                <a:off x="1338425" y="4645850"/>
                <a:ext cx="95925" cy="29350"/>
              </a:xfrm>
              <a:custGeom>
                <a:rect b="b" l="l" r="r" t="t"/>
                <a:pathLst>
                  <a:path extrusionOk="0" h="1174" w="3837">
                    <a:moveTo>
                      <a:pt x="587" y="0"/>
                    </a:moveTo>
                    <a:cubicBezTo>
                      <a:pt x="256" y="0"/>
                      <a:pt x="0" y="256"/>
                      <a:pt x="0" y="587"/>
                    </a:cubicBezTo>
                    <a:cubicBezTo>
                      <a:pt x="0" y="903"/>
                      <a:pt x="256" y="1174"/>
                      <a:pt x="587" y="1174"/>
                    </a:cubicBezTo>
                    <a:lnTo>
                      <a:pt x="3250" y="1174"/>
                    </a:lnTo>
                    <a:cubicBezTo>
                      <a:pt x="3581" y="1174"/>
                      <a:pt x="3837" y="903"/>
                      <a:pt x="3837" y="587"/>
                    </a:cubicBezTo>
                    <a:cubicBezTo>
                      <a:pt x="3837" y="256"/>
                      <a:pt x="3581" y="0"/>
                      <a:pt x="3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9"/>
              <p:cNvSpPr/>
              <p:nvPr/>
            </p:nvSpPr>
            <p:spPr>
              <a:xfrm>
                <a:off x="1517850"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96" y="1174"/>
                      <a:pt x="3852" y="903"/>
                      <a:pt x="3852" y="587"/>
                    </a:cubicBezTo>
                    <a:cubicBezTo>
                      <a:pt x="3852" y="256"/>
                      <a:pt x="3596"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9"/>
              <p:cNvSpPr/>
              <p:nvPr/>
            </p:nvSpPr>
            <p:spPr>
              <a:xfrm>
                <a:off x="1697650"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9"/>
              <p:cNvSpPr/>
              <p:nvPr/>
            </p:nvSpPr>
            <p:spPr>
              <a:xfrm>
                <a:off x="18774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9"/>
              <p:cNvSpPr/>
              <p:nvPr/>
            </p:nvSpPr>
            <p:spPr>
              <a:xfrm>
                <a:off x="2057225" y="4645850"/>
                <a:ext cx="95950" cy="29350"/>
              </a:xfrm>
              <a:custGeom>
                <a:rect b="b" l="l" r="r" t="t"/>
                <a:pathLst>
                  <a:path extrusionOk="0" h="1174" w="3838">
                    <a:moveTo>
                      <a:pt x="588" y="0"/>
                    </a:moveTo>
                    <a:cubicBezTo>
                      <a:pt x="257" y="0"/>
                      <a:pt x="1" y="256"/>
                      <a:pt x="1" y="587"/>
                    </a:cubicBezTo>
                    <a:cubicBezTo>
                      <a:pt x="1" y="903"/>
                      <a:pt x="257" y="1174"/>
                      <a:pt x="588"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9"/>
              <p:cNvSpPr/>
              <p:nvPr/>
            </p:nvSpPr>
            <p:spPr>
              <a:xfrm>
                <a:off x="2237025" y="4645850"/>
                <a:ext cx="95950" cy="29350"/>
              </a:xfrm>
              <a:custGeom>
                <a:rect b="b" l="l" r="r" t="t"/>
                <a:pathLst>
                  <a:path extrusionOk="0" h="1174" w="3838">
                    <a:moveTo>
                      <a:pt x="572" y="0"/>
                    </a:moveTo>
                    <a:cubicBezTo>
                      <a:pt x="256" y="0"/>
                      <a:pt x="1" y="256"/>
                      <a:pt x="1" y="587"/>
                    </a:cubicBezTo>
                    <a:cubicBezTo>
                      <a:pt x="1" y="903"/>
                      <a:pt x="256" y="1174"/>
                      <a:pt x="572"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9"/>
              <p:cNvSpPr/>
              <p:nvPr/>
            </p:nvSpPr>
            <p:spPr>
              <a:xfrm>
                <a:off x="2416450" y="4645850"/>
                <a:ext cx="96325" cy="29350"/>
              </a:xfrm>
              <a:custGeom>
                <a:rect b="b" l="l" r="r" t="t"/>
                <a:pathLst>
                  <a:path extrusionOk="0" h="1174" w="3853">
                    <a:moveTo>
                      <a:pt x="587" y="0"/>
                    </a:moveTo>
                    <a:cubicBezTo>
                      <a:pt x="271" y="0"/>
                      <a:pt x="1" y="256"/>
                      <a:pt x="1" y="587"/>
                    </a:cubicBezTo>
                    <a:cubicBezTo>
                      <a:pt x="1"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9"/>
              <p:cNvSpPr/>
              <p:nvPr/>
            </p:nvSpPr>
            <p:spPr>
              <a:xfrm>
                <a:off x="2596250" y="4645850"/>
                <a:ext cx="96325" cy="29350"/>
              </a:xfrm>
              <a:custGeom>
                <a:rect b="b" l="l" r="r" t="t"/>
                <a:pathLst>
                  <a:path extrusionOk="0" h="1174" w="3853">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9"/>
              <p:cNvSpPr/>
              <p:nvPr/>
            </p:nvSpPr>
            <p:spPr>
              <a:xfrm>
                <a:off x="2776050"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9"/>
              <p:cNvSpPr/>
              <p:nvPr/>
            </p:nvSpPr>
            <p:spPr>
              <a:xfrm>
                <a:off x="2955850" y="4645850"/>
                <a:ext cx="95925" cy="29350"/>
              </a:xfrm>
              <a:custGeom>
                <a:rect b="b" l="l" r="r" t="t"/>
                <a:pathLst>
                  <a:path extrusionOk="0" h="1174" w="3837">
                    <a:moveTo>
                      <a:pt x="587" y="0"/>
                    </a:moveTo>
                    <a:cubicBezTo>
                      <a:pt x="256" y="0"/>
                      <a:pt x="0" y="256"/>
                      <a:pt x="0" y="587"/>
                    </a:cubicBezTo>
                    <a:cubicBezTo>
                      <a:pt x="0" y="903"/>
                      <a:pt x="256" y="1174"/>
                      <a:pt x="587" y="1174"/>
                    </a:cubicBezTo>
                    <a:lnTo>
                      <a:pt x="3250" y="1174"/>
                    </a:lnTo>
                    <a:cubicBezTo>
                      <a:pt x="3581" y="1174"/>
                      <a:pt x="3837" y="903"/>
                      <a:pt x="3837" y="587"/>
                    </a:cubicBezTo>
                    <a:cubicBezTo>
                      <a:pt x="3837" y="256"/>
                      <a:pt x="3581" y="0"/>
                      <a:pt x="3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9"/>
              <p:cNvSpPr/>
              <p:nvPr/>
            </p:nvSpPr>
            <p:spPr>
              <a:xfrm>
                <a:off x="3135275"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96" y="1174"/>
                      <a:pt x="3852" y="903"/>
                      <a:pt x="3852" y="587"/>
                    </a:cubicBezTo>
                    <a:cubicBezTo>
                      <a:pt x="3852" y="256"/>
                      <a:pt x="3596"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9"/>
              <p:cNvSpPr/>
              <p:nvPr/>
            </p:nvSpPr>
            <p:spPr>
              <a:xfrm>
                <a:off x="3315050"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9"/>
              <p:cNvSpPr/>
              <p:nvPr/>
            </p:nvSpPr>
            <p:spPr>
              <a:xfrm>
                <a:off x="3494850"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9"/>
              <p:cNvSpPr/>
              <p:nvPr/>
            </p:nvSpPr>
            <p:spPr>
              <a:xfrm>
                <a:off x="3674650" y="4645850"/>
                <a:ext cx="95950" cy="29350"/>
              </a:xfrm>
              <a:custGeom>
                <a:rect b="b" l="l" r="r" t="t"/>
                <a:pathLst>
                  <a:path extrusionOk="0" h="1174" w="3838">
                    <a:moveTo>
                      <a:pt x="588" y="0"/>
                    </a:moveTo>
                    <a:cubicBezTo>
                      <a:pt x="257" y="0"/>
                      <a:pt x="1" y="256"/>
                      <a:pt x="1" y="587"/>
                    </a:cubicBezTo>
                    <a:cubicBezTo>
                      <a:pt x="1" y="903"/>
                      <a:pt x="257" y="1174"/>
                      <a:pt x="588"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9"/>
              <p:cNvSpPr/>
              <p:nvPr/>
            </p:nvSpPr>
            <p:spPr>
              <a:xfrm>
                <a:off x="3854450" y="4645850"/>
                <a:ext cx="95950" cy="29350"/>
              </a:xfrm>
              <a:custGeom>
                <a:rect b="b" l="l" r="r" t="t"/>
                <a:pathLst>
                  <a:path extrusionOk="0" h="1174" w="3838">
                    <a:moveTo>
                      <a:pt x="572" y="0"/>
                    </a:moveTo>
                    <a:cubicBezTo>
                      <a:pt x="256" y="0"/>
                      <a:pt x="1" y="256"/>
                      <a:pt x="1" y="587"/>
                    </a:cubicBezTo>
                    <a:cubicBezTo>
                      <a:pt x="1" y="903"/>
                      <a:pt x="256" y="1174"/>
                      <a:pt x="572"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9"/>
              <p:cNvSpPr/>
              <p:nvPr/>
            </p:nvSpPr>
            <p:spPr>
              <a:xfrm>
                <a:off x="4212175"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9"/>
              <p:cNvSpPr/>
              <p:nvPr/>
            </p:nvSpPr>
            <p:spPr>
              <a:xfrm>
                <a:off x="4390450" y="4645850"/>
                <a:ext cx="96325" cy="29350"/>
              </a:xfrm>
              <a:custGeom>
                <a:rect b="b" l="l" r="r" t="t"/>
                <a:pathLst>
                  <a:path extrusionOk="0" h="1174" w="3853">
                    <a:moveTo>
                      <a:pt x="588" y="0"/>
                    </a:moveTo>
                    <a:cubicBezTo>
                      <a:pt x="257" y="0"/>
                      <a:pt x="1" y="256"/>
                      <a:pt x="1" y="587"/>
                    </a:cubicBezTo>
                    <a:cubicBezTo>
                      <a:pt x="1" y="903"/>
                      <a:pt x="257"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9"/>
              <p:cNvSpPr/>
              <p:nvPr/>
            </p:nvSpPr>
            <p:spPr>
              <a:xfrm>
                <a:off x="4568750" y="4645850"/>
                <a:ext cx="95950" cy="29350"/>
              </a:xfrm>
              <a:custGeom>
                <a:rect b="b" l="l" r="r" t="t"/>
                <a:pathLst>
                  <a:path extrusionOk="0" h="1174" w="3838">
                    <a:moveTo>
                      <a:pt x="587" y="0"/>
                    </a:moveTo>
                    <a:cubicBezTo>
                      <a:pt x="256" y="0"/>
                      <a:pt x="1" y="256"/>
                      <a:pt x="1" y="587"/>
                    </a:cubicBezTo>
                    <a:cubicBezTo>
                      <a:pt x="1" y="903"/>
                      <a:pt x="256" y="1174"/>
                      <a:pt x="587"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9"/>
              <p:cNvSpPr/>
              <p:nvPr/>
            </p:nvSpPr>
            <p:spPr>
              <a:xfrm>
                <a:off x="4033875" y="4645850"/>
                <a:ext cx="96325" cy="29350"/>
              </a:xfrm>
              <a:custGeom>
                <a:rect b="b" l="l" r="r" t="t"/>
                <a:pathLst>
                  <a:path extrusionOk="0" h="1174" w="3853">
                    <a:moveTo>
                      <a:pt x="587" y="0"/>
                    </a:moveTo>
                    <a:cubicBezTo>
                      <a:pt x="271" y="0"/>
                      <a:pt x="1" y="256"/>
                      <a:pt x="1" y="587"/>
                    </a:cubicBezTo>
                    <a:cubicBezTo>
                      <a:pt x="1"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 name="Google Shape;2378;p49"/>
            <p:cNvGrpSpPr/>
            <p:nvPr/>
          </p:nvGrpSpPr>
          <p:grpSpPr>
            <a:xfrm>
              <a:off x="4741250" y="4799875"/>
              <a:ext cx="4569075" cy="29350"/>
              <a:chOff x="95625" y="4645850"/>
              <a:chExt cx="4569075" cy="29350"/>
            </a:xfrm>
          </p:grpSpPr>
          <p:sp>
            <p:nvSpPr>
              <p:cNvPr id="2379" name="Google Shape;2379;p49"/>
              <p:cNvSpPr/>
              <p:nvPr/>
            </p:nvSpPr>
            <p:spPr>
              <a:xfrm>
                <a:off x="978825" y="4645850"/>
                <a:ext cx="96325" cy="29350"/>
              </a:xfrm>
              <a:custGeom>
                <a:rect b="b" l="l" r="r" t="t"/>
                <a:pathLst>
                  <a:path extrusionOk="0" h="1174" w="3853">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9"/>
              <p:cNvSpPr/>
              <p:nvPr/>
            </p:nvSpPr>
            <p:spPr>
              <a:xfrm>
                <a:off x="802400" y="4645850"/>
                <a:ext cx="95950" cy="29350"/>
              </a:xfrm>
              <a:custGeom>
                <a:rect b="b" l="l" r="r" t="t"/>
                <a:pathLst>
                  <a:path extrusionOk="0" h="1174" w="3838">
                    <a:moveTo>
                      <a:pt x="573" y="0"/>
                    </a:moveTo>
                    <a:cubicBezTo>
                      <a:pt x="257" y="0"/>
                      <a:pt x="1" y="256"/>
                      <a:pt x="1" y="587"/>
                    </a:cubicBezTo>
                    <a:cubicBezTo>
                      <a:pt x="1" y="903"/>
                      <a:pt x="257" y="1174"/>
                      <a:pt x="573" y="1174"/>
                    </a:cubicBezTo>
                    <a:lnTo>
                      <a:pt x="3251" y="1174"/>
                    </a:lnTo>
                    <a:cubicBezTo>
                      <a:pt x="3582" y="1174"/>
                      <a:pt x="3838" y="903"/>
                      <a:pt x="3838" y="587"/>
                    </a:cubicBezTo>
                    <a:cubicBezTo>
                      <a:pt x="3838"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9"/>
              <p:cNvSpPr/>
              <p:nvPr/>
            </p:nvSpPr>
            <p:spPr>
              <a:xfrm>
                <a:off x="625625" y="4645850"/>
                <a:ext cx="96325" cy="29350"/>
              </a:xfrm>
              <a:custGeom>
                <a:rect b="b" l="l" r="r" t="t"/>
                <a:pathLst>
                  <a:path extrusionOk="0" h="1174" w="3853">
                    <a:moveTo>
                      <a:pt x="587" y="0"/>
                    </a:moveTo>
                    <a:cubicBezTo>
                      <a:pt x="256" y="0"/>
                      <a:pt x="0" y="256"/>
                      <a:pt x="0" y="587"/>
                    </a:cubicBezTo>
                    <a:cubicBezTo>
                      <a:pt x="0" y="903"/>
                      <a:pt x="256"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9"/>
              <p:cNvSpPr/>
              <p:nvPr/>
            </p:nvSpPr>
            <p:spPr>
              <a:xfrm>
                <a:off x="4488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9"/>
              <p:cNvSpPr/>
              <p:nvPr/>
            </p:nvSpPr>
            <p:spPr>
              <a:xfrm>
                <a:off x="272425"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9"/>
              <p:cNvSpPr/>
              <p:nvPr/>
            </p:nvSpPr>
            <p:spPr>
              <a:xfrm>
                <a:off x="956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9"/>
              <p:cNvSpPr/>
              <p:nvPr/>
            </p:nvSpPr>
            <p:spPr>
              <a:xfrm>
                <a:off x="1158625"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9"/>
              <p:cNvSpPr/>
              <p:nvPr/>
            </p:nvSpPr>
            <p:spPr>
              <a:xfrm>
                <a:off x="1338425" y="4645850"/>
                <a:ext cx="95925" cy="29350"/>
              </a:xfrm>
              <a:custGeom>
                <a:rect b="b" l="l" r="r" t="t"/>
                <a:pathLst>
                  <a:path extrusionOk="0" h="1174" w="3837">
                    <a:moveTo>
                      <a:pt x="587" y="0"/>
                    </a:moveTo>
                    <a:cubicBezTo>
                      <a:pt x="256" y="0"/>
                      <a:pt x="0" y="256"/>
                      <a:pt x="0" y="587"/>
                    </a:cubicBezTo>
                    <a:cubicBezTo>
                      <a:pt x="0" y="903"/>
                      <a:pt x="256" y="1174"/>
                      <a:pt x="587" y="1174"/>
                    </a:cubicBezTo>
                    <a:lnTo>
                      <a:pt x="3250" y="1174"/>
                    </a:lnTo>
                    <a:cubicBezTo>
                      <a:pt x="3581" y="1174"/>
                      <a:pt x="3837" y="903"/>
                      <a:pt x="3837" y="587"/>
                    </a:cubicBezTo>
                    <a:cubicBezTo>
                      <a:pt x="3837" y="256"/>
                      <a:pt x="3581" y="0"/>
                      <a:pt x="3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9"/>
              <p:cNvSpPr/>
              <p:nvPr/>
            </p:nvSpPr>
            <p:spPr>
              <a:xfrm>
                <a:off x="1517850"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96" y="1174"/>
                      <a:pt x="3852" y="903"/>
                      <a:pt x="3852" y="587"/>
                    </a:cubicBezTo>
                    <a:cubicBezTo>
                      <a:pt x="3852" y="256"/>
                      <a:pt x="3596"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9"/>
              <p:cNvSpPr/>
              <p:nvPr/>
            </p:nvSpPr>
            <p:spPr>
              <a:xfrm>
                <a:off x="1697650"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9"/>
              <p:cNvSpPr/>
              <p:nvPr/>
            </p:nvSpPr>
            <p:spPr>
              <a:xfrm>
                <a:off x="1877425"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9"/>
              <p:cNvSpPr/>
              <p:nvPr/>
            </p:nvSpPr>
            <p:spPr>
              <a:xfrm>
                <a:off x="2057225" y="4645850"/>
                <a:ext cx="95950" cy="29350"/>
              </a:xfrm>
              <a:custGeom>
                <a:rect b="b" l="l" r="r" t="t"/>
                <a:pathLst>
                  <a:path extrusionOk="0" h="1174" w="3838">
                    <a:moveTo>
                      <a:pt x="588" y="0"/>
                    </a:moveTo>
                    <a:cubicBezTo>
                      <a:pt x="257" y="0"/>
                      <a:pt x="1" y="256"/>
                      <a:pt x="1" y="587"/>
                    </a:cubicBezTo>
                    <a:cubicBezTo>
                      <a:pt x="1" y="903"/>
                      <a:pt x="257" y="1174"/>
                      <a:pt x="588"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9"/>
              <p:cNvSpPr/>
              <p:nvPr/>
            </p:nvSpPr>
            <p:spPr>
              <a:xfrm>
                <a:off x="2237025" y="4645850"/>
                <a:ext cx="95950" cy="29350"/>
              </a:xfrm>
              <a:custGeom>
                <a:rect b="b" l="l" r="r" t="t"/>
                <a:pathLst>
                  <a:path extrusionOk="0" h="1174" w="3838">
                    <a:moveTo>
                      <a:pt x="572" y="0"/>
                    </a:moveTo>
                    <a:cubicBezTo>
                      <a:pt x="256" y="0"/>
                      <a:pt x="1" y="256"/>
                      <a:pt x="1" y="587"/>
                    </a:cubicBezTo>
                    <a:cubicBezTo>
                      <a:pt x="1" y="903"/>
                      <a:pt x="256" y="1174"/>
                      <a:pt x="572"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9"/>
              <p:cNvSpPr/>
              <p:nvPr/>
            </p:nvSpPr>
            <p:spPr>
              <a:xfrm>
                <a:off x="2416450" y="4645850"/>
                <a:ext cx="96325" cy="29350"/>
              </a:xfrm>
              <a:custGeom>
                <a:rect b="b" l="l" r="r" t="t"/>
                <a:pathLst>
                  <a:path extrusionOk="0" h="1174" w="3853">
                    <a:moveTo>
                      <a:pt x="587" y="0"/>
                    </a:moveTo>
                    <a:cubicBezTo>
                      <a:pt x="271" y="0"/>
                      <a:pt x="1" y="256"/>
                      <a:pt x="1" y="587"/>
                    </a:cubicBezTo>
                    <a:cubicBezTo>
                      <a:pt x="1"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9"/>
              <p:cNvSpPr/>
              <p:nvPr/>
            </p:nvSpPr>
            <p:spPr>
              <a:xfrm>
                <a:off x="2596250" y="4645850"/>
                <a:ext cx="96325" cy="29350"/>
              </a:xfrm>
              <a:custGeom>
                <a:rect b="b" l="l" r="r" t="t"/>
                <a:pathLst>
                  <a:path extrusionOk="0" h="1174" w="3853">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9"/>
              <p:cNvSpPr/>
              <p:nvPr/>
            </p:nvSpPr>
            <p:spPr>
              <a:xfrm>
                <a:off x="2776050" y="4645850"/>
                <a:ext cx="95950" cy="29350"/>
              </a:xfrm>
              <a:custGeom>
                <a:rect b="b" l="l" r="r" t="t"/>
                <a:pathLst>
                  <a:path extrusionOk="0" h="1174" w="3838">
                    <a:moveTo>
                      <a:pt x="587" y="0"/>
                    </a:moveTo>
                    <a:cubicBezTo>
                      <a:pt x="256" y="0"/>
                      <a:pt x="0" y="256"/>
                      <a:pt x="0" y="587"/>
                    </a:cubicBezTo>
                    <a:cubicBezTo>
                      <a:pt x="0" y="903"/>
                      <a:pt x="256" y="1174"/>
                      <a:pt x="587" y="1174"/>
                    </a:cubicBezTo>
                    <a:lnTo>
                      <a:pt x="3265" y="1174"/>
                    </a:lnTo>
                    <a:cubicBezTo>
                      <a:pt x="3581" y="1174"/>
                      <a:pt x="3837" y="903"/>
                      <a:pt x="3837" y="587"/>
                    </a:cubicBezTo>
                    <a:cubicBezTo>
                      <a:pt x="3837"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9"/>
              <p:cNvSpPr/>
              <p:nvPr/>
            </p:nvSpPr>
            <p:spPr>
              <a:xfrm>
                <a:off x="2955850" y="4645850"/>
                <a:ext cx="95925" cy="29350"/>
              </a:xfrm>
              <a:custGeom>
                <a:rect b="b" l="l" r="r" t="t"/>
                <a:pathLst>
                  <a:path extrusionOk="0" h="1174" w="3837">
                    <a:moveTo>
                      <a:pt x="587" y="0"/>
                    </a:moveTo>
                    <a:cubicBezTo>
                      <a:pt x="256" y="0"/>
                      <a:pt x="0" y="256"/>
                      <a:pt x="0" y="587"/>
                    </a:cubicBezTo>
                    <a:cubicBezTo>
                      <a:pt x="0" y="903"/>
                      <a:pt x="256" y="1174"/>
                      <a:pt x="587" y="1174"/>
                    </a:cubicBezTo>
                    <a:lnTo>
                      <a:pt x="3250" y="1174"/>
                    </a:lnTo>
                    <a:cubicBezTo>
                      <a:pt x="3581" y="1174"/>
                      <a:pt x="3837" y="903"/>
                      <a:pt x="3837" y="587"/>
                    </a:cubicBezTo>
                    <a:cubicBezTo>
                      <a:pt x="3837" y="256"/>
                      <a:pt x="3581" y="0"/>
                      <a:pt x="3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9"/>
              <p:cNvSpPr/>
              <p:nvPr/>
            </p:nvSpPr>
            <p:spPr>
              <a:xfrm>
                <a:off x="3135275"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96" y="1174"/>
                      <a:pt x="3852" y="903"/>
                      <a:pt x="3852" y="587"/>
                    </a:cubicBezTo>
                    <a:cubicBezTo>
                      <a:pt x="3852" y="256"/>
                      <a:pt x="3596"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9"/>
              <p:cNvSpPr/>
              <p:nvPr/>
            </p:nvSpPr>
            <p:spPr>
              <a:xfrm>
                <a:off x="3315050"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9"/>
              <p:cNvSpPr/>
              <p:nvPr/>
            </p:nvSpPr>
            <p:spPr>
              <a:xfrm>
                <a:off x="3494850" y="4645850"/>
                <a:ext cx="96325" cy="29350"/>
              </a:xfrm>
              <a:custGeom>
                <a:rect b="b" l="l" r="r" t="t"/>
                <a:pathLst>
                  <a:path extrusionOk="0" h="1174" w="3853">
                    <a:moveTo>
                      <a:pt x="588" y="0"/>
                    </a:moveTo>
                    <a:cubicBezTo>
                      <a:pt x="272" y="0"/>
                      <a:pt x="1" y="256"/>
                      <a:pt x="1" y="587"/>
                    </a:cubicBezTo>
                    <a:cubicBezTo>
                      <a:pt x="1" y="903"/>
                      <a:pt x="272"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9"/>
              <p:cNvSpPr/>
              <p:nvPr/>
            </p:nvSpPr>
            <p:spPr>
              <a:xfrm>
                <a:off x="3674650" y="4645850"/>
                <a:ext cx="95950" cy="29350"/>
              </a:xfrm>
              <a:custGeom>
                <a:rect b="b" l="l" r="r" t="t"/>
                <a:pathLst>
                  <a:path extrusionOk="0" h="1174" w="3838">
                    <a:moveTo>
                      <a:pt x="588" y="0"/>
                    </a:moveTo>
                    <a:cubicBezTo>
                      <a:pt x="257" y="0"/>
                      <a:pt x="1" y="256"/>
                      <a:pt x="1" y="587"/>
                    </a:cubicBezTo>
                    <a:cubicBezTo>
                      <a:pt x="1" y="903"/>
                      <a:pt x="257" y="1174"/>
                      <a:pt x="588"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9"/>
              <p:cNvSpPr/>
              <p:nvPr/>
            </p:nvSpPr>
            <p:spPr>
              <a:xfrm>
                <a:off x="3854450" y="4645850"/>
                <a:ext cx="95950" cy="29350"/>
              </a:xfrm>
              <a:custGeom>
                <a:rect b="b" l="l" r="r" t="t"/>
                <a:pathLst>
                  <a:path extrusionOk="0" h="1174" w="3838">
                    <a:moveTo>
                      <a:pt x="572" y="0"/>
                    </a:moveTo>
                    <a:cubicBezTo>
                      <a:pt x="256" y="0"/>
                      <a:pt x="1" y="256"/>
                      <a:pt x="1" y="587"/>
                    </a:cubicBezTo>
                    <a:cubicBezTo>
                      <a:pt x="1" y="903"/>
                      <a:pt x="256" y="1174"/>
                      <a:pt x="572"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9"/>
              <p:cNvSpPr/>
              <p:nvPr/>
            </p:nvSpPr>
            <p:spPr>
              <a:xfrm>
                <a:off x="4212175" y="4645850"/>
                <a:ext cx="96300" cy="29350"/>
              </a:xfrm>
              <a:custGeom>
                <a:rect b="b" l="l" r="r" t="t"/>
                <a:pathLst>
                  <a:path extrusionOk="0" h="1174" w="3852">
                    <a:moveTo>
                      <a:pt x="587" y="0"/>
                    </a:moveTo>
                    <a:cubicBezTo>
                      <a:pt x="271" y="0"/>
                      <a:pt x="0" y="256"/>
                      <a:pt x="0" y="587"/>
                    </a:cubicBezTo>
                    <a:cubicBezTo>
                      <a:pt x="0"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9"/>
              <p:cNvSpPr/>
              <p:nvPr/>
            </p:nvSpPr>
            <p:spPr>
              <a:xfrm>
                <a:off x="4390450" y="4645850"/>
                <a:ext cx="96325" cy="29350"/>
              </a:xfrm>
              <a:custGeom>
                <a:rect b="b" l="l" r="r" t="t"/>
                <a:pathLst>
                  <a:path extrusionOk="0" h="1174" w="3853">
                    <a:moveTo>
                      <a:pt x="588" y="0"/>
                    </a:moveTo>
                    <a:cubicBezTo>
                      <a:pt x="257" y="0"/>
                      <a:pt x="1" y="256"/>
                      <a:pt x="1" y="587"/>
                    </a:cubicBezTo>
                    <a:cubicBezTo>
                      <a:pt x="1" y="903"/>
                      <a:pt x="257" y="1174"/>
                      <a:pt x="588" y="1174"/>
                    </a:cubicBezTo>
                    <a:lnTo>
                      <a:pt x="3266" y="1174"/>
                    </a:lnTo>
                    <a:cubicBezTo>
                      <a:pt x="3582" y="1174"/>
                      <a:pt x="3853" y="903"/>
                      <a:pt x="3853" y="587"/>
                    </a:cubicBezTo>
                    <a:cubicBezTo>
                      <a:pt x="3853" y="256"/>
                      <a:pt x="3582" y="0"/>
                      <a:pt x="3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9"/>
              <p:cNvSpPr/>
              <p:nvPr/>
            </p:nvSpPr>
            <p:spPr>
              <a:xfrm>
                <a:off x="4568750" y="4645850"/>
                <a:ext cx="95950" cy="29350"/>
              </a:xfrm>
              <a:custGeom>
                <a:rect b="b" l="l" r="r" t="t"/>
                <a:pathLst>
                  <a:path extrusionOk="0" h="1174" w="3838">
                    <a:moveTo>
                      <a:pt x="587" y="0"/>
                    </a:moveTo>
                    <a:cubicBezTo>
                      <a:pt x="256" y="0"/>
                      <a:pt x="1" y="256"/>
                      <a:pt x="1" y="587"/>
                    </a:cubicBezTo>
                    <a:cubicBezTo>
                      <a:pt x="1" y="903"/>
                      <a:pt x="256" y="1174"/>
                      <a:pt x="587" y="1174"/>
                    </a:cubicBezTo>
                    <a:lnTo>
                      <a:pt x="3251" y="1174"/>
                    </a:lnTo>
                    <a:cubicBezTo>
                      <a:pt x="3582" y="1174"/>
                      <a:pt x="3837" y="903"/>
                      <a:pt x="3837" y="587"/>
                    </a:cubicBezTo>
                    <a:cubicBezTo>
                      <a:pt x="3837" y="256"/>
                      <a:pt x="3582" y="0"/>
                      <a:pt x="3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9"/>
              <p:cNvSpPr/>
              <p:nvPr/>
            </p:nvSpPr>
            <p:spPr>
              <a:xfrm>
                <a:off x="4033875" y="4645850"/>
                <a:ext cx="96325" cy="29350"/>
              </a:xfrm>
              <a:custGeom>
                <a:rect b="b" l="l" r="r" t="t"/>
                <a:pathLst>
                  <a:path extrusionOk="0" h="1174" w="3853">
                    <a:moveTo>
                      <a:pt x="587" y="0"/>
                    </a:moveTo>
                    <a:cubicBezTo>
                      <a:pt x="271" y="0"/>
                      <a:pt x="1" y="256"/>
                      <a:pt x="1" y="587"/>
                    </a:cubicBezTo>
                    <a:cubicBezTo>
                      <a:pt x="1" y="903"/>
                      <a:pt x="271" y="1174"/>
                      <a:pt x="587" y="1174"/>
                    </a:cubicBezTo>
                    <a:lnTo>
                      <a:pt x="3265" y="1174"/>
                    </a:lnTo>
                    <a:cubicBezTo>
                      <a:pt x="3581" y="1174"/>
                      <a:pt x="3852" y="903"/>
                      <a:pt x="3852" y="587"/>
                    </a:cubicBezTo>
                    <a:cubicBezTo>
                      <a:pt x="3852" y="256"/>
                      <a:pt x="3581"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05" name="Google Shape;2405;p49"/>
          <p:cNvSpPr/>
          <p:nvPr/>
        </p:nvSpPr>
        <p:spPr>
          <a:xfrm>
            <a:off x="2811893" y="357100"/>
            <a:ext cx="1357395" cy="1357365"/>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9"/>
          <p:cNvSpPr/>
          <p:nvPr/>
        </p:nvSpPr>
        <p:spPr>
          <a:xfrm rot="10800000">
            <a:off x="0" y="48322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9"/>
          <p:cNvSpPr/>
          <p:nvPr/>
        </p:nvSpPr>
        <p:spPr>
          <a:xfrm flipH="1">
            <a:off x="2193625" y="1840200"/>
            <a:ext cx="3038100" cy="371398"/>
          </a:xfrm>
          <a:custGeom>
            <a:rect b="b" l="l" r="r" t="t"/>
            <a:pathLst>
              <a:path extrusionOk="0" h="3422" w="121524">
                <a:moveTo>
                  <a:pt x="3293" y="2318"/>
                </a:moveTo>
                <a:cubicBezTo>
                  <a:pt x="8457" y="2218"/>
                  <a:pt x="15016" y="977"/>
                  <a:pt x="19888" y="1351"/>
                </a:cubicBezTo>
                <a:cubicBezTo>
                  <a:pt x="28034" y="1981"/>
                  <a:pt x="29758" y="147"/>
                  <a:pt x="36801" y="630"/>
                </a:cubicBezTo>
                <a:cubicBezTo>
                  <a:pt x="44966" y="1233"/>
                  <a:pt x="55457" y="1324"/>
                  <a:pt x="61551" y="1160"/>
                </a:cubicBezTo>
                <a:cubicBezTo>
                  <a:pt x="69068" y="968"/>
                  <a:pt x="74231" y="1"/>
                  <a:pt x="81438" y="776"/>
                </a:cubicBezTo>
                <a:cubicBezTo>
                  <a:pt x="84878" y="1160"/>
                  <a:pt x="81119" y="1835"/>
                  <a:pt x="90680" y="1114"/>
                </a:cubicBezTo>
                <a:cubicBezTo>
                  <a:pt x="94292" y="840"/>
                  <a:pt x="95688" y="822"/>
                  <a:pt x="99912" y="968"/>
                </a:cubicBezTo>
                <a:cubicBezTo>
                  <a:pt x="107119" y="1260"/>
                  <a:pt x="115575" y="1114"/>
                  <a:pt x="121523" y="1260"/>
                </a:cubicBezTo>
                <a:cubicBezTo>
                  <a:pt x="116670" y="1451"/>
                  <a:pt x="103515" y="1160"/>
                  <a:pt x="95378" y="1689"/>
                </a:cubicBezTo>
                <a:cubicBezTo>
                  <a:pt x="85352" y="2263"/>
                  <a:pt x="79559" y="2555"/>
                  <a:pt x="69378" y="2072"/>
                </a:cubicBezTo>
                <a:cubicBezTo>
                  <a:pt x="61387" y="1643"/>
                  <a:pt x="51680" y="1497"/>
                  <a:pt x="43534" y="1789"/>
                </a:cubicBezTo>
                <a:cubicBezTo>
                  <a:pt x="34767" y="2026"/>
                  <a:pt x="30068" y="3422"/>
                  <a:pt x="20672" y="2647"/>
                </a:cubicBezTo>
                <a:cubicBezTo>
                  <a:pt x="16448" y="2263"/>
                  <a:pt x="14879" y="2263"/>
                  <a:pt x="10646" y="2364"/>
                </a:cubicBezTo>
                <a:cubicBezTo>
                  <a:pt x="7827" y="2409"/>
                  <a:pt x="4388" y="2510"/>
                  <a:pt x="0" y="245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9"/>
          <p:cNvSpPr/>
          <p:nvPr/>
        </p:nvSpPr>
        <p:spPr>
          <a:xfrm flipH="1" rot="-2231248">
            <a:off x="462693" y="610710"/>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9"/>
          <p:cNvSpPr/>
          <p:nvPr/>
        </p:nvSpPr>
        <p:spPr>
          <a:xfrm flipH="1" rot="-2231248">
            <a:off x="1387068" y="8370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9"/>
          <p:cNvSpPr/>
          <p:nvPr/>
        </p:nvSpPr>
        <p:spPr>
          <a:xfrm flipH="1" rot="-2231248">
            <a:off x="1259493" y="169553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1" name="Google Shape;2411;p49"/>
          <p:cNvGrpSpPr/>
          <p:nvPr/>
        </p:nvGrpSpPr>
        <p:grpSpPr>
          <a:xfrm>
            <a:off x="649349" y="4019912"/>
            <a:ext cx="3269777" cy="772427"/>
            <a:chOff x="3962175" y="2857795"/>
            <a:chExt cx="3075700" cy="726580"/>
          </a:xfrm>
        </p:grpSpPr>
        <p:sp>
          <p:nvSpPr>
            <p:cNvPr id="2412" name="Google Shape;2412;p49"/>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9"/>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9"/>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9"/>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9"/>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9"/>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9"/>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9"/>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9"/>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9"/>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9"/>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9"/>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9"/>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9"/>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9"/>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9"/>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9"/>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9"/>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9"/>
            <p:cNvSpPr/>
            <p:nvPr/>
          </p:nvSpPr>
          <p:spPr>
            <a:xfrm>
              <a:off x="4046545" y="2857795"/>
              <a:ext cx="2817428" cy="356671"/>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4" name="Shape 2434"/>
        <p:cNvGrpSpPr/>
        <p:nvPr/>
      </p:nvGrpSpPr>
      <p:grpSpPr>
        <a:xfrm>
          <a:off x="0" y="0"/>
          <a:ext cx="0" cy="0"/>
          <a:chOff x="0" y="0"/>
          <a:chExt cx="0" cy="0"/>
        </a:xfrm>
      </p:grpSpPr>
      <p:sp>
        <p:nvSpPr>
          <p:cNvPr id="2435" name="Google Shape;2435;p50"/>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Alternative resources</a:t>
            </a:r>
            <a:endParaRPr>
              <a:solidFill>
                <a:schemeClr val="dk1"/>
              </a:solidFill>
            </a:endParaRPr>
          </a:p>
        </p:txBody>
      </p:sp>
      <p:sp>
        <p:nvSpPr>
          <p:cNvPr id="2436" name="Google Shape;2436;p50"/>
          <p:cNvSpPr txBox="1"/>
          <p:nvPr>
            <p:ph idx="1" type="body"/>
          </p:nvPr>
        </p:nvSpPr>
        <p:spPr>
          <a:xfrm>
            <a:off x="720025" y="1254600"/>
            <a:ext cx="7717500" cy="98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317500" lvl="0" marL="457200" rtl="0" algn="l">
              <a:spcBef>
                <a:spcPts val="1000"/>
              </a:spcBef>
              <a:spcAft>
                <a:spcPts val="0"/>
              </a:spcAft>
              <a:buClr>
                <a:schemeClr val="dk1"/>
              </a:buClr>
              <a:buSzPts val="1400"/>
              <a:buChar char="●"/>
            </a:pPr>
            <a:r>
              <a:rPr lang="en">
                <a:uFill>
                  <a:noFill/>
                </a:uFill>
                <a:hlinkClick r:id="rId3"/>
              </a:rPr>
              <a:t>Set of train silhouettes</a:t>
            </a:r>
            <a:endParaRPr/>
          </a:p>
        </p:txBody>
      </p:sp>
      <p:grpSp>
        <p:nvGrpSpPr>
          <p:cNvPr id="2437" name="Google Shape;2437;p50"/>
          <p:cNvGrpSpPr/>
          <p:nvPr/>
        </p:nvGrpSpPr>
        <p:grpSpPr>
          <a:xfrm>
            <a:off x="1116527" y="2428184"/>
            <a:ext cx="3107157" cy="266377"/>
            <a:chOff x="1555900" y="1202400"/>
            <a:chExt cx="4590275" cy="393525"/>
          </a:xfrm>
        </p:grpSpPr>
        <p:sp>
          <p:nvSpPr>
            <p:cNvPr id="2438" name="Google Shape;2438;p50"/>
            <p:cNvSpPr/>
            <p:nvPr/>
          </p:nvSpPr>
          <p:spPr>
            <a:xfrm>
              <a:off x="5200650" y="1334600"/>
              <a:ext cx="136000" cy="104675"/>
            </a:xfrm>
            <a:custGeom>
              <a:rect b="b" l="l" r="r" t="t"/>
              <a:pathLst>
                <a:path extrusionOk="0" h="4187" w="5440">
                  <a:moveTo>
                    <a:pt x="1" y="1"/>
                  </a:moveTo>
                  <a:lnTo>
                    <a:pt x="1" y="4186"/>
                  </a:lnTo>
                  <a:lnTo>
                    <a:pt x="5439" y="4186"/>
                  </a:lnTo>
                  <a:lnTo>
                    <a:pt x="54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0"/>
            <p:cNvSpPr/>
            <p:nvPr/>
          </p:nvSpPr>
          <p:spPr>
            <a:xfrm>
              <a:off x="3477600" y="1334600"/>
              <a:ext cx="135975" cy="104675"/>
            </a:xfrm>
            <a:custGeom>
              <a:rect b="b" l="l" r="r" t="t"/>
              <a:pathLst>
                <a:path extrusionOk="0" h="4187" w="5439">
                  <a:moveTo>
                    <a:pt x="0" y="1"/>
                  </a:moveTo>
                  <a:lnTo>
                    <a:pt x="0" y="4186"/>
                  </a:lnTo>
                  <a:lnTo>
                    <a:pt x="5439" y="4186"/>
                  </a:lnTo>
                  <a:lnTo>
                    <a:pt x="54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0"/>
            <p:cNvSpPr/>
            <p:nvPr/>
          </p:nvSpPr>
          <p:spPr>
            <a:xfrm>
              <a:off x="2485725" y="1491250"/>
              <a:ext cx="271325" cy="104675"/>
            </a:xfrm>
            <a:custGeom>
              <a:rect b="b" l="l" r="r" t="t"/>
              <a:pathLst>
                <a:path extrusionOk="0" h="4187" w="10853">
                  <a:moveTo>
                    <a:pt x="1" y="1"/>
                  </a:moveTo>
                  <a:lnTo>
                    <a:pt x="1" y="4186"/>
                  </a:lnTo>
                  <a:lnTo>
                    <a:pt x="10853" y="4186"/>
                  </a:lnTo>
                  <a:lnTo>
                    <a:pt x="108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0"/>
            <p:cNvSpPr/>
            <p:nvPr/>
          </p:nvSpPr>
          <p:spPr>
            <a:xfrm>
              <a:off x="1604150" y="1202400"/>
              <a:ext cx="1900400" cy="347775"/>
            </a:xfrm>
            <a:custGeom>
              <a:rect b="b" l="l" r="r" t="t"/>
              <a:pathLst>
                <a:path extrusionOk="0" h="13911" w="76016">
                  <a:moveTo>
                    <a:pt x="9524" y="1"/>
                  </a:moveTo>
                  <a:cubicBezTo>
                    <a:pt x="4386" y="1"/>
                    <a:pt x="0" y="8923"/>
                    <a:pt x="0" y="8923"/>
                  </a:cubicBezTo>
                  <a:lnTo>
                    <a:pt x="101" y="13910"/>
                  </a:lnTo>
                  <a:lnTo>
                    <a:pt x="75866" y="13910"/>
                  </a:lnTo>
                  <a:lnTo>
                    <a:pt x="76016" y="151"/>
                  </a:lnTo>
                  <a:cubicBezTo>
                    <a:pt x="76016" y="151"/>
                    <a:pt x="14637" y="1"/>
                    <a:pt x="95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0"/>
            <p:cNvSpPr/>
            <p:nvPr/>
          </p:nvSpPr>
          <p:spPr>
            <a:xfrm>
              <a:off x="2025825" y="1334600"/>
              <a:ext cx="209300" cy="136000"/>
            </a:xfrm>
            <a:custGeom>
              <a:rect b="b" l="l" r="r" t="t"/>
              <a:pathLst>
                <a:path extrusionOk="0" h="5440" w="8372">
                  <a:moveTo>
                    <a:pt x="853" y="1"/>
                  </a:moveTo>
                  <a:cubicBezTo>
                    <a:pt x="377" y="1"/>
                    <a:pt x="1" y="377"/>
                    <a:pt x="1" y="828"/>
                  </a:cubicBezTo>
                  <a:lnTo>
                    <a:pt x="1" y="4587"/>
                  </a:lnTo>
                  <a:cubicBezTo>
                    <a:pt x="1" y="5064"/>
                    <a:pt x="377" y="5440"/>
                    <a:pt x="853" y="5440"/>
                  </a:cubicBezTo>
                  <a:lnTo>
                    <a:pt x="7520" y="5440"/>
                  </a:lnTo>
                  <a:cubicBezTo>
                    <a:pt x="7996" y="5440"/>
                    <a:pt x="8372" y="5064"/>
                    <a:pt x="8372" y="4587"/>
                  </a:cubicBezTo>
                  <a:lnTo>
                    <a:pt x="8372" y="828"/>
                  </a:lnTo>
                  <a:cubicBezTo>
                    <a:pt x="8372" y="377"/>
                    <a:pt x="7996" y="1"/>
                    <a:pt x="7520"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0"/>
            <p:cNvSpPr/>
            <p:nvPr/>
          </p:nvSpPr>
          <p:spPr>
            <a:xfrm>
              <a:off x="2276450" y="1334600"/>
              <a:ext cx="209300" cy="136000"/>
            </a:xfrm>
            <a:custGeom>
              <a:rect b="b" l="l" r="r" t="t"/>
              <a:pathLst>
                <a:path extrusionOk="0" h="5440" w="8372">
                  <a:moveTo>
                    <a:pt x="853" y="1"/>
                  </a:moveTo>
                  <a:cubicBezTo>
                    <a:pt x="377" y="1"/>
                    <a:pt x="1" y="377"/>
                    <a:pt x="1" y="828"/>
                  </a:cubicBezTo>
                  <a:lnTo>
                    <a:pt x="1" y="4587"/>
                  </a:lnTo>
                  <a:cubicBezTo>
                    <a:pt x="1" y="5064"/>
                    <a:pt x="377" y="5440"/>
                    <a:pt x="853" y="5440"/>
                  </a:cubicBezTo>
                  <a:lnTo>
                    <a:pt x="7520" y="5440"/>
                  </a:lnTo>
                  <a:cubicBezTo>
                    <a:pt x="7996" y="5440"/>
                    <a:pt x="8372" y="5064"/>
                    <a:pt x="8372" y="4587"/>
                  </a:cubicBezTo>
                  <a:lnTo>
                    <a:pt x="8372" y="828"/>
                  </a:lnTo>
                  <a:cubicBezTo>
                    <a:pt x="8372" y="377"/>
                    <a:pt x="7996" y="1"/>
                    <a:pt x="7520"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0"/>
            <p:cNvSpPr/>
            <p:nvPr/>
          </p:nvSpPr>
          <p:spPr>
            <a:xfrm>
              <a:off x="2767700" y="1334600"/>
              <a:ext cx="208650" cy="136000"/>
            </a:xfrm>
            <a:custGeom>
              <a:rect b="b" l="l" r="r" t="t"/>
              <a:pathLst>
                <a:path extrusionOk="0" h="5440" w="8346">
                  <a:moveTo>
                    <a:pt x="827" y="1"/>
                  </a:moveTo>
                  <a:cubicBezTo>
                    <a:pt x="376" y="1"/>
                    <a:pt x="0" y="377"/>
                    <a:pt x="0" y="828"/>
                  </a:cubicBezTo>
                  <a:lnTo>
                    <a:pt x="0" y="4587"/>
                  </a:lnTo>
                  <a:cubicBezTo>
                    <a:pt x="0" y="5064"/>
                    <a:pt x="376" y="5440"/>
                    <a:pt x="827" y="5440"/>
                  </a:cubicBezTo>
                  <a:lnTo>
                    <a:pt x="7519" y="5440"/>
                  </a:lnTo>
                  <a:cubicBezTo>
                    <a:pt x="7970" y="5440"/>
                    <a:pt x="8346" y="5064"/>
                    <a:pt x="8346" y="4587"/>
                  </a:cubicBezTo>
                  <a:lnTo>
                    <a:pt x="8346" y="828"/>
                  </a:lnTo>
                  <a:cubicBezTo>
                    <a:pt x="8346" y="377"/>
                    <a:pt x="7970" y="1"/>
                    <a:pt x="7519"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0"/>
            <p:cNvSpPr/>
            <p:nvPr/>
          </p:nvSpPr>
          <p:spPr>
            <a:xfrm>
              <a:off x="3018325" y="1334600"/>
              <a:ext cx="208675" cy="136000"/>
            </a:xfrm>
            <a:custGeom>
              <a:rect b="b" l="l" r="r" t="t"/>
              <a:pathLst>
                <a:path extrusionOk="0" h="5440" w="8347">
                  <a:moveTo>
                    <a:pt x="827" y="1"/>
                  </a:moveTo>
                  <a:cubicBezTo>
                    <a:pt x="376" y="1"/>
                    <a:pt x="0" y="377"/>
                    <a:pt x="0" y="828"/>
                  </a:cubicBezTo>
                  <a:lnTo>
                    <a:pt x="0" y="4587"/>
                  </a:lnTo>
                  <a:cubicBezTo>
                    <a:pt x="0" y="5064"/>
                    <a:pt x="376" y="5440"/>
                    <a:pt x="827" y="5440"/>
                  </a:cubicBezTo>
                  <a:lnTo>
                    <a:pt x="7519" y="5440"/>
                  </a:lnTo>
                  <a:cubicBezTo>
                    <a:pt x="7970" y="5440"/>
                    <a:pt x="8346" y="5064"/>
                    <a:pt x="8346" y="4587"/>
                  </a:cubicBezTo>
                  <a:lnTo>
                    <a:pt x="8346" y="828"/>
                  </a:lnTo>
                  <a:cubicBezTo>
                    <a:pt x="8346" y="377"/>
                    <a:pt x="7970" y="1"/>
                    <a:pt x="7519"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0"/>
            <p:cNvSpPr/>
            <p:nvPr/>
          </p:nvSpPr>
          <p:spPr>
            <a:xfrm>
              <a:off x="3258300" y="1334600"/>
              <a:ext cx="208675" cy="136000"/>
            </a:xfrm>
            <a:custGeom>
              <a:rect b="b" l="l" r="r" t="t"/>
              <a:pathLst>
                <a:path extrusionOk="0" h="5440" w="8347">
                  <a:moveTo>
                    <a:pt x="827" y="1"/>
                  </a:moveTo>
                  <a:cubicBezTo>
                    <a:pt x="376" y="1"/>
                    <a:pt x="0" y="377"/>
                    <a:pt x="0" y="828"/>
                  </a:cubicBezTo>
                  <a:lnTo>
                    <a:pt x="0" y="4587"/>
                  </a:lnTo>
                  <a:cubicBezTo>
                    <a:pt x="0" y="5064"/>
                    <a:pt x="376" y="5440"/>
                    <a:pt x="827" y="5440"/>
                  </a:cubicBezTo>
                  <a:lnTo>
                    <a:pt x="7519" y="5440"/>
                  </a:lnTo>
                  <a:cubicBezTo>
                    <a:pt x="7970" y="5440"/>
                    <a:pt x="8346" y="5064"/>
                    <a:pt x="8346" y="4587"/>
                  </a:cubicBezTo>
                  <a:lnTo>
                    <a:pt x="8346" y="828"/>
                  </a:lnTo>
                  <a:cubicBezTo>
                    <a:pt x="8346" y="377"/>
                    <a:pt x="7970" y="1"/>
                    <a:pt x="7519"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0"/>
            <p:cNvSpPr/>
            <p:nvPr/>
          </p:nvSpPr>
          <p:spPr>
            <a:xfrm>
              <a:off x="2527075" y="1261300"/>
              <a:ext cx="94025" cy="292625"/>
            </a:xfrm>
            <a:custGeom>
              <a:rect b="b" l="l" r="r" t="t"/>
              <a:pathLst>
                <a:path extrusionOk="0" h="11705" w="3761">
                  <a:moveTo>
                    <a:pt x="1" y="1"/>
                  </a:moveTo>
                  <a:lnTo>
                    <a:pt x="1" y="11705"/>
                  </a:lnTo>
                  <a:lnTo>
                    <a:pt x="3760" y="11705"/>
                  </a:lnTo>
                  <a:lnTo>
                    <a:pt x="3760"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0"/>
            <p:cNvSpPr/>
            <p:nvPr/>
          </p:nvSpPr>
          <p:spPr>
            <a:xfrm>
              <a:off x="2542125" y="1271950"/>
              <a:ext cx="73325" cy="153525"/>
            </a:xfrm>
            <a:custGeom>
              <a:rect b="b" l="l" r="r" t="t"/>
              <a:pathLst>
                <a:path extrusionOk="0" h="6141" w="2933">
                  <a:moveTo>
                    <a:pt x="0" y="1"/>
                  </a:moveTo>
                  <a:lnTo>
                    <a:pt x="0" y="6141"/>
                  </a:lnTo>
                  <a:lnTo>
                    <a:pt x="2933" y="6141"/>
                  </a:lnTo>
                  <a:lnTo>
                    <a:pt x="2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0"/>
            <p:cNvSpPr/>
            <p:nvPr/>
          </p:nvSpPr>
          <p:spPr>
            <a:xfrm>
              <a:off x="2621075" y="1261300"/>
              <a:ext cx="94000" cy="292625"/>
            </a:xfrm>
            <a:custGeom>
              <a:rect b="b" l="l" r="r" t="t"/>
              <a:pathLst>
                <a:path extrusionOk="0" h="11705" w="3760">
                  <a:moveTo>
                    <a:pt x="0" y="1"/>
                  </a:moveTo>
                  <a:lnTo>
                    <a:pt x="0" y="11705"/>
                  </a:lnTo>
                  <a:lnTo>
                    <a:pt x="3760" y="11705"/>
                  </a:lnTo>
                  <a:lnTo>
                    <a:pt x="3760"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0"/>
            <p:cNvSpPr/>
            <p:nvPr/>
          </p:nvSpPr>
          <p:spPr>
            <a:xfrm>
              <a:off x="2636100" y="1271950"/>
              <a:ext cx="73350" cy="153525"/>
            </a:xfrm>
            <a:custGeom>
              <a:rect b="b" l="l" r="r" t="t"/>
              <a:pathLst>
                <a:path extrusionOk="0" h="6141" w="2934">
                  <a:moveTo>
                    <a:pt x="1" y="1"/>
                  </a:moveTo>
                  <a:lnTo>
                    <a:pt x="1" y="6141"/>
                  </a:lnTo>
                  <a:lnTo>
                    <a:pt x="2933" y="6141"/>
                  </a:lnTo>
                  <a:lnTo>
                    <a:pt x="2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0"/>
            <p:cNvSpPr/>
            <p:nvPr/>
          </p:nvSpPr>
          <p:spPr>
            <a:xfrm>
              <a:off x="1555900" y="1449275"/>
              <a:ext cx="31350" cy="83975"/>
            </a:xfrm>
            <a:custGeom>
              <a:rect b="b" l="l" r="r" t="t"/>
              <a:pathLst>
                <a:path extrusionOk="0" h="3359" w="1254">
                  <a:moveTo>
                    <a:pt x="1" y="0"/>
                  </a:moveTo>
                  <a:lnTo>
                    <a:pt x="1" y="3359"/>
                  </a:lnTo>
                  <a:lnTo>
                    <a:pt x="1254" y="3359"/>
                  </a:lnTo>
                  <a:lnTo>
                    <a:pt x="1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0"/>
            <p:cNvSpPr/>
            <p:nvPr/>
          </p:nvSpPr>
          <p:spPr>
            <a:xfrm>
              <a:off x="1566550" y="1470575"/>
              <a:ext cx="83375" cy="31350"/>
            </a:xfrm>
            <a:custGeom>
              <a:rect b="b" l="l" r="r" t="t"/>
              <a:pathLst>
                <a:path extrusionOk="0" h="1254" w="3335">
                  <a:moveTo>
                    <a:pt x="1" y="1"/>
                  </a:moveTo>
                  <a:lnTo>
                    <a:pt x="1" y="1254"/>
                  </a:lnTo>
                  <a:lnTo>
                    <a:pt x="3334" y="1254"/>
                  </a:lnTo>
                  <a:lnTo>
                    <a:pt x="33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0"/>
            <p:cNvSpPr/>
            <p:nvPr/>
          </p:nvSpPr>
          <p:spPr>
            <a:xfrm>
              <a:off x="1629200" y="1491250"/>
              <a:ext cx="271350" cy="104675"/>
            </a:xfrm>
            <a:custGeom>
              <a:rect b="b" l="l" r="r" t="t"/>
              <a:pathLst>
                <a:path extrusionOk="0" h="4187" w="10854">
                  <a:moveTo>
                    <a:pt x="1" y="1"/>
                  </a:moveTo>
                  <a:lnTo>
                    <a:pt x="1" y="4186"/>
                  </a:lnTo>
                  <a:lnTo>
                    <a:pt x="10853" y="4186"/>
                  </a:lnTo>
                  <a:lnTo>
                    <a:pt x="108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0"/>
            <p:cNvSpPr/>
            <p:nvPr/>
          </p:nvSpPr>
          <p:spPr>
            <a:xfrm>
              <a:off x="1931225" y="1509425"/>
              <a:ext cx="86475" cy="86500"/>
            </a:xfrm>
            <a:custGeom>
              <a:rect b="b" l="l" r="r" t="t"/>
              <a:pathLst>
                <a:path extrusionOk="0" h="3460" w="3459">
                  <a:moveTo>
                    <a:pt x="1730" y="0"/>
                  </a:moveTo>
                  <a:cubicBezTo>
                    <a:pt x="777" y="0"/>
                    <a:pt x="0" y="752"/>
                    <a:pt x="0" y="1730"/>
                  </a:cubicBezTo>
                  <a:cubicBezTo>
                    <a:pt x="0" y="2682"/>
                    <a:pt x="777" y="3459"/>
                    <a:pt x="1730" y="3459"/>
                  </a:cubicBezTo>
                  <a:cubicBezTo>
                    <a:pt x="2682" y="3459"/>
                    <a:pt x="3459" y="2682"/>
                    <a:pt x="3459" y="1730"/>
                  </a:cubicBezTo>
                  <a:cubicBezTo>
                    <a:pt x="3459" y="752"/>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0"/>
            <p:cNvSpPr/>
            <p:nvPr/>
          </p:nvSpPr>
          <p:spPr>
            <a:xfrm>
              <a:off x="2045875" y="1509425"/>
              <a:ext cx="86500" cy="86500"/>
            </a:xfrm>
            <a:custGeom>
              <a:rect b="b" l="l" r="r" t="t"/>
              <a:pathLst>
                <a:path extrusionOk="0" h="3460" w="3460">
                  <a:moveTo>
                    <a:pt x="1730" y="0"/>
                  </a:moveTo>
                  <a:cubicBezTo>
                    <a:pt x="778" y="0"/>
                    <a:pt x="1" y="752"/>
                    <a:pt x="1" y="1730"/>
                  </a:cubicBezTo>
                  <a:cubicBezTo>
                    <a:pt x="1" y="2682"/>
                    <a:pt x="778" y="3459"/>
                    <a:pt x="1730" y="3459"/>
                  </a:cubicBezTo>
                  <a:cubicBezTo>
                    <a:pt x="2682" y="3459"/>
                    <a:pt x="3459" y="2682"/>
                    <a:pt x="3459" y="1730"/>
                  </a:cubicBezTo>
                  <a:cubicBezTo>
                    <a:pt x="3459" y="752"/>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0"/>
            <p:cNvSpPr/>
            <p:nvPr/>
          </p:nvSpPr>
          <p:spPr>
            <a:xfrm>
              <a:off x="2213175" y="1509425"/>
              <a:ext cx="86500" cy="86500"/>
            </a:xfrm>
            <a:custGeom>
              <a:rect b="b" l="l" r="r" t="t"/>
              <a:pathLst>
                <a:path extrusionOk="0" h="3460" w="3460">
                  <a:moveTo>
                    <a:pt x="1730" y="0"/>
                  </a:moveTo>
                  <a:cubicBezTo>
                    <a:pt x="777" y="0"/>
                    <a:pt x="0" y="752"/>
                    <a:pt x="0" y="1730"/>
                  </a:cubicBezTo>
                  <a:cubicBezTo>
                    <a:pt x="0" y="2682"/>
                    <a:pt x="777" y="3459"/>
                    <a:pt x="1730" y="3459"/>
                  </a:cubicBezTo>
                  <a:cubicBezTo>
                    <a:pt x="2682" y="3459"/>
                    <a:pt x="3459" y="2682"/>
                    <a:pt x="3459" y="1730"/>
                  </a:cubicBezTo>
                  <a:cubicBezTo>
                    <a:pt x="3459" y="752"/>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0"/>
            <p:cNvSpPr/>
            <p:nvPr/>
          </p:nvSpPr>
          <p:spPr>
            <a:xfrm>
              <a:off x="2327825" y="1509425"/>
              <a:ext cx="86500" cy="86500"/>
            </a:xfrm>
            <a:custGeom>
              <a:rect b="b" l="l" r="r" t="t"/>
              <a:pathLst>
                <a:path extrusionOk="0" h="3460" w="3460">
                  <a:moveTo>
                    <a:pt x="1730" y="0"/>
                  </a:moveTo>
                  <a:cubicBezTo>
                    <a:pt x="778" y="0"/>
                    <a:pt x="1" y="752"/>
                    <a:pt x="1" y="1730"/>
                  </a:cubicBezTo>
                  <a:cubicBezTo>
                    <a:pt x="1" y="2682"/>
                    <a:pt x="778" y="3459"/>
                    <a:pt x="1730" y="3459"/>
                  </a:cubicBezTo>
                  <a:cubicBezTo>
                    <a:pt x="2683" y="3459"/>
                    <a:pt x="3460" y="2682"/>
                    <a:pt x="3460" y="1730"/>
                  </a:cubicBezTo>
                  <a:cubicBezTo>
                    <a:pt x="3460" y="752"/>
                    <a:pt x="2683"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0"/>
            <p:cNvSpPr/>
            <p:nvPr/>
          </p:nvSpPr>
          <p:spPr>
            <a:xfrm>
              <a:off x="2891750" y="1509425"/>
              <a:ext cx="86500" cy="86500"/>
            </a:xfrm>
            <a:custGeom>
              <a:rect b="b" l="l" r="r" t="t"/>
              <a:pathLst>
                <a:path extrusionOk="0" h="3460" w="3460">
                  <a:moveTo>
                    <a:pt x="1730" y="0"/>
                  </a:moveTo>
                  <a:cubicBezTo>
                    <a:pt x="777" y="0"/>
                    <a:pt x="0" y="752"/>
                    <a:pt x="0" y="1730"/>
                  </a:cubicBezTo>
                  <a:cubicBezTo>
                    <a:pt x="0" y="2682"/>
                    <a:pt x="777" y="3459"/>
                    <a:pt x="1730" y="3459"/>
                  </a:cubicBezTo>
                  <a:cubicBezTo>
                    <a:pt x="2682" y="3459"/>
                    <a:pt x="3459" y="2682"/>
                    <a:pt x="3459" y="1730"/>
                  </a:cubicBezTo>
                  <a:cubicBezTo>
                    <a:pt x="3459" y="752"/>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0"/>
            <p:cNvSpPr/>
            <p:nvPr/>
          </p:nvSpPr>
          <p:spPr>
            <a:xfrm>
              <a:off x="3006400" y="1509425"/>
              <a:ext cx="86500" cy="86500"/>
            </a:xfrm>
            <a:custGeom>
              <a:rect b="b" l="l" r="r" t="t"/>
              <a:pathLst>
                <a:path extrusionOk="0" h="3460" w="3460">
                  <a:moveTo>
                    <a:pt x="1730" y="0"/>
                  </a:moveTo>
                  <a:cubicBezTo>
                    <a:pt x="778" y="0"/>
                    <a:pt x="1" y="752"/>
                    <a:pt x="1" y="1730"/>
                  </a:cubicBezTo>
                  <a:cubicBezTo>
                    <a:pt x="1" y="2682"/>
                    <a:pt x="778" y="3459"/>
                    <a:pt x="1730" y="3459"/>
                  </a:cubicBezTo>
                  <a:cubicBezTo>
                    <a:pt x="2708" y="3459"/>
                    <a:pt x="3460" y="2682"/>
                    <a:pt x="3460" y="1730"/>
                  </a:cubicBezTo>
                  <a:cubicBezTo>
                    <a:pt x="3460" y="752"/>
                    <a:pt x="2708"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0"/>
            <p:cNvSpPr/>
            <p:nvPr/>
          </p:nvSpPr>
          <p:spPr>
            <a:xfrm>
              <a:off x="3173700" y="1509425"/>
              <a:ext cx="86500" cy="86500"/>
            </a:xfrm>
            <a:custGeom>
              <a:rect b="b" l="l" r="r" t="t"/>
              <a:pathLst>
                <a:path extrusionOk="0" h="3460" w="3460">
                  <a:moveTo>
                    <a:pt x="1730" y="0"/>
                  </a:moveTo>
                  <a:cubicBezTo>
                    <a:pt x="778" y="0"/>
                    <a:pt x="1" y="752"/>
                    <a:pt x="1" y="1730"/>
                  </a:cubicBezTo>
                  <a:cubicBezTo>
                    <a:pt x="1" y="2682"/>
                    <a:pt x="778" y="3459"/>
                    <a:pt x="1730" y="3459"/>
                  </a:cubicBezTo>
                  <a:cubicBezTo>
                    <a:pt x="2682" y="3459"/>
                    <a:pt x="3459" y="2682"/>
                    <a:pt x="3459" y="1730"/>
                  </a:cubicBezTo>
                  <a:cubicBezTo>
                    <a:pt x="3459" y="752"/>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0"/>
            <p:cNvSpPr/>
            <p:nvPr/>
          </p:nvSpPr>
          <p:spPr>
            <a:xfrm>
              <a:off x="3288375" y="1509425"/>
              <a:ext cx="86475" cy="86500"/>
            </a:xfrm>
            <a:custGeom>
              <a:rect b="b" l="l" r="r" t="t"/>
              <a:pathLst>
                <a:path extrusionOk="0" h="3460" w="3459">
                  <a:moveTo>
                    <a:pt x="1730" y="0"/>
                  </a:moveTo>
                  <a:cubicBezTo>
                    <a:pt x="777" y="0"/>
                    <a:pt x="0" y="752"/>
                    <a:pt x="0" y="1730"/>
                  </a:cubicBezTo>
                  <a:cubicBezTo>
                    <a:pt x="0" y="2682"/>
                    <a:pt x="777" y="3459"/>
                    <a:pt x="1730" y="3459"/>
                  </a:cubicBezTo>
                  <a:cubicBezTo>
                    <a:pt x="2707" y="3459"/>
                    <a:pt x="3459" y="2682"/>
                    <a:pt x="3459" y="1730"/>
                  </a:cubicBezTo>
                  <a:cubicBezTo>
                    <a:pt x="3459" y="752"/>
                    <a:pt x="2707"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0"/>
            <p:cNvSpPr/>
            <p:nvPr/>
          </p:nvSpPr>
          <p:spPr>
            <a:xfrm>
              <a:off x="4208800" y="1491250"/>
              <a:ext cx="271325" cy="104675"/>
            </a:xfrm>
            <a:custGeom>
              <a:rect b="b" l="l" r="r" t="t"/>
              <a:pathLst>
                <a:path extrusionOk="0" h="4187" w="10853">
                  <a:moveTo>
                    <a:pt x="0" y="1"/>
                  </a:moveTo>
                  <a:lnTo>
                    <a:pt x="0" y="4186"/>
                  </a:lnTo>
                  <a:lnTo>
                    <a:pt x="10853" y="4186"/>
                  </a:lnTo>
                  <a:lnTo>
                    <a:pt x="108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0"/>
            <p:cNvSpPr/>
            <p:nvPr/>
          </p:nvSpPr>
          <p:spPr>
            <a:xfrm>
              <a:off x="3569075" y="1202400"/>
              <a:ext cx="1658550" cy="347775"/>
            </a:xfrm>
            <a:custGeom>
              <a:rect b="b" l="l" r="r" t="t"/>
              <a:pathLst>
                <a:path extrusionOk="0" h="13911" w="66342">
                  <a:moveTo>
                    <a:pt x="0" y="1"/>
                  </a:moveTo>
                  <a:lnTo>
                    <a:pt x="0" y="13910"/>
                  </a:lnTo>
                  <a:lnTo>
                    <a:pt x="66191" y="13910"/>
                  </a:lnTo>
                  <a:lnTo>
                    <a:pt x="66342" y="151"/>
                  </a:lnTo>
                  <a:cubicBezTo>
                    <a:pt x="66342" y="151"/>
                    <a:pt x="6091"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0"/>
            <p:cNvSpPr/>
            <p:nvPr/>
          </p:nvSpPr>
          <p:spPr>
            <a:xfrm>
              <a:off x="3686250" y="1334600"/>
              <a:ext cx="209300" cy="136000"/>
            </a:xfrm>
            <a:custGeom>
              <a:rect b="b" l="l" r="r" t="t"/>
              <a:pathLst>
                <a:path extrusionOk="0" h="5440" w="8372">
                  <a:moveTo>
                    <a:pt x="852" y="1"/>
                  </a:moveTo>
                  <a:cubicBezTo>
                    <a:pt x="376" y="1"/>
                    <a:pt x="0" y="377"/>
                    <a:pt x="0" y="828"/>
                  </a:cubicBezTo>
                  <a:lnTo>
                    <a:pt x="0" y="4587"/>
                  </a:lnTo>
                  <a:cubicBezTo>
                    <a:pt x="0" y="5064"/>
                    <a:pt x="376" y="5440"/>
                    <a:pt x="852" y="5440"/>
                  </a:cubicBezTo>
                  <a:lnTo>
                    <a:pt x="7519" y="5440"/>
                  </a:lnTo>
                  <a:cubicBezTo>
                    <a:pt x="7995" y="5440"/>
                    <a:pt x="8371" y="5064"/>
                    <a:pt x="8371" y="4587"/>
                  </a:cubicBezTo>
                  <a:lnTo>
                    <a:pt x="8371" y="828"/>
                  </a:lnTo>
                  <a:cubicBezTo>
                    <a:pt x="8371" y="377"/>
                    <a:pt x="7995" y="1"/>
                    <a:pt x="7519"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0"/>
            <p:cNvSpPr/>
            <p:nvPr/>
          </p:nvSpPr>
          <p:spPr>
            <a:xfrm>
              <a:off x="3936875" y="1334600"/>
              <a:ext cx="209300" cy="136000"/>
            </a:xfrm>
            <a:custGeom>
              <a:rect b="b" l="l" r="r" t="t"/>
              <a:pathLst>
                <a:path extrusionOk="0" h="5440" w="8372">
                  <a:moveTo>
                    <a:pt x="852" y="1"/>
                  </a:moveTo>
                  <a:cubicBezTo>
                    <a:pt x="376" y="1"/>
                    <a:pt x="0" y="377"/>
                    <a:pt x="0" y="828"/>
                  </a:cubicBezTo>
                  <a:lnTo>
                    <a:pt x="0" y="4587"/>
                  </a:lnTo>
                  <a:cubicBezTo>
                    <a:pt x="0" y="5064"/>
                    <a:pt x="376" y="5440"/>
                    <a:pt x="852" y="5440"/>
                  </a:cubicBezTo>
                  <a:lnTo>
                    <a:pt x="7519" y="5440"/>
                  </a:lnTo>
                  <a:cubicBezTo>
                    <a:pt x="7995" y="5440"/>
                    <a:pt x="8371" y="5064"/>
                    <a:pt x="8371" y="4587"/>
                  </a:cubicBezTo>
                  <a:lnTo>
                    <a:pt x="8371" y="828"/>
                  </a:lnTo>
                  <a:cubicBezTo>
                    <a:pt x="8371" y="377"/>
                    <a:pt x="7995" y="1"/>
                    <a:pt x="7519"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0"/>
            <p:cNvSpPr/>
            <p:nvPr/>
          </p:nvSpPr>
          <p:spPr>
            <a:xfrm>
              <a:off x="4490750" y="1334600"/>
              <a:ext cx="208675" cy="136000"/>
            </a:xfrm>
            <a:custGeom>
              <a:rect b="b" l="l" r="r" t="t"/>
              <a:pathLst>
                <a:path extrusionOk="0" h="5440" w="8347">
                  <a:moveTo>
                    <a:pt x="828" y="1"/>
                  </a:moveTo>
                  <a:cubicBezTo>
                    <a:pt x="377" y="1"/>
                    <a:pt x="1" y="377"/>
                    <a:pt x="1" y="828"/>
                  </a:cubicBezTo>
                  <a:lnTo>
                    <a:pt x="1" y="4587"/>
                  </a:lnTo>
                  <a:cubicBezTo>
                    <a:pt x="1" y="5064"/>
                    <a:pt x="377" y="5440"/>
                    <a:pt x="828" y="5440"/>
                  </a:cubicBezTo>
                  <a:lnTo>
                    <a:pt x="7520" y="5440"/>
                  </a:lnTo>
                  <a:cubicBezTo>
                    <a:pt x="7971" y="5440"/>
                    <a:pt x="8347" y="5064"/>
                    <a:pt x="8347" y="4587"/>
                  </a:cubicBezTo>
                  <a:lnTo>
                    <a:pt x="8347" y="828"/>
                  </a:lnTo>
                  <a:cubicBezTo>
                    <a:pt x="8347" y="377"/>
                    <a:pt x="7971" y="1"/>
                    <a:pt x="7520"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0"/>
            <p:cNvSpPr/>
            <p:nvPr/>
          </p:nvSpPr>
          <p:spPr>
            <a:xfrm>
              <a:off x="4741375" y="1334600"/>
              <a:ext cx="208675" cy="136000"/>
            </a:xfrm>
            <a:custGeom>
              <a:rect b="b" l="l" r="r" t="t"/>
              <a:pathLst>
                <a:path extrusionOk="0" h="5440" w="8347">
                  <a:moveTo>
                    <a:pt x="828" y="1"/>
                  </a:moveTo>
                  <a:cubicBezTo>
                    <a:pt x="377" y="1"/>
                    <a:pt x="1" y="377"/>
                    <a:pt x="1" y="828"/>
                  </a:cubicBezTo>
                  <a:lnTo>
                    <a:pt x="1" y="4587"/>
                  </a:lnTo>
                  <a:cubicBezTo>
                    <a:pt x="1" y="5064"/>
                    <a:pt x="377" y="5440"/>
                    <a:pt x="828" y="5440"/>
                  </a:cubicBezTo>
                  <a:lnTo>
                    <a:pt x="7520" y="5440"/>
                  </a:lnTo>
                  <a:cubicBezTo>
                    <a:pt x="7971" y="5440"/>
                    <a:pt x="8347" y="5064"/>
                    <a:pt x="8347" y="4587"/>
                  </a:cubicBezTo>
                  <a:lnTo>
                    <a:pt x="8347" y="828"/>
                  </a:lnTo>
                  <a:cubicBezTo>
                    <a:pt x="8347" y="377"/>
                    <a:pt x="7971" y="1"/>
                    <a:pt x="7520"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0"/>
            <p:cNvSpPr/>
            <p:nvPr/>
          </p:nvSpPr>
          <p:spPr>
            <a:xfrm>
              <a:off x="4981350" y="1334600"/>
              <a:ext cx="208675" cy="136000"/>
            </a:xfrm>
            <a:custGeom>
              <a:rect b="b" l="l" r="r" t="t"/>
              <a:pathLst>
                <a:path extrusionOk="0" h="5440" w="8347">
                  <a:moveTo>
                    <a:pt x="828" y="1"/>
                  </a:moveTo>
                  <a:cubicBezTo>
                    <a:pt x="377" y="1"/>
                    <a:pt x="1" y="377"/>
                    <a:pt x="1" y="828"/>
                  </a:cubicBezTo>
                  <a:lnTo>
                    <a:pt x="1" y="4587"/>
                  </a:lnTo>
                  <a:cubicBezTo>
                    <a:pt x="1" y="5064"/>
                    <a:pt x="377" y="5440"/>
                    <a:pt x="828" y="5440"/>
                  </a:cubicBezTo>
                  <a:lnTo>
                    <a:pt x="7520" y="5440"/>
                  </a:lnTo>
                  <a:cubicBezTo>
                    <a:pt x="7971" y="5440"/>
                    <a:pt x="8347" y="5064"/>
                    <a:pt x="8347" y="4587"/>
                  </a:cubicBezTo>
                  <a:lnTo>
                    <a:pt x="8347" y="828"/>
                  </a:lnTo>
                  <a:cubicBezTo>
                    <a:pt x="8347" y="377"/>
                    <a:pt x="7971" y="1"/>
                    <a:pt x="7520"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0"/>
            <p:cNvSpPr/>
            <p:nvPr/>
          </p:nvSpPr>
          <p:spPr>
            <a:xfrm>
              <a:off x="4250150" y="1261300"/>
              <a:ext cx="94025" cy="292625"/>
            </a:xfrm>
            <a:custGeom>
              <a:rect b="b" l="l" r="r" t="t"/>
              <a:pathLst>
                <a:path extrusionOk="0" h="11705" w="3761">
                  <a:moveTo>
                    <a:pt x="1" y="1"/>
                  </a:moveTo>
                  <a:lnTo>
                    <a:pt x="1" y="11705"/>
                  </a:lnTo>
                  <a:lnTo>
                    <a:pt x="3760" y="11705"/>
                  </a:lnTo>
                  <a:lnTo>
                    <a:pt x="3760"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0"/>
            <p:cNvSpPr/>
            <p:nvPr/>
          </p:nvSpPr>
          <p:spPr>
            <a:xfrm>
              <a:off x="4344150" y="1261300"/>
              <a:ext cx="94000" cy="292625"/>
            </a:xfrm>
            <a:custGeom>
              <a:rect b="b" l="l" r="r" t="t"/>
              <a:pathLst>
                <a:path extrusionOk="0" h="11705" w="3760">
                  <a:moveTo>
                    <a:pt x="0" y="1"/>
                  </a:moveTo>
                  <a:lnTo>
                    <a:pt x="0" y="11705"/>
                  </a:lnTo>
                  <a:lnTo>
                    <a:pt x="3759" y="11705"/>
                  </a:lnTo>
                  <a:lnTo>
                    <a:pt x="3759"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0"/>
            <p:cNvSpPr/>
            <p:nvPr/>
          </p:nvSpPr>
          <p:spPr>
            <a:xfrm>
              <a:off x="3654275" y="1509425"/>
              <a:ext cx="86500" cy="86500"/>
            </a:xfrm>
            <a:custGeom>
              <a:rect b="b" l="l" r="r" t="t"/>
              <a:pathLst>
                <a:path extrusionOk="0" h="3460" w="3460">
                  <a:moveTo>
                    <a:pt x="1730" y="0"/>
                  </a:moveTo>
                  <a:cubicBezTo>
                    <a:pt x="778" y="0"/>
                    <a:pt x="1" y="752"/>
                    <a:pt x="1" y="1730"/>
                  </a:cubicBezTo>
                  <a:cubicBezTo>
                    <a:pt x="1" y="2682"/>
                    <a:pt x="778" y="3459"/>
                    <a:pt x="1730" y="3459"/>
                  </a:cubicBezTo>
                  <a:cubicBezTo>
                    <a:pt x="2683" y="3459"/>
                    <a:pt x="3460" y="2682"/>
                    <a:pt x="3460" y="1730"/>
                  </a:cubicBezTo>
                  <a:cubicBezTo>
                    <a:pt x="3460" y="752"/>
                    <a:pt x="2683"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0"/>
            <p:cNvSpPr/>
            <p:nvPr/>
          </p:nvSpPr>
          <p:spPr>
            <a:xfrm>
              <a:off x="3768950" y="1509425"/>
              <a:ext cx="86500" cy="86500"/>
            </a:xfrm>
            <a:custGeom>
              <a:rect b="b" l="l" r="r" t="t"/>
              <a:pathLst>
                <a:path extrusionOk="0" h="3460" w="3460">
                  <a:moveTo>
                    <a:pt x="1730" y="0"/>
                  </a:moveTo>
                  <a:cubicBezTo>
                    <a:pt x="777" y="0"/>
                    <a:pt x="0" y="752"/>
                    <a:pt x="0" y="1730"/>
                  </a:cubicBezTo>
                  <a:cubicBezTo>
                    <a:pt x="0" y="2682"/>
                    <a:pt x="777" y="3459"/>
                    <a:pt x="1730" y="3459"/>
                  </a:cubicBezTo>
                  <a:cubicBezTo>
                    <a:pt x="2682" y="3459"/>
                    <a:pt x="3459" y="2682"/>
                    <a:pt x="3459" y="1730"/>
                  </a:cubicBezTo>
                  <a:cubicBezTo>
                    <a:pt x="3459" y="752"/>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0"/>
            <p:cNvSpPr/>
            <p:nvPr/>
          </p:nvSpPr>
          <p:spPr>
            <a:xfrm>
              <a:off x="3936250" y="1509425"/>
              <a:ext cx="86475" cy="86500"/>
            </a:xfrm>
            <a:custGeom>
              <a:rect b="b" l="l" r="r" t="t"/>
              <a:pathLst>
                <a:path extrusionOk="0" h="3460" w="3459">
                  <a:moveTo>
                    <a:pt x="1729" y="0"/>
                  </a:moveTo>
                  <a:cubicBezTo>
                    <a:pt x="777" y="0"/>
                    <a:pt x="0" y="752"/>
                    <a:pt x="0" y="1730"/>
                  </a:cubicBezTo>
                  <a:cubicBezTo>
                    <a:pt x="0" y="2682"/>
                    <a:pt x="777" y="3459"/>
                    <a:pt x="1729" y="3459"/>
                  </a:cubicBezTo>
                  <a:cubicBezTo>
                    <a:pt x="2682" y="3459"/>
                    <a:pt x="3459" y="2682"/>
                    <a:pt x="3459" y="1730"/>
                  </a:cubicBezTo>
                  <a:cubicBezTo>
                    <a:pt x="3459" y="752"/>
                    <a:pt x="2682" y="0"/>
                    <a:pt x="1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0"/>
            <p:cNvSpPr/>
            <p:nvPr/>
          </p:nvSpPr>
          <p:spPr>
            <a:xfrm>
              <a:off x="4050900" y="1509425"/>
              <a:ext cx="86500" cy="86500"/>
            </a:xfrm>
            <a:custGeom>
              <a:rect b="b" l="l" r="r" t="t"/>
              <a:pathLst>
                <a:path extrusionOk="0" h="3460" w="3460">
                  <a:moveTo>
                    <a:pt x="1730" y="0"/>
                  </a:moveTo>
                  <a:cubicBezTo>
                    <a:pt x="778" y="0"/>
                    <a:pt x="1" y="752"/>
                    <a:pt x="1" y="1730"/>
                  </a:cubicBezTo>
                  <a:cubicBezTo>
                    <a:pt x="1" y="2682"/>
                    <a:pt x="778" y="3459"/>
                    <a:pt x="1730" y="3459"/>
                  </a:cubicBezTo>
                  <a:cubicBezTo>
                    <a:pt x="2682" y="3459"/>
                    <a:pt x="3459" y="2682"/>
                    <a:pt x="3459" y="1730"/>
                  </a:cubicBezTo>
                  <a:cubicBezTo>
                    <a:pt x="3459" y="752"/>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0"/>
            <p:cNvSpPr/>
            <p:nvPr/>
          </p:nvSpPr>
          <p:spPr>
            <a:xfrm>
              <a:off x="4614825" y="1509425"/>
              <a:ext cx="86475" cy="86500"/>
            </a:xfrm>
            <a:custGeom>
              <a:rect b="b" l="l" r="r" t="t"/>
              <a:pathLst>
                <a:path extrusionOk="0" h="3460" w="3459">
                  <a:moveTo>
                    <a:pt x="1729" y="0"/>
                  </a:moveTo>
                  <a:cubicBezTo>
                    <a:pt x="777" y="0"/>
                    <a:pt x="0" y="752"/>
                    <a:pt x="0" y="1730"/>
                  </a:cubicBezTo>
                  <a:cubicBezTo>
                    <a:pt x="0" y="2682"/>
                    <a:pt x="777" y="3459"/>
                    <a:pt x="1729" y="3459"/>
                  </a:cubicBezTo>
                  <a:cubicBezTo>
                    <a:pt x="2682" y="3459"/>
                    <a:pt x="3459" y="2682"/>
                    <a:pt x="3459" y="1730"/>
                  </a:cubicBezTo>
                  <a:cubicBezTo>
                    <a:pt x="3459" y="752"/>
                    <a:pt x="2682" y="0"/>
                    <a:pt x="1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0"/>
            <p:cNvSpPr/>
            <p:nvPr/>
          </p:nvSpPr>
          <p:spPr>
            <a:xfrm>
              <a:off x="4729475" y="1509425"/>
              <a:ext cx="86500" cy="86500"/>
            </a:xfrm>
            <a:custGeom>
              <a:rect b="b" l="l" r="r" t="t"/>
              <a:pathLst>
                <a:path extrusionOk="0" h="3460" w="3460">
                  <a:moveTo>
                    <a:pt x="1730" y="0"/>
                  </a:moveTo>
                  <a:cubicBezTo>
                    <a:pt x="778" y="0"/>
                    <a:pt x="1" y="752"/>
                    <a:pt x="1" y="1730"/>
                  </a:cubicBezTo>
                  <a:cubicBezTo>
                    <a:pt x="1" y="2682"/>
                    <a:pt x="778" y="3459"/>
                    <a:pt x="1730" y="3459"/>
                  </a:cubicBezTo>
                  <a:cubicBezTo>
                    <a:pt x="2707" y="3459"/>
                    <a:pt x="3459" y="2682"/>
                    <a:pt x="3459" y="1730"/>
                  </a:cubicBezTo>
                  <a:cubicBezTo>
                    <a:pt x="3459" y="752"/>
                    <a:pt x="2707"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0"/>
            <p:cNvSpPr/>
            <p:nvPr/>
          </p:nvSpPr>
          <p:spPr>
            <a:xfrm>
              <a:off x="4896775" y="1509425"/>
              <a:ext cx="86500" cy="86500"/>
            </a:xfrm>
            <a:custGeom>
              <a:rect b="b" l="l" r="r" t="t"/>
              <a:pathLst>
                <a:path extrusionOk="0" h="3460" w="3460">
                  <a:moveTo>
                    <a:pt x="1730" y="0"/>
                  </a:moveTo>
                  <a:cubicBezTo>
                    <a:pt x="777" y="0"/>
                    <a:pt x="0" y="752"/>
                    <a:pt x="0" y="1730"/>
                  </a:cubicBezTo>
                  <a:cubicBezTo>
                    <a:pt x="0" y="2682"/>
                    <a:pt x="777" y="3459"/>
                    <a:pt x="1730" y="3459"/>
                  </a:cubicBezTo>
                  <a:cubicBezTo>
                    <a:pt x="2682" y="3459"/>
                    <a:pt x="3459" y="2682"/>
                    <a:pt x="3459" y="1730"/>
                  </a:cubicBezTo>
                  <a:cubicBezTo>
                    <a:pt x="3459" y="752"/>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0"/>
            <p:cNvSpPr/>
            <p:nvPr/>
          </p:nvSpPr>
          <p:spPr>
            <a:xfrm>
              <a:off x="5011425" y="1509425"/>
              <a:ext cx="86500" cy="86500"/>
            </a:xfrm>
            <a:custGeom>
              <a:rect b="b" l="l" r="r" t="t"/>
              <a:pathLst>
                <a:path extrusionOk="0" h="3460" w="3460">
                  <a:moveTo>
                    <a:pt x="1730" y="0"/>
                  </a:moveTo>
                  <a:cubicBezTo>
                    <a:pt x="778" y="0"/>
                    <a:pt x="1" y="752"/>
                    <a:pt x="1" y="1730"/>
                  </a:cubicBezTo>
                  <a:cubicBezTo>
                    <a:pt x="1" y="2682"/>
                    <a:pt x="778" y="3459"/>
                    <a:pt x="1730" y="3459"/>
                  </a:cubicBezTo>
                  <a:cubicBezTo>
                    <a:pt x="2708" y="3459"/>
                    <a:pt x="3460" y="2682"/>
                    <a:pt x="3460" y="1730"/>
                  </a:cubicBezTo>
                  <a:cubicBezTo>
                    <a:pt x="3460" y="752"/>
                    <a:pt x="2708"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0"/>
            <p:cNvSpPr/>
            <p:nvPr/>
          </p:nvSpPr>
          <p:spPr>
            <a:xfrm>
              <a:off x="1678075" y="1339000"/>
              <a:ext cx="320200" cy="122200"/>
            </a:xfrm>
            <a:custGeom>
              <a:rect b="b" l="l" r="r" t="t"/>
              <a:pathLst>
                <a:path extrusionOk="0" h="4888" w="12808">
                  <a:moveTo>
                    <a:pt x="4011" y="0"/>
                  </a:moveTo>
                  <a:cubicBezTo>
                    <a:pt x="3033" y="0"/>
                    <a:pt x="226" y="2632"/>
                    <a:pt x="51" y="4086"/>
                  </a:cubicBezTo>
                  <a:cubicBezTo>
                    <a:pt x="1" y="4512"/>
                    <a:pt x="402" y="4888"/>
                    <a:pt x="853" y="4888"/>
                  </a:cubicBezTo>
                  <a:lnTo>
                    <a:pt x="12808" y="4888"/>
                  </a:lnTo>
                  <a:lnTo>
                    <a:pt x="12808"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0"/>
            <p:cNvSpPr/>
            <p:nvPr/>
          </p:nvSpPr>
          <p:spPr>
            <a:xfrm>
              <a:off x="4268950" y="1271950"/>
              <a:ext cx="73325" cy="153525"/>
            </a:xfrm>
            <a:custGeom>
              <a:rect b="b" l="l" r="r" t="t"/>
              <a:pathLst>
                <a:path extrusionOk="0" h="6141" w="2933">
                  <a:moveTo>
                    <a:pt x="1" y="1"/>
                  </a:moveTo>
                  <a:lnTo>
                    <a:pt x="1" y="6141"/>
                  </a:lnTo>
                  <a:lnTo>
                    <a:pt x="2933" y="6141"/>
                  </a:lnTo>
                  <a:lnTo>
                    <a:pt x="2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0"/>
            <p:cNvSpPr/>
            <p:nvPr/>
          </p:nvSpPr>
          <p:spPr>
            <a:xfrm>
              <a:off x="4362925" y="1271950"/>
              <a:ext cx="73350" cy="153525"/>
            </a:xfrm>
            <a:custGeom>
              <a:rect b="b" l="l" r="r" t="t"/>
              <a:pathLst>
                <a:path extrusionOk="0" h="6141" w="2934">
                  <a:moveTo>
                    <a:pt x="1" y="1"/>
                  </a:moveTo>
                  <a:lnTo>
                    <a:pt x="1" y="6141"/>
                  </a:lnTo>
                  <a:lnTo>
                    <a:pt x="2933" y="6141"/>
                  </a:lnTo>
                  <a:lnTo>
                    <a:pt x="2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0"/>
            <p:cNvSpPr/>
            <p:nvPr/>
          </p:nvSpPr>
          <p:spPr>
            <a:xfrm>
              <a:off x="5289000" y="1202400"/>
              <a:ext cx="857175" cy="347775"/>
            </a:xfrm>
            <a:custGeom>
              <a:rect b="b" l="l" r="r" t="t"/>
              <a:pathLst>
                <a:path extrusionOk="0" h="13911" w="34287">
                  <a:moveTo>
                    <a:pt x="1" y="1"/>
                  </a:moveTo>
                  <a:lnTo>
                    <a:pt x="1" y="13910"/>
                  </a:lnTo>
                  <a:lnTo>
                    <a:pt x="34287" y="13910"/>
                  </a:lnTo>
                  <a:lnTo>
                    <a:pt x="34287" y="76"/>
                  </a:lnTo>
                  <a:cubicBezTo>
                    <a:pt x="20552" y="51"/>
                    <a:pt x="601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0"/>
            <p:cNvSpPr/>
            <p:nvPr/>
          </p:nvSpPr>
          <p:spPr>
            <a:xfrm>
              <a:off x="5388625" y="1334600"/>
              <a:ext cx="208675" cy="136000"/>
            </a:xfrm>
            <a:custGeom>
              <a:rect b="b" l="l" r="r" t="t"/>
              <a:pathLst>
                <a:path extrusionOk="0" h="5440" w="8347">
                  <a:moveTo>
                    <a:pt x="828" y="1"/>
                  </a:moveTo>
                  <a:cubicBezTo>
                    <a:pt x="377" y="1"/>
                    <a:pt x="1" y="377"/>
                    <a:pt x="1" y="828"/>
                  </a:cubicBezTo>
                  <a:lnTo>
                    <a:pt x="1" y="4587"/>
                  </a:lnTo>
                  <a:cubicBezTo>
                    <a:pt x="1" y="5064"/>
                    <a:pt x="377" y="5440"/>
                    <a:pt x="828" y="5440"/>
                  </a:cubicBezTo>
                  <a:lnTo>
                    <a:pt x="7520" y="5440"/>
                  </a:lnTo>
                  <a:cubicBezTo>
                    <a:pt x="7971" y="5440"/>
                    <a:pt x="8347" y="5064"/>
                    <a:pt x="8347" y="4587"/>
                  </a:cubicBezTo>
                  <a:lnTo>
                    <a:pt x="8347" y="828"/>
                  </a:lnTo>
                  <a:cubicBezTo>
                    <a:pt x="8347" y="377"/>
                    <a:pt x="7971" y="1"/>
                    <a:pt x="7520"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0"/>
            <p:cNvSpPr/>
            <p:nvPr/>
          </p:nvSpPr>
          <p:spPr>
            <a:xfrm>
              <a:off x="5639250" y="1334600"/>
              <a:ext cx="208675" cy="136000"/>
            </a:xfrm>
            <a:custGeom>
              <a:rect b="b" l="l" r="r" t="t"/>
              <a:pathLst>
                <a:path extrusionOk="0" h="5440" w="8347">
                  <a:moveTo>
                    <a:pt x="828" y="1"/>
                  </a:moveTo>
                  <a:cubicBezTo>
                    <a:pt x="377" y="1"/>
                    <a:pt x="1" y="377"/>
                    <a:pt x="1" y="828"/>
                  </a:cubicBezTo>
                  <a:lnTo>
                    <a:pt x="1" y="4587"/>
                  </a:lnTo>
                  <a:cubicBezTo>
                    <a:pt x="1" y="5064"/>
                    <a:pt x="377" y="5440"/>
                    <a:pt x="828" y="5440"/>
                  </a:cubicBezTo>
                  <a:lnTo>
                    <a:pt x="7520" y="5440"/>
                  </a:lnTo>
                  <a:cubicBezTo>
                    <a:pt x="7971" y="5440"/>
                    <a:pt x="8347" y="5064"/>
                    <a:pt x="8347" y="4587"/>
                  </a:cubicBezTo>
                  <a:lnTo>
                    <a:pt x="8347" y="828"/>
                  </a:lnTo>
                  <a:cubicBezTo>
                    <a:pt x="8347" y="377"/>
                    <a:pt x="7971" y="1"/>
                    <a:pt x="7520"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0"/>
            <p:cNvSpPr/>
            <p:nvPr/>
          </p:nvSpPr>
          <p:spPr>
            <a:xfrm>
              <a:off x="5314700" y="1509425"/>
              <a:ext cx="86475" cy="86500"/>
            </a:xfrm>
            <a:custGeom>
              <a:rect b="b" l="l" r="r" t="t"/>
              <a:pathLst>
                <a:path extrusionOk="0" h="3460" w="3459">
                  <a:moveTo>
                    <a:pt x="1730" y="0"/>
                  </a:moveTo>
                  <a:cubicBezTo>
                    <a:pt x="777" y="0"/>
                    <a:pt x="0" y="752"/>
                    <a:pt x="0" y="1730"/>
                  </a:cubicBezTo>
                  <a:cubicBezTo>
                    <a:pt x="0" y="2682"/>
                    <a:pt x="777" y="3459"/>
                    <a:pt x="1730" y="3459"/>
                  </a:cubicBezTo>
                  <a:cubicBezTo>
                    <a:pt x="2682" y="3459"/>
                    <a:pt x="3459" y="2682"/>
                    <a:pt x="3459" y="1730"/>
                  </a:cubicBezTo>
                  <a:cubicBezTo>
                    <a:pt x="3459" y="752"/>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0"/>
            <p:cNvSpPr/>
            <p:nvPr/>
          </p:nvSpPr>
          <p:spPr>
            <a:xfrm>
              <a:off x="5429350" y="1509425"/>
              <a:ext cx="86500" cy="86500"/>
            </a:xfrm>
            <a:custGeom>
              <a:rect b="b" l="l" r="r" t="t"/>
              <a:pathLst>
                <a:path extrusionOk="0" h="3460" w="3460">
                  <a:moveTo>
                    <a:pt x="1730" y="0"/>
                  </a:moveTo>
                  <a:cubicBezTo>
                    <a:pt x="778" y="0"/>
                    <a:pt x="1" y="752"/>
                    <a:pt x="1" y="1730"/>
                  </a:cubicBezTo>
                  <a:cubicBezTo>
                    <a:pt x="1" y="2682"/>
                    <a:pt x="778" y="3459"/>
                    <a:pt x="1730" y="3459"/>
                  </a:cubicBezTo>
                  <a:cubicBezTo>
                    <a:pt x="2683" y="3459"/>
                    <a:pt x="3459" y="2682"/>
                    <a:pt x="3459" y="1730"/>
                  </a:cubicBezTo>
                  <a:cubicBezTo>
                    <a:pt x="3459" y="752"/>
                    <a:pt x="2683"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0"/>
            <p:cNvSpPr/>
            <p:nvPr/>
          </p:nvSpPr>
          <p:spPr>
            <a:xfrm>
              <a:off x="5596650" y="1509425"/>
              <a:ext cx="86500" cy="86500"/>
            </a:xfrm>
            <a:custGeom>
              <a:rect b="b" l="l" r="r" t="t"/>
              <a:pathLst>
                <a:path extrusionOk="0" h="3460" w="3460">
                  <a:moveTo>
                    <a:pt x="1730" y="0"/>
                  </a:moveTo>
                  <a:cubicBezTo>
                    <a:pt x="778" y="0"/>
                    <a:pt x="1" y="752"/>
                    <a:pt x="1" y="1730"/>
                  </a:cubicBezTo>
                  <a:cubicBezTo>
                    <a:pt x="1" y="2682"/>
                    <a:pt x="778" y="3459"/>
                    <a:pt x="1730" y="3459"/>
                  </a:cubicBezTo>
                  <a:cubicBezTo>
                    <a:pt x="2682" y="3459"/>
                    <a:pt x="3459" y="2682"/>
                    <a:pt x="3459" y="1730"/>
                  </a:cubicBezTo>
                  <a:cubicBezTo>
                    <a:pt x="3459" y="752"/>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0"/>
            <p:cNvSpPr/>
            <p:nvPr/>
          </p:nvSpPr>
          <p:spPr>
            <a:xfrm>
              <a:off x="5711325" y="1509425"/>
              <a:ext cx="86475" cy="86500"/>
            </a:xfrm>
            <a:custGeom>
              <a:rect b="b" l="l" r="r" t="t"/>
              <a:pathLst>
                <a:path extrusionOk="0" h="3460" w="3459">
                  <a:moveTo>
                    <a:pt x="1729" y="0"/>
                  </a:moveTo>
                  <a:cubicBezTo>
                    <a:pt x="777" y="0"/>
                    <a:pt x="0" y="752"/>
                    <a:pt x="0" y="1730"/>
                  </a:cubicBezTo>
                  <a:cubicBezTo>
                    <a:pt x="0" y="2682"/>
                    <a:pt x="777" y="3459"/>
                    <a:pt x="1729" y="3459"/>
                  </a:cubicBezTo>
                  <a:cubicBezTo>
                    <a:pt x="2682" y="3459"/>
                    <a:pt x="3459" y="2682"/>
                    <a:pt x="3459" y="1730"/>
                  </a:cubicBezTo>
                  <a:cubicBezTo>
                    <a:pt x="3459" y="752"/>
                    <a:pt x="2682" y="0"/>
                    <a:pt x="1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0"/>
            <p:cNvSpPr/>
            <p:nvPr/>
          </p:nvSpPr>
          <p:spPr>
            <a:xfrm>
              <a:off x="5899275" y="1509425"/>
              <a:ext cx="86500" cy="86500"/>
            </a:xfrm>
            <a:custGeom>
              <a:rect b="b" l="l" r="r" t="t"/>
              <a:pathLst>
                <a:path extrusionOk="0" h="3460" w="3460">
                  <a:moveTo>
                    <a:pt x="1730" y="0"/>
                  </a:moveTo>
                  <a:cubicBezTo>
                    <a:pt x="778" y="0"/>
                    <a:pt x="1" y="752"/>
                    <a:pt x="1" y="1730"/>
                  </a:cubicBezTo>
                  <a:cubicBezTo>
                    <a:pt x="1" y="2682"/>
                    <a:pt x="778" y="3459"/>
                    <a:pt x="1730" y="3459"/>
                  </a:cubicBezTo>
                  <a:cubicBezTo>
                    <a:pt x="2683" y="3459"/>
                    <a:pt x="3460" y="2682"/>
                    <a:pt x="3460" y="1730"/>
                  </a:cubicBezTo>
                  <a:cubicBezTo>
                    <a:pt x="3460" y="752"/>
                    <a:pt x="2683"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0"/>
            <p:cNvSpPr/>
            <p:nvPr/>
          </p:nvSpPr>
          <p:spPr>
            <a:xfrm>
              <a:off x="6013950" y="1509425"/>
              <a:ext cx="86500" cy="86500"/>
            </a:xfrm>
            <a:custGeom>
              <a:rect b="b" l="l" r="r" t="t"/>
              <a:pathLst>
                <a:path extrusionOk="0" h="3460" w="3460">
                  <a:moveTo>
                    <a:pt x="1730" y="0"/>
                  </a:moveTo>
                  <a:cubicBezTo>
                    <a:pt x="777" y="0"/>
                    <a:pt x="0" y="752"/>
                    <a:pt x="0" y="1730"/>
                  </a:cubicBezTo>
                  <a:cubicBezTo>
                    <a:pt x="0" y="2682"/>
                    <a:pt x="777" y="3459"/>
                    <a:pt x="1730" y="3459"/>
                  </a:cubicBezTo>
                  <a:cubicBezTo>
                    <a:pt x="2707" y="3459"/>
                    <a:pt x="3459" y="2682"/>
                    <a:pt x="3459" y="1730"/>
                  </a:cubicBezTo>
                  <a:cubicBezTo>
                    <a:pt x="3459" y="752"/>
                    <a:pt x="2707"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0"/>
            <p:cNvSpPr/>
            <p:nvPr/>
          </p:nvSpPr>
          <p:spPr>
            <a:xfrm>
              <a:off x="5921225" y="1355275"/>
              <a:ext cx="224950" cy="84000"/>
            </a:xfrm>
            <a:custGeom>
              <a:rect b="b" l="l" r="r" t="t"/>
              <a:pathLst>
                <a:path extrusionOk="0" h="3360" w="8998">
                  <a:moveTo>
                    <a:pt x="0" y="1"/>
                  </a:moveTo>
                  <a:lnTo>
                    <a:pt x="0" y="3359"/>
                  </a:lnTo>
                  <a:lnTo>
                    <a:pt x="8998" y="3359"/>
                  </a:lnTo>
                  <a:lnTo>
                    <a:pt x="8998"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0"/>
            <p:cNvSpPr/>
            <p:nvPr/>
          </p:nvSpPr>
          <p:spPr>
            <a:xfrm>
              <a:off x="1837850" y="1276975"/>
              <a:ext cx="616575" cy="25"/>
            </a:xfrm>
            <a:custGeom>
              <a:rect b="b" l="l" r="r" t="t"/>
              <a:pathLst>
                <a:path extrusionOk="0" fill="none" h="1" w="24663">
                  <a:moveTo>
                    <a:pt x="1" y="0"/>
                  </a:moveTo>
                  <a:lnTo>
                    <a:pt x="24663" y="0"/>
                  </a:lnTo>
                </a:path>
              </a:pathLst>
            </a:custGeom>
            <a:noFill/>
            <a:ln cap="flat" cmpd="sng" w="10650">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0"/>
            <p:cNvSpPr/>
            <p:nvPr/>
          </p:nvSpPr>
          <p:spPr>
            <a:xfrm>
              <a:off x="2777725" y="1276975"/>
              <a:ext cx="689250" cy="25"/>
            </a:xfrm>
            <a:custGeom>
              <a:rect b="b" l="l" r="r" t="t"/>
              <a:pathLst>
                <a:path extrusionOk="0" fill="none" h="1" w="27570">
                  <a:moveTo>
                    <a:pt x="0" y="0"/>
                  </a:moveTo>
                  <a:lnTo>
                    <a:pt x="27569" y="0"/>
                  </a:lnTo>
                </a:path>
              </a:pathLst>
            </a:custGeom>
            <a:noFill/>
            <a:ln cap="flat" cmpd="sng" w="10650">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0"/>
            <p:cNvSpPr/>
            <p:nvPr/>
          </p:nvSpPr>
          <p:spPr>
            <a:xfrm>
              <a:off x="3676225" y="1276975"/>
              <a:ext cx="469950" cy="25"/>
            </a:xfrm>
            <a:custGeom>
              <a:rect b="b" l="l" r="r" t="t"/>
              <a:pathLst>
                <a:path extrusionOk="0" fill="none" h="1" w="18798">
                  <a:moveTo>
                    <a:pt x="0" y="0"/>
                  </a:moveTo>
                  <a:lnTo>
                    <a:pt x="18797" y="0"/>
                  </a:lnTo>
                </a:path>
              </a:pathLst>
            </a:custGeom>
            <a:noFill/>
            <a:ln cap="flat" cmpd="sng" w="10650">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0"/>
            <p:cNvSpPr/>
            <p:nvPr/>
          </p:nvSpPr>
          <p:spPr>
            <a:xfrm>
              <a:off x="4490750" y="1276975"/>
              <a:ext cx="699275" cy="25"/>
            </a:xfrm>
            <a:custGeom>
              <a:rect b="b" l="l" r="r" t="t"/>
              <a:pathLst>
                <a:path extrusionOk="0" fill="none" h="1" w="27971">
                  <a:moveTo>
                    <a:pt x="1" y="0"/>
                  </a:moveTo>
                  <a:lnTo>
                    <a:pt x="27971" y="0"/>
                  </a:lnTo>
                </a:path>
              </a:pathLst>
            </a:custGeom>
            <a:noFill/>
            <a:ln cap="flat" cmpd="sng" w="10650">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0"/>
            <p:cNvSpPr/>
            <p:nvPr/>
          </p:nvSpPr>
          <p:spPr>
            <a:xfrm>
              <a:off x="5367950" y="1261300"/>
              <a:ext cx="684250" cy="21325"/>
            </a:xfrm>
            <a:custGeom>
              <a:rect b="b" l="l" r="r" t="t"/>
              <a:pathLst>
                <a:path extrusionOk="0" fill="none" h="853" w="27370">
                  <a:moveTo>
                    <a:pt x="1" y="627"/>
                  </a:moveTo>
                  <a:cubicBezTo>
                    <a:pt x="9174" y="1"/>
                    <a:pt x="18372" y="853"/>
                    <a:pt x="27369" y="627"/>
                  </a:cubicBezTo>
                </a:path>
              </a:pathLst>
            </a:custGeom>
            <a:noFill/>
            <a:ln cap="flat" cmpd="sng" w="10650">
              <a:solidFill>
                <a:srgbClr val="FCFCFC"/>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 name="Google Shape;2497;p50"/>
          <p:cNvGrpSpPr/>
          <p:nvPr/>
        </p:nvGrpSpPr>
        <p:grpSpPr>
          <a:xfrm>
            <a:off x="1144940" y="2976151"/>
            <a:ext cx="3060925" cy="417783"/>
            <a:chOff x="1597875" y="2011925"/>
            <a:chExt cx="4521975" cy="617200"/>
          </a:xfrm>
        </p:grpSpPr>
        <p:sp>
          <p:nvSpPr>
            <p:cNvPr id="2498" name="Google Shape;2498;p50"/>
            <p:cNvSpPr/>
            <p:nvPr/>
          </p:nvSpPr>
          <p:spPr>
            <a:xfrm>
              <a:off x="1597875" y="2222450"/>
              <a:ext cx="1430500" cy="334000"/>
            </a:xfrm>
            <a:custGeom>
              <a:rect b="b" l="l" r="r" t="t"/>
              <a:pathLst>
                <a:path extrusionOk="0" h="13360" w="57220">
                  <a:moveTo>
                    <a:pt x="828" y="1"/>
                  </a:moveTo>
                  <a:cubicBezTo>
                    <a:pt x="377" y="1"/>
                    <a:pt x="1" y="377"/>
                    <a:pt x="1" y="828"/>
                  </a:cubicBezTo>
                  <a:lnTo>
                    <a:pt x="1" y="12532"/>
                  </a:lnTo>
                  <a:cubicBezTo>
                    <a:pt x="1" y="12983"/>
                    <a:pt x="377" y="13359"/>
                    <a:pt x="828" y="13359"/>
                  </a:cubicBezTo>
                  <a:lnTo>
                    <a:pt x="56392" y="13359"/>
                  </a:lnTo>
                  <a:cubicBezTo>
                    <a:pt x="56843" y="13359"/>
                    <a:pt x="57219" y="12983"/>
                    <a:pt x="57219" y="12532"/>
                  </a:cubicBezTo>
                  <a:lnTo>
                    <a:pt x="57219" y="828"/>
                  </a:lnTo>
                  <a:cubicBezTo>
                    <a:pt x="57219" y="377"/>
                    <a:pt x="56843" y="1"/>
                    <a:pt x="56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0"/>
            <p:cNvSpPr/>
            <p:nvPr/>
          </p:nvSpPr>
          <p:spPr>
            <a:xfrm>
              <a:off x="3132975" y="2222450"/>
              <a:ext cx="1430475" cy="334000"/>
            </a:xfrm>
            <a:custGeom>
              <a:rect b="b" l="l" r="r" t="t"/>
              <a:pathLst>
                <a:path extrusionOk="0" h="13360" w="57219">
                  <a:moveTo>
                    <a:pt x="828" y="1"/>
                  </a:moveTo>
                  <a:cubicBezTo>
                    <a:pt x="377" y="1"/>
                    <a:pt x="1" y="377"/>
                    <a:pt x="1" y="828"/>
                  </a:cubicBezTo>
                  <a:lnTo>
                    <a:pt x="1" y="12532"/>
                  </a:lnTo>
                  <a:cubicBezTo>
                    <a:pt x="1" y="12983"/>
                    <a:pt x="377" y="13359"/>
                    <a:pt x="828" y="13359"/>
                  </a:cubicBezTo>
                  <a:lnTo>
                    <a:pt x="56392" y="13359"/>
                  </a:lnTo>
                  <a:cubicBezTo>
                    <a:pt x="56843" y="13359"/>
                    <a:pt x="57219" y="12983"/>
                    <a:pt x="57219" y="12532"/>
                  </a:cubicBezTo>
                  <a:lnTo>
                    <a:pt x="57219" y="828"/>
                  </a:lnTo>
                  <a:cubicBezTo>
                    <a:pt x="57219" y="377"/>
                    <a:pt x="56843" y="1"/>
                    <a:pt x="56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0"/>
            <p:cNvSpPr/>
            <p:nvPr/>
          </p:nvSpPr>
          <p:spPr>
            <a:xfrm>
              <a:off x="4688750" y="2222450"/>
              <a:ext cx="1431100" cy="334000"/>
            </a:xfrm>
            <a:custGeom>
              <a:rect b="b" l="l" r="r" t="t"/>
              <a:pathLst>
                <a:path extrusionOk="0" h="13360" w="57244">
                  <a:moveTo>
                    <a:pt x="853" y="1"/>
                  </a:moveTo>
                  <a:cubicBezTo>
                    <a:pt x="377" y="1"/>
                    <a:pt x="1" y="402"/>
                    <a:pt x="1" y="853"/>
                  </a:cubicBezTo>
                  <a:lnTo>
                    <a:pt x="1" y="12557"/>
                  </a:lnTo>
                  <a:cubicBezTo>
                    <a:pt x="1" y="13008"/>
                    <a:pt x="377" y="13359"/>
                    <a:pt x="853" y="13359"/>
                  </a:cubicBezTo>
                  <a:lnTo>
                    <a:pt x="56392" y="13359"/>
                  </a:lnTo>
                  <a:cubicBezTo>
                    <a:pt x="56868" y="13359"/>
                    <a:pt x="57244" y="13008"/>
                    <a:pt x="57244" y="12532"/>
                  </a:cubicBezTo>
                  <a:lnTo>
                    <a:pt x="53886" y="828"/>
                  </a:lnTo>
                  <a:cubicBezTo>
                    <a:pt x="53886" y="377"/>
                    <a:pt x="53510" y="1"/>
                    <a:pt x="530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0"/>
            <p:cNvSpPr/>
            <p:nvPr/>
          </p:nvSpPr>
          <p:spPr>
            <a:xfrm>
              <a:off x="5750150" y="2281975"/>
              <a:ext cx="351550" cy="194275"/>
            </a:xfrm>
            <a:custGeom>
              <a:rect b="b" l="l" r="r" t="t"/>
              <a:pathLst>
                <a:path extrusionOk="0" h="7771" w="14062">
                  <a:moveTo>
                    <a:pt x="1" y="1"/>
                  </a:moveTo>
                  <a:lnTo>
                    <a:pt x="1" y="7770"/>
                  </a:lnTo>
                  <a:lnTo>
                    <a:pt x="14061" y="7770"/>
                  </a:lnTo>
                  <a:lnTo>
                    <a:pt x="11856"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0"/>
            <p:cNvSpPr/>
            <p:nvPr/>
          </p:nvSpPr>
          <p:spPr>
            <a:xfrm>
              <a:off x="5535250" y="2281975"/>
              <a:ext cx="127850" cy="194275"/>
            </a:xfrm>
            <a:custGeom>
              <a:rect b="b" l="l" r="r" t="t"/>
              <a:pathLst>
                <a:path extrusionOk="0" h="7771" w="5114">
                  <a:moveTo>
                    <a:pt x="0" y="1"/>
                  </a:moveTo>
                  <a:lnTo>
                    <a:pt x="0" y="7770"/>
                  </a:lnTo>
                  <a:lnTo>
                    <a:pt x="5113" y="7770"/>
                  </a:lnTo>
                  <a:lnTo>
                    <a:pt x="5113"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0"/>
            <p:cNvSpPr/>
            <p:nvPr/>
          </p:nvSpPr>
          <p:spPr>
            <a:xfrm>
              <a:off x="5347900" y="2281975"/>
              <a:ext cx="127225" cy="194275"/>
            </a:xfrm>
            <a:custGeom>
              <a:rect b="b" l="l" r="r" t="t"/>
              <a:pathLst>
                <a:path extrusionOk="0" h="7771" w="5089">
                  <a:moveTo>
                    <a:pt x="1" y="1"/>
                  </a:moveTo>
                  <a:lnTo>
                    <a:pt x="1" y="7770"/>
                  </a:lnTo>
                  <a:lnTo>
                    <a:pt x="5088" y="7770"/>
                  </a:lnTo>
                  <a:lnTo>
                    <a:pt x="5088"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0"/>
            <p:cNvSpPr/>
            <p:nvPr/>
          </p:nvSpPr>
          <p:spPr>
            <a:xfrm>
              <a:off x="5159925" y="2281975"/>
              <a:ext cx="127850" cy="194275"/>
            </a:xfrm>
            <a:custGeom>
              <a:rect b="b" l="l" r="r" t="t"/>
              <a:pathLst>
                <a:path extrusionOk="0" h="7771" w="5114">
                  <a:moveTo>
                    <a:pt x="1" y="1"/>
                  </a:moveTo>
                  <a:lnTo>
                    <a:pt x="1" y="7770"/>
                  </a:lnTo>
                  <a:lnTo>
                    <a:pt x="5114" y="7770"/>
                  </a:lnTo>
                  <a:lnTo>
                    <a:pt x="5114"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0"/>
            <p:cNvSpPr/>
            <p:nvPr/>
          </p:nvSpPr>
          <p:spPr>
            <a:xfrm>
              <a:off x="4972600" y="2281975"/>
              <a:ext cx="127200" cy="194275"/>
            </a:xfrm>
            <a:custGeom>
              <a:rect b="b" l="l" r="r" t="t"/>
              <a:pathLst>
                <a:path extrusionOk="0" h="7771" w="5088">
                  <a:moveTo>
                    <a:pt x="0" y="1"/>
                  </a:moveTo>
                  <a:lnTo>
                    <a:pt x="0" y="7770"/>
                  </a:lnTo>
                  <a:lnTo>
                    <a:pt x="5088" y="7770"/>
                  </a:lnTo>
                  <a:lnTo>
                    <a:pt x="5088"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0"/>
            <p:cNvSpPr/>
            <p:nvPr/>
          </p:nvSpPr>
          <p:spPr>
            <a:xfrm>
              <a:off x="4784625" y="2281975"/>
              <a:ext cx="127825" cy="194275"/>
            </a:xfrm>
            <a:custGeom>
              <a:rect b="b" l="l" r="r" t="t"/>
              <a:pathLst>
                <a:path extrusionOk="0" h="7771" w="5113">
                  <a:moveTo>
                    <a:pt x="0" y="1"/>
                  </a:moveTo>
                  <a:lnTo>
                    <a:pt x="0" y="7770"/>
                  </a:lnTo>
                  <a:lnTo>
                    <a:pt x="5113" y="7770"/>
                  </a:lnTo>
                  <a:lnTo>
                    <a:pt x="5113"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0"/>
            <p:cNvSpPr/>
            <p:nvPr/>
          </p:nvSpPr>
          <p:spPr>
            <a:xfrm>
              <a:off x="4308425" y="2281975"/>
              <a:ext cx="127225" cy="194275"/>
            </a:xfrm>
            <a:custGeom>
              <a:rect b="b" l="l" r="r" t="t"/>
              <a:pathLst>
                <a:path extrusionOk="0" h="7771" w="5089">
                  <a:moveTo>
                    <a:pt x="0" y="1"/>
                  </a:moveTo>
                  <a:lnTo>
                    <a:pt x="0" y="7770"/>
                  </a:lnTo>
                  <a:lnTo>
                    <a:pt x="5088" y="7770"/>
                  </a:lnTo>
                  <a:lnTo>
                    <a:pt x="5088"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0"/>
            <p:cNvSpPr/>
            <p:nvPr/>
          </p:nvSpPr>
          <p:spPr>
            <a:xfrm>
              <a:off x="4121075" y="2281975"/>
              <a:ext cx="127225" cy="194275"/>
            </a:xfrm>
            <a:custGeom>
              <a:rect b="b" l="l" r="r" t="t"/>
              <a:pathLst>
                <a:path extrusionOk="0" h="7771" w="5089">
                  <a:moveTo>
                    <a:pt x="1" y="1"/>
                  </a:moveTo>
                  <a:lnTo>
                    <a:pt x="1" y="7770"/>
                  </a:lnTo>
                  <a:lnTo>
                    <a:pt x="5088" y="7770"/>
                  </a:lnTo>
                  <a:lnTo>
                    <a:pt x="5088"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0"/>
            <p:cNvSpPr/>
            <p:nvPr/>
          </p:nvSpPr>
          <p:spPr>
            <a:xfrm>
              <a:off x="3933100" y="2281975"/>
              <a:ext cx="127225" cy="194275"/>
            </a:xfrm>
            <a:custGeom>
              <a:rect b="b" l="l" r="r" t="t"/>
              <a:pathLst>
                <a:path extrusionOk="0" h="7771" w="5089">
                  <a:moveTo>
                    <a:pt x="1" y="1"/>
                  </a:moveTo>
                  <a:lnTo>
                    <a:pt x="1" y="7770"/>
                  </a:lnTo>
                  <a:lnTo>
                    <a:pt x="5089" y="7770"/>
                  </a:lnTo>
                  <a:lnTo>
                    <a:pt x="5089"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0"/>
            <p:cNvSpPr/>
            <p:nvPr/>
          </p:nvSpPr>
          <p:spPr>
            <a:xfrm>
              <a:off x="3745150" y="2281975"/>
              <a:ext cx="127825" cy="194275"/>
            </a:xfrm>
            <a:custGeom>
              <a:rect b="b" l="l" r="r" t="t"/>
              <a:pathLst>
                <a:path extrusionOk="0" h="7771" w="5113">
                  <a:moveTo>
                    <a:pt x="0" y="1"/>
                  </a:moveTo>
                  <a:lnTo>
                    <a:pt x="0" y="7770"/>
                  </a:lnTo>
                  <a:lnTo>
                    <a:pt x="5113" y="7770"/>
                  </a:lnTo>
                  <a:lnTo>
                    <a:pt x="5113"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0"/>
            <p:cNvSpPr/>
            <p:nvPr/>
          </p:nvSpPr>
          <p:spPr>
            <a:xfrm>
              <a:off x="3557800" y="2281975"/>
              <a:ext cx="127200" cy="194275"/>
            </a:xfrm>
            <a:custGeom>
              <a:rect b="b" l="l" r="r" t="t"/>
              <a:pathLst>
                <a:path extrusionOk="0" h="7771" w="5088">
                  <a:moveTo>
                    <a:pt x="0" y="1"/>
                  </a:moveTo>
                  <a:lnTo>
                    <a:pt x="0" y="7770"/>
                  </a:lnTo>
                  <a:lnTo>
                    <a:pt x="5088" y="7770"/>
                  </a:lnTo>
                  <a:lnTo>
                    <a:pt x="5088"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0"/>
            <p:cNvSpPr/>
            <p:nvPr/>
          </p:nvSpPr>
          <p:spPr>
            <a:xfrm>
              <a:off x="2491375" y="2281975"/>
              <a:ext cx="127225" cy="194275"/>
            </a:xfrm>
            <a:custGeom>
              <a:rect b="b" l="l" r="r" t="t"/>
              <a:pathLst>
                <a:path extrusionOk="0" h="7771" w="5089">
                  <a:moveTo>
                    <a:pt x="0" y="1"/>
                  </a:moveTo>
                  <a:lnTo>
                    <a:pt x="0" y="7770"/>
                  </a:lnTo>
                  <a:lnTo>
                    <a:pt x="5088" y="7770"/>
                  </a:lnTo>
                  <a:lnTo>
                    <a:pt x="5088"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0"/>
            <p:cNvSpPr/>
            <p:nvPr/>
          </p:nvSpPr>
          <p:spPr>
            <a:xfrm>
              <a:off x="2303400" y="2281975"/>
              <a:ext cx="127850" cy="194275"/>
            </a:xfrm>
            <a:custGeom>
              <a:rect b="b" l="l" r="r" t="t"/>
              <a:pathLst>
                <a:path extrusionOk="0" h="7771" w="5114">
                  <a:moveTo>
                    <a:pt x="1" y="1"/>
                  </a:moveTo>
                  <a:lnTo>
                    <a:pt x="1" y="7770"/>
                  </a:lnTo>
                  <a:lnTo>
                    <a:pt x="5113" y="7770"/>
                  </a:lnTo>
                  <a:lnTo>
                    <a:pt x="5113"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0"/>
            <p:cNvSpPr/>
            <p:nvPr/>
          </p:nvSpPr>
          <p:spPr>
            <a:xfrm>
              <a:off x="2116050" y="2281975"/>
              <a:ext cx="127225" cy="194275"/>
            </a:xfrm>
            <a:custGeom>
              <a:rect b="b" l="l" r="r" t="t"/>
              <a:pathLst>
                <a:path extrusionOk="0" h="7771" w="5089">
                  <a:moveTo>
                    <a:pt x="1" y="1"/>
                  </a:moveTo>
                  <a:lnTo>
                    <a:pt x="1" y="7770"/>
                  </a:lnTo>
                  <a:lnTo>
                    <a:pt x="5088" y="7770"/>
                  </a:lnTo>
                  <a:lnTo>
                    <a:pt x="5088"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0"/>
            <p:cNvSpPr/>
            <p:nvPr/>
          </p:nvSpPr>
          <p:spPr>
            <a:xfrm>
              <a:off x="1928075" y="2281975"/>
              <a:ext cx="127850" cy="194275"/>
            </a:xfrm>
            <a:custGeom>
              <a:rect b="b" l="l" r="r" t="t"/>
              <a:pathLst>
                <a:path extrusionOk="0" h="7771" w="5114">
                  <a:moveTo>
                    <a:pt x="1" y="1"/>
                  </a:moveTo>
                  <a:lnTo>
                    <a:pt x="1" y="7770"/>
                  </a:lnTo>
                  <a:lnTo>
                    <a:pt x="5114" y="7770"/>
                  </a:lnTo>
                  <a:lnTo>
                    <a:pt x="5114"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0"/>
            <p:cNvSpPr/>
            <p:nvPr/>
          </p:nvSpPr>
          <p:spPr>
            <a:xfrm>
              <a:off x="1740750" y="2281975"/>
              <a:ext cx="127200" cy="194275"/>
            </a:xfrm>
            <a:custGeom>
              <a:rect b="b" l="l" r="r" t="t"/>
              <a:pathLst>
                <a:path extrusionOk="0" h="7771" w="5088">
                  <a:moveTo>
                    <a:pt x="0" y="1"/>
                  </a:moveTo>
                  <a:lnTo>
                    <a:pt x="0" y="7770"/>
                  </a:lnTo>
                  <a:lnTo>
                    <a:pt x="5088" y="7770"/>
                  </a:lnTo>
                  <a:lnTo>
                    <a:pt x="5088"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0"/>
            <p:cNvSpPr/>
            <p:nvPr/>
          </p:nvSpPr>
          <p:spPr>
            <a:xfrm>
              <a:off x="1629850" y="2520075"/>
              <a:ext cx="109025" cy="109050"/>
            </a:xfrm>
            <a:custGeom>
              <a:rect b="b" l="l" r="r" t="t"/>
              <a:pathLst>
                <a:path extrusionOk="0" h="4362" w="4361">
                  <a:moveTo>
                    <a:pt x="2180" y="1"/>
                  </a:moveTo>
                  <a:cubicBezTo>
                    <a:pt x="977" y="1"/>
                    <a:pt x="0" y="978"/>
                    <a:pt x="0" y="2181"/>
                  </a:cubicBezTo>
                  <a:cubicBezTo>
                    <a:pt x="0" y="3384"/>
                    <a:pt x="977" y="4362"/>
                    <a:pt x="2180" y="4362"/>
                  </a:cubicBezTo>
                  <a:cubicBezTo>
                    <a:pt x="3383" y="4362"/>
                    <a:pt x="4361" y="3384"/>
                    <a:pt x="4361" y="2181"/>
                  </a:cubicBezTo>
                  <a:cubicBezTo>
                    <a:pt x="4361" y="978"/>
                    <a:pt x="3383" y="1"/>
                    <a:pt x="21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0"/>
            <p:cNvSpPr/>
            <p:nvPr/>
          </p:nvSpPr>
          <p:spPr>
            <a:xfrm>
              <a:off x="1776450" y="2520075"/>
              <a:ext cx="109050" cy="109050"/>
            </a:xfrm>
            <a:custGeom>
              <a:rect b="b" l="l" r="r" t="t"/>
              <a:pathLst>
                <a:path extrusionOk="0" h="4362" w="4362">
                  <a:moveTo>
                    <a:pt x="2181" y="1"/>
                  </a:moveTo>
                  <a:cubicBezTo>
                    <a:pt x="978" y="1"/>
                    <a:pt x="1" y="978"/>
                    <a:pt x="1" y="2181"/>
                  </a:cubicBezTo>
                  <a:cubicBezTo>
                    <a:pt x="1" y="3384"/>
                    <a:pt x="978" y="4362"/>
                    <a:pt x="2181" y="4362"/>
                  </a:cubicBezTo>
                  <a:cubicBezTo>
                    <a:pt x="3384" y="4362"/>
                    <a:pt x="4362" y="3384"/>
                    <a:pt x="4362" y="2181"/>
                  </a:cubicBezTo>
                  <a:cubicBezTo>
                    <a:pt x="4362"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0"/>
            <p:cNvSpPr/>
            <p:nvPr/>
          </p:nvSpPr>
          <p:spPr>
            <a:xfrm>
              <a:off x="2173075" y="2520075"/>
              <a:ext cx="109050" cy="109050"/>
            </a:xfrm>
            <a:custGeom>
              <a:rect b="b" l="l" r="r" t="t"/>
              <a:pathLst>
                <a:path extrusionOk="0" h="4362" w="4362">
                  <a:moveTo>
                    <a:pt x="2181" y="1"/>
                  </a:moveTo>
                  <a:cubicBezTo>
                    <a:pt x="978" y="1"/>
                    <a:pt x="0" y="978"/>
                    <a:pt x="0" y="2181"/>
                  </a:cubicBezTo>
                  <a:cubicBezTo>
                    <a:pt x="0" y="3384"/>
                    <a:pt x="978" y="4362"/>
                    <a:pt x="2181" y="4362"/>
                  </a:cubicBezTo>
                  <a:cubicBezTo>
                    <a:pt x="3384" y="4362"/>
                    <a:pt x="4361" y="3384"/>
                    <a:pt x="4361" y="2181"/>
                  </a:cubicBezTo>
                  <a:cubicBezTo>
                    <a:pt x="4361"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0"/>
            <p:cNvSpPr/>
            <p:nvPr/>
          </p:nvSpPr>
          <p:spPr>
            <a:xfrm>
              <a:off x="2319075" y="2520075"/>
              <a:ext cx="109050" cy="109050"/>
            </a:xfrm>
            <a:custGeom>
              <a:rect b="b" l="l" r="r" t="t"/>
              <a:pathLst>
                <a:path extrusionOk="0" h="4362" w="4362">
                  <a:moveTo>
                    <a:pt x="2181" y="1"/>
                  </a:moveTo>
                  <a:cubicBezTo>
                    <a:pt x="978" y="1"/>
                    <a:pt x="0" y="978"/>
                    <a:pt x="0" y="2181"/>
                  </a:cubicBezTo>
                  <a:cubicBezTo>
                    <a:pt x="0" y="3384"/>
                    <a:pt x="978" y="4362"/>
                    <a:pt x="2181" y="4362"/>
                  </a:cubicBezTo>
                  <a:cubicBezTo>
                    <a:pt x="3384" y="4362"/>
                    <a:pt x="4361" y="3384"/>
                    <a:pt x="4361" y="2181"/>
                  </a:cubicBezTo>
                  <a:cubicBezTo>
                    <a:pt x="4361"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0"/>
            <p:cNvSpPr/>
            <p:nvPr/>
          </p:nvSpPr>
          <p:spPr>
            <a:xfrm>
              <a:off x="2716300" y="2520075"/>
              <a:ext cx="109050" cy="109050"/>
            </a:xfrm>
            <a:custGeom>
              <a:rect b="b" l="l" r="r" t="t"/>
              <a:pathLst>
                <a:path extrusionOk="0" h="4362" w="4362">
                  <a:moveTo>
                    <a:pt x="2181" y="1"/>
                  </a:moveTo>
                  <a:cubicBezTo>
                    <a:pt x="978" y="1"/>
                    <a:pt x="1" y="978"/>
                    <a:pt x="1" y="2181"/>
                  </a:cubicBezTo>
                  <a:cubicBezTo>
                    <a:pt x="1" y="3384"/>
                    <a:pt x="978" y="4362"/>
                    <a:pt x="2181" y="4362"/>
                  </a:cubicBezTo>
                  <a:cubicBezTo>
                    <a:pt x="3384" y="4362"/>
                    <a:pt x="4362" y="3384"/>
                    <a:pt x="4362" y="2181"/>
                  </a:cubicBezTo>
                  <a:cubicBezTo>
                    <a:pt x="4362"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0"/>
            <p:cNvSpPr/>
            <p:nvPr/>
          </p:nvSpPr>
          <p:spPr>
            <a:xfrm>
              <a:off x="2862300" y="2520075"/>
              <a:ext cx="109050" cy="109050"/>
            </a:xfrm>
            <a:custGeom>
              <a:rect b="b" l="l" r="r" t="t"/>
              <a:pathLst>
                <a:path extrusionOk="0" h="4362" w="4362">
                  <a:moveTo>
                    <a:pt x="2181" y="1"/>
                  </a:moveTo>
                  <a:cubicBezTo>
                    <a:pt x="978" y="1"/>
                    <a:pt x="1" y="978"/>
                    <a:pt x="1" y="2181"/>
                  </a:cubicBezTo>
                  <a:cubicBezTo>
                    <a:pt x="1" y="3384"/>
                    <a:pt x="978" y="4362"/>
                    <a:pt x="2181" y="4362"/>
                  </a:cubicBezTo>
                  <a:cubicBezTo>
                    <a:pt x="3384" y="4362"/>
                    <a:pt x="4361" y="3384"/>
                    <a:pt x="4361" y="2181"/>
                  </a:cubicBezTo>
                  <a:cubicBezTo>
                    <a:pt x="4361"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0"/>
            <p:cNvSpPr/>
            <p:nvPr/>
          </p:nvSpPr>
          <p:spPr>
            <a:xfrm>
              <a:off x="1691875" y="2577100"/>
              <a:ext cx="1242500" cy="21325"/>
            </a:xfrm>
            <a:custGeom>
              <a:rect b="b" l="l" r="r" t="t"/>
              <a:pathLst>
                <a:path extrusionOk="0" h="853" w="49700">
                  <a:moveTo>
                    <a:pt x="0" y="0"/>
                  </a:moveTo>
                  <a:lnTo>
                    <a:pt x="0" y="853"/>
                  </a:lnTo>
                  <a:lnTo>
                    <a:pt x="49700" y="853"/>
                  </a:lnTo>
                  <a:lnTo>
                    <a:pt x="497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0"/>
            <p:cNvSpPr/>
            <p:nvPr/>
          </p:nvSpPr>
          <p:spPr>
            <a:xfrm>
              <a:off x="3196250" y="2520075"/>
              <a:ext cx="109050" cy="109050"/>
            </a:xfrm>
            <a:custGeom>
              <a:rect b="b" l="l" r="r" t="t"/>
              <a:pathLst>
                <a:path extrusionOk="0" h="4362" w="4362">
                  <a:moveTo>
                    <a:pt x="2181" y="1"/>
                  </a:moveTo>
                  <a:cubicBezTo>
                    <a:pt x="978" y="1"/>
                    <a:pt x="1" y="978"/>
                    <a:pt x="1" y="2181"/>
                  </a:cubicBezTo>
                  <a:cubicBezTo>
                    <a:pt x="1" y="3384"/>
                    <a:pt x="978" y="4362"/>
                    <a:pt x="2181" y="4362"/>
                  </a:cubicBezTo>
                  <a:cubicBezTo>
                    <a:pt x="3384" y="4362"/>
                    <a:pt x="4362" y="3384"/>
                    <a:pt x="4362" y="2181"/>
                  </a:cubicBezTo>
                  <a:cubicBezTo>
                    <a:pt x="4362"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0"/>
            <p:cNvSpPr/>
            <p:nvPr/>
          </p:nvSpPr>
          <p:spPr>
            <a:xfrm>
              <a:off x="3342875" y="2520075"/>
              <a:ext cx="109050" cy="109050"/>
            </a:xfrm>
            <a:custGeom>
              <a:rect b="b" l="l" r="r" t="t"/>
              <a:pathLst>
                <a:path extrusionOk="0" h="4362" w="4362">
                  <a:moveTo>
                    <a:pt x="2181" y="1"/>
                  </a:moveTo>
                  <a:cubicBezTo>
                    <a:pt x="978" y="1"/>
                    <a:pt x="1" y="978"/>
                    <a:pt x="1" y="2181"/>
                  </a:cubicBezTo>
                  <a:cubicBezTo>
                    <a:pt x="1" y="3384"/>
                    <a:pt x="978" y="4362"/>
                    <a:pt x="2181" y="4362"/>
                  </a:cubicBezTo>
                  <a:cubicBezTo>
                    <a:pt x="3384" y="4362"/>
                    <a:pt x="4362" y="3384"/>
                    <a:pt x="4362" y="2181"/>
                  </a:cubicBezTo>
                  <a:cubicBezTo>
                    <a:pt x="4362"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0"/>
            <p:cNvSpPr/>
            <p:nvPr/>
          </p:nvSpPr>
          <p:spPr>
            <a:xfrm>
              <a:off x="3739500" y="2520075"/>
              <a:ext cx="109050" cy="109050"/>
            </a:xfrm>
            <a:custGeom>
              <a:rect b="b" l="l" r="r" t="t"/>
              <a:pathLst>
                <a:path extrusionOk="0" h="4362" w="4362">
                  <a:moveTo>
                    <a:pt x="2181" y="1"/>
                  </a:moveTo>
                  <a:cubicBezTo>
                    <a:pt x="978" y="1"/>
                    <a:pt x="0" y="978"/>
                    <a:pt x="0" y="2181"/>
                  </a:cubicBezTo>
                  <a:cubicBezTo>
                    <a:pt x="0" y="3384"/>
                    <a:pt x="978" y="4362"/>
                    <a:pt x="2181" y="4362"/>
                  </a:cubicBezTo>
                  <a:cubicBezTo>
                    <a:pt x="3384" y="4362"/>
                    <a:pt x="4361" y="3384"/>
                    <a:pt x="4361" y="2181"/>
                  </a:cubicBezTo>
                  <a:cubicBezTo>
                    <a:pt x="4361"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0"/>
            <p:cNvSpPr/>
            <p:nvPr/>
          </p:nvSpPr>
          <p:spPr>
            <a:xfrm>
              <a:off x="3885500" y="2520075"/>
              <a:ext cx="109025" cy="109050"/>
            </a:xfrm>
            <a:custGeom>
              <a:rect b="b" l="l" r="r" t="t"/>
              <a:pathLst>
                <a:path extrusionOk="0" h="4362" w="4361">
                  <a:moveTo>
                    <a:pt x="2181" y="1"/>
                  </a:moveTo>
                  <a:cubicBezTo>
                    <a:pt x="978" y="1"/>
                    <a:pt x="0" y="978"/>
                    <a:pt x="0" y="2181"/>
                  </a:cubicBezTo>
                  <a:cubicBezTo>
                    <a:pt x="0" y="3384"/>
                    <a:pt x="978" y="4362"/>
                    <a:pt x="2181" y="4362"/>
                  </a:cubicBezTo>
                  <a:cubicBezTo>
                    <a:pt x="3384" y="4362"/>
                    <a:pt x="4361" y="3384"/>
                    <a:pt x="4361" y="2181"/>
                  </a:cubicBezTo>
                  <a:cubicBezTo>
                    <a:pt x="4361"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0"/>
            <p:cNvSpPr/>
            <p:nvPr/>
          </p:nvSpPr>
          <p:spPr>
            <a:xfrm>
              <a:off x="4282725" y="2520075"/>
              <a:ext cx="109050" cy="109050"/>
            </a:xfrm>
            <a:custGeom>
              <a:rect b="b" l="l" r="r" t="t"/>
              <a:pathLst>
                <a:path extrusionOk="0" h="4362" w="4362">
                  <a:moveTo>
                    <a:pt x="2181" y="1"/>
                  </a:moveTo>
                  <a:cubicBezTo>
                    <a:pt x="978" y="1"/>
                    <a:pt x="1" y="978"/>
                    <a:pt x="1" y="2181"/>
                  </a:cubicBezTo>
                  <a:cubicBezTo>
                    <a:pt x="1" y="3384"/>
                    <a:pt x="978" y="4362"/>
                    <a:pt x="2181" y="4362"/>
                  </a:cubicBezTo>
                  <a:cubicBezTo>
                    <a:pt x="3384" y="4362"/>
                    <a:pt x="4362" y="3384"/>
                    <a:pt x="4362" y="2181"/>
                  </a:cubicBezTo>
                  <a:cubicBezTo>
                    <a:pt x="4362"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0"/>
            <p:cNvSpPr/>
            <p:nvPr/>
          </p:nvSpPr>
          <p:spPr>
            <a:xfrm>
              <a:off x="4428725" y="2520075"/>
              <a:ext cx="109050" cy="109050"/>
            </a:xfrm>
            <a:custGeom>
              <a:rect b="b" l="l" r="r" t="t"/>
              <a:pathLst>
                <a:path extrusionOk="0" h="4362" w="4362">
                  <a:moveTo>
                    <a:pt x="2181" y="1"/>
                  </a:moveTo>
                  <a:cubicBezTo>
                    <a:pt x="978" y="1"/>
                    <a:pt x="1" y="978"/>
                    <a:pt x="1" y="2181"/>
                  </a:cubicBezTo>
                  <a:cubicBezTo>
                    <a:pt x="1" y="3384"/>
                    <a:pt x="978" y="4362"/>
                    <a:pt x="2181" y="4362"/>
                  </a:cubicBezTo>
                  <a:cubicBezTo>
                    <a:pt x="3384" y="4362"/>
                    <a:pt x="4361" y="3384"/>
                    <a:pt x="4361" y="2181"/>
                  </a:cubicBezTo>
                  <a:cubicBezTo>
                    <a:pt x="4361"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0"/>
            <p:cNvSpPr/>
            <p:nvPr/>
          </p:nvSpPr>
          <p:spPr>
            <a:xfrm>
              <a:off x="3258300" y="2577100"/>
              <a:ext cx="1242500" cy="21325"/>
            </a:xfrm>
            <a:custGeom>
              <a:rect b="b" l="l" r="r" t="t"/>
              <a:pathLst>
                <a:path extrusionOk="0" h="853" w="49700">
                  <a:moveTo>
                    <a:pt x="0" y="0"/>
                  </a:moveTo>
                  <a:lnTo>
                    <a:pt x="0" y="853"/>
                  </a:lnTo>
                  <a:lnTo>
                    <a:pt x="49700" y="853"/>
                  </a:lnTo>
                  <a:lnTo>
                    <a:pt x="497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0"/>
            <p:cNvSpPr/>
            <p:nvPr/>
          </p:nvSpPr>
          <p:spPr>
            <a:xfrm>
              <a:off x="4710675" y="2520075"/>
              <a:ext cx="109050" cy="109050"/>
            </a:xfrm>
            <a:custGeom>
              <a:rect b="b" l="l" r="r" t="t"/>
              <a:pathLst>
                <a:path extrusionOk="0" h="4362" w="4362">
                  <a:moveTo>
                    <a:pt x="2181" y="1"/>
                  </a:moveTo>
                  <a:cubicBezTo>
                    <a:pt x="978" y="1"/>
                    <a:pt x="1" y="978"/>
                    <a:pt x="1" y="2181"/>
                  </a:cubicBezTo>
                  <a:cubicBezTo>
                    <a:pt x="1" y="3384"/>
                    <a:pt x="978" y="4362"/>
                    <a:pt x="2181" y="4362"/>
                  </a:cubicBezTo>
                  <a:cubicBezTo>
                    <a:pt x="3384" y="4362"/>
                    <a:pt x="4362" y="3384"/>
                    <a:pt x="4362" y="2181"/>
                  </a:cubicBezTo>
                  <a:cubicBezTo>
                    <a:pt x="4362"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0"/>
            <p:cNvSpPr/>
            <p:nvPr/>
          </p:nvSpPr>
          <p:spPr>
            <a:xfrm>
              <a:off x="4856675" y="2520075"/>
              <a:ext cx="109050" cy="109050"/>
            </a:xfrm>
            <a:custGeom>
              <a:rect b="b" l="l" r="r" t="t"/>
              <a:pathLst>
                <a:path extrusionOk="0" h="4362" w="4362">
                  <a:moveTo>
                    <a:pt x="2181" y="1"/>
                  </a:moveTo>
                  <a:cubicBezTo>
                    <a:pt x="978" y="1"/>
                    <a:pt x="0" y="978"/>
                    <a:pt x="0" y="2181"/>
                  </a:cubicBezTo>
                  <a:cubicBezTo>
                    <a:pt x="0" y="3384"/>
                    <a:pt x="978" y="4362"/>
                    <a:pt x="2181" y="4362"/>
                  </a:cubicBezTo>
                  <a:cubicBezTo>
                    <a:pt x="3384" y="4362"/>
                    <a:pt x="4361" y="3384"/>
                    <a:pt x="4361" y="2181"/>
                  </a:cubicBezTo>
                  <a:cubicBezTo>
                    <a:pt x="4361"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0"/>
            <p:cNvSpPr/>
            <p:nvPr/>
          </p:nvSpPr>
          <p:spPr>
            <a:xfrm>
              <a:off x="5253925" y="2520075"/>
              <a:ext cx="109050" cy="109050"/>
            </a:xfrm>
            <a:custGeom>
              <a:rect b="b" l="l" r="r" t="t"/>
              <a:pathLst>
                <a:path extrusionOk="0" h="4362" w="4362">
                  <a:moveTo>
                    <a:pt x="2181" y="1"/>
                  </a:moveTo>
                  <a:cubicBezTo>
                    <a:pt x="978" y="1"/>
                    <a:pt x="0" y="978"/>
                    <a:pt x="0" y="2181"/>
                  </a:cubicBezTo>
                  <a:cubicBezTo>
                    <a:pt x="0" y="3384"/>
                    <a:pt x="978" y="4362"/>
                    <a:pt x="2181" y="4362"/>
                  </a:cubicBezTo>
                  <a:cubicBezTo>
                    <a:pt x="3384" y="4362"/>
                    <a:pt x="4361" y="3384"/>
                    <a:pt x="4361" y="2181"/>
                  </a:cubicBezTo>
                  <a:cubicBezTo>
                    <a:pt x="4361"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0"/>
            <p:cNvSpPr/>
            <p:nvPr/>
          </p:nvSpPr>
          <p:spPr>
            <a:xfrm>
              <a:off x="5399900" y="2520075"/>
              <a:ext cx="109050" cy="109050"/>
            </a:xfrm>
            <a:custGeom>
              <a:rect b="b" l="l" r="r" t="t"/>
              <a:pathLst>
                <a:path extrusionOk="0" h="4362" w="4362">
                  <a:moveTo>
                    <a:pt x="2181" y="1"/>
                  </a:moveTo>
                  <a:cubicBezTo>
                    <a:pt x="978" y="1"/>
                    <a:pt x="1" y="978"/>
                    <a:pt x="1" y="2181"/>
                  </a:cubicBezTo>
                  <a:cubicBezTo>
                    <a:pt x="1" y="3384"/>
                    <a:pt x="978" y="4362"/>
                    <a:pt x="2181" y="4362"/>
                  </a:cubicBezTo>
                  <a:cubicBezTo>
                    <a:pt x="3384" y="4362"/>
                    <a:pt x="4362" y="3384"/>
                    <a:pt x="4362" y="2181"/>
                  </a:cubicBezTo>
                  <a:cubicBezTo>
                    <a:pt x="4362"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0"/>
            <p:cNvSpPr/>
            <p:nvPr/>
          </p:nvSpPr>
          <p:spPr>
            <a:xfrm>
              <a:off x="5796525" y="2520075"/>
              <a:ext cx="109050" cy="109050"/>
            </a:xfrm>
            <a:custGeom>
              <a:rect b="b" l="l" r="r" t="t"/>
              <a:pathLst>
                <a:path extrusionOk="0" h="4362" w="4362">
                  <a:moveTo>
                    <a:pt x="2181" y="1"/>
                  </a:moveTo>
                  <a:cubicBezTo>
                    <a:pt x="978" y="1"/>
                    <a:pt x="1" y="978"/>
                    <a:pt x="1" y="2181"/>
                  </a:cubicBezTo>
                  <a:cubicBezTo>
                    <a:pt x="1" y="3384"/>
                    <a:pt x="978" y="4362"/>
                    <a:pt x="2181" y="4362"/>
                  </a:cubicBezTo>
                  <a:cubicBezTo>
                    <a:pt x="3384" y="4362"/>
                    <a:pt x="4362" y="3384"/>
                    <a:pt x="4362" y="2181"/>
                  </a:cubicBezTo>
                  <a:cubicBezTo>
                    <a:pt x="4362"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0"/>
            <p:cNvSpPr/>
            <p:nvPr/>
          </p:nvSpPr>
          <p:spPr>
            <a:xfrm>
              <a:off x="5943150" y="2520075"/>
              <a:ext cx="109050" cy="109050"/>
            </a:xfrm>
            <a:custGeom>
              <a:rect b="b" l="l" r="r" t="t"/>
              <a:pathLst>
                <a:path extrusionOk="0" h="4362" w="4362">
                  <a:moveTo>
                    <a:pt x="2181" y="1"/>
                  </a:moveTo>
                  <a:cubicBezTo>
                    <a:pt x="978" y="1"/>
                    <a:pt x="0" y="978"/>
                    <a:pt x="0" y="2181"/>
                  </a:cubicBezTo>
                  <a:cubicBezTo>
                    <a:pt x="0" y="3384"/>
                    <a:pt x="978" y="4362"/>
                    <a:pt x="2181" y="4362"/>
                  </a:cubicBezTo>
                  <a:cubicBezTo>
                    <a:pt x="3384" y="4362"/>
                    <a:pt x="4361" y="3384"/>
                    <a:pt x="4361" y="2181"/>
                  </a:cubicBezTo>
                  <a:cubicBezTo>
                    <a:pt x="4361" y="978"/>
                    <a:pt x="3384" y="1"/>
                    <a:pt x="2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0"/>
            <p:cNvSpPr/>
            <p:nvPr/>
          </p:nvSpPr>
          <p:spPr>
            <a:xfrm>
              <a:off x="4772700" y="2577100"/>
              <a:ext cx="1242525" cy="21325"/>
            </a:xfrm>
            <a:custGeom>
              <a:rect b="b" l="l" r="r" t="t"/>
              <a:pathLst>
                <a:path extrusionOk="0" h="853" w="49701">
                  <a:moveTo>
                    <a:pt x="1" y="0"/>
                  </a:moveTo>
                  <a:lnTo>
                    <a:pt x="1" y="853"/>
                  </a:lnTo>
                  <a:lnTo>
                    <a:pt x="49701" y="853"/>
                  </a:lnTo>
                  <a:lnTo>
                    <a:pt x="497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0"/>
            <p:cNvSpPr/>
            <p:nvPr/>
          </p:nvSpPr>
          <p:spPr>
            <a:xfrm>
              <a:off x="2934350" y="2357800"/>
              <a:ext cx="261300" cy="73325"/>
            </a:xfrm>
            <a:custGeom>
              <a:rect b="b" l="l" r="r" t="t"/>
              <a:pathLst>
                <a:path extrusionOk="0" h="2933" w="10452">
                  <a:moveTo>
                    <a:pt x="1" y="0"/>
                  </a:moveTo>
                  <a:lnTo>
                    <a:pt x="1" y="2933"/>
                  </a:lnTo>
                  <a:lnTo>
                    <a:pt x="10452" y="2933"/>
                  </a:lnTo>
                  <a:lnTo>
                    <a:pt x="104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0"/>
            <p:cNvSpPr/>
            <p:nvPr/>
          </p:nvSpPr>
          <p:spPr>
            <a:xfrm>
              <a:off x="4500775" y="2357800"/>
              <a:ext cx="261300" cy="73325"/>
            </a:xfrm>
            <a:custGeom>
              <a:rect b="b" l="l" r="r" t="t"/>
              <a:pathLst>
                <a:path extrusionOk="0" h="2933" w="10452">
                  <a:moveTo>
                    <a:pt x="1" y="0"/>
                  </a:moveTo>
                  <a:lnTo>
                    <a:pt x="1" y="2933"/>
                  </a:lnTo>
                  <a:lnTo>
                    <a:pt x="10452" y="2933"/>
                  </a:lnTo>
                  <a:lnTo>
                    <a:pt x="104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0"/>
            <p:cNvSpPr/>
            <p:nvPr/>
          </p:nvSpPr>
          <p:spPr>
            <a:xfrm>
              <a:off x="2683725" y="2285125"/>
              <a:ext cx="344650" cy="41375"/>
            </a:xfrm>
            <a:custGeom>
              <a:rect b="b" l="l" r="r" t="t"/>
              <a:pathLst>
                <a:path extrusionOk="0" h="1655" w="13786">
                  <a:moveTo>
                    <a:pt x="1" y="0"/>
                  </a:moveTo>
                  <a:lnTo>
                    <a:pt x="1" y="1654"/>
                  </a:lnTo>
                  <a:lnTo>
                    <a:pt x="13785" y="1654"/>
                  </a:lnTo>
                  <a:lnTo>
                    <a:pt x="13785"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0"/>
            <p:cNvSpPr/>
            <p:nvPr/>
          </p:nvSpPr>
          <p:spPr>
            <a:xfrm>
              <a:off x="2683725" y="2431100"/>
              <a:ext cx="344650" cy="42000"/>
            </a:xfrm>
            <a:custGeom>
              <a:rect b="b" l="l" r="r" t="t"/>
              <a:pathLst>
                <a:path extrusionOk="0" h="1680" w="13786">
                  <a:moveTo>
                    <a:pt x="1" y="1"/>
                  </a:moveTo>
                  <a:lnTo>
                    <a:pt x="1" y="1680"/>
                  </a:lnTo>
                  <a:lnTo>
                    <a:pt x="13785" y="1680"/>
                  </a:lnTo>
                  <a:lnTo>
                    <a:pt x="13785"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0"/>
            <p:cNvSpPr/>
            <p:nvPr/>
          </p:nvSpPr>
          <p:spPr>
            <a:xfrm>
              <a:off x="1597875" y="2285125"/>
              <a:ext cx="83375" cy="41375"/>
            </a:xfrm>
            <a:custGeom>
              <a:rect b="b" l="l" r="r" t="t"/>
              <a:pathLst>
                <a:path extrusionOk="0" h="1655" w="3335">
                  <a:moveTo>
                    <a:pt x="1" y="0"/>
                  </a:moveTo>
                  <a:lnTo>
                    <a:pt x="1" y="1654"/>
                  </a:lnTo>
                  <a:lnTo>
                    <a:pt x="3334" y="1654"/>
                  </a:lnTo>
                  <a:lnTo>
                    <a:pt x="3334"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0"/>
            <p:cNvSpPr/>
            <p:nvPr/>
          </p:nvSpPr>
          <p:spPr>
            <a:xfrm>
              <a:off x="1597875" y="2431100"/>
              <a:ext cx="83375" cy="42000"/>
            </a:xfrm>
            <a:custGeom>
              <a:rect b="b" l="l" r="r" t="t"/>
              <a:pathLst>
                <a:path extrusionOk="0" h="1680" w="3335">
                  <a:moveTo>
                    <a:pt x="1" y="1"/>
                  </a:moveTo>
                  <a:lnTo>
                    <a:pt x="1" y="1680"/>
                  </a:lnTo>
                  <a:lnTo>
                    <a:pt x="3334" y="1680"/>
                  </a:lnTo>
                  <a:lnTo>
                    <a:pt x="3334"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0"/>
            <p:cNvSpPr/>
            <p:nvPr/>
          </p:nvSpPr>
          <p:spPr>
            <a:xfrm>
              <a:off x="3132975" y="2285125"/>
              <a:ext cx="344650" cy="41375"/>
            </a:xfrm>
            <a:custGeom>
              <a:rect b="b" l="l" r="r" t="t"/>
              <a:pathLst>
                <a:path extrusionOk="0" h="1655" w="13786">
                  <a:moveTo>
                    <a:pt x="1" y="0"/>
                  </a:moveTo>
                  <a:lnTo>
                    <a:pt x="1" y="1654"/>
                  </a:lnTo>
                  <a:lnTo>
                    <a:pt x="13785" y="1654"/>
                  </a:lnTo>
                  <a:lnTo>
                    <a:pt x="13785"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0"/>
            <p:cNvSpPr/>
            <p:nvPr/>
          </p:nvSpPr>
          <p:spPr>
            <a:xfrm>
              <a:off x="3132975" y="2431100"/>
              <a:ext cx="344650" cy="42000"/>
            </a:xfrm>
            <a:custGeom>
              <a:rect b="b" l="l" r="r" t="t"/>
              <a:pathLst>
                <a:path extrusionOk="0" h="1680" w="13786">
                  <a:moveTo>
                    <a:pt x="1" y="1"/>
                  </a:moveTo>
                  <a:lnTo>
                    <a:pt x="1" y="1680"/>
                  </a:lnTo>
                  <a:lnTo>
                    <a:pt x="13785" y="1680"/>
                  </a:lnTo>
                  <a:lnTo>
                    <a:pt x="13785"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0"/>
            <p:cNvSpPr/>
            <p:nvPr/>
          </p:nvSpPr>
          <p:spPr>
            <a:xfrm>
              <a:off x="5211300" y="2180475"/>
              <a:ext cx="636625" cy="52025"/>
            </a:xfrm>
            <a:custGeom>
              <a:rect b="b" l="l" r="r" t="t"/>
              <a:pathLst>
                <a:path extrusionOk="0" h="2081" w="25465">
                  <a:moveTo>
                    <a:pt x="1" y="1"/>
                  </a:moveTo>
                  <a:lnTo>
                    <a:pt x="1" y="2081"/>
                  </a:lnTo>
                  <a:lnTo>
                    <a:pt x="25465" y="2081"/>
                  </a:lnTo>
                  <a:lnTo>
                    <a:pt x="254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0"/>
            <p:cNvSpPr/>
            <p:nvPr/>
          </p:nvSpPr>
          <p:spPr>
            <a:xfrm>
              <a:off x="5488250" y="2011925"/>
              <a:ext cx="235625" cy="187375"/>
            </a:xfrm>
            <a:custGeom>
              <a:rect b="b" l="l" r="r" t="t"/>
              <a:pathLst>
                <a:path extrusionOk="0" h="7495" w="9425">
                  <a:moveTo>
                    <a:pt x="1" y="1"/>
                  </a:moveTo>
                  <a:lnTo>
                    <a:pt x="9424" y="7495"/>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0"/>
            <p:cNvSpPr/>
            <p:nvPr/>
          </p:nvSpPr>
          <p:spPr>
            <a:xfrm>
              <a:off x="5488250" y="2011925"/>
              <a:ext cx="235625" cy="187375"/>
            </a:xfrm>
            <a:custGeom>
              <a:rect b="b" l="l" r="r" t="t"/>
              <a:pathLst>
                <a:path extrusionOk="0" fill="none" h="7495" w="9425">
                  <a:moveTo>
                    <a:pt x="1" y="1"/>
                  </a:moveTo>
                  <a:lnTo>
                    <a:pt x="9424" y="7495"/>
                  </a:lnTo>
                </a:path>
              </a:pathLst>
            </a:custGeom>
            <a:noFill/>
            <a:ln cap="flat" cmpd="sng" w="20675">
              <a:solidFill>
                <a:schemeClr val="dk1"/>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0"/>
            <p:cNvSpPr/>
            <p:nvPr/>
          </p:nvSpPr>
          <p:spPr>
            <a:xfrm>
              <a:off x="5451275" y="2138500"/>
              <a:ext cx="198650" cy="25"/>
            </a:xfrm>
            <a:custGeom>
              <a:rect b="b" l="l" r="r" t="t"/>
              <a:pathLst>
                <a:path extrusionOk="0" h="1" w="7946">
                  <a:moveTo>
                    <a:pt x="1" y="0"/>
                  </a:moveTo>
                  <a:lnTo>
                    <a:pt x="7946" y="0"/>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0"/>
            <p:cNvSpPr/>
            <p:nvPr/>
          </p:nvSpPr>
          <p:spPr>
            <a:xfrm>
              <a:off x="5451275" y="2138500"/>
              <a:ext cx="198650" cy="25"/>
            </a:xfrm>
            <a:custGeom>
              <a:rect b="b" l="l" r="r" t="t"/>
              <a:pathLst>
                <a:path extrusionOk="0" fill="none" h="1" w="7946">
                  <a:moveTo>
                    <a:pt x="1" y="0"/>
                  </a:moveTo>
                  <a:lnTo>
                    <a:pt x="7946" y="0"/>
                  </a:lnTo>
                </a:path>
              </a:pathLst>
            </a:custGeom>
            <a:noFill/>
            <a:ln cap="flat" cmpd="sng" w="20675">
              <a:solidFill>
                <a:schemeClr val="dk1"/>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0"/>
            <p:cNvSpPr/>
            <p:nvPr/>
          </p:nvSpPr>
          <p:spPr>
            <a:xfrm>
              <a:off x="1796500" y="2180475"/>
              <a:ext cx="636625" cy="52025"/>
            </a:xfrm>
            <a:custGeom>
              <a:rect b="b" l="l" r="r" t="t"/>
              <a:pathLst>
                <a:path extrusionOk="0" h="2081" w="25465">
                  <a:moveTo>
                    <a:pt x="1" y="1"/>
                  </a:moveTo>
                  <a:lnTo>
                    <a:pt x="1" y="2081"/>
                  </a:lnTo>
                  <a:lnTo>
                    <a:pt x="25465" y="2081"/>
                  </a:lnTo>
                  <a:lnTo>
                    <a:pt x="254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0"/>
            <p:cNvSpPr/>
            <p:nvPr/>
          </p:nvSpPr>
          <p:spPr>
            <a:xfrm>
              <a:off x="1920575" y="2011925"/>
              <a:ext cx="235600" cy="187375"/>
            </a:xfrm>
            <a:custGeom>
              <a:rect b="b" l="l" r="r" t="t"/>
              <a:pathLst>
                <a:path extrusionOk="0" h="7495" w="9424">
                  <a:moveTo>
                    <a:pt x="9424" y="1"/>
                  </a:moveTo>
                  <a:lnTo>
                    <a:pt x="0" y="7495"/>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0"/>
            <p:cNvSpPr/>
            <p:nvPr/>
          </p:nvSpPr>
          <p:spPr>
            <a:xfrm>
              <a:off x="1920575" y="2011925"/>
              <a:ext cx="235600" cy="187375"/>
            </a:xfrm>
            <a:custGeom>
              <a:rect b="b" l="l" r="r" t="t"/>
              <a:pathLst>
                <a:path extrusionOk="0" fill="none" h="7495" w="9424">
                  <a:moveTo>
                    <a:pt x="9424" y="1"/>
                  </a:moveTo>
                  <a:lnTo>
                    <a:pt x="0" y="7495"/>
                  </a:lnTo>
                </a:path>
              </a:pathLst>
            </a:custGeom>
            <a:solidFill>
              <a:schemeClr val="dk1"/>
            </a:solidFill>
            <a:ln cap="flat" cmpd="sng" w="20675">
              <a:solidFill>
                <a:schemeClr val="dk1"/>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0"/>
            <p:cNvSpPr/>
            <p:nvPr/>
          </p:nvSpPr>
          <p:spPr>
            <a:xfrm>
              <a:off x="1994500" y="2138500"/>
              <a:ext cx="198650" cy="25"/>
            </a:xfrm>
            <a:custGeom>
              <a:rect b="b" l="l" r="r" t="t"/>
              <a:pathLst>
                <a:path extrusionOk="0" h="1" w="7946">
                  <a:moveTo>
                    <a:pt x="7945" y="0"/>
                  </a:moveTo>
                  <a:lnTo>
                    <a:pt x="1" y="0"/>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0"/>
            <p:cNvSpPr/>
            <p:nvPr/>
          </p:nvSpPr>
          <p:spPr>
            <a:xfrm>
              <a:off x="1994500" y="2138500"/>
              <a:ext cx="198650" cy="25"/>
            </a:xfrm>
            <a:custGeom>
              <a:rect b="b" l="l" r="r" t="t"/>
              <a:pathLst>
                <a:path extrusionOk="0" fill="none" h="1" w="7946">
                  <a:moveTo>
                    <a:pt x="7945" y="0"/>
                  </a:moveTo>
                  <a:lnTo>
                    <a:pt x="1" y="0"/>
                  </a:lnTo>
                </a:path>
              </a:pathLst>
            </a:custGeom>
            <a:solidFill>
              <a:schemeClr val="dk1"/>
            </a:solidFill>
            <a:ln cap="flat" cmpd="sng" w="20675">
              <a:solidFill>
                <a:schemeClr val="dk1"/>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6" name="Google Shape;2556;p50"/>
          <p:cNvGrpSpPr/>
          <p:nvPr/>
        </p:nvGrpSpPr>
        <p:grpSpPr>
          <a:xfrm>
            <a:off x="5060127" y="2982533"/>
            <a:ext cx="3020209" cy="411403"/>
            <a:chOff x="1626700" y="4110325"/>
            <a:chExt cx="4461825" cy="607775"/>
          </a:xfrm>
        </p:grpSpPr>
        <p:sp>
          <p:nvSpPr>
            <p:cNvPr id="2557" name="Google Shape;2557;p50"/>
            <p:cNvSpPr/>
            <p:nvPr/>
          </p:nvSpPr>
          <p:spPr>
            <a:xfrm>
              <a:off x="2506400" y="4436125"/>
              <a:ext cx="167325" cy="62675"/>
            </a:xfrm>
            <a:custGeom>
              <a:rect b="b" l="l" r="r" t="t"/>
              <a:pathLst>
                <a:path extrusionOk="0" h="2507" w="6693">
                  <a:moveTo>
                    <a:pt x="1" y="1"/>
                  </a:moveTo>
                  <a:lnTo>
                    <a:pt x="1" y="2507"/>
                  </a:lnTo>
                  <a:lnTo>
                    <a:pt x="6693" y="2507"/>
                  </a:lnTo>
                  <a:lnTo>
                    <a:pt x="66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0"/>
            <p:cNvSpPr/>
            <p:nvPr/>
          </p:nvSpPr>
          <p:spPr>
            <a:xfrm>
              <a:off x="4041500" y="4436125"/>
              <a:ext cx="167325" cy="62675"/>
            </a:xfrm>
            <a:custGeom>
              <a:rect b="b" l="l" r="r" t="t"/>
              <a:pathLst>
                <a:path extrusionOk="0" h="2507" w="6693">
                  <a:moveTo>
                    <a:pt x="1" y="1"/>
                  </a:moveTo>
                  <a:lnTo>
                    <a:pt x="1" y="2507"/>
                  </a:lnTo>
                  <a:lnTo>
                    <a:pt x="6692" y="2507"/>
                  </a:lnTo>
                  <a:lnTo>
                    <a:pt x="66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0"/>
            <p:cNvSpPr/>
            <p:nvPr/>
          </p:nvSpPr>
          <p:spPr>
            <a:xfrm>
              <a:off x="2506400" y="4561450"/>
              <a:ext cx="167325" cy="62675"/>
            </a:xfrm>
            <a:custGeom>
              <a:rect b="b" l="l" r="r" t="t"/>
              <a:pathLst>
                <a:path extrusionOk="0" h="2507" w="6693">
                  <a:moveTo>
                    <a:pt x="1" y="0"/>
                  </a:moveTo>
                  <a:lnTo>
                    <a:pt x="1" y="2507"/>
                  </a:lnTo>
                  <a:lnTo>
                    <a:pt x="6693" y="2507"/>
                  </a:lnTo>
                  <a:lnTo>
                    <a:pt x="66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0"/>
            <p:cNvSpPr/>
            <p:nvPr/>
          </p:nvSpPr>
          <p:spPr>
            <a:xfrm>
              <a:off x="4041500" y="4561450"/>
              <a:ext cx="167325" cy="62675"/>
            </a:xfrm>
            <a:custGeom>
              <a:rect b="b" l="l" r="r" t="t"/>
              <a:pathLst>
                <a:path extrusionOk="0" h="2507" w="6693">
                  <a:moveTo>
                    <a:pt x="1" y="0"/>
                  </a:moveTo>
                  <a:lnTo>
                    <a:pt x="1" y="2507"/>
                  </a:lnTo>
                  <a:lnTo>
                    <a:pt x="6692" y="2507"/>
                  </a:lnTo>
                  <a:lnTo>
                    <a:pt x="66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0"/>
            <p:cNvSpPr/>
            <p:nvPr/>
          </p:nvSpPr>
          <p:spPr>
            <a:xfrm>
              <a:off x="4960675" y="4279500"/>
              <a:ext cx="636625" cy="52025"/>
            </a:xfrm>
            <a:custGeom>
              <a:rect b="b" l="l" r="r" t="t"/>
              <a:pathLst>
                <a:path extrusionOk="0" h="2081" w="25465">
                  <a:moveTo>
                    <a:pt x="1" y="0"/>
                  </a:moveTo>
                  <a:lnTo>
                    <a:pt x="1" y="2080"/>
                  </a:lnTo>
                  <a:lnTo>
                    <a:pt x="25465" y="2080"/>
                  </a:lnTo>
                  <a:lnTo>
                    <a:pt x="254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0"/>
            <p:cNvSpPr/>
            <p:nvPr/>
          </p:nvSpPr>
          <p:spPr>
            <a:xfrm>
              <a:off x="4183725" y="4279500"/>
              <a:ext cx="632250" cy="52025"/>
            </a:xfrm>
            <a:custGeom>
              <a:rect b="b" l="l" r="r" t="t"/>
              <a:pathLst>
                <a:path extrusionOk="0" h="2081" w="25290">
                  <a:moveTo>
                    <a:pt x="1" y="0"/>
                  </a:moveTo>
                  <a:lnTo>
                    <a:pt x="1" y="2080"/>
                  </a:lnTo>
                  <a:lnTo>
                    <a:pt x="25289" y="2080"/>
                  </a:lnTo>
                  <a:lnTo>
                    <a:pt x="252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0"/>
            <p:cNvSpPr/>
            <p:nvPr/>
          </p:nvSpPr>
          <p:spPr>
            <a:xfrm>
              <a:off x="4469450" y="4321475"/>
              <a:ext cx="637250" cy="10050"/>
            </a:xfrm>
            <a:custGeom>
              <a:rect b="b" l="l" r="r" t="t"/>
              <a:pathLst>
                <a:path extrusionOk="0" h="402" w="25490">
                  <a:moveTo>
                    <a:pt x="1" y="0"/>
                  </a:moveTo>
                  <a:lnTo>
                    <a:pt x="1" y="401"/>
                  </a:lnTo>
                  <a:lnTo>
                    <a:pt x="25489" y="401"/>
                  </a:lnTo>
                  <a:lnTo>
                    <a:pt x="254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0"/>
            <p:cNvSpPr/>
            <p:nvPr/>
          </p:nvSpPr>
          <p:spPr>
            <a:xfrm>
              <a:off x="5239500" y="4110325"/>
              <a:ext cx="235625" cy="187350"/>
            </a:xfrm>
            <a:custGeom>
              <a:rect b="b" l="l" r="r" t="t"/>
              <a:pathLst>
                <a:path extrusionOk="0" h="7494" w="9425">
                  <a:moveTo>
                    <a:pt x="1" y="0"/>
                  </a:moveTo>
                  <a:lnTo>
                    <a:pt x="9424" y="7494"/>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0"/>
            <p:cNvSpPr/>
            <p:nvPr/>
          </p:nvSpPr>
          <p:spPr>
            <a:xfrm>
              <a:off x="5239500" y="4110325"/>
              <a:ext cx="235625" cy="187350"/>
            </a:xfrm>
            <a:custGeom>
              <a:rect b="b" l="l" r="r" t="t"/>
              <a:pathLst>
                <a:path extrusionOk="0" fill="none" h="7494" w="9425">
                  <a:moveTo>
                    <a:pt x="1" y="0"/>
                  </a:moveTo>
                  <a:lnTo>
                    <a:pt x="9424" y="7494"/>
                  </a:lnTo>
                </a:path>
              </a:pathLst>
            </a:custGeom>
            <a:noFill/>
            <a:ln cap="flat" cmpd="sng" w="20675">
              <a:solidFill>
                <a:schemeClr val="dk1"/>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0"/>
            <p:cNvSpPr/>
            <p:nvPr/>
          </p:nvSpPr>
          <p:spPr>
            <a:xfrm>
              <a:off x="5200650" y="4237500"/>
              <a:ext cx="198650" cy="25"/>
            </a:xfrm>
            <a:custGeom>
              <a:rect b="b" l="l" r="r" t="t"/>
              <a:pathLst>
                <a:path extrusionOk="0" h="1" w="7946">
                  <a:moveTo>
                    <a:pt x="1" y="1"/>
                  </a:moveTo>
                  <a:lnTo>
                    <a:pt x="7946" y="1"/>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0"/>
            <p:cNvSpPr/>
            <p:nvPr/>
          </p:nvSpPr>
          <p:spPr>
            <a:xfrm>
              <a:off x="5200650" y="4237500"/>
              <a:ext cx="198650" cy="25"/>
            </a:xfrm>
            <a:custGeom>
              <a:rect b="b" l="l" r="r" t="t"/>
              <a:pathLst>
                <a:path extrusionOk="0" fill="none" h="1" w="7946">
                  <a:moveTo>
                    <a:pt x="1" y="1"/>
                  </a:moveTo>
                  <a:lnTo>
                    <a:pt x="7946" y="1"/>
                  </a:lnTo>
                </a:path>
              </a:pathLst>
            </a:custGeom>
            <a:noFill/>
            <a:ln cap="flat" cmpd="sng" w="20675">
              <a:solidFill>
                <a:schemeClr val="dk1"/>
              </a:solidFill>
              <a:prstDash val="solid"/>
              <a:miter lim="250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0"/>
            <p:cNvSpPr/>
            <p:nvPr/>
          </p:nvSpPr>
          <p:spPr>
            <a:xfrm>
              <a:off x="4887375" y="4613450"/>
              <a:ext cx="271325" cy="104650"/>
            </a:xfrm>
            <a:custGeom>
              <a:rect b="b" l="l" r="r" t="t"/>
              <a:pathLst>
                <a:path extrusionOk="0" h="4186" w="10853">
                  <a:moveTo>
                    <a:pt x="0" y="0"/>
                  </a:moveTo>
                  <a:lnTo>
                    <a:pt x="0" y="4186"/>
                  </a:lnTo>
                  <a:lnTo>
                    <a:pt x="10853" y="4186"/>
                  </a:lnTo>
                  <a:lnTo>
                    <a:pt x="108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0"/>
            <p:cNvSpPr/>
            <p:nvPr/>
          </p:nvSpPr>
          <p:spPr>
            <a:xfrm>
              <a:off x="4183725" y="4330250"/>
              <a:ext cx="1877250" cy="342125"/>
            </a:xfrm>
            <a:custGeom>
              <a:rect b="b" l="l" r="r" t="t"/>
              <a:pathLst>
                <a:path extrusionOk="0" h="13685" w="75090">
                  <a:moveTo>
                    <a:pt x="1" y="0"/>
                  </a:moveTo>
                  <a:lnTo>
                    <a:pt x="1" y="13684"/>
                  </a:lnTo>
                  <a:lnTo>
                    <a:pt x="74412" y="13684"/>
                  </a:lnTo>
                  <a:cubicBezTo>
                    <a:pt x="74412" y="13684"/>
                    <a:pt x="75089" y="9825"/>
                    <a:pt x="74513" y="8722"/>
                  </a:cubicBezTo>
                  <a:cubicBezTo>
                    <a:pt x="72558" y="4837"/>
                    <a:pt x="62457" y="952"/>
                    <a:pt x="564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0"/>
            <p:cNvSpPr/>
            <p:nvPr/>
          </p:nvSpPr>
          <p:spPr>
            <a:xfrm>
              <a:off x="5366700" y="4350925"/>
              <a:ext cx="500650" cy="64550"/>
            </a:xfrm>
            <a:custGeom>
              <a:rect b="b" l="l" r="r" t="t"/>
              <a:pathLst>
                <a:path extrusionOk="0" h="2582" w="20026">
                  <a:moveTo>
                    <a:pt x="1" y="0"/>
                  </a:moveTo>
                  <a:lnTo>
                    <a:pt x="1" y="2582"/>
                  </a:lnTo>
                  <a:lnTo>
                    <a:pt x="20026" y="2582"/>
                  </a:lnTo>
                  <a:cubicBezTo>
                    <a:pt x="17720" y="1529"/>
                    <a:pt x="15189" y="627"/>
                    <a:pt x="12858"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0"/>
            <p:cNvSpPr/>
            <p:nvPr/>
          </p:nvSpPr>
          <p:spPr>
            <a:xfrm>
              <a:off x="4193750" y="4456800"/>
              <a:ext cx="1810200" cy="40750"/>
            </a:xfrm>
            <a:custGeom>
              <a:rect b="b" l="l" r="r" t="t"/>
              <a:pathLst>
                <a:path extrusionOk="0" h="1630" w="72408">
                  <a:moveTo>
                    <a:pt x="1" y="1"/>
                  </a:moveTo>
                  <a:lnTo>
                    <a:pt x="1" y="1630"/>
                  </a:lnTo>
                  <a:lnTo>
                    <a:pt x="72407" y="1630"/>
                  </a:lnTo>
                  <a:cubicBezTo>
                    <a:pt x="71756" y="1078"/>
                    <a:pt x="70954" y="527"/>
                    <a:pt x="70077" y="1"/>
                  </a:cubicBezTo>
                  <a:close/>
                </a:path>
              </a:pathLst>
            </a:custGeom>
            <a:solidFill>
              <a:srgbClr val="E8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0"/>
            <p:cNvSpPr/>
            <p:nvPr/>
          </p:nvSpPr>
          <p:spPr>
            <a:xfrm>
              <a:off x="6057175" y="4572100"/>
              <a:ext cx="31350" cy="83350"/>
            </a:xfrm>
            <a:custGeom>
              <a:rect b="b" l="l" r="r" t="t"/>
              <a:pathLst>
                <a:path extrusionOk="0" h="3334" w="1254">
                  <a:moveTo>
                    <a:pt x="1" y="0"/>
                  </a:moveTo>
                  <a:lnTo>
                    <a:pt x="1" y="3334"/>
                  </a:lnTo>
                  <a:lnTo>
                    <a:pt x="1254" y="3334"/>
                  </a:lnTo>
                  <a:lnTo>
                    <a:pt x="1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0"/>
            <p:cNvSpPr/>
            <p:nvPr/>
          </p:nvSpPr>
          <p:spPr>
            <a:xfrm>
              <a:off x="5994525" y="4592775"/>
              <a:ext cx="83350" cy="31350"/>
            </a:xfrm>
            <a:custGeom>
              <a:rect b="b" l="l" r="r" t="t"/>
              <a:pathLst>
                <a:path extrusionOk="0" h="1254" w="3334">
                  <a:moveTo>
                    <a:pt x="0" y="0"/>
                  </a:moveTo>
                  <a:lnTo>
                    <a:pt x="0" y="1254"/>
                  </a:lnTo>
                  <a:lnTo>
                    <a:pt x="3334" y="1254"/>
                  </a:lnTo>
                  <a:lnTo>
                    <a:pt x="33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0"/>
            <p:cNvSpPr/>
            <p:nvPr/>
          </p:nvSpPr>
          <p:spPr>
            <a:xfrm>
              <a:off x="5743900" y="4613450"/>
              <a:ext cx="271325" cy="104650"/>
            </a:xfrm>
            <a:custGeom>
              <a:rect b="b" l="l" r="r" t="t"/>
              <a:pathLst>
                <a:path extrusionOk="0" h="4186" w="10853">
                  <a:moveTo>
                    <a:pt x="0" y="0"/>
                  </a:moveTo>
                  <a:lnTo>
                    <a:pt x="0" y="4186"/>
                  </a:lnTo>
                  <a:lnTo>
                    <a:pt x="10853" y="4186"/>
                  </a:lnTo>
                  <a:lnTo>
                    <a:pt x="108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0"/>
            <p:cNvSpPr/>
            <p:nvPr/>
          </p:nvSpPr>
          <p:spPr>
            <a:xfrm>
              <a:off x="5633000" y="4631625"/>
              <a:ext cx="86475" cy="86475"/>
            </a:xfrm>
            <a:custGeom>
              <a:rect b="b" l="l" r="r" t="t"/>
              <a:pathLst>
                <a:path extrusionOk="0" h="3459" w="3459">
                  <a:moveTo>
                    <a:pt x="1730" y="0"/>
                  </a:moveTo>
                  <a:cubicBezTo>
                    <a:pt x="777" y="0"/>
                    <a:pt x="0" y="777"/>
                    <a:pt x="0" y="1730"/>
                  </a:cubicBezTo>
                  <a:cubicBezTo>
                    <a:pt x="0" y="2682"/>
                    <a:pt x="777"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0"/>
            <p:cNvSpPr/>
            <p:nvPr/>
          </p:nvSpPr>
          <p:spPr>
            <a:xfrm>
              <a:off x="5518325" y="4631625"/>
              <a:ext cx="86500" cy="86475"/>
            </a:xfrm>
            <a:custGeom>
              <a:rect b="b" l="l" r="r" t="t"/>
              <a:pathLst>
                <a:path extrusionOk="0" h="3459" w="3460">
                  <a:moveTo>
                    <a:pt x="1730" y="0"/>
                  </a:moveTo>
                  <a:cubicBezTo>
                    <a:pt x="778" y="0"/>
                    <a:pt x="1" y="777"/>
                    <a:pt x="1" y="1730"/>
                  </a:cubicBezTo>
                  <a:cubicBezTo>
                    <a:pt x="1" y="2682"/>
                    <a:pt x="778"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0"/>
            <p:cNvSpPr/>
            <p:nvPr/>
          </p:nvSpPr>
          <p:spPr>
            <a:xfrm>
              <a:off x="5351025" y="4631625"/>
              <a:ext cx="86500" cy="86475"/>
            </a:xfrm>
            <a:custGeom>
              <a:rect b="b" l="l" r="r" t="t"/>
              <a:pathLst>
                <a:path extrusionOk="0" h="3459" w="3460">
                  <a:moveTo>
                    <a:pt x="1730" y="0"/>
                  </a:moveTo>
                  <a:cubicBezTo>
                    <a:pt x="778" y="0"/>
                    <a:pt x="1" y="777"/>
                    <a:pt x="1" y="1730"/>
                  </a:cubicBezTo>
                  <a:cubicBezTo>
                    <a:pt x="1" y="2682"/>
                    <a:pt x="778" y="3459"/>
                    <a:pt x="1730" y="3459"/>
                  </a:cubicBezTo>
                  <a:cubicBezTo>
                    <a:pt x="2683" y="3459"/>
                    <a:pt x="3460" y="2682"/>
                    <a:pt x="3460" y="1730"/>
                  </a:cubicBezTo>
                  <a:cubicBezTo>
                    <a:pt x="3460" y="777"/>
                    <a:pt x="2683"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0"/>
            <p:cNvSpPr/>
            <p:nvPr/>
          </p:nvSpPr>
          <p:spPr>
            <a:xfrm>
              <a:off x="5236375" y="4631625"/>
              <a:ext cx="86500" cy="86475"/>
            </a:xfrm>
            <a:custGeom>
              <a:rect b="b" l="l" r="r" t="t"/>
              <a:pathLst>
                <a:path extrusionOk="0" h="3459" w="3460">
                  <a:moveTo>
                    <a:pt x="1730" y="0"/>
                  </a:moveTo>
                  <a:cubicBezTo>
                    <a:pt x="777" y="0"/>
                    <a:pt x="0" y="777"/>
                    <a:pt x="0" y="1730"/>
                  </a:cubicBezTo>
                  <a:cubicBezTo>
                    <a:pt x="0" y="2682"/>
                    <a:pt x="777"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0"/>
            <p:cNvSpPr/>
            <p:nvPr/>
          </p:nvSpPr>
          <p:spPr>
            <a:xfrm>
              <a:off x="4672450" y="4631625"/>
              <a:ext cx="86500" cy="86475"/>
            </a:xfrm>
            <a:custGeom>
              <a:rect b="b" l="l" r="r" t="t"/>
              <a:pathLst>
                <a:path extrusionOk="0" h="3459" w="3460">
                  <a:moveTo>
                    <a:pt x="1730" y="0"/>
                  </a:moveTo>
                  <a:cubicBezTo>
                    <a:pt x="778" y="0"/>
                    <a:pt x="1" y="777"/>
                    <a:pt x="1" y="1730"/>
                  </a:cubicBezTo>
                  <a:cubicBezTo>
                    <a:pt x="1" y="2682"/>
                    <a:pt x="778" y="3459"/>
                    <a:pt x="1730" y="3459"/>
                  </a:cubicBezTo>
                  <a:cubicBezTo>
                    <a:pt x="2683" y="3459"/>
                    <a:pt x="3460" y="2682"/>
                    <a:pt x="3460" y="1730"/>
                  </a:cubicBezTo>
                  <a:cubicBezTo>
                    <a:pt x="3460" y="777"/>
                    <a:pt x="2683"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0"/>
            <p:cNvSpPr/>
            <p:nvPr/>
          </p:nvSpPr>
          <p:spPr>
            <a:xfrm>
              <a:off x="4557800" y="4631625"/>
              <a:ext cx="86500" cy="86475"/>
            </a:xfrm>
            <a:custGeom>
              <a:rect b="b" l="l" r="r" t="t"/>
              <a:pathLst>
                <a:path extrusionOk="0" h="3459" w="3460">
                  <a:moveTo>
                    <a:pt x="1730" y="0"/>
                  </a:moveTo>
                  <a:cubicBezTo>
                    <a:pt x="777" y="0"/>
                    <a:pt x="0" y="777"/>
                    <a:pt x="0" y="1730"/>
                  </a:cubicBezTo>
                  <a:cubicBezTo>
                    <a:pt x="0" y="2682"/>
                    <a:pt x="777"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0"/>
            <p:cNvSpPr/>
            <p:nvPr/>
          </p:nvSpPr>
          <p:spPr>
            <a:xfrm>
              <a:off x="4390500" y="4631625"/>
              <a:ext cx="86500" cy="86475"/>
            </a:xfrm>
            <a:custGeom>
              <a:rect b="b" l="l" r="r" t="t"/>
              <a:pathLst>
                <a:path extrusionOk="0" h="3459" w="3460">
                  <a:moveTo>
                    <a:pt x="1730" y="0"/>
                  </a:moveTo>
                  <a:cubicBezTo>
                    <a:pt x="778" y="0"/>
                    <a:pt x="1" y="777"/>
                    <a:pt x="1" y="1730"/>
                  </a:cubicBezTo>
                  <a:cubicBezTo>
                    <a:pt x="1" y="2682"/>
                    <a:pt x="778"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0"/>
            <p:cNvSpPr/>
            <p:nvPr/>
          </p:nvSpPr>
          <p:spPr>
            <a:xfrm>
              <a:off x="4275850" y="4631625"/>
              <a:ext cx="86475" cy="86475"/>
            </a:xfrm>
            <a:custGeom>
              <a:rect b="b" l="l" r="r" t="t"/>
              <a:pathLst>
                <a:path extrusionOk="0" h="3459" w="3459">
                  <a:moveTo>
                    <a:pt x="1730" y="0"/>
                  </a:moveTo>
                  <a:cubicBezTo>
                    <a:pt x="777" y="0"/>
                    <a:pt x="0" y="777"/>
                    <a:pt x="0" y="1730"/>
                  </a:cubicBezTo>
                  <a:cubicBezTo>
                    <a:pt x="0" y="2682"/>
                    <a:pt x="777"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0"/>
            <p:cNvSpPr/>
            <p:nvPr/>
          </p:nvSpPr>
          <p:spPr>
            <a:xfrm>
              <a:off x="4193750" y="4540775"/>
              <a:ext cx="1300800" cy="31350"/>
            </a:xfrm>
            <a:custGeom>
              <a:rect b="b" l="l" r="r" t="t"/>
              <a:pathLst>
                <a:path extrusionOk="0" h="1254" w="52032">
                  <a:moveTo>
                    <a:pt x="1" y="0"/>
                  </a:moveTo>
                  <a:lnTo>
                    <a:pt x="1" y="1253"/>
                  </a:lnTo>
                  <a:lnTo>
                    <a:pt x="52031" y="1253"/>
                  </a:lnTo>
                  <a:lnTo>
                    <a:pt x="52031" y="0"/>
                  </a:lnTo>
                  <a:close/>
                </a:path>
              </a:pathLst>
            </a:custGeom>
            <a:solidFill>
              <a:srgbClr val="E8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0"/>
            <p:cNvSpPr/>
            <p:nvPr/>
          </p:nvSpPr>
          <p:spPr>
            <a:xfrm>
              <a:off x="5012700" y="4352800"/>
              <a:ext cx="333975" cy="62675"/>
            </a:xfrm>
            <a:custGeom>
              <a:rect b="b" l="l" r="r" t="t"/>
              <a:pathLst>
                <a:path extrusionOk="0" h="2507" w="13359">
                  <a:moveTo>
                    <a:pt x="0" y="0"/>
                  </a:moveTo>
                  <a:lnTo>
                    <a:pt x="0" y="2507"/>
                  </a:lnTo>
                  <a:lnTo>
                    <a:pt x="13359" y="2507"/>
                  </a:lnTo>
                  <a:lnTo>
                    <a:pt x="13359"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0"/>
            <p:cNvSpPr/>
            <p:nvPr/>
          </p:nvSpPr>
          <p:spPr>
            <a:xfrm>
              <a:off x="4626100" y="4352800"/>
              <a:ext cx="334600" cy="62675"/>
            </a:xfrm>
            <a:custGeom>
              <a:rect b="b" l="l" r="r" t="t"/>
              <a:pathLst>
                <a:path extrusionOk="0" h="2507" w="13384">
                  <a:moveTo>
                    <a:pt x="0" y="0"/>
                  </a:moveTo>
                  <a:lnTo>
                    <a:pt x="0" y="2507"/>
                  </a:lnTo>
                  <a:lnTo>
                    <a:pt x="13384" y="2507"/>
                  </a:lnTo>
                  <a:lnTo>
                    <a:pt x="13384"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0"/>
            <p:cNvSpPr/>
            <p:nvPr/>
          </p:nvSpPr>
          <p:spPr>
            <a:xfrm>
              <a:off x="4240125" y="4352800"/>
              <a:ext cx="334000" cy="62675"/>
            </a:xfrm>
            <a:custGeom>
              <a:rect b="b" l="l" r="r" t="t"/>
              <a:pathLst>
                <a:path extrusionOk="0" h="2507" w="13360">
                  <a:moveTo>
                    <a:pt x="1" y="0"/>
                  </a:moveTo>
                  <a:lnTo>
                    <a:pt x="1" y="2507"/>
                  </a:lnTo>
                  <a:lnTo>
                    <a:pt x="13359" y="2507"/>
                  </a:lnTo>
                  <a:lnTo>
                    <a:pt x="13359"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0"/>
            <p:cNvSpPr/>
            <p:nvPr/>
          </p:nvSpPr>
          <p:spPr>
            <a:xfrm>
              <a:off x="2589750" y="4321475"/>
              <a:ext cx="1535125" cy="344625"/>
            </a:xfrm>
            <a:custGeom>
              <a:rect b="b" l="l" r="r" t="t"/>
              <a:pathLst>
                <a:path extrusionOk="0" h="13785" w="61405">
                  <a:moveTo>
                    <a:pt x="0" y="0"/>
                  </a:moveTo>
                  <a:lnTo>
                    <a:pt x="0" y="13785"/>
                  </a:lnTo>
                  <a:lnTo>
                    <a:pt x="61404" y="13785"/>
                  </a:lnTo>
                  <a:lnTo>
                    <a:pt x="614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0"/>
            <p:cNvSpPr/>
            <p:nvPr/>
          </p:nvSpPr>
          <p:spPr>
            <a:xfrm>
              <a:off x="3247650" y="4613450"/>
              <a:ext cx="271950" cy="104650"/>
            </a:xfrm>
            <a:custGeom>
              <a:rect b="b" l="l" r="r" t="t"/>
              <a:pathLst>
                <a:path extrusionOk="0" h="4186" w="10878">
                  <a:moveTo>
                    <a:pt x="0" y="0"/>
                  </a:moveTo>
                  <a:lnTo>
                    <a:pt x="0" y="4186"/>
                  </a:lnTo>
                  <a:lnTo>
                    <a:pt x="10877" y="4186"/>
                  </a:lnTo>
                  <a:lnTo>
                    <a:pt x="108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0"/>
            <p:cNvSpPr/>
            <p:nvPr/>
          </p:nvSpPr>
          <p:spPr>
            <a:xfrm>
              <a:off x="3993875" y="4631625"/>
              <a:ext cx="86500" cy="86475"/>
            </a:xfrm>
            <a:custGeom>
              <a:rect b="b" l="l" r="r" t="t"/>
              <a:pathLst>
                <a:path extrusionOk="0" h="3459" w="3460">
                  <a:moveTo>
                    <a:pt x="1730" y="0"/>
                  </a:moveTo>
                  <a:cubicBezTo>
                    <a:pt x="778" y="0"/>
                    <a:pt x="1" y="777"/>
                    <a:pt x="1" y="1730"/>
                  </a:cubicBezTo>
                  <a:cubicBezTo>
                    <a:pt x="1" y="2682"/>
                    <a:pt x="778" y="3459"/>
                    <a:pt x="1730" y="3459"/>
                  </a:cubicBezTo>
                  <a:cubicBezTo>
                    <a:pt x="2683" y="3459"/>
                    <a:pt x="3460" y="2682"/>
                    <a:pt x="3460" y="1730"/>
                  </a:cubicBezTo>
                  <a:cubicBezTo>
                    <a:pt x="3460" y="777"/>
                    <a:pt x="2683"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0"/>
            <p:cNvSpPr/>
            <p:nvPr/>
          </p:nvSpPr>
          <p:spPr>
            <a:xfrm>
              <a:off x="3878600" y="4631625"/>
              <a:ext cx="86500" cy="86475"/>
            </a:xfrm>
            <a:custGeom>
              <a:rect b="b" l="l" r="r" t="t"/>
              <a:pathLst>
                <a:path extrusionOk="0" h="3459" w="3460">
                  <a:moveTo>
                    <a:pt x="1730" y="0"/>
                  </a:moveTo>
                  <a:cubicBezTo>
                    <a:pt x="777" y="0"/>
                    <a:pt x="0" y="777"/>
                    <a:pt x="0" y="1730"/>
                  </a:cubicBezTo>
                  <a:cubicBezTo>
                    <a:pt x="0" y="2682"/>
                    <a:pt x="777"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0"/>
            <p:cNvSpPr/>
            <p:nvPr/>
          </p:nvSpPr>
          <p:spPr>
            <a:xfrm>
              <a:off x="3711925" y="4631625"/>
              <a:ext cx="86500" cy="86475"/>
            </a:xfrm>
            <a:custGeom>
              <a:rect b="b" l="l" r="r" t="t"/>
              <a:pathLst>
                <a:path extrusionOk="0" h="3459" w="3460">
                  <a:moveTo>
                    <a:pt x="1730" y="0"/>
                  </a:moveTo>
                  <a:cubicBezTo>
                    <a:pt x="778" y="0"/>
                    <a:pt x="1" y="777"/>
                    <a:pt x="1" y="1730"/>
                  </a:cubicBezTo>
                  <a:cubicBezTo>
                    <a:pt x="1" y="2682"/>
                    <a:pt x="778"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0"/>
            <p:cNvSpPr/>
            <p:nvPr/>
          </p:nvSpPr>
          <p:spPr>
            <a:xfrm>
              <a:off x="3596650" y="4631625"/>
              <a:ext cx="86475" cy="86475"/>
            </a:xfrm>
            <a:custGeom>
              <a:rect b="b" l="l" r="r" t="t"/>
              <a:pathLst>
                <a:path extrusionOk="0" h="3459" w="3459">
                  <a:moveTo>
                    <a:pt x="1729" y="0"/>
                  </a:moveTo>
                  <a:cubicBezTo>
                    <a:pt x="777" y="0"/>
                    <a:pt x="0" y="777"/>
                    <a:pt x="0" y="1730"/>
                  </a:cubicBezTo>
                  <a:cubicBezTo>
                    <a:pt x="0" y="2682"/>
                    <a:pt x="777" y="3459"/>
                    <a:pt x="1729" y="3459"/>
                  </a:cubicBezTo>
                  <a:cubicBezTo>
                    <a:pt x="2682" y="3459"/>
                    <a:pt x="3459" y="2682"/>
                    <a:pt x="3459" y="1730"/>
                  </a:cubicBezTo>
                  <a:cubicBezTo>
                    <a:pt x="3459" y="777"/>
                    <a:pt x="2682" y="0"/>
                    <a:pt x="1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0"/>
            <p:cNvSpPr/>
            <p:nvPr/>
          </p:nvSpPr>
          <p:spPr>
            <a:xfrm>
              <a:off x="3032725" y="4631625"/>
              <a:ext cx="86500" cy="86475"/>
            </a:xfrm>
            <a:custGeom>
              <a:rect b="b" l="l" r="r" t="t"/>
              <a:pathLst>
                <a:path extrusionOk="0" h="3459" w="3460">
                  <a:moveTo>
                    <a:pt x="1730" y="0"/>
                  </a:moveTo>
                  <a:cubicBezTo>
                    <a:pt x="778" y="0"/>
                    <a:pt x="1" y="777"/>
                    <a:pt x="1" y="1730"/>
                  </a:cubicBezTo>
                  <a:cubicBezTo>
                    <a:pt x="1" y="2682"/>
                    <a:pt x="778"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0"/>
            <p:cNvSpPr/>
            <p:nvPr/>
          </p:nvSpPr>
          <p:spPr>
            <a:xfrm>
              <a:off x="2918075" y="4631625"/>
              <a:ext cx="86475" cy="86475"/>
            </a:xfrm>
            <a:custGeom>
              <a:rect b="b" l="l" r="r" t="t"/>
              <a:pathLst>
                <a:path extrusionOk="0" h="3459" w="3459">
                  <a:moveTo>
                    <a:pt x="1729" y="0"/>
                  </a:moveTo>
                  <a:cubicBezTo>
                    <a:pt x="777" y="0"/>
                    <a:pt x="0" y="777"/>
                    <a:pt x="0" y="1730"/>
                  </a:cubicBezTo>
                  <a:cubicBezTo>
                    <a:pt x="0" y="2682"/>
                    <a:pt x="777" y="3459"/>
                    <a:pt x="1729" y="3459"/>
                  </a:cubicBezTo>
                  <a:cubicBezTo>
                    <a:pt x="2682" y="3459"/>
                    <a:pt x="3459" y="2682"/>
                    <a:pt x="3459" y="1730"/>
                  </a:cubicBezTo>
                  <a:cubicBezTo>
                    <a:pt x="3459" y="777"/>
                    <a:pt x="2682" y="0"/>
                    <a:pt x="1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0"/>
            <p:cNvSpPr/>
            <p:nvPr/>
          </p:nvSpPr>
          <p:spPr>
            <a:xfrm>
              <a:off x="2750775" y="4631625"/>
              <a:ext cx="86500" cy="86475"/>
            </a:xfrm>
            <a:custGeom>
              <a:rect b="b" l="l" r="r" t="t"/>
              <a:pathLst>
                <a:path extrusionOk="0" h="3459" w="3460">
                  <a:moveTo>
                    <a:pt x="1730" y="0"/>
                  </a:moveTo>
                  <a:cubicBezTo>
                    <a:pt x="777" y="0"/>
                    <a:pt x="0" y="777"/>
                    <a:pt x="0" y="1730"/>
                  </a:cubicBezTo>
                  <a:cubicBezTo>
                    <a:pt x="0" y="2682"/>
                    <a:pt x="777"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0"/>
            <p:cNvSpPr/>
            <p:nvPr/>
          </p:nvSpPr>
          <p:spPr>
            <a:xfrm>
              <a:off x="2636100" y="4631625"/>
              <a:ext cx="86500" cy="86475"/>
            </a:xfrm>
            <a:custGeom>
              <a:rect b="b" l="l" r="r" t="t"/>
              <a:pathLst>
                <a:path extrusionOk="0" h="3459" w="3460">
                  <a:moveTo>
                    <a:pt x="1730" y="0"/>
                  </a:moveTo>
                  <a:cubicBezTo>
                    <a:pt x="778" y="0"/>
                    <a:pt x="1" y="777"/>
                    <a:pt x="1" y="1730"/>
                  </a:cubicBezTo>
                  <a:cubicBezTo>
                    <a:pt x="1" y="2682"/>
                    <a:pt x="778" y="3459"/>
                    <a:pt x="1730" y="3459"/>
                  </a:cubicBezTo>
                  <a:cubicBezTo>
                    <a:pt x="2683" y="3459"/>
                    <a:pt x="3460" y="2682"/>
                    <a:pt x="3460" y="1730"/>
                  </a:cubicBezTo>
                  <a:cubicBezTo>
                    <a:pt x="3460" y="777"/>
                    <a:pt x="2683"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0"/>
            <p:cNvSpPr/>
            <p:nvPr/>
          </p:nvSpPr>
          <p:spPr>
            <a:xfrm>
              <a:off x="2600400" y="4540775"/>
              <a:ext cx="657925" cy="31350"/>
            </a:xfrm>
            <a:custGeom>
              <a:rect b="b" l="l" r="r" t="t"/>
              <a:pathLst>
                <a:path extrusionOk="0" h="1254" w="26317">
                  <a:moveTo>
                    <a:pt x="0" y="0"/>
                  </a:moveTo>
                  <a:lnTo>
                    <a:pt x="0" y="1253"/>
                  </a:lnTo>
                  <a:lnTo>
                    <a:pt x="26316" y="1253"/>
                  </a:lnTo>
                  <a:lnTo>
                    <a:pt x="26316" y="0"/>
                  </a:lnTo>
                  <a:close/>
                </a:path>
              </a:pathLst>
            </a:custGeom>
            <a:solidFill>
              <a:srgbClr val="E8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0"/>
            <p:cNvSpPr/>
            <p:nvPr/>
          </p:nvSpPr>
          <p:spPr>
            <a:xfrm>
              <a:off x="3456925" y="4540775"/>
              <a:ext cx="657925" cy="31350"/>
            </a:xfrm>
            <a:custGeom>
              <a:rect b="b" l="l" r="r" t="t"/>
              <a:pathLst>
                <a:path extrusionOk="0" h="1254" w="26317">
                  <a:moveTo>
                    <a:pt x="0" y="0"/>
                  </a:moveTo>
                  <a:lnTo>
                    <a:pt x="0" y="1253"/>
                  </a:lnTo>
                  <a:lnTo>
                    <a:pt x="26316" y="1253"/>
                  </a:lnTo>
                  <a:lnTo>
                    <a:pt x="26316" y="0"/>
                  </a:lnTo>
                  <a:close/>
                </a:path>
              </a:pathLst>
            </a:custGeom>
            <a:solidFill>
              <a:srgbClr val="E8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0"/>
            <p:cNvSpPr/>
            <p:nvPr/>
          </p:nvSpPr>
          <p:spPr>
            <a:xfrm>
              <a:off x="3425575" y="4352800"/>
              <a:ext cx="334000" cy="62675"/>
            </a:xfrm>
            <a:custGeom>
              <a:rect b="b" l="l" r="r" t="t"/>
              <a:pathLst>
                <a:path extrusionOk="0" h="2507" w="13360">
                  <a:moveTo>
                    <a:pt x="1" y="0"/>
                  </a:moveTo>
                  <a:lnTo>
                    <a:pt x="1" y="2507"/>
                  </a:lnTo>
                  <a:lnTo>
                    <a:pt x="13359" y="2507"/>
                  </a:lnTo>
                  <a:lnTo>
                    <a:pt x="13359"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0"/>
            <p:cNvSpPr/>
            <p:nvPr/>
          </p:nvSpPr>
          <p:spPr>
            <a:xfrm>
              <a:off x="3790875" y="4352800"/>
              <a:ext cx="271325" cy="62675"/>
            </a:xfrm>
            <a:custGeom>
              <a:rect b="b" l="l" r="r" t="t"/>
              <a:pathLst>
                <a:path extrusionOk="0" h="2507" w="10853">
                  <a:moveTo>
                    <a:pt x="1" y="0"/>
                  </a:moveTo>
                  <a:lnTo>
                    <a:pt x="1" y="2507"/>
                  </a:lnTo>
                  <a:lnTo>
                    <a:pt x="10853" y="2507"/>
                  </a:lnTo>
                  <a:lnTo>
                    <a:pt x="10853"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0"/>
            <p:cNvSpPr/>
            <p:nvPr/>
          </p:nvSpPr>
          <p:spPr>
            <a:xfrm>
              <a:off x="3039000" y="4352800"/>
              <a:ext cx="333975" cy="62675"/>
            </a:xfrm>
            <a:custGeom>
              <a:rect b="b" l="l" r="r" t="t"/>
              <a:pathLst>
                <a:path extrusionOk="0" h="2507" w="13359">
                  <a:moveTo>
                    <a:pt x="0" y="0"/>
                  </a:moveTo>
                  <a:lnTo>
                    <a:pt x="0" y="2507"/>
                  </a:lnTo>
                  <a:lnTo>
                    <a:pt x="13359" y="2507"/>
                  </a:lnTo>
                  <a:lnTo>
                    <a:pt x="13359"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0"/>
            <p:cNvSpPr/>
            <p:nvPr/>
          </p:nvSpPr>
          <p:spPr>
            <a:xfrm>
              <a:off x="2652400" y="4352800"/>
              <a:ext cx="334625" cy="62675"/>
            </a:xfrm>
            <a:custGeom>
              <a:rect b="b" l="l" r="r" t="t"/>
              <a:pathLst>
                <a:path extrusionOk="0" h="2507" w="13385">
                  <a:moveTo>
                    <a:pt x="0" y="0"/>
                  </a:moveTo>
                  <a:lnTo>
                    <a:pt x="0" y="2507"/>
                  </a:lnTo>
                  <a:lnTo>
                    <a:pt x="13384" y="2507"/>
                  </a:lnTo>
                  <a:lnTo>
                    <a:pt x="13384"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0"/>
            <p:cNvSpPr/>
            <p:nvPr/>
          </p:nvSpPr>
          <p:spPr>
            <a:xfrm>
              <a:off x="1717550" y="4321475"/>
              <a:ext cx="822100" cy="344625"/>
            </a:xfrm>
            <a:custGeom>
              <a:rect b="b" l="l" r="r" t="t"/>
              <a:pathLst>
                <a:path extrusionOk="0" h="13785" w="32884">
                  <a:moveTo>
                    <a:pt x="1" y="0"/>
                  </a:moveTo>
                  <a:lnTo>
                    <a:pt x="1" y="13785"/>
                  </a:lnTo>
                  <a:lnTo>
                    <a:pt x="32883" y="13785"/>
                  </a:lnTo>
                  <a:lnTo>
                    <a:pt x="328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0"/>
            <p:cNvSpPr/>
            <p:nvPr/>
          </p:nvSpPr>
          <p:spPr>
            <a:xfrm>
              <a:off x="1717550" y="4613450"/>
              <a:ext cx="216200" cy="75225"/>
            </a:xfrm>
            <a:custGeom>
              <a:rect b="b" l="l" r="r" t="t"/>
              <a:pathLst>
                <a:path extrusionOk="0" h="3009" w="8648">
                  <a:moveTo>
                    <a:pt x="1" y="0"/>
                  </a:moveTo>
                  <a:lnTo>
                    <a:pt x="1" y="3008"/>
                  </a:lnTo>
                  <a:lnTo>
                    <a:pt x="8647" y="3008"/>
                  </a:lnTo>
                  <a:lnTo>
                    <a:pt x="86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0"/>
            <p:cNvSpPr/>
            <p:nvPr/>
          </p:nvSpPr>
          <p:spPr>
            <a:xfrm>
              <a:off x="1673700" y="4473725"/>
              <a:ext cx="33850" cy="215575"/>
            </a:xfrm>
            <a:custGeom>
              <a:rect b="b" l="l" r="r" t="t"/>
              <a:pathLst>
                <a:path extrusionOk="0" h="8623" w="1354">
                  <a:moveTo>
                    <a:pt x="0" y="0"/>
                  </a:moveTo>
                  <a:lnTo>
                    <a:pt x="0" y="8622"/>
                  </a:lnTo>
                  <a:lnTo>
                    <a:pt x="1354" y="8622"/>
                  </a:lnTo>
                  <a:lnTo>
                    <a:pt x="13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0"/>
            <p:cNvSpPr/>
            <p:nvPr/>
          </p:nvSpPr>
          <p:spPr>
            <a:xfrm>
              <a:off x="1626700" y="4518825"/>
              <a:ext cx="33875" cy="125350"/>
            </a:xfrm>
            <a:custGeom>
              <a:rect b="b" l="l" r="r" t="t"/>
              <a:pathLst>
                <a:path extrusionOk="0" h="5014" w="1355">
                  <a:moveTo>
                    <a:pt x="1" y="1"/>
                  </a:moveTo>
                  <a:lnTo>
                    <a:pt x="1" y="5014"/>
                  </a:lnTo>
                  <a:lnTo>
                    <a:pt x="1354" y="5014"/>
                  </a:lnTo>
                  <a:lnTo>
                    <a:pt x="13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0"/>
            <p:cNvSpPr/>
            <p:nvPr/>
          </p:nvSpPr>
          <p:spPr>
            <a:xfrm>
              <a:off x="2406150" y="4631625"/>
              <a:ext cx="86500" cy="86475"/>
            </a:xfrm>
            <a:custGeom>
              <a:rect b="b" l="l" r="r" t="t"/>
              <a:pathLst>
                <a:path extrusionOk="0" h="3459" w="3460">
                  <a:moveTo>
                    <a:pt x="1730" y="0"/>
                  </a:moveTo>
                  <a:cubicBezTo>
                    <a:pt x="778" y="0"/>
                    <a:pt x="1" y="777"/>
                    <a:pt x="1" y="1730"/>
                  </a:cubicBezTo>
                  <a:cubicBezTo>
                    <a:pt x="1" y="2682"/>
                    <a:pt x="778" y="3459"/>
                    <a:pt x="1730" y="3459"/>
                  </a:cubicBezTo>
                  <a:cubicBezTo>
                    <a:pt x="2683" y="3459"/>
                    <a:pt x="3459" y="2682"/>
                    <a:pt x="3459" y="1730"/>
                  </a:cubicBezTo>
                  <a:cubicBezTo>
                    <a:pt x="3459" y="777"/>
                    <a:pt x="2683"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0"/>
            <p:cNvSpPr/>
            <p:nvPr/>
          </p:nvSpPr>
          <p:spPr>
            <a:xfrm>
              <a:off x="2291500" y="4631625"/>
              <a:ext cx="86475" cy="86475"/>
            </a:xfrm>
            <a:custGeom>
              <a:rect b="b" l="l" r="r" t="t"/>
              <a:pathLst>
                <a:path extrusionOk="0" h="3459" w="3459">
                  <a:moveTo>
                    <a:pt x="1730" y="0"/>
                  </a:moveTo>
                  <a:cubicBezTo>
                    <a:pt x="777" y="0"/>
                    <a:pt x="0" y="777"/>
                    <a:pt x="0" y="1730"/>
                  </a:cubicBezTo>
                  <a:cubicBezTo>
                    <a:pt x="0" y="2682"/>
                    <a:pt x="777"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0"/>
            <p:cNvSpPr/>
            <p:nvPr/>
          </p:nvSpPr>
          <p:spPr>
            <a:xfrm>
              <a:off x="2124200" y="4631625"/>
              <a:ext cx="86500" cy="86475"/>
            </a:xfrm>
            <a:custGeom>
              <a:rect b="b" l="l" r="r" t="t"/>
              <a:pathLst>
                <a:path extrusionOk="0" h="3459" w="3460">
                  <a:moveTo>
                    <a:pt x="1730" y="0"/>
                  </a:moveTo>
                  <a:cubicBezTo>
                    <a:pt x="778" y="0"/>
                    <a:pt x="1" y="777"/>
                    <a:pt x="1" y="1730"/>
                  </a:cubicBezTo>
                  <a:cubicBezTo>
                    <a:pt x="1" y="2682"/>
                    <a:pt x="778" y="3459"/>
                    <a:pt x="1730" y="3459"/>
                  </a:cubicBezTo>
                  <a:cubicBezTo>
                    <a:pt x="2682" y="3459"/>
                    <a:pt x="3459" y="2682"/>
                    <a:pt x="3459" y="1730"/>
                  </a:cubicBezTo>
                  <a:cubicBezTo>
                    <a:pt x="3459" y="777"/>
                    <a:pt x="2682" y="0"/>
                    <a:pt x="1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0"/>
            <p:cNvSpPr/>
            <p:nvPr/>
          </p:nvSpPr>
          <p:spPr>
            <a:xfrm>
              <a:off x="2009550" y="4631625"/>
              <a:ext cx="86475" cy="86475"/>
            </a:xfrm>
            <a:custGeom>
              <a:rect b="b" l="l" r="r" t="t"/>
              <a:pathLst>
                <a:path extrusionOk="0" h="3459" w="3459">
                  <a:moveTo>
                    <a:pt x="1729" y="0"/>
                  </a:moveTo>
                  <a:cubicBezTo>
                    <a:pt x="777" y="0"/>
                    <a:pt x="0" y="777"/>
                    <a:pt x="0" y="1730"/>
                  </a:cubicBezTo>
                  <a:cubicBezTo>
                    <a:pt x="0" y="2682"/>
                    <a:pt x="777" y="3459"/>
                    <a:pt x="1729" y="3459"/>
                  </a:cubicBezTo>
                  <a:cubicBezTo>
                    <a:pt x="2682" y="3459"/>
                    <a:pt x="3459" y="2682"/>
                    <a:pt x="3459" y="1730"/>
                  </a:cubicBezTo>
                  <a:cubicBezTo>
                    <a:pt x="3459" y="777"/>
                    <a:pt x="2682" y="0"/>
                    <a:pt x="1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0"/>
            <p:cNvSpPr/>
            <p:nvPr/>
          </p:nvSpPr>
          <p:spPr>
            <a:xfrm>
              <a:off x="1837850" y="4540775"/>
              <a:ext cx="689250" cy="31350"/>
            </a:xfrm>
            <a:custGeom>
              <a:rect b="b" l="l" r="r" t="t"/>
              <a:pathLst>
                <a:path extrusionOk="0" h="1254" w="27570">
                  <a:moveTo>
                    <a:pt x="1" y="0"/>
                  </a:moveTo>
                  <a:lnTo>
                    <a:pt x="1" y="1253"/>
                  </a:lnTo>
                  <a:lnTo>
                    <a:pt x="27570" y="1253"/>
                  </a:lnTo>
                  <a:lnTo>
                    <a:pt x="27570" y="0"/>
                  </a:lnTo>
                  <a:close/>
                </a:path>
              </a:pathLst>
            </a:custGeom>
            <a:solidFill>
              <a:srgbClr val="E8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0"/>
            <p:cNvSpPr/>
            <p:nvPr/>
          </p:nvSpPr>
          <p:spPr>
            <a:xfrm>
              <a:off x="1837850" y="4352800"/>
              <a:ext cx="334625" cy="62675"/>
            </a:xfrm>
            <a:custGeom>
              <a:rect b="b" l="l" r="r" t="t"/>
              <a:pathLst>
                <a:path extrusionOk="0" h="2507" w="13385">
                  <a:moveTo>
                    <a:pt x="1" y="0"/>
                  </a:moveTo>
                  <a:lnTo>
                    <a:pt x="1" y="2507"/>
                  </a:lnTo>
                  <a:lnTo>
                    <a:pt x="13384" y="2507"/>
                  </a:lnTo>
                  <a:lnTo>
                    <a:pt x="13384"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0"/>
            <p:cNvSpPr/>
            <p:nvPr/>
          </p:nvSpPr>
          <p:spPr>
            <a:xfrm>
              <a:off x="2203775" y="4352800"/>
              <a:ext cx="271325" cy="62675"/>
            </a:xfrm>
            <a:custGeom>
              <a:rect b="b" l="l" r="r" t="t"/>
              <a:pathLst>
                <a:path extrusionOk="0" h="2507" w="10853">
                  <a:moveTo>
                    <a:pt x="1" y="0"/>
                  </a:moveTo>
                  <a:lnTo>
                    <a:pt x="1" y="2507"/>
                  </a:lnTo>
                  <a:lnTo>
                    <a:pt x="10853" y="2507"/>
                  </a:lnTo>
                  <a:lnTo>
                    <a:pt x="10853"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 name="Google Shape;2614;p50"/>
          <p:cNvGrpSpPr/>
          <p:nvPr/>
        </p:nvGrpSpPr>
        <p:grpSpPr>
          <a:xfrm>
            <a:off x="5090249" y="2305193"/>
            <a:ext cx="2957867" cy="410151"/>
            <a:chOff x="1671200" y="3109675"/>
            <a:chExt cx="4369725" cy="605925"/>
          </a:xfrm>
        </p:grpSpPr>
        <p:sp>
          <p:nvSpPr>
            <p:cNvPr id="2615" name="Google Shape;2615;p50"/>
            <p:cNvSpPr/>
            <p:nvPr/>
          </p:nvSpPr>
          <p:spPr>
            <a:xfrm>
              <a:off x="1848500" y="3673600"/>
              <a:ext cx="229975" cy="10675"/>
            </a:xfrm>
            <a:custGeom>
              <a:rect b="b" l="l" r="r" t="t"/>
              <a:pathLst>
                <a:path extrusionOk="0" h="427" w="9199">
                  <a:moveTo>
                    <a:pt x="1" y="0"/>
                  </a:moveTo>
                  <a:lnTo>
                    <a:pt x="1" y="426"/>
                  </a:lnTo>
                  <a:lnTo>
                    <a:pt x="9199" y="426"/>
                  </a:lnTo>
                  <a:lnTo>
                    <a:pt x="9199" y="0"/>
                  </a:lnTo>
                  <a:close/>
                </a:path>
              </a:pathLst>
            </a:custGeom>
            <a:solidFill>
              <a:srgbClr val="BAC8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0"/>
            <p:cNvSpPr/>
            <p:nvPr/>
          </p:nvSpPr>
          <p:spPr>
            <a:xfrm>
              <a:off x="2840375" y="3673600"/>
              <a:ext cx="229975" cy="10675"/>
            </a:xfrm>
            <a:custGeom>
              <a:rect b="b" l="l" r="r" t="t"/>
              <a:pathLst>
                <a:path extrusionOk="0" h="427" w="9199">
                  <a:moveTo>
                    <a:pt x="0" y="0"/>
                  </a:moveTo>
                  <a:lnTo>
                    <a:pt x="0" y="426"/>
                  </a:lnTo>
                  <a:lnTo>
                    <a:pt x="9198" y="426"/>
                  </a:lnTo>
                  <a:lnTo>
                    <a:pt x="9198" y="0"/>
                  </a:lnTo>
                  <a:close/>
                </a:path>
              </a:pathLst>
            </a:custGeom>
            <a:solidFill>
              <a:srgbClr val="BAC8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0"/>
            <p:cNvSpPr/>
            <p:nvPr/>
          </p:nvSpPr>
          <p:spPr>
            <a:xfrm>
              <a:off x="3508925" y="3673600"/>
              <a:ext cx="229975" cy="10675"/>
            </a:xfrm>
            <a:custGeom>
              <a:rect b="b" l="l" r="r" t="t"/>
              <a:pathLst>
                <a:path extrusionOk="0" h="427" w="9199">
                  <a:moveTo>
                    <a:pt x="0" y="0"/>
                  </a:moveTo>
                  <a:lnTo>
                    <a:pt x="0" y="426"/>
                  </a:lnTo>
                  <a:lnTo>
                    <a:pt x="9198" y="426"/>
                  </a:lnTo>
                  <a:lnTo>
                    <a:pt x="9198" y="0"/>
                  </a:lnTo>
                  <a:close/>
                </a:path>
              </a:pathLst>
            </a:custGeom>
            <a:solidFill>
              <a:srgbClr val="BAC8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0"/>
            <p:cNvSpPr/>
            <p:nvPr/>
          </p:nvSpPr>
          <p:spPr>
            <a:xfrm>
              <a:off x="4500775" y="3673600"/>
              <a:ext cx="229975" cy="10675"/>
            </a:xfrm>
            <a:custGeom>
              <a:rect b="b" l="l" r="r" t="t"/>
              <a:pathLst>
                <a:path extrusionOk="0" h="427" w="9199">
                  <a:moveTo>
                    <a:pt x="1" y="0"/>
                  </a:moveTo>
                  <a:lnTo>
                    <a:pt x="1" y="426"/>
                  </a:lnTo>
                  <a:lnTo>
                    <a:pt x="9199" y="426"/>
                  </a:lnTo>
                  <a:lnTo>
                    <a:pt x="9199" y="0"/>
                  </a:lnTo>
                  <a:close/>
                </a:path>
              </a:pathLst>
            </a:custGeom>
            <a:solidFill>
              <a:srgbClr val="BAC8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0"/>
            <p:cNvSpPr/>
            <p:nvPr/>
          </p:nvSpPr>
          <p:spPr>
            <a:xfrm>
              <a:off x="5179975" y="3673600"/>
              <a:ext cx="229350" cy="10675"/>
            </a:xfrm>
            <a:custGeom>
              <a:rect b="b" l="l" r="r" t="t"/>
              <a:pathLst>
                <a:path extrusionOk="0" h="427" w="9174">
                  <a:moveTo>
                    <a:pt x="1" y="0"/>
                  </a:moveTo>
                  <a:lnTo>
                    <a:pt x="1" y="426"/>
                  </a:lnTo>
                  <a:lnTo>
                    <a:pt x="9174" y="426"/>
                  </a:lnTo>
                  <a:lnTo>
                    <a:pt x="9174" y="0"/>
                  </a:lnTo>
                  <a:close/>
                </a:path>
              </a:pathLst>
            </a:custGeom>
            <a:solidFill>
              <a:srgbClr val="BAC8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0"/>
            <p:cNvSpPr/>
            <p:nvPr/>
          </p:nvSpPr>
          <p:spPr>
            <a:xfrm>
              <a:off x="3331600" y="3224975"/>
              <a:ext cx="1576475" cy="427975"/>
            </a:xfrm>
            <a:custGeom>
              <a:rect b="b" l="l" r="r" t="t"/>
              <a:pathLst>
                <a:path extrusionOk="0" h="17119" w="63059">
                  <a:moveTo>
                    <a:pt x="1" y="0"/>
                  </a:moveTo>
                  <a:lnTo>
                    <a:pt x="1" y="17118"/>
                  </a:lnTo>
                  <a:lnTo>
                    <a:pt x="63059" y="17118"/>
                  </a:lnTo>
                  <a:lnTo>
                    <a:pt x="630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0"/>
            <p:cNvSpPr/>
            <p:nvPr/>
          </p:nvSpPr>
          <p:spPr>
            <a:xfrm>
              <a:off x="3421200" y="3538875"/>
              <a:ext cx="176725" cy="176725"/>
            </a:xfrm>
            <a:custGeom>
              <a:rect b="b" l="l" r="r" t="t"/>
              <a:pathLst>
                <a:path extrusionOk="0" h="7069" w="7069">
                  <a:moveTo>
                    <a:pt x="3534" y="1"/>
                  </a:moveTo>
                  <a:cubicBezTo>
                    <a:pt x="1580" y="1"/>
                    <a:pt x="1" y="1580"/>
                    <a:pt x="1" y="3535"/>
                  </a:cubicBezTo>
                  <a:cubicBezTo>
                    <a:pt x="1" y="5490"/>
                    <a:pt x="1580" y="7069"/>
                    <a:pt x="3534" y="7069"/>
                  </a:cubicBezTo>
                  <a:cubicBezTo>
                    <a:pt x="5489" y="7069"/>
                    <a:pt x="7068" y="5490"/>
                    <a:pt x="7068" y="3535"/>
                  </a:cubicBezTo>
                  <a:cubicBezTo>
                    <a:pt x="7068" y="1580"/>
                    <a:pt x="5489" y="1"/>
                    <a:pt x="3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0"/>
            <p:cNvSpPr/>
            <p:nvPr/>
          </p:nvSpPr>
          <p:spPr>
            <a:xfrm>
              <a:off x="3679350" y="3538875"/>
              <a:ext cx="176725" cy="176725"/>
            </a:xfrm>
            <a:custGeom>
              <a:rect b="b" l="l" r="r" t="t"/>
              <a:pathLst>
                <a:path extrusionOk="0" h="7069" w="7069">
                  <a:moveTo>
                    <a:pt x="3534" y="1"/>
                  </a:moveTo>
                  <a:cubicBezTo>
                    <a:pt x="1579" y="1"/>
                    <a:pt x="0" y="1580"/>
                    <a:pt x="0" y="3535"/>
                  </a:cubicBezTo>
                  <a:cubicBezTo>
                    <a:pt x="0" y="5490"/>
                    <a:pt x="1579" y="7069"/>
                    <a:pt x="3534" y="7069"/>
                  </a:cubicBezTo>
                  <a:cubicBezTo>
                    <a:pt x="5489" y="7069"/>
                    <a:pt x="7068" y="5490"/>
                    <a:pt x="7068" y="3535"/>
                  </a:cubicBezTo>
                  <a:cubicBezTo>
                    <a:pt x="7068" y="1580"/>
                    <a:pt x="5489" y="1"/>
                    <a:pt x="3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0"/>
            <p:cNvSpPr/>
            <p:nvPr/>
          </p:nvSpPr>
          <p:spPr>
            <a:xfrm>
              <a:off x="4403025" y="3538875"/>
              <a:ext cx="176100" cy="176725"/>
            </a:xfrm>
            <a:custGeom>
              <a:rect b="b" l="l" r="r" t="t"/>
              <a:pathLst>
                <a:path extrusionOk="0" h="7069" w="7044">
                  <a:moveTo>
                    <a:pt x="3510" y="1"/>
                  </a:moveTo>
                  <a:cubicBezTo>
                    <a:pt x="1580" y="1"/>
                    <a:pt x="1" y="1580"/>
                    <a:pt x="1" y="3535"/>
                  </a:cubicBezTo>
                  <a:cubicBezTo>
                    <a:pt x="1" y="5490"/>
                    <a:pt x="1580" y="7069"/>
                    <a:pt x="3510" y="7069"/>
                  </a:cubicBezTo>
                  <a:cubicBezTo>
                    <a:pt x="5465" y="7069"/>
                    <a:pt x="7044" y="5490"/>
                    <a:pt x="7044" y="3535"/>
                  </a:cubicBezTo>
                  <a:cubicBezTo>
                    <a:pt x="7044" y="1580"/>
                    <a:pt x="5465" y="1"/>
                    <a:pt x="3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0"/>
            <p:cNvSpPr/>
            <p:nvPr/>
          </p:nvSpPr>
          <p:spPr>
            <a:xfrm>
              <a:off x="4661175" y="3538875"/>
              <a:ext cx="176100" cy="176725"/>
            </a:xfrm>
            <a:custGeom>
              <a:rect b="b" l="l" r="r" t="t"/>
              <a:pathLst>
                <a:path extrusionOk="0" h="7069" w="7044">
                  <a:moveTo>
                    <a:pt x="3535" y="1"/>
                  </a:moveTo>
                  <a:cubicBezTo>
                    <a:pt x="1580" y="1"/>
                    <a:pt x="1" y="1580"/>
                    <a:pt x="1" y="3535"/>
                  </a:cubicBezTo>
                  <a:cubicBezTo>
                    <a:pt x="1" y="5490"/>
                    <a:pt x="1580" y="7069"/>
                    <a:pt x="3535" y="7069"/>
                  </a:cubicBezTo>
                  <a:cubicBezTo>
                    <a:pt x="5464" y="7069"/>
                    <a:pt x="7043" y="5490"/>
                    <a:pt x="7043" y="3535"/>
                  </a:cubicBezTo>
                  <a:cubicBezTo>
                    <a:pt x="7043" y="1580"/>
                    <a:pt x="5464" y="1"/>
                    <a:pt x="35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0"/>
            <p:cNvSpPr/>
            <p:nvPr/>
          </p:nvSpPr>
          <p:spPr>
            <a:xfrm>
              <a:off x="3989500" y="3538250"/>
              <a:ext cx="302650" cy="177350"/>
            </a:xfrm>
            <a:custGeom>
              <a:rect b="b" l="l" r="r" t="t"/>
              <a:pathLst>
                <a:path extrusionOk="0" h="7094" w="12106">
                  <a:moveTo>
                    <a:pt x="0" y="1"/>
                  </a:moveTo>
                  <a:lnTo>
                    <a:pt x="0" y="7094"/>
                  </a:lnTo>
                  <a:lnTo>
                    <a:pt x="12106" y="7094"/>
                  </a:lnTo>
                  <a:lnTo>
                    <a:pt x="121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0"/>
            <p:cNvSpPr/>
            <p:nvPr/>
          </p:nvSpPr>
          <p:spPr>
            <a:xfrm>
              <a:off x="5007050" y="3221200"/>
              <a:ext cx="1033875" cy="427975"/>
            </a:xfrm>
            <a:custGeom>
              <a:rect b="b" l="l" r="r" t="t"/>
              <a:pathLst>
                <a:path extrusionOk="0" h="17119" w="41355">
                  <a:moveTo>
                    <a:pt x="0" y="1"/>
                  </a:moveTo>
                  <a:lnTo>
                    <a:pt x="0" y="17119"/>
                  </a:lnTo>
                  <a:lnTo>
                    <a:pt x="41354" y="17119"/>
                  </a:lnTo>
                  <a:lnTo>
                    <a:pt x="413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0"/>
            <p:cNvSpPr/>
            <p:nvPr/>
          </p:nvSpPr>
          <p:spPr>
            <a:xfrm>
              <a:off x="5092275" y="3538875"/>
              <a:ext cx="176075" cy="176725"/>
            </a:xfrm>
            <a:custGeom>
              <a:rect b="b" l="l" r="r" t="t"/>
              <a:pathLst>
                <a:path extrusionOk="0" h="7069" w="7043">
                  <a:moveTo>
                    <a:pt x="3509" y="1"/>
                  </a:moveTo>
                  <a:cubicBezTo>
                    <a:pt x="1579" y="1"/>
                    <a:pt x="0" y="1580"/>
                    <a:pt x="0" y="3535"/>
                  </a:cubicBezTo>
                  <a:cubicBezTo>
                    <a:pt x="0" y="5490"/>
                    <a:pt x="1579" y="7069"/>
                    <a:pt x="3509" y="7069"/>
                  </a:cubicBezTo>
                  <a:cubicBezTo>
                    <a:pt x="5464" y="7069"/>
                    <a:pt x="7043" y="5490"/>
                    <a:pt x="7043" y="3535"/>
                  </a:cubicBezTo>
                  <a:cubicBezTo>
                    <a:pt x="7043" y="1580"/>
                    <a:pt x="5464" y="1"/>
                    <a:pt x="35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0"/>
            <p:cNvSpPr/>
            <p:nvPr/>
          </p:nvSpPr>
          <p:spPr>
            <a:xfrm>
              <a:off x="5350400" y="3538875"/>
              <a:ext cx="176100" cy="176725"/>
            </a:xfrm>
            <a:custGeom>
              <a:rect b="b" l="l" r="r" t="t"/>
              <a:pathLst>
                <a:path extrusionOk="0" h="7069" w="7044">
                  <a:moveTo>
                    <a:pt x="3535" y="1"/>
                  </a:moveTo>
                  <a:cubicBezTo>
                    <a:pt x="1580" y="1"/>
                    <a:pt x="1" y="1580"/>
                    <a:pt x="1" y="3535"/>
                  </a:cubicBezTo>
                  <a:cubicBezTo>
                    <a:pt x="1" y="5490"/>
                    <a:pt x="1580" y="7069"/>
                    <a:pt x="3535" y="7069"/>
                  </a:cubicBezTo>
                  <a:cubicBezTo>
                    <a:pt x="5465" y="7069"/>
                    <a:pt x="7044" y="5490"/>
                    <a:pt x="7044" y="3535"/>
                  </a:cubicBezTo>
                  <a:cubicBezTo>
                    <a:pt x="7044" y="1580"/>
                    <a:pt x="5465" y="1"/>
                    <a:pt x="35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0"/>
            <p:cNvSpPr/>
            <p:nvPr/>
          </p:nvSpPr>
          <p:spPr>
            <a:xfrm>
              <a:off x="5659925" y="3538250"/>
              <a:ext cx="303300" cy="177350"/>
            </a:xfrm>
            <a:custGeom>
              <a:rect b="b" l="l" r="r" t="t"/>
              <a:pathLst>
                <a:path extrusionOk="0" h="7094" w="12132">
                  <a:moveTo>
                    <a:pt x="1" y="1"/>
                  </a:moveTo>
                  <a:lnTo>
                    <a:pt x="1" y="7094"/>
                  </a:lnTo>
                  <a:lnTo>
                    <a:pt x="12131" y="7094"/>
                  </a:lnTo>
                  <a:lnTo>
                    <a:pt x="121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0"/>
            <p:cNvSpPr/>
            <p:nvPr/>
          </p:nvSpPr>
          <p:spPr>
            <a:xfrm>
              <a:off x="1671200" y="3141000"/>
              <a:ext cx="1576475" cy="511950"/>
            </a:xfrm>
            <a:custGeom>
              <a:rect b="b" l="l" r="r" t="t"/>
              <a:pathLst>
                <a:path extrusionOk="0" h="20478" w="63059">
                  <a:moveTo>
                    <a:pt x="10401" y="1"/>
                  </a:moveTo>
                  <a:lnTo>
                    <a:pt x="9324" y="8347"/>
                  </a:lnTo>
                  <a:lnTo>
                    <a:pt x="0" y="12532"/>
                  </a:lnTo>
                  <a:lnTo>
                    <a:pt x="0" y="20477"/>
                  </a:lnTo>
                  <a:lnTo>
                    <a:pt x="63058" y="20477"/>
                  </a:lnTo>
                  <a:lnTo>
                    <a:pt x="63058" y="3359"/>
                  </a:lnTo>
                  <a:lnTo>
                    <a:pt x="24712" y="3359"/>
                  </a:lnTo>
                  <a:lnTo>
                    <a:pt x="246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0"/>
            <p:cNvSpPr/>
            <p:nvPr/>
          </p:nvSpPr>
          <p:spPr>
            <a:xfrm>
              <a:off x="1760800" y="3538875"/>
              <a:ext cx="176700" cy="176725"/>
            </a:xfrm>
            <a:custGeom>
              <a:rect b="b" l="l" r="r" t="t"/>
              <a:pathLst>
                <a:path extrusionOk="0" h="7069" w="7068">
                  <a:moveTo>
                    <a:pt x="3534" y="1"/>
                  </a:moveTo>
                  <a:cubicBezTo>
                    <a:pt x="1579" y="1"/>
                    <a:pt x="0" y="1580"/>
                    <a:pt x="0" y="3535"/>
                  </a:cubicBezTo>
                  <a:cubicBezTo>
                    <a:pt x="0" y="5490"/>
                    <a:pt x="1579" y="7069"/>
                    <a:pt x="3534" y="7069"/>
                  </a:cubicBezTo>
                  <a:cubicBezTo>
                    <a:pt x="5489" y="7069"/>
                    <a:pt x="7068" y="5490"/>
                    <a:pt x="7068" y="3535"/>
                  </a:cubicBezTo>
                  <a:cubicBezTo>
                    <a:pt x="7068" y="1580"/>
                    <a:pt x="5489" y="1"/>
                    <a:pt x="3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0"/>
            <p:cNvSpPr/>
            <p:nvPr/>
          </p:nvSpPr>
          <p:spPr>
            <a:xfrm>
              <a:off x="2018950" y="3538875"/>
              <a:ext cx="176700" cy="176725"/>
            </a:xfrm>
            <a:custGeom>
              <a:rect b="b" l="l" r="r" t="t"/>
              <a:pathLst>
                <a:path extrusionOk="0" h="7069" w="7068">
                  <a:moveTo>
                    <a:pt x="3534" y="1"/>
                  </a:moveTo>
                  <a:cubicBezTo>
                    <a:pt x="1579" y="1"/>
                    <a:pt x="0" y="1580"/>
                    <a:pt x="0" y="3535"/>
                  </a:cubicBezTo>
                  <a:cubicBezTo>
                    <a:pt x="0" y="5490"/>
                    <a:pt x="1579" y="7069"/>
                    <a:pt x="3534" y="7069"/>
                  </a:cubicBezTo>
                  <a:cubicBezTo>
                    <a:pt x="5489" y="7069"/>
                    <a:pt x="7068" y="5490"/>
                    <a:pt x="7068" y="3535"/>
                  </a:cubicBezTo>
                  <a:cubicBezTo>
                    <a:pt x="7068" y="1580"/>
                    <a:pt x="5489" y="1"/>
                    <a:pt x="3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0"/>
            <p:cNvSpPr/>
            <p:nvPr/>
          </p:nvSpPr>
          <p:spPr>
            <a:xfrm>
              <a:off x="2742625" y="3538875"/>
              <a:ext cx="176100" cy="176725"/>
            </a:xfrm>
            <a:custGeom>
              <a:rect b="b" l="l" r="r" t="t"/>
              <a:pathLst>
                <a:path extrusionOk="0" h="7069" w="7044">
                  <a:moveTo>
                    <a:pt x="3509" y="1"/>
                  </a:moveTo>
                  <a:cubicBezTo>
                    <a:pt x="1579" y="1"/>
                    <a:pt x="1" y="1580"/>
                    <a:pt x="1" y="3535"/>
                  </a:cubicBezTo>
                  <a:cubicBezTo>
                    <a:pt x="1" y="5490"/>
                    <a:pt x="1579" y="7069"/>
                    <a:pt x="3509" y="7069"/>
                  </a:cubicBezTo>
                  <a:cubicBezTo>
                    <a:pt x="5464" y="7069"/>
                    <a:pt x="7043" y="5490"/>
                    <a:pt x="7043" y="3535"/>
                  </a:cubicBezTo>
                  <a:cubicBezTo>
                    <a:pt x="7043" y="1580"/>
                    <a:pt x="5464" y="1"/>
                    <a:pt x="35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0"/>
            <p:cNvSpPr/>
            <p:nvPr/>
          </p:nvSpPr>
          <p:spPr>
            <a:xfrm>
              <a:off x="3000775" y="3538875"/>
              <a:ext cx="176100" cy="176725"/>
            </a:xfrm>
            <a:custGeom>
              <a:rect b="b" l="l" r="r" t="t"/>
              <a:pathLst>
                <a:path extrusionOk="0" h="7069" w="7044">
                  <a:moveTo>
                    <a:pt x="3534" y="1"/>
                  </a:moveTo>
                  <a:cubicBezTo>
                    <a:pt x="1579" y="1"/>
                    <a:pt x="0" y="1580"/>
                    <a:pt x="0" y="3535"/>
                  </a:cubicBezTo>
                  <a:cubicBezTo>
                    <a:pt x="0" y="5490"/>
                    <a:pt x="1579" y="7069"/>
                    <a:pt x="3534" y="7069"/>
                  </a:cubicBezTo>
                  <a:cubicBezTo>
                    <a:pt x="5464" y="7069"/>
                    <a:pt x="7043" y="5490"/>
                    <a:pt x="7043" y="3535"/>
                  </a:cubicBezTo>
                  <a:cubicBezTo>
                    <a:pt x="7043" y="1580"/>
                    <a:pt x="5464" y="1"/>
                    <a:pt x="3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0"/>
            <p:cNvSpPr/>
            <p:nvPr/>
          </p:nvSpPr>
          <p:spPr>
            <a:xfrm>
              <a:off x="2329100" y="3538250"/>
              <a:ext cx="302650" cy="177350"/>
            </a:xfrm>
            <a:custGeom>
              <a:rect b="b" l="l" r="r" t="t"/>
              <a:pathLst>
                <a:path extrusionOk="0" h="7094" w="12106">
                  <a:moveTo>
                    <a:pt x="0" y="1"/>
                  </a:moveTo>
                  <a:lnTo>
                    <a:pt x="0" y="7094"/>
                  </a:lnTo>
                  <a:lnTo>
                    <a:pt x="12105" y="7094"/>
                  </a:lnTo>
                  <a:lnTo>
                    <a:pt x="12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0"/>
            <p:cNvSpPr/>
            <p:nvPr/>
          </p:nvSpPr>
          <p:spPr>
            <a:xfrm>
              <a:off x="1859175" y="3109675"/>
              <a:ext cx="469950" cy="52675"/>
            </a:xfrm>
            <a:custGeom>
              <a:rect b="b" l="l" r="r" t="t"/>
              <a:pathLst>
                <a:path extrusionOk="0" h="2107" w="18798">
                  <a:moveTo>
                    <a:pt x="0" y="1"/>
                  </a:moveTo>
                  <a:lnTo>
                    <a:pt x="0" y="2106"/>
                  </a:lnTo>
                  <a:lnTo>
                    <a:pt x="18797" y="2106"/>
                  </a:lnTo>
                  <a:lnTo>
                    <a:pt x="187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0"/>
            <p:cNvSpPr/>
            <p:nvPr/>
          </p:nvSpPr>
          <p:spPr>
            <a:xfrm>
              <a:off x="1702525" y="3151650"/>
              <a:ext cx="94000" cy="230000"/>
            </a:xfrm>
            <a:custGeom>
              <a:rect b="b" l="l" r="r" t="t"/>
              <a:pathLst>
                <a:path extrusionOk="0" h="9200" w="3760">
                  <a:moveTo>
                    <a:pt x="1003" y="1"/>
                  </a:moveTo>
                  <a:lnTo>
                    <a:pt x="0" y="828"/>
                  </a:lnTo>
                  <a:lnTo>
                    <a:pt x="0" y="8347"/>
                  </a:lnTo>
                  <a:lnTo>
                    <a:pt x="1003" y="9199"/>
                  </a:lnTo>
                  <a:lnTo>
                    <a:pt x="3108" y="9199"/>
                  </a:lnTo>
                  <a:lnTo>
                    <a:pt x="3760" y="8347"/>
                  </a:lnTo>
                  <a:lnTo>
                    <a:pt x="3760" y="828"/>
                  </a:lnTo>
                  <a:lnTo>
                    <a:pt x="3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0"/>
            <p:cNvSpPr/>
            <p:nvPr/>
          </p:nvSpPr>
          <p:spPr>
            <a:xfrm>
              <a:off x="1723200" y="3328975"/>
              <a:ext cx="52025" cy="146650"/>
            </a:xfrm>
            <a:custGeom>
              <a:rect b="b" l="l" r="r" t="t"/>
              <a:pathLst>
                <a:path extrusionOk="0" h="5866" w="2081">
                  <a:moveTo>
                    <a:pt x="0" y="1"/>
                  </a:moveTo>
                  <a:lnTo>
                    <a:pt x="0" y="5865"/>
                  </a:lnTo>
                  <a:lnTo>
                    <a:pt x="2081" y="5865"/>
                  </a:lnTo>
                  <a:lnTo>
                    <a:pt x="20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0"/>
            <p:cNvSpPr/>
            <p:nvPr/>
          </p:nvSpPr>
          <p:spPr>
            <a:xfrm>
              <a:off x="1702525" y="3141000"/>
              <a:ext cx="94000" cy="10675"/>
            </a:xfrm>
            <a:custGeom>
              <a:rect b="b" l="l" r="r" t="t"/>
              <a:pathLst>
                <a:path extrusionOk="0" h="427" w="3760">
                  <a:moveTo>
                    <a:pt x="0" y="1"/>
                  </a:moveTo>
                  <a:lnTo>
                    <a:pt x="0" y="427"/>
                  </a:lnTo>
                  <a:lnTo>
                    <a:pt x="3760" y="427"/>
                  </a:lnTo>
                  <a:lnTo>
                    <a:pt x="37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0"/>
            <p:cNvSpPr/>
            <p:nvPr/>
          </p:nvSpPr>
          <p:spPr>
            <a:xfrm>
              <a:off x="1804650" y="3443650"/>
              <a:ext cx="55800" cy="55775"/>
            </a:xfrm>
            <a:custGeom>
              <a:rect b="b" l="l" r="r" t="t"/>
              <a:pathLst>
                <a:path extrusionOk="0" h="2231" w="2232">
                  <a:moveTo>
                    <a:pt x="1128" y="0"/>
                  </a:moveTo>
                  <a:cubicBezTo>
                    <a:pt x="502" y="0"/>
                    <a:pt x="1" y="476"/>
                    <a:pt x="1" y="1103"/>
                  </a:cubicBezTo>
                  <a:cubicBezTo>
                    <a:pt x="1" y="1730"/>
                    <a:pt x="502" y="2231"/>
                    <a:pt x="1128" y="2231"/>
                  </a:cubicBezTo>
                  <a:cubicBezTo>
                    <a:pt x="1730" y="2231"/>
                    <a:pt x="2231" y="1730"/>
                    <a:pt x="2231" y="1103"/>
                  </a:cubicBezTo>
                  <a:cubicBezTo>
                    <a:pt x="2231" y="476"/>
                    <a:pt x="1730" y="0"/>
                    <a:pt x="1128" y="0"/>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0"/>
            <p:cNvSpPr/>
            <p:nvPr/>
          </p:nvSpPr>
          <p:spPr>
            <a:xfrm>
              <a:off x="1804650" y="3526975"/>
              <a:ext cx="55800" cy="55800"/>
            </a:xfrm>
            <a:custGeom>
              <a:rect b="b" l="l" r="r" t="t"/>
              <a:pathLst>
                <a:path extrusionOk="0" h="2232" w="2232">
                  <a:moveTo>
                    <a:pt x="1128" y="1"/>
                  </a:moveTo>
                  <a:cubicBezTo>
                    <a:pt x="502" y="1"/>
                    <a:pt x="1" y="502"/>
                    <a:pt x="1" y="1103"/>
                  </a:cubicBezTo>
                  <a:cubicBezTo>
                    <a:pt x="1" y="1730"/>
                    <a:pt x="502" y="2231"/>
                    <a:pt x="1128" y="2231"/>
                  </a:cubicBezTo>
                  <a:cubicBezTo>
                    <a:pt x="1730" y="2231"/>
                    <a:pt x="2231" y="1730"/>
                    <a:pt x="2231" y="1103"/>
                  </a:cubicBezTo>
                  <a:cubicBezTo>
                    <a:pt x="2231" y="502"/>
                    <a:pt x="1730" y="1"/>
                    <a:pt x="1128"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0"/>
            <p:cNvSpPr/>
            <p:nvPr/>
          </p:nvSpPr>
          <p:spPr>
            <a:xfrm>
              <a:off x="1994500" y="3193650"/>
              <a:ext cx="198650" cy="229350"/>
            </a:xfrm>
            <a:custGeom>
              <a:rect b="b" l="l" r="r" t="t"/>
              <a:pathLst>
                <a:path extrusionOk="0" h="9174" w="7946">
                  <a:moveTo>
                    <a:pt x="7945" y="0"/>
                  </a:moveTo>
                  <a:lnTo>
                    <a:pt x="1" y="2030"/>
                  </a:lnTo>
                  <a:lnTo>
                    <a:pt x="1" y="9173"/>
                  </a:lnTo>
                  <a:lnTo>
                    <a:pt x="7945" y="9173"/>
                  </a:lnTo>
                  <a:lnTo>
                    <a:pt x="7945"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0"/>
            <p:cNvSpPr/>
            <p:nvPr/>
          </p:nvSpPr>
          <p:spPr>
            <a:xfrm>
              <a:off x="1994500" y="3475600"/>
              <a:ext cx="1190500" cy="20700"/>
            </a:xfrm>
            <a:custGeom>
              <a:rect b="b" l="l" r="r" t="t"/>
              <a:pathLst>
                <a:path extrusionOk="0" h="828" w="47620">
                  <a:moveTo>
                    <a:pt x="1" y="0"/>
                  </a:moveTo>
                  <a:lnTo>
                    <a:pt x="1" y="828"/>
                  </a:lnTo>
                  <a:lnTo>
                    <a:pt x="47620" y="828"/>
                  </a:lnTo>
                  <a:lnTo>
                    <a:pt x="47620"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0"/>
            <p:cNvSpPr/>
            <p:nvPr/>
          </p:nvSpPr>
          <p:spPr>
            <a:xfrm>
              <a:off x="1994500" y="3538250"/>
              <a:ext cx="1190500" cy="20700"/>
            </a:xfrm>
            <a:custGeom>
              <a:rect b="b" l="l" r="r" t="t"/>
              <a:pathLst>
                <a:path extrusionOk="0" h="828" w="47620">
                  <a:moveTo>
                    <a:pt x="1" y="1"/>
                  </a:moveTo>
                  <a:lnTo>
                    <a:pt x="1" y="828"/>
                  </a:lnTo>
                  <a:lnTo>
                    <a:pt x="47620" y="828"/>
                  </a:lnTo>
                  <a:lnTo>
                    <a:pt x="47620"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0"/>
            <p:cNvSpPr/>
            <p:nvPr/>
          </p:nvSpPr>
          <p:spPr>
            <a:xfrm>
              <a:off x="2287100" y="3276975"/>
              <a:ext cx="302675" cy="125350"/>
            </a:xfrm>
            <a:custGeom>
              <a:rect b="b" l="l" r="r" t="t"/>
              <a:pathLst>
                <a:path extrusionOk="0" h="5014" w="12107">
                  <a:moveTo>
                    <a:pt x="1" y="1"/>
                  </a:moveTo>
                  <a:lnTo>
                    <a:pt x="1" y="5013"/>
                  </a:lnTo>
                  <a:lnTo>
                    <a:pt x="12106" y="5013"/>
                  </a:lnTo>
                  <a:lnTo>
                    <a:pt x="12106"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0"/>
            <p:cNvSpPr/>
            <p:nvPr/>
          </p:nvSpPr>
          <p:spPr>
            <a:xfrm>
              <a:off x="2621075" y="3276975"/>
              <a:ext cx="303275" cy="125350"/>
            </a:xfrm>
            <a:custGeom>
              <a:rect b="b" l="l" r="r" t="t"/>
              <a:pathLst>
                <a:path extrusionOk="0" h="5014" w="12131">
                  <a:moveTo>
                    <a:pt x="0" y="1"/>
                  </a:moveTo>
                  <a:lnTo>
                    <a:pt x="0" y="5013"/>
                  </a:lnTo>
                  <a:lnTo>
                    <a:pt x="12131" y="5013"/>
                  </a:lnTo>
                  <a:lnTo>
                    <a:pt x="12131"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0"/>
            <p:cNvSpPr/>
            <p:nvPr/>
          </p:nvSpPr>
          <p:spPr>
            <a:xfrm>
              <a:off x="2955650" y="3276975"/>
              <a:ext cx="219325" cy="125350"/>
            </a:xfrm>
            <a:custGeom>
              <a:rect b="b" l="l" r="r" t="t"/>
              <a:pathLst>
                <a:path extrusionOk="0" h="5014" w="8773">
                  <a:moveTo>
                    <a:pt x="1" y="1"/>
                  </a:moveTo>
                  <a:lnTo>
                    <a:pt x="1" y="5013"/>
                  </a:lnTo>
                  <a:lnTo>
                    <a:pt x="8773" y="5013"/>
                  </a:lnTo>
                  <a:lnTo>
                    <a:pt x="8773"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0"/>
            <p:cNvSpPr/>
            <p:nvPr/>
          </p:nvSpPr>
          <p:spPr>
            <a:xfrm>
              <a:off x="3669950" y="3471850"/>
              <a:ext cx="1159175" cy="20700"/>
            </a:xfrm>
            <a:custGeom>
              <a:rect b="b" l="l" r="r" t="t"/>
              <a:pathLst>
                <a:path extrusionOk="0" h="828" w="46367">
                  <a:moveTo>
                    <a:pt x="0" y="0"/>
                  </a:moveTo>
                  <a:lnTo>
                    <a:pt x="0" y="827"/>
                  </a:lnTo>
                  <a:lnTo>
                    <a:pt x="46367" y="827"/>
                  </a:lnTo>
                  <a:lnTo>
                    <a:pt x="46367"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0"/>
            <p:cNvSpPr/>
            <p:nvPr/>
          </p:nvSpPr>
          <p:spPr>
            <a:xfrm>
              <a:off x="3669950" y="3534500"/>
              <a:ext cx="1159175" cy="20700"/>
            </a:xfrm>
            <a:custGeom>
              <a:rect b="b" l="l" r="r" t="t"/>
              <a:pathLst>
                <a:path extrusionOk="0" h="828" w="46367">
                  <a:moveTo>
                    <a:pt x="0" y="0"/>
                  </a:moveTo>
                  <a:lnTo>
                    <a:pt x="0" y="827"/>
                  </a:lnTo>
                  <a:lnTo>
                    <a:pt x="46367" y="827"/>
                  </a:lnTo>
                  <a:lnTo>
                    <a:pt x="46367"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0"/>
            <p:cNvSpPr/>
            <p:nvPr/>
          </p:nvSpPr>
          <p:spPr>
            <a:xfrm>
              <a:off x="3926850" y="3276975"/>
              <a:ext cx="302650" cy="125350"/>
            </a:xfrm>
            <a:custGeom>
              <a:rect b="b" l="l" r="r" t="t"/>
              <a:pathLst>
                <a:path extrusionOk="0" h="5014" w="12106">
                  <a:moveTo>
                    <a:pt x="0" y="1"/>
                  </a:moveTo>
                  <a:lnTo>
                    <a:pt x="0" y="5013"/>
                  </a:lnTo>
                  <a:lnTo>
                    <a:pt x="12106" y="5013"/>
                  </a:lnTo>
                  <a:lnTo>
                    <a:pt x="12106"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0"/>
            <p:cNvSpPr/>
            <p:nvPr/>
          </p:nvSpPr>
          <p:spPr>
            <a:xfrm>
              <a:off x="4260800" y="3276975"/>
              <a:ext cx="302650" cy="125350"/>
            </a:xfrm>
            <a:custGeom>
              <a:rect b="b" l="l" r="r" t="t"/>
              <a:pathLst>
                <a:path extrusionOk="0" h="5014" w="12106">
                  <a:moveTo>
                    <a:pt x="1" y="1"/>
                  </a:moveTo>
                  <a:lnTo>
                    <a:pt x="1" y="5013"/>
                  </a:lnTo>
                  <a:lnTo>
                    <a:pt x="12106" y="5013"/>
                  </a:lnTo>
                  <a:lnTo>
                    <a:pt x="12106"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0"/>
            <p:cNvSpPr/>
            <p:nvPr/>
          </p:nvSpPr>
          <p:spPr>
            <a:xfrm>
              <a:off x="4605425" y="3276975"/>
              <a:ext cx="219325" cy="125350"/>
            </a:xfrm>
            <a:custGeom>
              <a:rect b="b" l="l" r="r" t="t"/>
              <a:pathLst>
                <a:path extrusionOk="0" h="5014" w="8773">
                  <a:moveTo>
                    <a:pt x="0" y="1"/>
                  </a:moveTo>
                  <a:lnTo>
                    <a:pt x="0" y="5013"/>
                  </a:lnTo>
                  <a:lnTo>
                    <a:pt x="8772" y="5013"/>
                  </a:lnTo>
                  <a:lnTo>
                    <a:pt x="8772"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0"/>
            <p:cNvSpPr/>
            <p:nvPr/>
          </p:nvSpPr>
          <p:spPr>
            <a:xfrm>
              <a:off x="3665575" y="3276975"/>
              <a:ext cx="219300" cy="125350"/>
            </a:xfrm>
            <a:custGeom>
              <a:rect b="b" l="l" r="r" t="t"/>
              <a:pathLst>
                <a:path extrusionOk="0" h="5014" w="8772">
                  <a:moveTo>
                    <a:pt x="0" y="1"/>
                  </a:moveTo>
                  <a:lnTo>
                    <a:pt x="0" y="5013"/>
                  </a:lnTo>
                  <a:lnTo>
                    <a:pt x="8772" y="5013"/>
                  </a:lnTo>
                  <a:lnTo>
                    <a:pt x="8772"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0"/>
            <p:cNvSpPr/>
            <p:nvPr/>
          </p:nvSpPr>
          <p:spPr>
            <a:xfrm>
              <a:off x="5079725" y="3471850"/>
              <a:ext cx="894775" cy="20700"/>
            </a:xfrm>
            <a:custGeom>
              <a:rect b="b" l="l" r="r" t="t"/>
              <a:pathLst>
                <a:path extrusionOk="0" h="828" w="35791">
                  <a:moveTo>
                    <a:pt x="1" y="0"/>
                  </a:moveTo>
                  <a:lnTo>
                    <a:pt x="1" y="827"/>
                  </a:lnTo>
                  <a:lnTo>
                    <a:pt x="35790" y="827"/>
                  </a:lnTo>
                  <a:lnTo>
                    <a:pt x="35790"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0"/>
            <p:cNvSpPr/>
            <p:nvPr/>
          </p:nvSpPr>
          <p:spPr>
            <a:xfrm>
              <a:off x="5079725" y="3534500"/>
              <a:ext cx="894775" cy="20700"/>
            </a:xfrm>
            <a:custGeom>
              <a:rect b="b" l="l" r="r" t="t"/>
              <a:pathLst>
                <a:path extrusionOk="0" h="828" w="35791">
                  <a:moveTo>
                    <a:pt x="1" y="0"/>
                  </a:moveTo>
                  <a:lnTo>
                    <a:pt x="1" y="827"/>
                  </a:lnTo>
                  <a:lnTo>
                    <a:pt x="35790" y="827"/>
                  </a:lnTo>
                  <a:lnTo>
                    <a:pt x="35790"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0"/>
            <p:cNvSpPr/>
            <p:nvPr/>
          </p:nvSpPr>
          <p:spPr>
            <a:xfrm>
              <a:off x="5336625" y="3276975"/>
              <a:ext cx="302650" cy="125350"/>
            </a:xfrm>
            <a:custGeom>
              <a:rect b="b" l="l" r="r" t="t"/>
              <a:pathLst>
                <a:path extrusionOk="0" h="5014" w="12106">
                  <a:moveTo>
                    <a:pt x="0" y="1"/>
                  </a:moveTo>
                  <a:lnTo>
                    <a:pt x="0" y="5013"/>
                  </a:lnTo>
                  <a:lnTo>
                    <a:pt x="12106" y="5013"/>
                  </a:lnTo>
                  <a:lnTo>
                    <a:pt x="12106"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0"/>
            <p:cNvSpPr/>
            <p:nvPr/>
          </p:nvSpPr>
          <p:spPr>
            <a:xfrm>
              <a:off x="5674975" y="3273225"/>
              <a:ext cx="299525" cy="125325"/>
            </a:xfrm>
            <a:custGeom>
              <a:rect b="b" l="l" r="r" t="t"/>
              <a:pathLst>
                <a:path extrusionOk="0" h="5013" w="11981">
                  <a:moveTo>
                    <a:pt x="0" y="0"/>
                  </a:moveTo>
                  <a:lnTo>
                    <a:pt x="0" y="5013"/>
                  </a:lnTo>
                  <a:lnTo>
                    <a:pt x="11980" y="5013"/>
                  </a:lnTo>
                  <a:lnTo>
                    <a:pt x="11980"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0"/>
            <p:cNvSpPr/>
            <p:nvPr/>
          </p:nvSpPr>
          <p:spPr>
            <a:xfrm>
              <a:off x="5075350" y="3276975"/>
              <a:ext cx="219325" cy="125350"/>
            </a:xfrm>
            <a:custGeom>
              <a:rect b="b" l="l" r="r" t="t"/>
              <a:pathLst>
                <a:path extrusionOk="0" h="5014" w="8773">
                  <a:moveTo>
                    <a:pt x="0" y="1"/>
                  </a:moveTo>
                  <a:lnTo>
                    <a:pt x="0" y="5013"/>
                  </a:lnTo>
                  <a:lnTo>
                    <a:pt x="8772" y="5013"/>
                  </a:lnTo>
                  <a:lnTo>
                    <a:pt x="8772"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0"/>
            <p:cNvSpPr/>
            <p:nvPr/>
          </p:nvSpPr>
          <p:spPr>
            <a:xfrm>
              <a:off x="3404275" y="3276975"/>
              <a:ext cx="73350" cy="292625"/>
            </a:xfrm>
            <a:custGeom>
              <a:rect b="b" l="l" r="r" t="t"/>
              <a:pathLst>
                <a:path extrusionOk="0" h="11705" w="2934">
                  <a:moveTo>
                    <a:pt x="1" y="1"/>
                  </a:moveTo>
                  <a:lnTo>
                    <a:pt x="1" y="11705"/>
                  </a:lnTo>
                  <a:lnTo>
                    <a:pt x="2933" y="11705"/>
                  </a:lnTo>
                  <a:lnTo>
                    <a:pt x="2933"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0"/>
            <p:cNvSpPr/>
            <p:nvPr/>
          </p:nvSpPr>
          <p:spPr>
            <a:xfrm>
              <a:off x="3519575" y="3276975"/>
              <a:ext cx="72700" cy="292625"/>
            </a:xfrm>
            <a:custGeom>
              <a:rect b="b" l="l" r="r" t="t"/>
              <a:pathLst>
                <a:path extrusionOk="0" h="11705" w="2908">
                  <a:moveTo>
                    <a:pt x="0" y="1"/>
                  </a:moveTo>
                  <a:lnTo>
                    <a:pt x="0" y="11705"/>
                  </a:lnTo>
                  <a:lnTo>
                    <a:pt x="2908" y="11705"/>
                  </a:lnTo>
                  <a:lnTo>
                    <a:pt x="2908" y="1"/>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0"/>
            <p:cNvSpPr/>
            <p:nvPr/>
          </p:nvSpPr>
          <p:spPr>
            <a:xfrm>
              <a:off x="1702525" y="3475600"/>
              <a:ext cx="20700" cy="135350"/>
            </a:xfrm>
            <a:custGeom>
              <a:rect b="b" l="l" r="r" t="t"/>
              <a:pathLst>
                <a:path extrusionOk="0" h="5414" w="828">
                  <a:moveTo>
                    <a:pt x="0" y="0"/>
                  </a:moveTo>
                  <a:lnTo>
                    <a:pt x="0" y="5414"/>
                  </a:lnTo>
                  <a:lnTo>
                    <a:pt x="827" y="5414"/>
                  </a:lnTo>
                  <a:lnTo>
                    <a:pt x="827" y="0"/>
                  </a:ln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0"/>
            <p:cNvSpPr/>
            <p:nvPr/>
          </p:nvSpPr>
          <p:spPr>
            <a:xfrm>
              <a:off x="4887375" y="3422975"/>
              <a:ext cx="136000" cy="83975"/>
            </a:xfrm>
            <a:custGeom>
              <a:rect b="b" l="l" r="r" t="t"/>
              <a:pathLst>
                <a:path extrusionOk="0" h="3359" w="5440">
                  <a:moveTo>
                    <a:pt x="0" y="0"/>
                  </a:moveTo>
                  <a:lnTo>
                    <a:pt x="0" y="3359"/>
                  </a:lnTo>
                  <a:lnTo>
                    <a:pt x="5439" y="3359"/>
                  </a:lnTo>
                  <a:lnTo>
                    <a:pt x="54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0"/>
            <p:cNvSpPr/>
            <p:nvPr/>
          </p:nvSpPr>
          <p:spPr>
            <a:xfrm>
              <a:off x="3206300" y="3422975"/>
              <a:ext cx="135350" cy="83975"/>
            </a:xfrm>
            <a:custGeom>
              <a:rect b="b" l="l" r="r" t="t"/>
              <a:pathLst>
                <a:path extrusionOk="0" h="3359" w="5414">
                  <a:moveTo>
                    <a:pt x="0" y="0"/>
                  </a:moveTo>
                  <a:lnTo>
                    <a:pt x="0" y="3359"/>
                  </a:lnTo>
                  <a:lnTo>
                    <a:pt x="5414" y="3359"/>
                  </a:lnTo>
                  <a:lnTo>
                    <a:pt x="54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4" name="Google Shape;2664;p50"/>
          <p:cNvSpPr/>
          <p:nvPr/>
        </p:nvSpPr>
        <p:spPr>
          <a:xfrm flipH="1">
            <a:off x="8118089" y="481487"/>
            <a:ext cx="822761" cy="822743"/>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0"/>
          <p:cNvSpPr/>
          <p:nvPr/>
        </p:nvSpPr>
        <p:spPr>
          <a:xfrm flipH="1">
            <a:off x="7188076" y="930600"/>
            <a:ext cx="1815399" cy="293979"/>
          </a:xfrm>
          <a:custGeom>
            <a:rect b="b" l="l" r="r" t="t"/>
            <a:pathLst>
              <a:path extrusionOk="0" h="3413" w="121533">
                <a:moveTo>
                  <a:pt x="3294" y="2308"/>
                </a:moveTo>
                <a:cubicBezTo>
                  <a:pt x="8457" y="2208"/>
                  <a:pt x="15016" y="967"/>
                  <a:pt x="19888" y="1341"/>
                </a:cubicBezTo>
                <a:cubicBezTo>
                  <a:pt x="28034" y="1971"/>
                  <a:pt x="29758" y="137"/>
                  <a:pt x="36801" y="621"/>
                </a:cubicBezTo>
                <a:cubicBezTo>
                  <a:pt x="44966" y="1223"/>
                  <a:pt x="55457" y="1314"/>
                  <a:pt x="61551" y="1150"/>
                </a:cubicBezTo>
                <a:cubicBezTo>
                  <a:pt x="69068" y="958"/>
                  <a:pt x="74232" y="0"/>
                  <a:pt x="81439" y="767"/>
                </a:cubicBezTo>
                <a:cubicBezTo>
                  <a:pt x="84887" y="1150"/>
                  <a:pt x="81119" y="1825"/>
                  <a:pt x="90680" y="1104"/>
                </a:cubicBezTo>
                <a:cubicBezTo>
                  <a:pt x="94292" y="830"/>
                  <a:pt x="95688" y="812"/>
                  <a:pt x="99921" y="958"/>
                </a:cubicBezTo>
                <a:cubicBezTo>
                  <a:pt x="107119" y="1250"/>
                  <a:pt x="115576" y="1104"/>
                  <a:pt x="121533" y="1250"/>
                </a:cubicBezTo>
                <a:cubicBezTo>
                  <a:pt x="116679" y="1442"/>
                  <a:pt x="103515" y="1150"/>
                  <a:pt x="95378" y="1679"/>
                </a:cubicBezTo>
                <a:cubicBezTo>
                  <a:pt x="85352" y="2254"/>
                  <a:pt x="79559" y="2545"/>
                  <a:pt x="69378" y="2062"/>
                </a:cubicBezTo>
                <a:cubicBezTo>
                  <a:pt x="61396" y="1633"/>
                  <a:pt x="51680" y="1487"/>
                  <a:pt x="43534" y="1779"/>
                </a:cubicBezTo>
                <a:cubicBezTo>
                  <a:pt x="34767" y="2016"/>
                  <a:pt x="30069" y="3412"/>
                  <a:pt x="20672" y="2646"/>
                </a:cubicBezTo>
                <a:cubicBezTo>
                  <a:pt x="16448" y="2254"/>
                  <a:pt x="14879" y="2254"/>
                  <a:pt x="10656" y="2354"/>
                </a:cubicBezTo>
                <a:cubicBezTo>
                  <a:pt x="7837" y="2400"/>
                  <a:pt x="4388" y="2500"/>
                  <a:pt x="0" y="2445"/>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0"/>
          <p:cNvSpPr/>
          <p:nvPr/>
        </p:nvSpPr>
        <p:spPr>
          <a:xfrm flipH="1" rot="-2231248">
            <a:off x="1284206" y="645985"/>
            <a:ext cx="240403" cy="114379"/>
          </a:xfrm>
          <a:custGeom>
            <a:rect b="b" l="l" r="r" t="t"/>
            <a:pathLst>
              <a:path extrusionOk="0" h="1218" w="2560">
                <a:moveTo>
                  <a:pt x="2192" y="116"/>
                </a:moveTo>
                <a:cubicBezTo>
                  <a:pt x="2088" y="169"/>
                  <a:pt x="1972" y="231"/>
                  <a:pt x="1867" y="305"/>
                </a:cubicBezTo>
                <a:lnTo>
                  <a:pt x="1867" y="305"/>
                </a:lnTo>
                <a:cubicBezTo>
                  <a:pt x="1762" y="378"/>
                  <a:pt x="1668" y="462"/>
                  <a:pt x="1574" y="557"/>
                </a:cubicBezTo>
                <a:lnTo>
                  <a:pt x="1574" y="557"/>
                </a:lnTo>
                <a:cubicBezTo>
                  <a:pt x="1521" y="598"/>
                  <a:pt x="1479" y="651"/>
                  <a:pt x="1437" y="714"/>
                </a:cubicBezTo>
                <a:lnTo>
                  <a:pt x="1437" y="714"/>
                </a:lnTo>
                <a:cubicBezTo>
                  <a:pt x="1354" y="661"/>
                  <a:pt x="1280" y="630"/>
                  <a:pt x="1207" y="609"/>
                </a:cubicBezTo>
                <a:lnTo>
                  <a:pt x="1207" y="609"/>
                </a:lnTo>
                <a:cubicBezTo>
                  <a:pt x="1070" y="557"/>
                  <a:pt x="934" y="525"/>
                  <a:pt x="798" y="515"/>
                </a:cubicBezTo>
                <a:lnTo>
                  <a:pt x="798" y="515"/>
                </a:lnTo>
                <a:cubicBezTo>
                  <a:pt x="672" y="494"/>
                  <a:pt x="536" y="494"/>
                  <a:pt x="399" y="494"/>
                </a:cubicBezTo>
                <a:lnTo>
                  <a:pt x="399" y="494"/>
                </a:lnTo>
                <a:cubicBezTo>
                  <a:pt x="263" y="504"/>
                  <a:pt x="137" y="515"/>
                  <a:pt x="1" y="546"/>
                </a:cubicBezTo>
                <a:lnTo>
                  <a:pt x="1" y="546"/>
                </a:lnTo>
                <a:cubicBezTo>
                  <a:pt x="252" y="630"/>
                  <a:pt x="504" y="703"/>
                  <a:pt x="745" y="787"/>
                </a:cubicBezTo>
                <a:lnTo>
                  <a:pt x="745" y="787"/>
                </a:lnTo>
                <a:cubicBezTo>
                  <a:pt x="861" y="829"/>
                  <a:pt x="976" y="861"/>
                  <a:pt x="1081" y="913"/>
                </a:cubicBezTo>
                <a:lnTo>
                  <a:pt x="1081" y="913"/>
                </a:lnTo>
                <a:cubicBezTo>
                  <a:pt x="1186" y="965"/>
                  <a:pt x="1291" y="1018"/>
                  <a:pt x="1364" y="1081"/>
                </a:cubicBezTo>
                <a:lnTo>
                  <a:pt x="1364" y="1081"/>
                </a:lnTo>
                <a:lnTo>
                  <a:pt x="1521" y="1217"/>
                </a:lnTo>
                <a:lnTo>
                  <a:pt x="1626" y="1039"/>
                </a:lnTo>
                <a:cubicBezTo>
                  <a:pt x="1731" y="861"/>
                  <a:pt x="1888" y="682"/>
                  <a:pt x="2046" y="504"/>
                </a:cubicBezTo>
                <a:lnTo>
                  <a:pt x="2046" y="504"/>
                </a:lnTo>
                <a:cubicBezTo>
                  <a:pt x="2203" y="336"/>
                  <a:pt x="2371" y="169"/>
                  <a:pt x="2559" y="1"/>
                </a:cubicBezTo>
                <a:lnTo>
                  <a:pt x="2559" y="1"/>
                </a:lnTo>
                <a:cubicBezTo>
                  <a:pt x="2434" y="11"/>
                  <a:pt x="2308" y="64"/>
                  <a:pt x="2192" y="1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0" name="Shape 2670"/>
        <p:cNvGrpSpPr/>
        <p:nvPr/>
      </p:nvGrpSpPr>
      <p:grpSpPr>
        <a:xfrm>
          <a:off x="0" y="0"/>
          <a:ext cx="0" cy="0"/>
          <a:chOff x="0" y="0"/>
          <a:chExt cx="0" cy="0"/>
        </a:xfrm>
      </p:grpSpPr>
      <p:sp>
        <p:nvSpPr>
          <p:cNvPr id="2671" name="Google Shape;2671;p51"/>
          <p:cNvSpPr/>
          <p:nvPr/>
        </p:nvSpPr>
        <p:spPr>
          <a:xfrm flipH="1">
            <a:off x="-95530" y="2019125"/>
            <a:ext cx="11190930" cy="2517518"/>
          </a:xfrm>
          <a:custGeom>
            <a:rect b="b" l="l" r="r" t="t"/>
            <a:pathLst>
              <a:path extrusionOk="0" h="70425" w="315838">
                <a:moveTo>
                  <a:pt x="315838" y="0"/>
                </a:moveTo>
                <a:cubicBezTo>
                  <a:pt x="315838" y="0"/>
                  <a:pt x="234128" y="29311"/>
                  <a:pt x="229081" y="29530"/>
                </a:cubicBezTo>
                <a:cubicBezTo>
                  <a:pt x="229047" y="29532"/>
                  <a:pt x="229007" y="29533"/>
                  <a:pt x="228962" y="29533"/>
                </a:cubicBezTo>
                <a:cubicBezTo>
                  <a:pt x="222386" y="29533"/>
                  <a:pt x="100622" y="13630"/>
                  <a:pt x="85661" y="12634"/>
                </a:cubicBezTo>
                <a:cubicBezTo>
                  <a:pt x="85090" y="12595"/>
                  <a:pt x="84440" y="12576"/>
                  <a:pt x="83718" y="12576"/>
                </a:cubicBezTo>
                <a:cubicBezTo>
                  <a:pt x="65374" y="12576"/>
                  <a:pt x="157" y="24546"/>
                  <a:pt x="157" y="24546"/>
                </a:cubicBezTo>
                <a:lnTo>
                  <a:pt x="0" y="70425"/>
                </a:lnTo>
                <a:lnTo>
                  <a:pt x="315838" y="70425"/>
                </a:lnTo>
                <a:lnTo>
                  <a:pt x="315838" y="0"/>
                </a:lnTo>
                <a:close/>
              </a:path>
            </a:pathLst>
          </a:custGeom>
          <a:solidFill>
            <a:srgbClr val="D9ECD3">
              <a:alpha val="7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1"/>
          <p:cNvSpPr/>
          <p:nvPr/>
        </p:nvSpPr>
        <p:spPr>
          <a:xfrm flipH="1">
            <a:off x="-3876825" y="3653525"/>
            <a:ext cx="6828950" cy="1443150"/>
          </a:xfrm>
          <a:custGeom>
            <a:rect b="b" l="l" r="r" t="t"/>
            <a:pathLst>
              <a:path extrusionOk="0" h="57726" w="273158">
                <a:moveTo>
                  <a:pt x="119043" y="0"/>
                </a:moveTo>
                <a:cubicBezTo>
                  <a:pt x="118808" y="0"/>
                  <a:pt x="118606" y="15"/>
                  <a:pt x="118436" y="44"/>
                </a:cubicBezTo>
                <a:cubicBezTo>
                  <a:pt x="114815" y="687"/>
                  <a:pt x="1" y="57726"/>
                  <a:pt x="1" y="57726"/>
                </a:cubicBezTo>
                <a:lnTo>
                  <a:pt x="273157" y="57726"/>
                </a:lnTo>
                <a:cubicBezTo>
                  <a:pt x="273157" y="57726"/>
                  <a:pt x="133756" y="0"/>
                  <a:pt x="119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1"/>
          <p:cNvSpPr/>
          <p:nvPr/>
        </p:nvSpPr>
        <p:spPr>
          <a:xfrm flipH="1">
            <a:off x="3838475" y="3196325"/>
            <a:ext cx="6829325" cy="1443150"/>
          </a:xfrm>
          <a:custGeom>
            <a:rect b="b" l="l" r="r" t="t"/>
            <a:pathLst>
              <a:path extrusionOk="0" h="57726" w="273173">
                <a:moveTo>
                  <a:pt x="119057" y="0"/>
                </a:moveTo>
                <a:cubicBezTo>
                  <a:pt x="118823" y="0"/>
                  <a:pt x="118621" y="15"/>
                  <a:pt x="118451" y="44"/>
                </a:cubicBezTo>
                <a:cubicBezTo>
                  <a:pt x="114815" y="687"/>
                  <a:pt x="0" y="57726"/>
                  <a:pt x="0" y="57726"/>
                </a:cubicBezTo>
                <a:lnTo>
                  <a:pt x="273172" y="57726"/>
                </a:lnTo>
                <a:cubicBezTo>
                  <a:pt x="273172" y="57726"/>
                  <a:pt x="133756" y="0"/>
                  <a:pt x="119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1"/>
          <p:cNvSpPr/>
          <p:nvPr/>
        </p:nvSpPr>
        <p:spPr>
          <a:xfrm flipH="1">
            <a:off x="2206775" y="3587925"/>
            <a:ext cx="5829700" cy="1231825"/>
          </a:xfrm>
          <a:custGeom>
            <a:rect b="b" l="l" r="r" t="t"/>
            <a:pathLst>
              <a:path extrusionOk="0" h="49273" w="233188">
                <a:moveTo>
                  <a:pt x="101637" y="1"/>
                </a:moveTo>
                <a:cubicBezTo>
                  <a:pt x="101435" y="1"/>
                  <a:pt x="101261" y="13"/>
                  <a:pt x="101115" y="39"/>
                </a:cubicBezTo>
                <a:cubicBezTo>
                  <a:pt x="98012" y="572"/>
                  <a:pt x="0" y="49272"/>
                  <a:pt x="0" y="49272"/>
                </a:cubicBezTo>
                <a:lnTo>
                  <a:pt x="233187" y="49272"/>
                </a:lnTo>
                <a:cubicBezTo>
                  <a:pt x="233187" y="49272"/>
                  <a:pt x="114207" y="1"/>
                  <a:pt x="1016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1"/>
          <p:cNvSpPr/>
          <p:nvPr/>
        </p:nvSpPr>
        <p:spPr>
          <a:xfrm flipH="1">
            <a:off x="150349" y="4046700"/>
            <a:ext cx="5016551" cy="820825"/>
          </a:xfrm>
          <a:custGeom>
            <a:rect b="b" l="l" r="r" t="t"/>
            <a:pathLst>
              <a:path extrusionOk="0" h="32833" w="170067">
                <a:moveTo>
                  <a:pt x="74126" y="0"/>
                </a:moveTo>
                <a:cubicBezTo>
                  <a:pt x="73980" y="0"/>
                  <a:pt x="73854" y="9"/>
                  <a:pt x="73748" y="26"/>
                </a:cubicBezTo>
                <a:cubicBezTo>
                  <a:pt x="71475" y="386"/>
                  <a:pt x="0" y="32832"/>
                  <a:pt x="0" y="32832"/>
                </a:cubicBezTo>
                <a:lnTo>
                  <a:pt x="170067" y="32832"/>
                </a:lnTo>
                <a:cubicBezTo>
                  <a:pt x="170067" y="32832"/>
                  <a:pt x="83280" y="0"/>
                  <a:pt x="741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1"/>
          <p:cNvSpPr/>
          <p:nvPr/>
        </p:nvSpPr>
        <p:spPr>
          <a:xfrm flipH="1">
            <a:off x="3558700" y="3658225"/>
            <a:ext cx="5473875" cy="1056900"/>
          </a:xfrm>
          <a:custGeom>
            <a:rect b="b" l="l" r="r" t="t"/>
            <a:pathLst>
              <a:path extrusionOk="0" h="42276" w="218955">
                <a:moveTo>
                  <a:pt x="95422" y="1"/>
                </a:moveTo>
                <a:cubicBezTo>
                  <a:pt x="95236" y="1"/>
                  <a:pt x="95075" y="11"/>
                  <a:pt x="94940" y="33"/>
                </a:cubicBezTo>
                <a:cubicBezTo>
                  <a:pt x="92024" y="503"/>
                  <a:pt x="0" y="42275"/>
                  <a:pt x="0" y="42275"/>
                </a:cubicBezTo>
                <a:lnTo>
                  <a:pt x="218955" y="42275"/>
                </a:lnTo>
                <a:cubicBezTo>
                  <a:pt x="218955" y="42275"/>
                  <a:pt x="107185" y="1"/>
                  <a:pt x="95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1"/>
          <p:cNvSpPr/>
          <p:nvPr/>
        </p:nvSpPr>
        <p:spPr>
          <a:xfrm flipH="1">
            <a:off x="6538375" y="3659025"/>
            <a:ext cx="2202275" cy="923650"/>
          </a:xfrm>
          <a:custGeom>
            <a:rect b="b" l="l" r="r" t="t"/>
            <a:pathLst>
              <a:path extrusionOk="0" h="36946" w="88091">
                <a:moveTo>
                  <a:pt x="83263" y="1"/>
                </a:moveTo>
                <a:lnTo>
                  <a:pt x="83263" y="1"/>
                </a:lnTo>
                <a:cubicBezTo>
                  <a:pt x="81006" y="377"/>
                  <a:pt x="24891" y="25691"/>
                  <a:pt x="1" y="36945"/>
                </a:cubicBezTo>
                <a:lnTo>
                  <a:pt x="1" y="36945"/>
                </a:lnTo>
                <a:lnTo>
                  <a:pt x="21913" y="29390"/>
                </a:lnTo>
                <a:lnTo>
                  <a:pt x="67244" y="27885"/>
                </a:lnTo>
                <a:cubicBezTo>
                  <a:pt x="68027" y="27854"/>
                  <a:pt x="68121" y="26726"/>
                  <a:pt x="67353" y="26569"/>
                </a:cubicBezTo>
                <a:lnTo>
                  <a:pt x="50237" y="23199"/>
                </a:lnTo>
                <a:cubicBezTo>
                  <a:pt x="49657" y="23073"/>
                  <a:pt x="49500" y="22321"/>
                  <a:pt x="49986" y="21992"/>
                </a:cubicBezTo>
                <a:lnTo>
                  <a:pt x="54391" y="19061"/>
                </a:lnTo>
                <a:cubicBezTo>
                  <a:pt x="54485" y="19014"/>
                  <a:pt x="54594" y="18967"/>
                  <a:pt x="54704" y="18967"/>
                </a:cubicBezTo>
                <a:lnTo>
                  <a:pt x="87260" y="15832"/>
                </a:lnTo>
                <a:cubicBezTo>
                  <a:pt x="88090" y="15754"/>
                  <a:pt x="88059" y="14547"/>
                  <a:pt x="87228" y="14500"/>
                </a:cubicBezTo>
                <a:lnTo>
                  <a:pt x="60018" y="13293"/>
                </a:lnTo>
                <a:cubicBezTo>
                  <a:pt x="59344" y="13261"/>
                  <a:pt x="59140" y="12337"/>
                  <a:pt x="59751" y="12039"/>
                </a:cubicBezTo>
                <a:lnTo>
                  <a:pt x="83263" y="1"/>
                </a:ln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1"/>
          <p:cNvSpPr/>
          <p:nvPr/>
        </p:nvSpPr>
        <p:spPr>
          <a:xfrm flipH="1">
            <a:off x="-251894" y="4534050"/>
            <a:ext cx="9418794" cy="1160325"/>
          </a:xfrm>
          <a:custGeom>
            <a:rect b="b" l="l" r="r" t="t"/>
            <a:pathLst>
              <a:path extrusionOk="0" h="46413" w="331356">
                <a:moveTo>
                  <a:pt x="1" y="1"/>
                </a:moveTo>
                <a:lnTo>
                  <a:pt x="1" y="46412"/>
                </a:lnTo>
                <a:lnTo>
                  <a:pt x="331356" y="46412"/>
                </a:lnTo>
                <a:lnTo>
                  <a:pt x="3313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1"/>
          <p:cNvSpPr/>
          <p:nvPr/>
        </p:nvSpPr>
        <p:spPr>
          <a:xfrm flipH="1">
            <a:off x="2900375" y="4534050"/>
            <a:ext cx="4442125" cy="1160325"/>
          </a:xfrm>
          <a:custGeom>
            <a:rect b="b" l="l" r="r" t="t"/>
            <a:pathLst>
              <a:path extrusionOk="0" h="46413" w="177685">
                <a:moveTo>
                  <a:pt x="53027" y="1"/>
                </a:moveTo>
                <a:cubicBezTo>
                  <a:pt x="53027" y="1"/>
                  <a:pt x="79109" y="2070"/>
                  <a:pt x="70927" y="2540"/>
                </a:cubicBezTo>
                <a:cubicBezTo>
                  <a:pt x="62761" y="3026"/>
                  <a:pt x="21224" y="5706"/>
                  <a:pt x="20644" y="7838"/>
                </a:cubicBezTo>
                <a:cubicBezTo>
                  <a:pt x="20064" y="9969"/>
                  <a:pt x="61977" y="9076"/>
                  <a:pt x="62369" y="12462"/>
                </a:cubicBezTo>
                <a:cubicBezTo>
                  <a:pt x="62761" y="15847"/>
                  <a:pt x="1" y="12462"/>
                  <a:pt x="1458" y="16098"/>
                </a:cubicBezTo>
                <a:cubicBezTo>
                  <a:pt x="2932" y="19750"/>
                  <a:pt x="51851" y="19202"/>
                  <a:pt x="51459" y="21380"/>
                </a:cubicBezTo>
                <a:cubicBezTo>
                  <a:pt x="51295" y="22331"/>
                  <a:pt x="42835" y="22437"/>
                  <a:pt x="33312" y="22437"/>
                </a:cubicBezTo>
                <a:cubicBezTo>
                  <a:pt x="30561" y="22437"/>
                  <a:pt x="27722" y="22428"/>
                  <a:pt x="24968" y="22428"/>
                </a:cubicBezTo>
                <a:cubicBezTo>
                  <a:pt x="15398" y="22428"/>
                  <a:pt x="6865" y="22536"/>
                  <a:pt x="6694" y="23496"/>
                </a:cubicBezTo>
                <a:cubicBezTo>
                  <a:pt x="6302" y="25691"/>
                  <a:pt x="55362" y="31240"/>
                  <a:pt x="52635" y="32964"/>
                </a:cubicBezTo>
                <a:cubicBezTo>
                  <a:pt x="51598" y="33619"/>
                  <a:pt x="46686" y="33692"/>
                  <a:pt x="40946" y="33692"/>
                </a:cubicBezTo>
                <a:cubicBezTo>
                  <a:pt x="39300" y="33692"/>
                  <a:pt x="37585" y="33686"/>
                  <a:pt x="35874" y="33686"/>
                </a:cubicBezTo>
                <a:cubicBezTo>
                  <a:pt x="27866" y="33686"/>
                  <a:pt x="19940" y="33818"/>
                  <a:pt x="19468" y="35315"/>
                </a:cubicBezTo>
                <a:cubicBezTo>
                  <a:pt x="18559" y="38246"/>
                  <a:pt x="53811" y="46412"/>
                  <a:pt x="53811" y="46412"/>
                </a:cubicBezTo>
                <a:lnTo>
                  <a:pt x="123875" y="46412"/>
                </a:lnTo>
                <a:cubicBezTo>
                  <a:pt x="123875" y="46412"/>
                  <a:pt x="159126" y="38246"/>
                  <a:pt x="158202" y="35315"/>
                </a:cubicBezTo>
                <a:cubicBezTo>
                  <a:pt x="157729" y="33818"/>
                  <a:pt x="149803" y="33686"/>
                  <a:pt x="141795" y="33686"/>
                </a:cubicBezTo>
                <a:cubicBezTo>
                  <a:pt x="140085" y="33686"/>
                  <a:pt x="138370" y="33692"/>
                  <a:pt x="136724" y="33692"/>
                </a:cubicBezTo>
                <a:cubicBezTo>
                  <a:pt x="130984" y="33692"/>
                  <a:pt x="126072" y="33619"/>
                  <a:pt x="125035" y="32964"/>
                </a:cubicBezTo>
                <a:cubicBezTo>
                  <a:pt x="122307" y="31240"/>
                  <a:pt x="171368" y="25691"/>
                  <a:pt x="170976" y="23496"/>
                </a:cubicBezTo>
                <a:cubicBezTo>
                  <a:pt x="170811" y="22536"/>
                  <a:pt x="162283" y="22428"/>
                  <a:pt x="152713" y="22428"/>
                </a:cubicBezTo>
                <a:cubicBezTo>
                  <a:pt x="149960" y="22428"/>
                  <a:pt x="147120" y="22437"/>
                  <a:pt x="144369" y="22437"/>
                </a:cubicBezTo>
                <a:cubicBezTo>
                  <a:pt x="134846" y="22437"/>
                  <a:pt x="126381" y="22331"/>
                  <a:pt x="126210" y="21380"/>
                </a:cubicBezTo>
                <a:cubicBezTo>
                  <a:pt x="125818" y="19202"/>
                  <a:pt x="174738" y="19750"/>
                  <a:pt x="176211" y="16098"/>
                </a:cubicBezTo>
                <a:cubicBezTo>
                  <a:pt x="177685" y="12462"/>
                  <a:pt x="114909" y="15847"/>
                  <a:pt x="115301" y="12462"/>
                </a:cubicBezTo>
                <a:cubicBezTo>
                  <a:pt x="115693" y="9076"/>
                  <a:pt x="157622" y="9969"/>
                  <a:pt x="157026" y="7838"/>
                </a:cubicBezTo>
                <a:cubicBezTo>
                  <a:pt x="156446" y="5706"/>
                  <a:pt x="114909" y="3026"/>
                  <a:pt x="106743" y="2540"/>
                </a:cubicBezTo>
                <a:cubicBezTo>
                  <a:pt x="98561" y="2070"/>
                  <a:pt x="124643" y="1"/>
                  <a:pt x="124643" y="1"/>
                </a:cubicBezTo>
                <a:close/>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0" name="Google Shape;2680;p51"/>
          <p:cNvGrpSpPr/>
          <p:nvPr/>
        </p:nvGrpSpPr>
        <p:grpSpPr>
          <a:xfrm flipH="1">
            <a:off x="-174300" y="4400963"/>
            <a:ext cx="9144000" cy="135700"/>
            <a:chOff x="96675" y="2823075"/>
            <a:chExt cx="9144000" cy="135700"/>
          </a:xfrm>
        </p:grpSpPr>
        <p:grpSp>
          <p:nvGrpSpPr>
            <p:cNvPr id="2681" name="Google Shape;2681;p51"/>
            <p:cNvGrpSpPr/>
            <p:nvPr/>
          </p:nvGrpSpPr>
          <p:grpSpPr>
            <a:xfrm>
              <a:off x="96675" y="2823075"/>
              <a:ext cx="9144000" cy="135700"/>
              <a:chOff x="96675" y="2823075"/>
              <a:chExt cx="9144000" cy="135700"/>
            </a:xfrm>
          </p:grpSpPr>
          <p:grpSp>
            <p:nvGrpSpPr>
              <p:cNvPr id="2682" name="Google Shape;2682;p51"/>
              <p:cNvGrpSpPr/>
              <p:nvPr/>
            </p:nvGrpSpPr>
            <p:grpSpPr>
              <a:xfrm>
                <a:off x="96675" y="2823075"/>
                <a:ext cx="9144000" cy="135700"/>
                <a:chOff x="-584175" y="4743925"/>
                <a:chExt cx="9144000" cy="135700"/>
              </a:xfrm>
            </p:grpSpPr>
            <p:sp>
              <p:nvSpPr>
                <p:cNvPr id="2683" name="Google Shape;2683;p51"/>
                <p:cNvSpPr/>
                <p:nvPr/>
              </p:nvSpPr>
              <p:spPr>
                <a:xfrm>
                  <a:off x="-584175" y="4743925"/>
                  <a:ext cx="91440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4" name="Google Shape;2684;p51"/>
                <p:cNvGrpSpPr/>
                <p:nvPr/>
              </p:nvGrpSpPr>
              <p:grpSpPr>
                <a:xfrm>
                  <a:off x="-450100" y="4750325"/>
                  <a:ext cx="3095500" cy="129300"/>
                  <a:chOff x="-450100" y="4750325"/>
                  <a:chExt cx="3095500" cy="129300"/>
                </a:xfrm>
              </p:grpSpPr>
              <p:sp>
                <p:nvSpPr>
                  <p:cNvPr id="2685" name="Google Shape;2685;p51"/>
                  <p:cNvSpPr/>
                  <p:nvPr/>
                </p:nvSpPr>
                <p:spPr>
                  <a:xfrm rot="5400000">
                    <a:off x="-497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1"/>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1"/>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1"/>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1"/>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1"/>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1"/>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1"/>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1"/>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94" name="Google Shape;2694;p51"/>
              <p:cNvGrpSpPr/>
              <p:nvPr/>
            </p:nvGrpSpPr>
            <p:grpSpPr>
              <a:xfrm>
                <a:off x="3677725" y="2826275"/>
                <a:ext cx="2711075" cy="129300"/>
                <a:chOff x="-65675" y="4750325"/>
                <a:chExt cx="2711075" cy="129300"/>
              </a:xfrm>
            </p:grpSpPr>
            <p:sp>
              <p:nvSpPr>
                <p:cNvPr id="2695" name="Google Shape;2695;p51"/>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1"/>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1"/>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1"/>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1"/>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1"/>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1"/>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1"/>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03" name="Google Shape;2703;p51"/>
            <p:cNvGrpSpPr/>
            <p:nvPr/>
          </p:nvGrpSpPr>
          <p:grpSpPr>
            <a:xfrm>
              <a:off x="6356775" y="2826275"/>
              <a:ext cx="2711075" cy="129300"/>
              <a:chOff x="-65675" y="4750325"/>
              <a:chExt cx="2711075" cy="129300"/>
            </a:xfrm>
          </p:grpSpPr>
          <p:sp>
            <p:nvSpPr>
              <p:cNvPr id="2704" name="Google Shape;2704;p51"/>
              <p:cNvSpPr/>
              <p:nvPr/>
            </p:nvSpPr>
            <p:spPr>
              <a:xfrm rot="5400000">
                <a:off x="-112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1"/>
              <p:cNvSpPr/>
              <p:nvPr/>
            </p:nvSpPr>
            <p:spPr>
              <a:xfrm rot="5400000">
                <a:off x="2718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1"/>
              <p:cNvSpPr/>
              <p:nvPr/>
            </p:nvSpPr>
            <p:spPr>
              <a:xfrm rot="5400000">
                <a:off x="6485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1"/>
              <p:cNvSpPr/>
              <p:nvPr/>
            </p:nvSpPr>
            <p:spPr>
              <a:xfrm rot="5400000">
                <a:off x="10253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1"/>
              <p:cNvSpPr/>
              <p:nvPr/>
            </p:nvSpPr>
            <p:spPr>
              <a:xfrm rot="5400000">
                <a:off x="140977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1"/>
              <p:cNvSpPr/>
              <p:nvPr/>
            </p:nvSpPr>
            <p:spPr>
              <a:xfrm rot="5400000">
                <a:off x="179420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1"/>
              <p:cNvSpPr/>
              <p:nvPr/>
            </p:nvSpPr>
            <p:spPr>
              <a:xfrm rot="5400000">
                <a:off x="2178625"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1"/>
              <p:cNvSpPr/>
              <p:nvPr/>
            </p:nvSpPr>
            <p:spPr>
              <a:xfrm rot="5400000">
                <a:off x="2563050" y="4797275"/>
                <a:ext cx="129300" cy="3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12" name="Google Shape;2712;p51"/>
          <p:cNvGrpSpPr/>
          <p:nvPr/>
        </p:nvGrpSpPr>
        <p:grpSpPr>
          <a:xfrm flipH="1">
            <a:off x="-582225" y="3586175"/>
            <a:ext cx="1589000" cy="1889925"/>
            <a:chOff x="1364600" y="3586175"/>
            <a:chExt cx="1589000" cy="1889925"/>
          </a:xfrm>
        </p:grpSpPr>
        <p:sp>
          <p:nvSpPr>
            <p:cNvPr id="2713" name="Google Shape;2713;p51"/>
            <p:cNvSpPr/>
            <p:nvPr/>
          </p:nvSpPr>
          <p:spPr>
            <a:xfrm>
              <a:off x="1623625" y="3849875"/>
              <a:ext cx="222200" cy="1626225"/>
            </a:xfrm>
            <a:custGeom>
              <a:rect b="b" l="l" r="r" t="t"/>
              <a:pathLst>
                <a:path extrusionOk="0" h="65049" w="8888">
                  <a:moveTo>
                    <a:pt x="0" y="0"/>
                  </a:moveTo>
                  <a:cubicBezTo>
                    <a:pt x="7336" y="26647"/>
                    <a:pt x="8887" y="65049"/>
                    <a:pt x="8887" y="65049"/>
                  </a:cubicBezTo>
                  <a:lnTo>
                    <a:pt x="8887" y="26286"/>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1"/>
            <p:cNvSpPr/>
            <p:nvPr/>
          </p:nvSpPr>
          <p:spPr>
            <a:xfrm>
              <a:off x="1845800" y="3953325"/>
              <a:ext cx="228475" cy="1522775"/>
            </a:xfrm>
            <a:custGeom>
              <a:rect b="b" l="l" r="r" t="t"/>
              <a:pathLst>
                <a:path extrusionOk="0" h="60911" w="9139">
                  <a:moveTo>
                    <a:pt x="9139" y="0"/>
                  </a:moveTo>
                  <a:lnTo>
                    <a:pt x="4233" y="15314"/>
                  </a:lnTo>
                  <a:lnTo>
                    <a:pt x="0" y="60911"/>
                  </a:lnTo>
                  <a:lnTo>
                    <a:pt x="4233" y="60911"/>
                  </a:lnTo>
                  <a:lnTo>
                    <a:pt x="91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1"/>
            <p:cNvSpPr/>
            <p:nvPr/>
          </p:nvSpPr>
          <p:spPr>
            <a:xfrm>
              <a:off x="2077000" y="4137100"/>
              <a:ext cx="148952" cy="1339000"/>
            </a:xfrm>
            <a:custGeom>
              <a:rect b="b" l="l" r="r" t="t"/>
              <a:pathLst>
                <a:path extrusionOk="0" h="53560" w="9562">
                  <a:moveTo>
                    <a:pt x="9562" y="1"/>
                  </a:moveTo>
                  <a:lnTo>
                    <a:pt x="0" y="22148"/>
                  </a:lnTo>
                  <a:cubicBezTo>
                    <a:pt x="0" y="22148"/>
                    <a:pt x="3292" y="50425"/>
                    <a:pt x="3292" y="53560"/>
                  </a:cubicBezTo>
                  <a:lnTo>
                    <a:pt x="6944" y="53560"/>
                  </a:lnTo>
                  <a:lnTo>
                    <a:pt x="95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1"/>
            <p:cNvSpPr/>
            <p:nvPr/>
          </p:nvSpPr>
          <p:spPr>
            <a:xfrm>
              <a:off x="1634200" y="3632775"/>
              <a:ext cx="61150" cy="1843325"/>
            </a:xfrm>
            <a:custGeom>
              <a:rect b="b" l="l" r="r" t="t"/>
              <a:pathLst>
                <a:path extrusionOk="0" h="73733" w="2446">
                  <a:moveTo>
                    <a:pt x="0" y="1"/>
                  </a:moveTo>
                  <a:lnTo>
                    <a:pt x="0" y="73733"/>
                  </a:lnTo>
                  <a:lnTo>
                    <a:pt x="2446" y="73733"/>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1"/>
            <p:cNvSpPr/>
            <p:nvPr/>
          </p:nvSpPr>
          <p:spPr>
            <a:xfrm>
              <a:off x="1558175" y="3598675"/>
              <a:ext cx="152450" cy="242600"/>
            </a:xfrm>
            <a:custGeom>
              <a:rect b="b" l="l" r="r" t="t"/>
              <a:pathLst>
                <a:path extrusionOk="0" h="9704" w="6098">
                  <a:moveTo>
                    <a:pt x="3041" y="1"/>
                  </a:moveTo>
                  <a:cubicBezTo>
                    <a:pt x="1364" y="1"/>
                    <a:pt x="1" y="3387"/>
                    <a:pt x="1" y="6067"/>
                  </a:cubicBezTo>
                  <a:cubicBezTo>
                    <a:pt x="1" y="8747"/>
                    <a:pt x="1364" y="9703"/>
                    <a:pt x="3041" y="9703"/>
                  </a:cubicBezTo>
                  <a:cubicBezTo>
                    <a:pt x="4734" y="9703"/>
                    <a:pt x="6098" y="8747"/>
                    <a:pt x="6098" y="6067"/>
                  </a:cubicBezTo>
                  <a:cubicBezTo>
                    <a:pt x="6098" y="3387"/>
                    <a:pt x="4734" y="1"/>
                    <a:pt x="3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1"/>
            <p:cNvSpPr/>
            <p:nvPr/>
          </p:nvSpPr>
          <p:spPr>
            <a:xfrm>
              <a:off x="1647525" y="3695075"/>
              <a:ext cx="134425" cy="659150"/>
            </a:xfrm>
            <a:custGeom>
              <a:rect b="b" l="l" r="r" t="t"/>
              <a:pathLst>
                <a:path extrusionOk="0" h="26366" w="5377">
                  <a:moveTo>
                    <a:pt x="5377" y="1"/>
                  </a:moveTo>
                  <a:cubicBezTo>
                    <a:pt x="5376" y="3"/>
                    <a:pt x="0" y="20393"/>
                    <a:pt x="0" y="21334"/>
                  </a:cubicBezTo>
                  <a:lnTo>
                    <a:pt x="0" y="26365"/>
                  </a:lnTo>
                  <a:lnTo>
                    <a:pt x="53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1"/>
            <p:cNvSpPr/>
            <p:nvPr/>
          </p:nvSpPr>
          <p:spPr>
            <a:xfrm>
              <a:off x="1728250" y="3586175"/>
              <a:ext cx="123450" cy="156325"/>
            </a:xfrm>
            <a:custGeom>
              <a:rect b="b" l="l" r="r" t="t"/>
              <a:pathLst>
                <a:path extrusionOk="0" h="6253" w="4938">
                  <a:moveTo>
                    <a:pt x="3451" y="1"/>
                  </a:moveTo>
                  <a:cubicBezTo>
                    <a:pt x="2420" y="1"/>
                    <a:pt x="1066" y="1679"/>
                    <a:pt x="564" y="3213"/>
                  </a:cubicBezTo>
                  <a:cubicBezTo>
                    <a:pt x="0" y="4890"/>
                    <a:pt x="658" y="5783"/>
                    <a:pt x="1709" y="6128"/>
                  </a:cubicBezTo>
                  <a:cubicBezTo>
                    <a:pt x="1953" y="6208"/>
                    <a:pt x="2199" y="6253"/>
                    <a:pt x="2438" y="6253"/>
                  </a:cubicBezTo>
                  <a:cubicBezTo>
                    <a:pt x="3227" y="6253"/>
                    <a:pt x="3952" y="5769"/>
                    <a:pt x="4373" y="4482"/>
                  </a:cubicBezTo>
                  <a:cubicBezTo>
                    <a:pt x="4938" y="2805"/>
                    <a:pt x="4781" y="391"/>
                    <a:pt x="3731" y="46"/>
                  </a:cubicBezTo>
                  <a:cubicBezTo>
                    <a:pt x="3641" y="16"/>
                    <a:pt x="3547"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1"/>
            <p:cNvSpPr/>
            <p:nvPr/>
          </p:nvSpPr>
          <p:spPr>
            <a:xfrm>
              <a:off x="1512325" y="3986225"/>
              <a:ext cx="141500" cy="694400"/>
            </a:xfrm>
            <a:custGeom>
              <a:rect b="b" l="l" r="r" t="t"/>
              <a:pathLst>
                <a:path extrusionOk="0" h="27776" w="5660">
                  <a:moveTo>
                    <a:pt x="1" y="1"/>
                  </a:moveTo>
                  <a:lnTo>
                    <a:pt x="5659" y="27776"/>
                  </a:lnTo>
                  <a:lnTo>
                    <a:pt x="5659" y="22494"/>
                  </a:lnTo>
                  <a:cubicBezTo>
                    <a:pt x="5659" y="21490"/>
                    <a:pt x="1" y="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1"/>
            <p:cNvSpPr/>
            <p:nvPr/>
          </p:nvSpPr>
          <p:spPr>
            <a:xfrm>
              <a:off x="1438650" y="3871425"/>
              <a:ext cx="130125" cy="164725"/>
            </a:xfrm>
            <a:custGeom>
              <a:rect b="b" l="l" r="r" t="t"/>
              <a:pathLst>
                <a:path extrusionOk="0" h="6589" w="5205">
                  <a:moveTo>
                    <a:pt x="1565" y="0"/>
                  </a:moveTo>
                  <a:cubicBezTo>
                    <a:pt x="1463" y="0"/>
                    <a:pt x="1365" y="15"/>
                    <a:pt x="1270" y="47"/>
                  </a:cubicBezTo>
                  <a:cubicBezTo>
                    <a:pt x="158" y="408"/>
                    <a:pt x="1" y="2947"/>
                    <a:pt x="596" y="4718"/>
                  </a:cubicBezTo>
                  <a:cubicBezTo>
                    <a:pt x="1042" y="6079"/>
                    <a:pt x="1802" y="6588"/>
                    <a:pt x="2634" y="6588"/>
                  </a:cubicBezTo>
                  <a:cubicBezTo>
                    <a:pt x="2886" y="6588"/>
                    <a:pt x="3144" y="6542"/>
                    <a:pt x="3402" y="6458"/>
                  </a:cubicBezTo>
                  <a:cubicBezTo>
                    <a:pt x="4515" y="6082"/>
                    <a:pt x="5205" y="5157"/>
                    <a:pt x="4609" y="3386"/>
                  </a:cubicBezTo>
                  <a:cubicBezTo>
                    <a:pt x="4078" y="1765"/>
                    <a:pt x="2655" y="0"/>
                    <a:pt x="1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1"/>
            <p:cNvSpPr/>
            <p:nvPr/>
          </p:nvSpPr>
          <p:spPr>
            <a:xfrm>
              <a:off x="1653800" y="4387100"/>
              <a:ext cx="108950" cy="132075"/>
            </a:xfrm>
            <a:custGeom>
              <a:rect b="b" l="l" r="r" t="t"/>
              <a:pathLst>
                <a:path extrusionOk="0" h="5283" w="4358">
                  <a:moveTo>
                    <a:pt x="4358" y="1"/>
                  </a:moveTo>
                  <a:cubicBezTo>
                    <a:pt x="157" y="1161"/>
                    <a:pt x="0" y="5283"/>
                    <a:pt x="0" y="5283"/>
                  </a:cubicBezTo>
                  <a:cubicBezTo>
                    <a:pt x="2586" y="4060"/>
                    <a:pt x="4357" y="1"/>
                    <a:pt x="43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1"/>
            <p:cNvSpPr/>
            <p:nvPr/>
          </p:nvSpPr>
          <p:spPr>
            <a:xfrm>
              <a:off x="1364600" y="4260925"/>
              <a:ext cx="313500" cy="345650"/>
            </a:xfrm>
            <a:custGeom>
              <a:rect b="b" l="l" r="r" t="t"/>
              <a:pathLst>
                <a:path extrusionOk="0" h="13826" w="12540">
                  <a:moveTo>
                    <a:pt x="0" y="1"/>
                  </a:moveTo>
                  <a:lnTo>
                    <a:pt x="0" y="1"/>
                  </a:lnTo>
                  <a:cubicBezTo>
                    <a:pt x="0" y="1"/>
                    <a:pt x="2430" y="11631"/>
                    <a:pt x="11568" y="13825"/>
                  </a:cubicBezTo>
                  <a:cubicBezTo>
                    <a:pt x="11568" y="13825"/>
                    <a:pt x="12540" y="1061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1"/>
            <p:cNvSpPr/>
            <p:nvPr/>
          </p:nvSpPr>
          <p:spPr>
            <a:xfrm>
              <a:off x="2368000" y="4170400"/>
              <a:ext cx="86625" cy="1305700"/>
            </a:xfrm>
            <a:custGeom>
              <a:rect b="b" l="l" r="r" t="t"/>
              <a:pathLst>
                <a:path extrusionOk="0" h="52228" w="3465">
                  <a:moveTo>
                    <a:pt x="3339" y="1"/>
                  </a:moveTo>
                  <a:lnTo>
                    <a:pt x="0" y="52228"/>
                  </a:lnTo>
                  <a:lnTo>
                    <a:pt x="690" y="52228"/>
                  </a:lnTo>
                  <a:lnTo>
                    <a:pt x="3464" y="16"/>
                  </a:lnTo>
                  <a:lnTo>
                    <a:pt x="33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1"/>
            <p:cNvSpPr/>
            <p:nvPr/>
          </p:nvSpPr>
          <p:spPr>
            <a:xfrm>
              <a:off x="2384450" y="4072200"/>
              <a:ext cx="105050" cy="131475"/>
            </a:xfrm>
            <a:custGeom>
              <a:rect b="b" l="l" r="r" t="t"/>
              <a:pathLst>
                <a:path extrusionOk="0" h="5259" w="4202">
                  <a:moveTo>
                    <a:pt x="1188" y="0"/>
                  </a:moveTo>
                  <a:cubicBezTo>
                    <a:pt x="1103" y="0"/>
                    <a:pt x="1020" y="13"/>
                    <a:pt x="941" y="42"/>
                  </a:cubicBezTo>
                  <a:cubicBezTo>
                    <a:pt x="63" y="371"/>
                    <a:pt x="1" y="2408"/>
                    <a:pt x="502" y="3803"/>
                  </a:cubicBezTo>
                  <a:cubicBezTo>
                    <a:pt x="890" y="4861"/>
                    <a:pt x="1490" y="5258"/>
                    <a:pt x="2136" y="5258"/>
                  </a:cubicBezTo>
                  <a:cubicBezTo>
                    <a:pt x="2351" y="5258"/>
                    <a:pt x="2571" y="5214"/>
                    <a:pt x="2791" y="5136"/>
                  </a:cubicBezTo>
                  <a:cubicBezTo>
                    <a:pt x="3669" y="4822"/>
                    <a:pt x="4202" y="4054"/>
                    <a:pt x="3700" y="2659"/>
                  </a:cubicBezTo>
                  <a:cubicBezTo>
                    <a:pt x="3229" y="1375"/>
                    <a:pt x="2057" y="0"/>
                    <a:pt x="1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1"/>
            <p:cNvSpPr/>
            <p:nvPr/>
          </p:nvSpPr>
          <p:spPr>
            <a:xfrm>
              <a:off x="2419325" y="4072875"/>
              <a:ext cx="105450" cy="131025"/>
            </a:xfrm>
            <a:custGeom>
              <a:rect b="b" l="l" r="r" t="t"/>
              <a:pathLst>
                <a:path extrusionOk="0" h="5241" w="4218">
                  <a:moveTo>
                    <a:pt x="3047" y="0"/>
                  </a:moveTo>
                  <a:cubicBezTo>
                    <a:pt x="2177" y="0"/>
                    <a:pt x="1001" y="1353"/>
                    <a:pt x="518" y="2617"/>
                  </a:cubicBezTo>
                  <a:cubicBezTo>
                    <a:pt x="1" y="4012"/>
                    <a:pt x="518" y="4780"/>
                    <a:pt x="1396" y="5109"/>
                  </a:cubicBezTo>
                  <a:cubicBezTo>
                    <a:pt x="1621" y="5193"/>
                    <a:pt x="1848" y="5241"/>
                    <a:pt x="2069" y="5241"/>
                  </a:cubicBezTo>
                  <a:cubicBezTo>
                    <a:pt x="2709" y="5241"/>
                    <a:pt x="3304" y="4844"/>
                    <a:pt x="3700" y="3808"/>
                  </a:cubicBezTo>
                  <a:cubicBezTo>
                    <a:pt x="4217" y="2413"/>
                    <a:pt x="4186" y="375"/>
                    <a:pt x="3308" y="46"/>
                  </a:cubicBezTo>
                  <a:cubicBezTo>
                    <a:pt x="3225" y="15"/>
                    <a:pt x="3138" y="0"/>
                    <a:pt x="30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1"/>
            <p:cNvSpPr/>
            <p:nvPr/>
          </p:nvSpPr>
          <p:spPr>
            <a:xfrm>
              <a:off x="2411875" y="4072450"/>
              <a:ext cx="85075" cy="135600"/>
            </a:xfrm>
            <a:custGeom>
              <a:rect b="b" l="l" r="r" t="t"/>
              <a:pathLst>
                <a:path extrusionOk="0" h="5424" w="3403">
                  <a:moveTo>
                    <a:pt x="1725" y="0"/>
                  </a:moveTo>
                  <a:cubicBezTo>
                    <a:pt x="785" y="0"/>
                    <a:pt x="17" y="1881"/>
                    <a:pt x="1" y="3386"/>
                  </a:cubicBezTo>
                  <a:cubicBezTo>
                    <a:pt x="1" y="4875"/>
                    <a:pt x="753" y="5408"/>
                    <a:pt x="1694" y="5424"/>
                  </a:cubicBezTo>
                  <a:cubicBezTo>
                    <a:pt x="2634" y="5424"/>
                    <a:pt x="3387" y="4891"/>
                    <a:pt x="3402" y="3402"/>
                  </a:cubicBezTo>
                  <a:cubicBezTo>
                    <a:pt x="3402" y="1913"/>
                    <a:pt x="2666" y="16"/>
                    <a:pt x="17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1"/>
            <p:cNvSpPr/>
            <p:nvPr/>
          </p:nvSpPr>
          <p:spPr>
            <a:xfrm>
              <a:off x="2442850" y="4106150"/>
              <a:ext cx="144225" cy="283725"/>
            </a:xfrm>
            <a:custGeom>
              <a:rect b="b" l="l" r="r" t="t"/>
              <a:pathLst>
                <a:path extrusionOk="0" h="11349" w="5769">
                  <a:moveTo>
                    <a:pt x="5768" y="0"/>
                  </a:moveTo>
                  <a:lnTo>
                    <a:pt x="5768" y="0"/>
                  </a:lnTo>
                  <a:cubicBezTo>
                    <a:pt x="612" y="3903"/>
                    <a:pt x="0" y="11348"/>
                    <a:pt x="0" y="11348"/>
                  </a:cubicBezTo>
                  <a:lnTo>
                    <a:pt x="57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1"/>
            <p:cNvSpPr/>
            <p:nvPr/>
          </p:nvSpPr>
          <p:spPr>
            <a:xfrm>
              <a:off x="2318225" y="4097125"/>
              <a:ext cx="124650" cy="292750"/>
            </a:xfrm>
            <a:custGeom>
              <a:rect b="b" l="l" r="r" t="t"/>
              <a:pathLst>
                <a:path extrusionOk="0" h="11710" w="4986">
                  <a:moveTo>
                    <a:pt x="1" y="1"/>
                  </a:moveTo>
                  <a:lnTo>
                    <a:pt x="4985" y="11709"/>
                  </a:lnTo>
                  <a:cubicBezTo>
                    <a:pt x="4985" y="11709"/>
                    <a:pt x="4876" y="424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1"/>
            <p:cNvSpPr/>
            <p:nvPr/>
          </p:nvSpPr>
          <p:spPr>
            <a:xfrm>
              <a:off x="2023700" y="3918050"/>
              <a:ext cx="103475" cy="1558050"/>
            </a:xfrm>
            <a:custGeom>
              <a:rect b="b" l="l" r="r" t="t"/>
              <a:pathLst>
                <a:path extrusionOk="0" h="62322" w="4139">
                  <a:moveTo>
                    <a:pt x="3982" y="1"/>
                  </a:moveTo>
                  <a:lnTo>
                    <a:pt x="1" y="62322"/>
                  </a:lnTo>
                  <a:lnTo>
                    <a:pt x="831" y="62322"/>
                  </a:lnTo>
                  <a:lnTo>
                    <a:pt x="4139" y="16"/>
                  </a:lnTo>
                  <a:lnTo>
                    <a:pt x="39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1"/>
            <p:cNvSpPr/>
            <p:nvPr/>
          </p:nvSpPr>
          <p:spPr>
            <a:xfrm>
              <a:off x="2043300" y="3800725"/>
              <a:ext cx="125425" cy="156850"/>
            </a:xfrm>
            <a:custGeom>
              <a:rect b="b" l="l" r="r" t="t"/>
              <a:pathLst>
                <a:path extrusionOk="0" h="6274" w="5017">
                  <a:moveTo>
                    <a:pt x="1437" y="0"/>
                  </a:moveTo>
                  <a:cubicBezTo>
                    <a:pt x="1330" y="0"/>
                    <a:pt x="1227" y="17"/>
                    <a:pt x="1129" y="54"/>
                  </a:cubicBezTo>
                  <a:cubicBezTo>
                    <a:pt x="79" y="430"/>
                    <a:pt x="0" y="2860"/>
                    <a:pt x="612" y="4537"/>
                  </a:cubicBezTo>
                  <a:cubicBezTo>
                    <a:pt x="1057" y="5791"/>
                    <a:pt x="1774" y="6274"/>
                    <a:pt x="2546" y="6274"/>
                  </a:cubicBezTo>
                  <a:cubicBezTo>
                    <a:pt x="2807" y="6274"/>
                    <a:pt x="3074" y="6219"/>
                    <a:pt x="3339" y="6120"/>
                  </a:cubicBezTo>
                  <a:cubicBezTo>
                    <a:pt x="4389" y="5744"/>
                    <a:pt x="5016" y="4835"/>
                    <a:pt x="4420" y="3157"/>
                  </a:cubicBezTo>
                  <a:cubicBezTo>
                    <a:pt x="3866" y="1637"/>
                    <a:pt x="2474" y="0"/>
                    <a:pt x="1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1"/>
            <p:cNvSpPr/>
            <p:nvPr/>
          </p:nvSpPr>
          <p:spPr>
            <a:xfrm>
              <a:off x="2084825" y="3801375"/>
              <a:ext cx="126200" cy="156500"/>
            </a:xfrm>
            <a:custGeom>
              <a:rect b="b" l="l" r="r" t="t"/>
              <a:pathLst>
                <a:path extrusionOk="0" h="6260" w="5048">
                  <a:moveTo>
                    <a:pt x="3629" y="1"/>
                  </a:moveTo>
                  <a:cubicBezTo>
                    <a:pt x="2590" y="1"/>
                    <a:pt x="1194" y="1616"/>
                    <a:pt x="628" y="3116"/>
                  </a:cubicBezTo>
                  <a:cubicBezTo>
                    <a:pt x="1" y="4793"/>
                    <a:pt x="628" y="5702"/>
                    <a:pt x="1678" y="6094"/>
                  </a:cubicBezTo>
                  <a:cubicBezTo>
                    <a:pt x="1952" y="6200"/>
                    <a:pt x="2227" y="6260"/>
                    <a:pt x="2494" y="6260"/>
                  </a:cubicBezTo>
                  <a:cubicBezTo>
                    <a:pt x="3254" y="6260"/>
                    <a:pt x="3957" y="5782"/>
                    <a:pt x="4421" y="4542"/>
                  </a:cubicBezTo>
                  <a:cubicBezTo>
                    <a:pt x="5048" y="2881"/>
                    <a:pt x="5001" y="451"/>
                    <a:pt x="3951" y="59"/>
                  </a:cubicBezTo>
                  <a:cubicBezTo>
                    <a:pt x="3849" y="20"/>
                    <a:pt x="3741" y="1"/>
                    <a:pt x="3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1"/>
            <p:cNvSpPr/>
            <p:nvPr/>
          </p:nvSpPr>
          <p:spPr>
            <a:xfrm>
              <a:off x="2076200" y="3800875"/>
              <a:ext cx="101925" cy="161875"/>
            </a:xfrm>
            <a:custGeom>
              <a:rect b="b" l="l" r="r" t="t"/>
              <a:pathLst>
                <a:path extrusionOk="0" h="6475" w="4077">
                  <a:moveTo>
                    <a:pt x="2054" y="1"/>
                  </a:moveTo>
                  <a:cubicBezTo>
                    <a:pt x="941" y="1"/>
                    <a:pt x="17" y="2258"/>
                    <a:pt x="1" y="4029"/>
                  </a:cubicBezTo>
                  <a:cubicBezTo>
                    <a:pt x="1" y="5816"/>
                    <a:pt x="894" y="6459"/>
                    <a:pt x="2023" y="6474"/>
                  </a:cubicBezTo>
                  <a:cubicBezTo>
                    <a:pt x="3136" y="6474"/>
                    <a:pt x="4045" y="5847"/>
                    <a:pt x="4061" y="4061"/>
                  </a:cubicBezTo>
                  <a:cubicBezTo>
                    <a:pt x="4076" y="2274"/>
                    <a:pt x="3183" y="17"/>
                    <a:pt x="20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1"/>
            <p:cNvSpPr/>
            <p:nvPr/>
          </p:nvSpPr>
          <p:spPr>
            <a:xfrm>
              <a:off x="2113450" y="3841250"/>
              <a:ext cx="171650" cy="338575"/>
            </a:xfrm>
            <a:custGeom>
              <a:rect b="b" l="l" r="r" t="t"/>
              <a:pathLst>
                <a:path extrusionOk="0" h="13543" w="6866">
                  <a:moveTo>
                    <a:pt x="6865" y="0"/>
                  </a:moveTo>
                  <a:cubicBezTo>
                    <a:pt x="721" y="4656"/>
                    <a:pt x="0" y="13543"/>
                    <a:pt x="0" y="13543"/>
                  </a:cubicBezTo>
                  <a:lnTo>
                    <a:pt x="68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1"/>
            <p:cNvSpPr/>
            <p:nvPr/>
          </p:nvSpPr>
          <p:spPr>
            <a:xfrm>
              <a:off x="1964525" y="3830675"/>
              <a:ext cx="148950" cy="349150"/>
            </a:xfrm>
            <a:custGeom>
              <a:rect b="b" l="l" r="r" t="t"/>
              <a:pathLst>
                <a:path extrusionOk="0" h="13966" w="5958">
                  <a:moveTo>
                    <a:pt x="1" y="0"/>
                  </a:moveTo>
                  <a:lnTo>
                    <a:pt x="5957" y="13966"/>
                  </a:lnTo>
                  <a:cubicBezTo>
                    <a:pt x="5957" y="13966"/>
                    <a:pt x="5816" y="504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1"/>
            <p:cNvSpPr/>
            <p:nvPr/>
          </p:nvSpPr>
          <p:spPr>
            <a:xfrm>
              <a:off x="2640475" y="5156725"/>
              <a:ext cx="40800" cy="319375"/>
            </a:xfrm>
            <a:custGeom>
              <a:rect b="b" l="l" r="r" t="t"/>
              <a:pathLst>
                <a:path extrusionOk="0" h="12775" w="1632">
                  <a:moveTo>
                    <a:pt x="1" y="0"/>
                  </a:moveTo>
                  <a:lnTo>
                    <a:pt x="1" y="12775"/>
                  </a:lnTo>
                  <a:lnTo>
                    <a:pt x="1631" y="1277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1"/>
            <p:cNvSpPr/>
            <p:nvPr/>
          </p:nvSpPr>
          <p:spPr>
            <a:xfrm>
              <a:off x="2546825" y="5002725"/>
              <a:ext cx="49800" cy="473375"/>
            </a:xfrm>
            <a:custGeom>
              <a:rect b="b" l="l" r="r" t="t"/>
              <a:pathLst>
                <a:path extrusionOk="0" h="18935" w="1992">
                  <a:moveTo>
                    <a:pt x="1991" y="0"/>
                  </a:moveTo>
                  <a:lnTo>
                    <a:pt x="1145" y="1991"/>
                  </a:lnTo>
                  <a:lnTo>
                    <a:pt x="1" y="7289"/>
                  </a:lnTo>
                  <a:lnTo>
                    <a:pt x="455" y="18935"/>
                  </a:lnTo>
                  <a:lnTo>
                    <a:pt x="1145" y="18935"/>
                  </a:lnTo>
                  <a:lnTo>
                    <a:pt x="19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1"/>
            <p:cNvSpPr/>
            <p:nvPr/>
          </p:nvSpPr>
          <p:spPr>
            <a:xfrm>
              <a:off x="2857975" y="4895350"/>
              <a:ext cx="53700" cy="580750"/>
            </a:xfrm>
            <a:custGeom>
              <a:rect b="b" l="l" r="r" t="t"/>
              <a:pathLst>
                <a:path extrusionOk="0" h="23230" w="2148">
                  <a:moveTo>
                    <a:pt x="0" y="0"/>
                  </a:moveTo>
                  <a:lnTo>
                    <a:pt x="1834" y="23230"/>
                  </a:lnTo>
                  <a:lnTo>
                    <a:pt x="2148" y="23230"/>
                  </a:lnTo>
                  <a:lnTo>
                    <a:pt x="1834" y="2351"/>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1"/>
            <p:cNvSpPr/>
            <p:nvPr/>
          </p:nvSpPr>
          <p:spPr>
            <a:xfrm>
              <a:off x="2911650" y="4871450"/>
              <a:ext cx="20800" cy="604650"/>
            </a:xfrm>
            <a:custGeom>
              <a:rect b="b" l="l" r="r" t="t"/>
              <a:pathLst>
                <a:path extrusionOk="0" h="24186" w="832">
                  <a:moveTo>
                    <a:pt x="831" y="0"/>
                  </a:moveTo>
                  <a:lnTo>
                    <a:pt x="455" y="329"/>
                  </a:lnTo>
                  <a:lnTo>
                    <a:pt x="1" y="24186"/>
                  </a:lnTo>
                  <a:lnTo>
                    <a:pt x="455" y="24186"/>
                  </a:lnTo>
                  <a:lnTo>
                    <a:pt x="8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1"/>
            <p:cNvSpPr/>
            <p:nvPr/>
          </p:nvSpPr>
          <p:spPr>
            <a:xfrm>
              <a:off x="2923025" y="5334625"/>
              <a:ext cx="30575" cy="141475"/>
            </a:xfrm>
            <a:custGeom>
              <a:rect b="b" l="l" r="r" t="t"/>
              <a:pathLst>
                <a:path extrusionOk="0" h="5659" w="1223">
                  <a:moveTo>
                    <a:pt x="909" y="0"/>
                  </a:moveTo>
                  <a:lnTo>
                    <a:pt x="0" y="5659"/>
                  </a:lnTo>
                  <a:lnTo>
                    <a:pt x="1223" y="5659"/>
                  </a:lnTo>
                  <a:lnTo>
                    <a:pt x="9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1" name="Google Shape;2741;p51"/>
          <p:cNvGrpSpPr/>
          <p:nvPr/>
        </p:nvGrpSpPr>
        <p:grpSpPr>
          <a:xfrm flipH="1">
            <a:off x="5813672" y="3658233"/>
            <a:ext cx="2419653" cy="749430"/>
            <a:chOff x="3962175" y="2631750"/>
            <a:chExt cx="3075700" cy="952625"/>
          </a:xfrm>
        </p:grpSpPr>
        <p:sp>
          <p:nvSpPr>
            <p:cNvPr id="2742" name="Google Shape;2742;p51"/>
            <p:cNvSpPr/>
            <p:nvPr/>
          </p:nvSpPr>
          <p:spPr>
            <a:xfrm>
              <a:off x="3962175" y="3227750"/>
              <a:ext cx="3075700" cy="356625"/>
            </a:xfrm>
            <a:custGeom>
              <a:rect b="b" l="l" r="r" t="t"/>
              <a:pathLst>
                <a:path extrusionOk="0" h="14265" w="123028">
                  <a:moveTo>
                    <a:pt x="114046" y="1"/>
                  </a:moveTo>
                  <a:lnTo>
                    <a:pt x="114046" y="1239"/>
                  </a:lnTo>
                  <a:lnTo>
                    <a:pt x="114579" y="1239"/>
                  </a:lnTo>
                  <a:lnTo>
                    <a:pt x="114579" y="3167"/>
                  </a:lnTo>
                  <a:lnTo>
                    <a:pt x="109877" y="3167"/>
                  </a:lnTo>
                  <a:lnTo>
                    <a:pt x="109877" y="2728"/>
                  </a:lnTo>
                  <a:lnTo>
                    <a:pt x="108984" y="2728"/>
                  </a:lnTo>
                  <a:lnTo>
                    <a:pt x="108984" y="1913"/>
                  </a:lnTo>
                  <a:cubicBezTo>
                    <a:pt x="108984" y="1411"/>
                    <a:pt x="108513" y="1004"/>
                    <a:pt x="107980" y="1098"/>
                  </a:cubicBezTo>
                  <a:lnTo>
                    <a:pt x="107980" y="1098"/>
                  </a:lnTo>
                  <a:cubicBezTo>
                    <a:pt x="107573" y="1161"/>
                    <a:pt x="107291" y="1553"/>
                    <a:pt x="107291" y="1960"/>
                  </a:cubicBezTo>
                  <a:lnTo>
                    <a:pt x="107291" y="1960"/>
                  </a:lnTo>
                  <a:lnTo>
                    <a:pt x="107291" y="2728"/>
                  </a:lnTo>
                  <a:lnTo>
                    <a:pt x="106397" y="2728"/>
                  </a:lnTo>
                  <a:lnTo>
                    <a:pt x="106397" y="3167"/>
                  </a:lnTo>
                  <a:lnTo>
                    <a:pt x="105237" y="3167"/>
                  </a:lnTo>
                  <a:lnTo>
                    <a:pt x="105237" y="1615"/>
                  </a:lnTo>
                  <a:lnTo>
                    <a:pt x="103921" y="1615"/>
                  </a:lnTo>
                  <a:lnTo>
                    <a:pt x="103921" y="3167"/>
                  </a:lnTo>
                  <a:lnTo>
                    <a:pt x="100112" y="3167"/>
                  </a:lnTo>
                  <a:lnTo>
                    <a:pt x="100112" y="1521"/>
                  </a:lnTo>
                  <a:cubicBezTo>
                    <a:pt x="100112" y="675"/>
                    <a:pt x="99438" y="1"/>
                    <a:pt x="98591" y="1"/>
                  </a:cubicBezTo>
                  <a:lnTo>
                    <a:pt x="98591" y="1"/>
                  </a:lnTo>
                  <a:lnTo>
                    <a:pt x="88403" y="1"/>
                  </a:lnTo>
                  <a:cubicBezTo>
                    <a:pt x="87870" y="1"/>
                    <a:pt x="87431" y="440"/>
                    <a:pt x="87463" y="988"/>
                  </a:cubicBezTo>
                  <a:lnTo>
                    <a:pt x="87463" y="988"/>
                  </a:lnTo>
                  <a:cubicBezTo>
                    <a:pt x="87494" y="1490"/>
                    <a:pt x="87949" y="1882"/>
                    <a:pt x="88466" y="1882"/>
                  </a:cubicBezTo>
                  <a:lnTo>
                    <a:pt x="88466" y="1882"/>
                  </a:lnTo>
                  <a:lnTo>
                    <a:pt x="92149" y="1882"/>
                  </a:lnTo>
                  <a:cubicBezTo>
                    <a:pt x="92964" y="1882"/>
                    <a:pt x="93638" y="2540"/>
                    <a:pt x="93638" y="3355"/>
                  </a:cubicBezTo>
                  <a:lnTo>
                    <a:pt x="93638" y="3355"/>
                  </a:lnTo>
                  <a:lnTo>
                    <a:pt x="93638" y="5785"/>
                  </a:lnTo>
                  <a:cubicBezTo>
                    <a:pt x="93638" y="5988"/>
                    <a:pt x="93466" y="6161"/>
                    <a:pt x="93247" y="6161"/>
                  </a:cubicBezTo>
                  <a:lnTo>
                    <a:pt x="93247" y="6161"/>
                  </a:lnTo>
                  <a:lnTo>
                    <a:pt x="88293" y="6161"/>
                  </a:lnTo>
                  <a:cubicBezTo>
                    <a:pt x="87839" y="6161"/>
                    <a:pt x="87463" y="6537"/>
                    <a:pt x="87463" y="6992"/>
                  </a:cubicBezTo>
                  <a:lnTo>
                    <a:pt x="87463" y="6992"/>
                  </a:lnTo>
                  <a:lnTo>
                    <a:pt x="87463" y="9468"/>
                  </a:lnTo>
                  <a:cubicBezTo>
                    <a:pt x="87463" y="10299"/>
                    <a:pt x="87823" y="11036"/>
                    <a:pt x="88403" y="11537"/>
                  </a:cubicBezTo>
                  <a:lnTo>
                    <a:pt x="88403" y="11537"/>
                  </a:lnTo>
                  <a:cubicBezTo>
                    <a:pt x="88388" y="11615"/>
                    <a:pt x="88388" y="11678"/>
                    <a:pt x="88372" y="11741"/>
                  </a:cubicBezTo>
                  <a:lnTo>
                    <a:pt x="88372" y="11741"/>
                  </a:lnTo>
                  <a:lnTo>
                    <a:pt x="85221" y="11741"/>
                  </a:lnTo>
                  <a:lnTo>
                    <a:pt x="85221" y="3512"/>
                  </a:lnTo>
                  <a:cubicBezTo>
                    <a:pt x="85221" y="2430"/>
                    <a:pt x="84359" y="1553"/>
                    <a:pt x="83278" y="1553"/>
                  </a:cubicBezTo>
                  <a:lnTo>
                    <a:pt x="83278" y="1553"/>
                  </a:lnTo>
                  <a:lnTo>
                    <a:pt x="46083" y="1553"/>
                  </a:lnTo>
                  <a:cubicBezTo>
                    <a:pt x="45017" y="1553"/>
                    <a:pt x="44139" y="2430"/>
                    <a:pt x="44139" y="3512"/>
                  </a:cubicBezTo>
                  <a:lnTo>
                    <a:pt x="44139" y="3512"/>
                  </a:lnTo>
                  <a:lnTo>
                    <a:pt x="44139" y="10330"/>
                  </a:lnTo>
                  <a:lnTo>
                    <a:pt x="42211" y="10330"/>
                  </a:lnTo>
                  <a:lnTo>
                    <a:pt x="42211" y="3512"/>
                  </a:lnTo>
                  <a:cubicBezTo>
                    <a:pt x="42211" y="2430"/>
                    <a:pt x="41333" y="1553"/>
                    <a:pt x="40267" y="1553"/>
                  </a:cubicBezTo>
                  <a:lnTo>
                    <a:pt x="40267" y="1553"/>
                  </a:lnTo>
                  <a:lnTo>
                    <a:pt x="3072" y="1553"/>
                  </a:lnTo>
                  <a:cubicBezTo>
                    <a:pt x="2006" y="1553"/>
                    <a:pt x="1129" y="2430"/>
                    <a:pt x="1129" y="3512"/>
                  </a:cubicBezTo>
                  <a:lnTo>
                    <a:pt x="1129" y="3512"/>
                  </a:lnTo>
                  <a:lnTo>
                    <a:pt x="1129" y="10330"/>
                  </a:lnTo>
                  <a:lnTo>
                    <a:pt x="0" y="10330"/>
                  </a:lnTo>
                  <a:lnTo>
                    <a:pt x="0" y="11130"/>
                  </a:lnTo>
                  <a:lnTo>
                    <a:pt x="1129" y="11130"/>
                  </a:lnTo>
                  <a:lnTo>
                    <a:pt x="1129" y="12650"/>
                  </a:lnTo>
                  <a:lnTo>
                    <a:pt x="1865" y="12650"/>
                  </a:lnTo>
                  <a:cubicBezTo>
                    <a:pt x="1865" y="13481"/>
                    <a:pt x="2555" y="14170"/>
                    <a:pt x="3386" y="14170"/>
                  </a:cubicBezTo>
                  <a:lnTo>
                    <a:pt x="3386" y="14170"/>
                  </a:lnTo>
                  <a:cubicBezTo>
                    <a:pt x="4232" y="14170"/>
                    <a:pt x="4906" y="13481"/>
                    <a:pt x="4906" y="12650"/>
                  </a:cubicBezTo>
                  <a:lnTo>
                    <a:pt x="4906" y="12650"/>
                  </a:lnTo>
                  <a:lnTo>
                    <a:pt x="6113" y="12650"/>
                  </a:lnTo>
                  <a:cubicBezTo>
                    <a:pt x="6113" y="13481"/>
                    <a:pt x="6803" y="14170"/>
                    <a:pt x="7633" y="14170"/>
                  </a:cubicBezTo>
                  <a:lnTo>
                    <a:pt x="7633" y="14170"/>
                  </a:lnTo>
                  <a:cubicBezTo>
                    <a:pt x="8480" y="14170"/>
                    <a:pt x="9154" y="13481"/>
                    <a:pt x="9154" y="12650"/>
                  </a:cubicBezTo>
                  <a:lnTo>
                    <a:pt x="9154" y="12650"/>
                  </a:lnTo>
                  <a:lnTo>
                    <a:pt x="33966" y="12650"/>
                  </a:lnTo>
                  <a:cubicBezTo>
                    <a:pt x="33966" y="13481"/>
                    <a:pt x="34640" y="14170"/>
                    <a:pt x="35487" y="14170"/>
                  </a:cubicBezTo>
                  <a:lnTo>
                    <a:pt x="35487" y="14170"/>
                  </a:lnTo>
                  <a:cubicBezTo>
                    <a:pt x="36317" y="14170"/>
                    <a:pt x="37007" y="13481"/>
                    <a:pt x="37007" y="12650"/>
                  </a:cubicBezTo>
                  <a:lnTo>
                    <a:pt x="37007" y="12650"/>
                  </a:lnTo>
                  <a:lnTo>
                    <a:pt x="38198" y="12650"/>
                  </a:lnTo>
                  <a:cubicBezTo>
                    <a:pt x="38198" y="13481"/>
                    <a:pt x="38888" y="14170"/>
                    <a:pt x="39734" y="14170"/>
                  </a:cubicBezTo>
                  <a:lnTo>
                    <a:pt x="39734" y="14170"/>
                  </a:lnTo>
                  <a:cubicBezTo>
                    <a:pt x="40565" y="14170"/>
                    <a:pt x="41255" y="13481"/>
                    <a:pt x="41255" y="12650"/>
                  </a:cubicBezTo>
                  <a:lnTo>
                    <a:pt x="41255" y="12650"/>
                  </a:lnTo>
                  <a:lnTo>
                    <a:pt x="42211" y="12650"/>
                  </a:lnTo>
                  <a:lnTo>
                    <a:pt x="42211" y="11130"/>
                  </a:lnTo>
                  <a:lnTo>
                    <a:pt x="44139" y="11130"/>
                  </a:lnTo>
                  <a:lnTo>
                    <a:pt x="44139" y="12650"/>
                  </a:lnTo>
                  <a:lnTo>
                    <a:pt x="44876" y="12650"/>
                  </a:lnTo>
                  <a:cubicBezTo>
                    <a:pt x="44876" y="13481"/>
                    <a:pt x="45565" y="14170"/>
                    <a:pt x="46412" y="14170"/>
                  </a:cubicBezTo>
                  <a:lnTo>
                    <a:pt x="46412" y="14170"/>
                  </a:lnTo>
                  <a:cubicBezTo>
                    <a:pt x="47242" y="14170"/>
                    <a:pt x="47932" y="13481"/>
                    <a:pt x="47932" y="12650"/>
                  </a:cubicBezTo>
                  <a:lnTo>
                    <a:pt x="47932" y="12650"/>
                  </a:lnTo>
                  <a:lnTo>
                    <a:pt x="49123" y="12650"/>
                  </a:lnTo>
                  <a:cubicBezTo>
                    <a:pt x="49123" y="13481"/>
                    <a:pt x="49813" y="14170"/>
                    <a:pt x="50644" y="14170"/>
                  </a:cubicBezTo>
                  <a:lnTo>
                    <a:pt x="50644" y="14170"/>
                  </a:lnTo>
                  <a:cubicBezTo>
                    <a:pt x="51490" y="14170"/>
                    <a:pt x="52164" y="13481"/>
                    <a:pt x="52164" y="12650"/>
                  </a:cubicBezTo>
                  <a:lnTo>
                    <a:pt x="52164" y="12650"/>
                  </a:lnTo>
                  <a:lnTo>
                    <a:pt x="76977" y="12650"/>
                  </a:lnTo>
                  <a:cubicBezTo>
                    <a:pt x="76977" y="13481"/>
                    <a:pt x="77651" y="14170"/>
                    <a:pt x="78497" y="14170"/>
                  </a:cubicBezTo>
                  <a:lnTo>
                    <a:pt x="78497" y="14170"/>
                  </a:lnTo>
                  <a:cubicBezTo>
                    <a:pt x="79343" y="14170"/>
                    <a:pt x="80017" y="13481"/>
                    <a:pt x="80017" y="12650"/>
                  </a:cubicBezTo>
                  <a:lnTo>
                    <a:pt x="80017" y="12650"/>
                  </a:lnTo>
                  <a:lnTo>
                    <a:pt x="81224" y="12650"/>
                  </a:lnTo>
                  <a:cubicBezTo>
                    <a:pt x="81224" y="13481"/>
                    <a:pt x="81898" y="14170"/>
                    <a:pt x="82745" y="14170"/>
                  </a:cubicBezTo>
                  <a:lnTo>
                    <a:pt x="82745" y="14170"/>
                  </a:lnTo>
                  <a:cubicBezTo>
                    <a:pt x="83575" y="14170"/>
                    <a:pt x="84265" y="13481"/>
                    <a:pt x="84265" y="12650"/>
                  </a:cubicBezTo>
                  <a:lnTo>
                    <a:pt x="84265" y="12650"/>
                  </a:lnTo>
                  <a:lnTo>
                    <a:pt x="88497" y="12650"/>
                  </a:lnTo>
                  <a:cubicBezTo>
                    <a:pt x="88811" y="13528"/>
                    <a:pt x="89657" y="14170"/>
                    <a:pt x="90645" y="14170"/>
                  </a:cubicBezTo>
                  <a:lnTo>
                    <a:pt x="90645" y="14170"/>
                  </a:lnTo>
                  <a:cubicBezTo>
                    <a:pt x="91789" y="14170"/>
                    <a:pt x="92729" y="13340"/>
                    <a:pt x="92902" y="12258"/>
                  </a:cubicBezTo>
                  <a:lnTo>
                    <a:pt x="92902" y="12258"/>
                  </a:lnTo>
                  <a:lnTo>
                    <a:pt x="94939" y="12258"/>
                  </a:lnTo>
                  <a:cubicBezTo>
                    <a:pt x="95174" y="13340"/>
                    <a:pt x="96146" y="14170"/>
                    <a:pt x="97322" y="14170"/>
                  </a:cubicBezTo>
                  <a:lnTo>
                    <a:pt x="97322" y="14170"/>
                  </a:lnTo>
                  <a:cubicBezTo>
                    <a:pt x="98482" y="14170"/>
                    <a:pt x="99454" y="13340"/>
                    <a:pt x="99704" y="12258"/>
                  </a:cubicBezTo>
                  <a:lnTo>
                    <a:pt x="99704" y="12258"/>
                  </a:lnTo>
                  <a:lnTo>
                    <a:pt x="100535" y="12258"/>
                  </a:lnTo>
                  <a:cubicBezTo>
                    <a:pt x="100770" y="13340"/>
                    <a:pt x="101758" y="14170"/>
                    <a:pt x="102918" y="14170"/>
                  </a:cubicBezTo>
                  <a:lnTo>
                    <a:pt x="102918" y="14170"/>
                  </a:lnTo>
                  <a:cubicBezTo>
                    <a:pt x="104093" y="14170"/>
                    <a:pt x="105065" y="13340"/>
                    <a:pt x="105300" y="12258"/>
                  </a:cubicBezTo>
                  <a:lnTo>
                    <a:pt x="105300" y="12258"/>
                  </a:lnTo>
                  <a:lnTo>
                    <a:pt x="106601" y="12258"/>
                  </a:lnTo>
                  <a:cubicBezTo>
                    <a:pt x="106836" y="13340"/>
                    <a:pt x="107808" y="14170"/>
                    <a:pt x="108984" y="14170"/>
                  </a:cubicBezTo>
                  <a:lnTo>
                    <a:pt x="108984" y="14170"/>
                  </a:lnTo>
                  <a:cubicBezTo>
                    <a:pt x="110143" y="14170"/>
                    <a:pt x="111115" y="13340"/>
                    <a:pt x="111366" y="12258"/>
                  </a:cubicBezTo>
                  <a:lnTo>
                    <a:pt x="111366" y="12258"/>
                  </a:lnTo>
                  <a:lnTo>
                    <a:pt x="112197" y="12258"/>
                  </a:lnTo>
                  <a:cubicBezTo>
                    <a:pt x="112448" y="13340"/>
                    <a:pt x="113419" y="14170"/>
                    <a:pt x="114579" y="14170"/>
                  </a:cubicBezTo>
                  <a:lnTo>
                    <a:pt x="114579" y="14170"/>
                  </a:lnTo>
                  <a:cubicBezTo>
                    <a:pt x="115755" y="14170"/>
                    <a:pt x="116727" y="13340"/>
                    <a:pt x="116962" y="12258"/>
                  </a:cubicBezTo>
                  <a:lnTo>
                    <a:pt x="116962" y="12258"/>
                  </a:lnTo>
                  <a:lnTo>
                    <a:pt x="117244" y="12258"/>
                  </a:lnTo>
                  <a:cubicBezTo>
                    <a:pt x="117056" y="12525"/>
                    <a:pt x="116977" y="12854"/>
                    <a:pt x="117056" y="13230"/>
                  </a:cubicBezTo>
                  <a:lnTo>
                    <a:pt x="117056" y="13230"/>
                  </a:lnTo>
                  <a:cubicBezTo>
                    <a:pt x="117166" y="13684"/>
                    <a:pt x="117542" y="14061"/>
                    <a:pt x="118012" y="14139"/>
                  </a:cubicBezTo>
                  <a:lnTo>
                    <a:pt x="118012" y="14139"/>
                  </a:lnTo>
                  <a:cubicBezTo>
                    <a:pt x="118655" y="14264"/>
                    <a:pt x="119219" y="13888"/>
                    <a:pt x="119391" y="13324"/>
                  </a:cubicBezTo>
                  <a:lnTo>
                    <a:pt x="119391" y="13324"/>
                  </a:lnTo>
                  <a:cubicBezTo>
                    <a:pt x="122369" y="13308"/>
                    <a:pt x="123028" y="12556"/>
                    <a:pt x="123028" y="12556"/>
                  </a:cubicBezTo>
                  <a:lnTo>
                    <a:pt x="123028" y="12556"/>
                  </a:lnTo>
                  <a:lnTo>
                    <a:pt x="119783" y="9108"/>
                  </a:lnTo>
                  <a:lnTo>
                    <a:pt x="118749" y="9108"/>
                  </a:lnTo>
                  <a:cubicBezTo>
                    <a:pt x="120128" y="8841"/>
                    <a:pt x="121178" y="7619"/>
                    <a:pt x="121178" y="6161"/>
                  </a:cubicBezTo>
                  <a:lnTo>
                    <a:pt x="121178" y="6161"/>
                  </a:lnTo>
                  <a:cubicBezTo>
                    <a:pt x="121178" y="5330"/>
                    <a:pt x="120849" y="4578"/>
                    <a:pt x="120300" y="4045"/>
                  </a:cubicBezTo>
                  <a:lnTo>
                    <a:pt x="120300" y="4045"/>
                  </a:lnTo>
                  <a:cubicBezTo>
                    <a:pt x="119752" y="3496"/>
                    <a:pt x="118999" y="3167"/>
                    <a:pt x="118184" y="3167"/>
                  </a:cubicBezTo>
                  <a:lnTo>
                    <a:pt x="118184" y="3167"/>
                  </a:lnTo>
                  <a:lnTo>
                    <a:pt x="116068" y="3167"/>
                  </a:lnTo>
                  <a:lnTo>
                    <a:pt x="116068" y="1239"/>
                  </a:lnTo>
                  <a:lnTo>
                    <a:pt x="116601" y="1239"/>
                  </a:lnTo>
                  <a:lnTo>
                    <a:pt x="116601" y="1"/>
                  </a:lnTo>
                  <a:close/>
                  <a:moveTo>
                    <a:pt x="58214" y="11130"/>
                  </a:moveTo>
                  <a:lnTo>
                    <a:pt x="71146" y="11130"/>
                  </a:lnTo>
                  <a:lnTo>
                    <a:pt x="71146" y="11741"/>
                  </a:lnTo>
                  <a:lnTo>
                    <a:pt x="58214" y="11741"/>
                  </a:lnTo>
                  <a:close/>
                  <a:moveTo>
                    <a:pt x="15204" y="11130"/>
                  </a:moveTo>
                  <a:lnTo>
                    <a:pt x="28135" y="11130"/>
                  </a:lnTo>
                  <a:lnTo>
                    <a:pt x="28135" y="11741"/>
                  </a:lnTo>
                  <a:lnTo>
                    <a:pt x="15204" y="117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1"/>
            <p:cNvSpPr/>
            <p:nvPr/>
          </p:nvSpPr>
          <p:spPr>
            <a:xfrm>
              <a:off x="6345450" y="3293600"/>
              <a:ext cx="84275" cy="84275"/>
            </a:xfrm>
            <a:custGeom>
              <a:rect b="b" l="l" r="r" t="t"/>
              <a:pathLst>
                <a:path extrusionOk="0" h="3371" w="3371">
                  <a:moveTo>
                    <a:pt x="1050" y="0"/>
                  </a:moveTo>
                  <a:cubicBezTo>
                    <a:pt x="470" y="0"/>
                    <a:pt x="0" y="470"/>
                    <a:pt x="0" y="1050"/>
                  </a:cubicBezTo>
                  <a:lnTo>
                    <a:pt x="0" y="2320"/>
                  </a:lnTo>
                  <a:cubicBezTo>
                    <a:pt x="0" y="2900"/>
                    <a:pt x="470" y="3370"/>
                    <a:pt x="1050" y="3370"/>
                  </a:cubicBezTo>
                  <a:lnTo>
                    <a:pt x="2320" y="3370"/>
                  </a:lnTo>
                  <a:cubicBezTo>
                    <a:pt x="2900" y="3370"/>
                    <a:pt x="3370" y="2900"/>
                    <a:pt x="3370" y="2320"/>
                  </a:cubicBezTo>
                  <a:lnTo>
                    <a:pt x="3370" y="1050"/>
                  </a:lnTo>
                  <a:cubicBezTo>
                    <a:pt x="3370" y="470"/>
                    <a:pt x="2900" y="0"/>
                    <a:pt x="2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1"/>
            <p:cNvSpPr/>
            <p:nvPr/>
          </p:nvSpPr>
          <p:spPr>
            <a:xfrm>
              <a:off x="5924600" y="3351575"/>
              <a:ext cx="74475" cy="70575"/>
            </a:xfrm>
            <a:custGeom>
              <a:rect b="b" l="l" r="r" t="t"/>
              <a:pathLst>
                <a:path extrusionOk="0" h="2823" w="2979">
                  <a:moveTo>
                    <a:pt x="1050" y="1"/>
                  </a:moveTo>
                  <a:cubicBezTo>
                    <a:pt x="470" y="1"/>
                    <a:pt x="0" y="471"/>
                    <a:pt x="0" y="1051"/>
                  </a:cubicBezTo>
                  <a:lnTo>
                    <a:pt x="0" y="1788"/>
                  </a:lnTo>
                  <a:cubicBezTo>
                    <a:pt x="0" y="2368"/>
                    <a:pt x="470" y="2822"/>
                    <a:pt x="1050"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1"/>
            <p:cNvSpPr/>
            <p:nvPr/>
          </p:nvSpPr>
          <p:spPr>
            <a:xfrm>
              <a:off x="5812125" y="3351575"/>
              <a:ext cx="74475" cy="70575"/>
            </a:xfrm>
            <a:custGeom>
              <a:rect b="b" l="l" r="r" t="t"/>
              <a:pathLst>
                <a:path extrusionOk="0" h="2823" w="2979">
                  <a:moveTo>
                    <a:pt x="1035" y="1"/>
                  </a:moveTo>
                  <a:cubicBezTo>
                    <a:pt x="455" y="1"/>
                    <a:pt x="0" y="471"/>
                    <a:pt x="0" y="1051"/>
                  </a:cubicBezTo>
                  <a:lnTo>
                    <a:pt x="0" y="1788"/>
                  </a:lnTo>
                  <a:cubicBezTo>
                    <a:pt x="0" y="2368"/>
                    <a:pt x="455"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1"/>
            <p:cNvSpPr/>
            <p:nvPr/>
          </p:nvSpPr>
          <p:spPr>
            <a:xfrm>
              <a:off x="57035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24" y="2822"/>
                    <a:pt x="2979" y="2368"/>
                    <a:pt x="2979" y="1788"/>
                  </a:cubicBezTo>
                  <a:lnTo>
                    <a:pt x="2979" y="1051"/>
                  </a:lnTo>
                  <a:cubicBezTo>
                    <a:pt x="2979"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1"/>
            <p:cNvSpPr/>
            <p:nvPr/>
          </p:nvSpPr>
          <p:spPr>
            <a:xfrm>
              <a:off x="5595425" y="3351575"/>
              <a:ext cx="74475" cy="70575"/>
            </a:xfrm>
            <a:custGeom>
              <a:rect b="b" l="l" r="r" t="t"/>
              <a:pathLst>
                <a:path extrusionOk="0" h="2823" w="2979">
                  <a:moveTo>
                    <a:pt x="1035" y="1"/>
                  </a:moveTo>
                  <a:cubicBezTo>
                    <a:pt x="455" y="1"/>
                    <a:pt x="1" y="471"/>
                    <a:pt x="1" y="1051"/>
                  </a:cubicBezTo>
                  <a:lnTo>
                    <a:pt x="1" y="1788"/>
                  </a:lnTo>
                  <a:cubicBezTo>
                    <a:pt x="1" y="2368"/>
                    <a:pt x="455" y="2822"/>
                    <a:pt x="1035" y="2822"/>
                  </a:cubicBezTo>
                  <a:lnTo>
                    <a:pt x="1929" y="2822"/>
                  </a:lnTo>
                  <a:cubicBezTo>
                    <a:pt x="2508" y="2822"/>
                    <a:pt x="2979" y="2368"/>
                    <a:pt x="2979" y="1788"/>
                  </a:cubicBezTo>
                  <a:lnTo>
                    <a:pt x="2979" y="1051"/>
                  </a:lnTo>
                  <a:cubicBezTo>
                    <a:pt x="2979" y="471"/>
                    <a:pt x="2508"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1"/>
            <p:cNvSpPr/>
            <p:nvPr/>
          </p:nvSpPr>
          <p:spPr>
            <a:xfrm>
              <a:off x="5486875" y="3351575"/>
              <a:ext cx="74475" cy="70575"/>
            </a:xfrm>
            <a:custGeom>
              <a:rect b="b" l="l" r="r" t="t"/>
              <a:pathLst>
                <a:path extrusionOk="0" h="2823" w="2979">
                  <a:moveTo>
                    <a:pt x="1051" y="1"/>
                  </a:moveTo>
                  <a:cubicBezTo>
                    <a:pt x="471" y="1"/>
                    <a:pt x="1" y="471"/>
                    <a:pt x="1" y="1051"/>
                  </a:cubicBezTo>
                  <a:lnTo>
                    <a:pt x="1" y="1788"/>
                  </a:lnTo>
                  <a:cubicBezTo>
                    <a:pt x="1" y="2368"/>
                    <a:pt x="471" y="2822"/>
                    <a:pt x="1051" y="2822"/>
                  </a:cubicBezTo>
                  <a:lnTo>
                    <a:pt x="1944" y="2822"/>
                  </a:lnTo>
                  <a:cubicBezTo>
                    <a:pt x="2509" y="2822"/>
                    <a:pt x="2979" y="2368"/>
                    <a:pt x="2979" y="1788"/>
                  </a:cubicBezTo>
                  <a:lnTo>
                    <a:pt x="2979" y="1051"/>
                  </a:lnTo>
                  <a:cubicBezTo>
                    <a:pt x="2979" y="471"/>
                    <a:pt x="2509"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1"/>
            <p:cNvSpPr/>
            <p:nvPr/>
          </p:nvSpPr>
          <p:spPr>
            <a:xfrm>
              <a:off x="53783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1"/>
            <p:cNvSpPr/>
            <p:nvPr/>
          </p:nvSpPr>
          <p:spPr>
            <a:xfrm>
              <a:off x="5270175" y="3351575"/>
              <a:ext cx="74500" cy="70575"/>
            </a:xfrm>
            <a:custGeom>
              <a:rect b="b" l="l" r="r" t="t"/>
              <a:pathLst>
                <a:path extrusionOk="0" h="2823" w="2980">
                  <a:moveTo>
                    <a:pt x="1051" y="1"/>
                  </a:moveTo>
                  <a:cubicBezTo>
                    <a:pt x="471" y="1"/>
                    <a:pt x="1" y="471"/>
                    <a:pt x="1" y="1051"/>
                  </a:cubicBezTo>
                  <a:lnTo>
                    <a:pt x="1" y="1788"/>
                  </a:lnTo>
                  <a:cubicBezTo>
                    <a:pt x="1" y="2368"/>
                    <a:pt x="471" y="2822"/>
                    <a:pt x="1051" y="2822"/>
                  </a:cubicBezTo>
                  <a:lnTo>
                    <a:pt x="1945" y="2822"/>
                  </a:lnTo>
                  <a:cubicBezTo>
                    <a:pt x="2509" y="2822"/>
                    <a:pt x="2979" y="2368"/>
                    <a:pt x="2979" y="1788"/>
                  </a:cubicBezTo>
                  <a:lnTo>
                    <a:pt x="2979" y="1051"/>
                  </a:lnTo>
                  <a:cubicBezTo>
                    <a:pt x="2979" y="471"/>
                    <a:pt x="2509" y="1"/>
                    <a:pt x="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1"/>
            <p:cNvSpPr/>
            <p:nvPr/>
          </p:nvSpPr>
          <p:spPr>
            <a:xfrm>
              <a:off x="5161650" y="3351575"/>
              <a:ext cx="74850" cy="70575"/>
            </a:xfrm>
            <a:custGeom>
              <a:rect b="b" l="l" r="r" t="t"/>
              <a:pathLst>
                <a:path extrusionOk="0" h="2823" w="2994">
                  <a:moveTo>
                    <a:pt x="1050" y="1"/>
                  </a:moveTo>
                  <a:cubicBezTo>
                    <a:pt x="470" y="1"/>
                    <a:pt x="0" y="471"/>
                    <a:pt x="0" y="1051"/>
                  </a:cubicBezTo>
                  <a:lnTo>
                    <a:pt x="0" y="1788"/>
                  </a:lnTo>
                  <a:cubicBezTo>
                    <a:pt x="0" y="2368"/>
                    <a:pt x="470" y="2822"/>
                    <a:pt x="1050"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1"/>
            <p:cNvSpPr/>
            <p:nvPr/>
          </p:nvSpPr>
          <p:spPr>
            <a:xfrm>
              <a:off x="48493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9" y="2822"/>
                  </a:lnTo>
                  <a:cubicBezTo>
                    <a:pt x="2509" y="2822"/>
                    <a:pt x="2979" y="2368"/>
                    <a:pt x="2979" y="1788"/>
                  </a:cubicBezTo>
                  <a:lnTo>
                    <a:pt x="2979" y="1051"/>
                  </a:lnTo>
                  <a:cubicBezTo>
                    <a:pt x="2979" y="471"/>
                    <a:pt x="2509" y="1"/>
                    <a:pt x="1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1"/>
            <p:cNvSpPr/>
            <p:nvPr/>
          </p:nvSpPr>
          <p:spPr>
            <a:xfrm>
              <a:off x="4736475" y="3351575"/>
              <a:ext cx="74875" cy="70575"/>
            </a:xfrm>
            <a:custGeom>
              <a:rect b="b" l="l" r="r" t="t"/>
              <a:pathLst>
                <a:path extrusionOk="0" h="2823" w="2995">
                  <a:moveTo>
                    <a:pt x="1051" y="1"/>
                  </a:moveTo>
                  <a:cubicBezTo>
                    <a:pt x="471" y="1"/>
                    <a:pt x="0" y="471"/>
                    <a:pt x="0" y="1051"/>
                  </a:cubicBezTo>
                  <a:lnTo>
                    <a:pt x="0" y="1788"/>
                  </a:lnTo>
                  <a:cubicBezTo>
                    <a:pt x="0"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1"/>
            <p:cNvSpPr/>
            <p:nvPr/>
          </p:nvSpPr>
          <p:spPr>
            <a:xfrm>
              <a:off x="4628325" y="3351575"/>
              <a:ext cx="74475" cy="70575"/>
            </a:xfrm>
            <a:custGeom>
              <a:rect b="b" l="l" r="r" t="t"/>
              <a:pathLst>
                <a:path extrusionOk="0" h="2823" w="2979">
                  <a:moveTo>
                    <a:pt x="1051" y="1"/>
                  </a:moveTo>
                  <a:cubicBezTo>
                    <a:pt x="471" y="1"/>
                    <a:pt x="0" y="471"/>
                    <a:pt x="0" y="1051"/>
                  </a:cubicBezTo>
                  <a:lnTo>
                    <a:pt x="0" y="1788"/>
                  </a:lnTo>
                  <a:cubicBezTo>
                    <a:pt x="0" y="2368"/>
                    <a:pt x="471" y="2822"/>
                    <a:pt x="1051" y="2822"/>
                  </a:cubicBezTo>
                  <a:lnTo>
                    <a:pt x="1944" y="2822"/>
                  </a:lnTo>
                  <a:cubicBezTo>
                    <a:pt x="2508" y="2822"/>
                    <a:pt x="2978" y="2368"/>
                    <a:pt x="2978" y="1788"/>
                  </a:cubicBezTo>
                  <a:lnTo>
                    <a:pt x="2978" y="1051"/>
                  </a:lnTo>
                  <a:cubicBezTo>
                    <a:pt x="2978" y="471"/>
                    <a:pt x="250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1"/>
            <p:cNvSpPr/>
            <p:nvPr/>
          </p:nvSpPr>
          <p:spPr>
            <a:xfrm>
              <a:off x="45197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1"/>
            <p:cNvSpPr/>
            <p:nvPr/>
          </p:nvSpPr>
          <p:spPr>
            <a:xfrm>
              <a:off x="4411625" y="3351575"/>
              <a:ext cx="74475" cy="70575"/>
            </a:xfrm>
            <a:custGeom>
              <a:rect b="b" l="l" r="r" t="t"/>
              <a:pathLst>
                <a:path extrusionOk="0" h="2823" w="2979">
                  <a:moveTo>
                    <a:pt x="1035" y="1"/>
                  </a:moveTo>
                  <a:cubicBezTo>
                    <a:pt x="471" y="1"/>
                    <a:pt x="0" y="471"/>
                    <a:pt x="0" y="1051"/>
                  </a:cubicBezTo>
                  <a:lnTo>
                    <a:pt x="0" y="1788"/>
                  </a:lnTo>
                  <a:cubicBezTo>
                    <a:pt x="0"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1"/>
            <p:cNvSpPr/>
            <p:nvPr/>
          </p:nvSpPr>
          <p:spPr>
            <a:xfrm>
              <a:off x="43030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4" y="2368"/>
                    <a:pt x="2994" y="1788"/>
                  </a:cubicBezTo>
                  <a:lnTo>
                    <a:pt x="2994" y="1051"/>
                  </a:lnTo>
                  <a:cubicBezTo>
                    <a:pt x="2994"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1"/>
            <p:cNvSpPr/>
            <p:nvPr/>
          </p:nvSpPr>
          <p:spPr>
            <a:xfrm>
              <a:off x="4194925" y="3351575"/>
              <a:ext cx="74475" cy="70575"/>
            </a:xfrm>
            <a:custGeom>
              <a:rect b="b" l="l" r="r" t="t"/>
              <a:pathLst>
                <a:path extrusionOk="0" h="2823" w="2979">
                  <a:moveTo>
                    <a:pt x="1035" y="1"/>
                  </a:moveTo>
                  <a:cubicBezTo>
                    <a:pt x="471" y="1"/>
                    <a:pt x="1" y="471"/>
                    <a:pt x="1" y="1051"/>
                  </a:cubicBezTo>
                  <a:lnTo>
                    <a:pt x="1" y="1788"/>
                  </a:lnTo>
                  <a:cubicBezTo>
                    <a:pt x="1" y="2368"/>
                    <a:pt x="471" y="2822"/>
                    <a:pt x="1035" y="2822"/>
                  </a:cubicBezTo>
                  <a:lnTo>
                    <a:pt x="1928" y="2822"/>
                  </a:lnTo>
                  <a:cubicBezTo>
                    <a:pt x="2508" y="2822"/>
                    <a:pt x="2979" y="2368"/>
                    <a:pt x="2979" y="1788"/>
                  </a:cubicBezTo>
                  <a:lnTo>
                    <a:pt x="2979" y="1051"/>
                  </a:lnTo>
                  <a:cubicBezTo>
                    <a:pt x="2979" y="471"/>
                    <a:pt x="2508"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1"/>
            <p:cNvSpPr/>
            <p:nvPr/>
          </p:nvSpPr>
          <p:spPr>
            <a:xfrm>
              <a:off x="4086375" y="3351575"/>
              <a:ext cx="74875" cy="70575"/>
            </a:xfrm>
            <a:custGeom>
              <a:rect b="b" l="l" r="r" t="t"/>
              <a:pathLst>
                <a:path extrusionOk="0" h="2823" w="2995">
                  <a:moveTo>
                    <a:pt x="1051" y="1"/>
                  </a:moveTo>
                  <a:cubicBezTo>
                    <a:pt x="471" y="1"/>
                    <a:pt x="1" y="471"/>
                    <a:pt x="1" y="1051"/>
                  </a:cubicBezTo>
                  <a:lnTo>
                    <a:pt x="1" y="1788"/>
                  </a:lnTo>
                  <a:cubicBezTo>
                    <a:pt x="1" y="2368"/>
                    <a:pt x="471" y="2822"/>
                    <a:pt x="1051" y="2822"/>
                  </a:cubicBezTo>
                  <a:lnTo>
                    <a:pt x="1944" y="2822"/>
                  </a:lnTo>
                  <a:cubicBezTo>
                    <a:pt x="2524" y="2822"/>
                    <a:pt x="2995" y="2368"/>
                    <a:pt x="2995" y="1788"/>
                  </a:cubicBezTo>
                  <a:lnTo>
                    <a:pt x="2995" y="1051"/>
                  </a:lnTo>
                  <a:cubicBezTo>
                    <a:pt x="2995" y="471"/>
                    <a:pt x="2524"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1"/>
            <p:cNvSpPr/>
            <p:nvPr/>
          </p:nvSpPr>
          <p:spPr>
            <a:xfrm>
              <a:off x="4570325" y="2631750"/>
              <a:ext cx="2293575" cy="582700"/>
            </a:xfrm>
            <a:custGeom>
              <a:rect b="b" l="l" r="r" t="t"/>
              <a:pathLst>
                <a:path extrusionOk="0" h="23308" w="91743">
                  <a:moveTo>
                    <a:pt x="23857" y="188"/>
                  </a:moveTo>
                  <a:cubicBezTo>
                    <a:pt x="21694" y="658"/>
                    <a:pt x="19813" y="1944"/>
                    <a:pt x="17854" y="2947"/>
                  </a:cubicBezTo>
                  <a:lnTo>
                    <a:pt x="17854" y="2947"/>
                  </a:lnTo>
                  <a:cubicBezTo>
                    <a:pt x="15001" y="4420"/>
                    <a:pt x="11835" y="5376"/>
                    <a:pt x="8637" y="5282"/>
                  </a:cubicBezTo>
                  <a:lnTo>
                    <a:pt x="8637" y="5282"/>
                  </a:lnTo>
                  <a:cubicBezTo>
                    <a:pt x="5440" y="5204"/>
                    <a:pt x="2211" y="4013"/>
                    <a:pt x="1" y="1709"/>
                  </a:cubicBezTo>
                  <a:lnTo>
                    <a:pt x="1" y="1709"/>
                  </a:lnTo>
                  <a:cubicBezTo>
                    <a:pt x="251" y="3339"/>
                    <a:pt x="1458" y="4467"/>
                    <a:pt x="2963" y="5173"/>
                  </a:cubicBezTo>
                  <a:lnTo>
                    <a:pt x="2963" y="5173"/>
                  </a:lnTo>
                  <a:cubicBezTo>
                    <a:pt x="6082" y="6615"/>
                    <a:pt x="9672" y="7022"/>
                    <a:pt x="13026" y="6286"/>
                  </a:cubicBezTo>
                  <a:lnTo>
                    <a:pt x="13026" y="6286"/>
                  </a:lnTo>
                  <a:cubicBezTo>
                    <a:pt x="15910" y="5643"/>
                    <a:pt x="18559" y="4232"/>
                    <a:pt x="21365" y="3323"/>
                  </a:cubicBezTo>
                  <a:lnTo>
                    <a:pt x="21365" y="3323"/>
                  </a:lnTo>
                  <a:cubicBezTo>
                    <a:pt x="24170" y="2414"/>
                    <a:pt x="27384" y="2069"/>
                    <a:pt x="29954" y="3511"/>
                  </a:cubicBezTo>
                  <a:lnTo>
                    <a:pt x="29954" y="3511"/>
                  </a:lnTo>
                  <a:cubicBezTo>
                    <a:pt x="31804" y="4546"/>
                    <a:pt x="33058" y="6364"/>
                    <a:pt x="34735" y="7649"/>
                  </a:cubicBezTo>
                  <a:lnTo>
                    <a:pt x="34735" y="7649"/>
                  </a:lnTo>
                  <a:cubicBezTo>
                    <a:pt x="39108" y="11051"/>
                    <a:pt x="45440" y="10330"/>
                    <a:pt x="50629" y="8386"/>
                  </a:cubicBezTo>
                  <a:lnTo>
                    <a:pt x="50629" y="8386"/>
                  </a:lnTo>
                  <a:cubicBezTo>
                    <a:pt x="52274" y="7775"/>
                    <a:pt x="53905" y="7038"/>
                    <a:pt x="55644" y="6803"/>
                  </a:cubicBezTo>
                  <a:lnTo>
                    <a:pt x="55644" y="6803"/>
                  </a:lnTo>
                  <a:cubicBezTo>
                    <a:pt x="57384" y="6552"/>
                    <a:pt x="59312" y="6897"/>
                    <a:pt x="60550" y="8135"/>
                  </a:cubicBezTo>
                  <a:lnTo>
                    <a:pt x="60550" y="8135"/>
                  </a:lnTo>
                  <a:cubicBezTo>
                    <a:pt x="61851" y="9452"/>
                    <a:pt x="62149" y="11489"/>
                    <a:pt x="63340" y="12916"/>
                  </a:cubicBezTo>
                  <a:lnTo>
                    <a:pt x="63340" y="12916"/>
                  </a:lnTo>
                  <a:cubicBezTo>
                    <a:pt x="64516" y="14326"/>
                    <a:pt x="66413" y="14922"/>
                    <a:pt x="68231" y="15126"/>
                  </a:cubicBezTo>
                  <a:lnTo>
                    <a:pt x="68231" y="15126"/>
                  </a:lnTo>
                  <a:cubicBezTo>
                    <a:pt x="73215" y="15690"/>
                    <a:pt x="76648" y="12571"/>
                    <a:pt x="81397" y="12383"/>
                  </a:cubicBezTo>
                  <a:lnTo>
                    <a:pt x="81397" y="12383"/>
                  </a:lnTo>
                  <a:cubicBezTo>
                    <a:pt x="83200" y="12305"/>
                    <a:pt x="85081" y="12712"/>
                    <a:pt x="86476" y="13841"/>
                  </a:cubicBezTo>
                  <a:lnTo>
                    <a:pt x="86476" y="13841"/>
                  </a:lnTo>
                  <a:cubicBezTo>
                    <a:pt x="87479" y="14656"/>
                    <a:pt x="88169" y="15800"/>
                    <a:pt x="88796" y="16944"/>
                  </a:cubicBezTo>
                  <a:lnTo>
                    <a:pt x="88796" y="16944"/>
                  </a:lnTo>
                  <a:cubicBezTo>
                    <a:pt x="89877" y="18935"/>
                    <a:pt x="90833" y="21051"/>
                    <a:pt x="91225" y="23292"/>
                  </a:cubicBezTo>
                  <a:lnTo>
                    <a:pt x="91225" y="23292"/>
                  </a:lnTo>
                  <a:lnTo>
                    <a:pt x="91398" y="23308"/>
                  </a:lnTo>
                  <a:cubicBezTo>
                    <a:pt x="91742" y="20048"/>
                    <a:pt x="91492" y="16631"/>
                    <a:pt x="89940" y="13747"/>
                  </a:cubicBezTo>
                  <a:lnTo>
                    <a:pt x="89940" y="13747"/>
                  </a:lnTo>
                  <a:cubicBezTo>
                    <a:pt x="88388" y="10862"/>
                    <a:pt x="85332" y="8637"/>
                    <a:pt x="82056" y="8746"/>
                  </a:cubicBezTo>
                  <a:lnTo>
                    <a:pt x="82056" y="8746"/>
                  </a:lnTo>
                  <a:cubicBezTo>
                    <a:pt x="79846" y="8809"/>
                    <a:pt x="77808" y="9891"/>
                    <a:pt x="75723" y="10643"/>
                  </a:cubicBezTo>
                  <a:lnTo>
                    <a:pt x="75723" y="10643"/>
                  </a:lnTo>
                  <a:cubicBezTo>
                    <a:pt x="73544" y="11411"/>
                    <a:pt x="71240" y="11819"/>
                    <a:pt x="68936" y="11850"/>
                  </a:cubicBezTo>
                  <a:lnTo>
                    <a:pt x="68936" y="11850"/>
                  </a:lnTo>
                  <a:cubicBezTo>
                    <a:pt x="67745" y="11881"/>
                    <a:pt x="66491" y="11787"/>
                    <a:pt x="65425" y="11223"/>
                  </a:cubicBezTo>
                  <a:lnTo>
                    <a:pt x="65425" y="11223"/>
                  </a:lnTo>
                  <a:cubicBezTo>
                    <a:pt x="63654" y="10314"/>
                    <a:pt x="62714" y="8370"/>
                    <a:pt x="61334" y="6944"/>
                  </a:cubicBezTo>
                  <a:lnTo>
                    <a:pt x="61334" y="6944"/>
                  </a:lnTo>
                  <a:cubicBezTo>
                    <a:pt x="57839" y="3370"/>
                    <a:pt x="51977" y="3574"/>
                    <a:pt x="47243" y="5188"/>
                  </a:cubicBezTo>
                  <a:lnTo>
                    <a:pt x="47243" y="5188"/>
                  </a:lnTo>
                  <a:cubicBezTo>
                    <a:pt x="45064" y="5925"/>
                    <a:pt x="42838" y="6913"/>
                    <a:pt x="40581" y="6521"/>
                  </a:cubicBezTo>
                  <a:lnTo>
                    <a:pt x="40581" y="6521"/>
                  </a:lnTo>
                  <a:cubicBezTo>
                    <a:pt x="39030" y="6239"/>
                    <a:pt x="37682" y="5345"/>
                    <a:pt x="36381" y="4452"/>
                  </a:cubicBezTo>
                  <a:lnTo>
                    <a:pt x="36381" y="4452"/>
                  </a:lnTo>
                  <a:cubicBezTo>
                    <a:pt x="33152" y="2273"/>
                    <a:pt x="29515" y="0"/>
                    <a:pt x="25738" y="0"/>
                  </a:cubicBezTo>
                  <a:lnTo>
                    <a:pt x="25738" y="0"/>
                  </a:lnTo>
                  <a:cubicBezTo>
                    <a:pt x="25111" y="0"/>
                    <a:pt x="24484" y="63"/>
                    <a:pt x="23857" y="188"/>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1" name="Google Shape;2761;p51"/>
          <p:cNvSpPr txBox="1"/>
          <p:nvPr>
            <p:ph idx="1" type="body"/>
          </p:nvPr>
        </p:nvSpPr>
        <p:spPr>
          <a:xfrm>
            <a:off x="4628150" y="1168600"/>
            <a:ext cx="3518100" cy="2838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3"/>
              </a:rPr>
              <a:t>Train station in flat design background</a:t>
            </a:r>
            <a:endParaRPr/>
          </a:p>
          <a:p>
            <a:pPr indent="-317500" lvl="0" marL="457200" rtl="0" algn="l">
              <a:spcBef>
                <a:spcPts val="0"/>
              </a:spcBef>
              <a:spcAft>
                <a:spcPts val="0"/>
              </a:spcAft>
              <a:buSzPts val="1400"/>
              <a:buChar char="●"/>
            </a:pPr>
            <a:r>
              <a:rPr lang="en">
                <a:uFill>
                  <a:noFill/>
                </a:uFill>
                <a:hlinkClick r:id="rId4"/>
              </a:rPr>
              <a:t>Welcome landing page template with landscape</a:t>
            </a:r>
            <a:endParaRPr/>
          </a:p>
          <a:p>
            <a:pPr indent="-317500" lvl="0" marL="457200" rtl="0" algn="l">
              <a:spcBef>
                <a:spcPts val="0"/>
              </a:spcBef>
              <a:spcAft>
                <a:spcPts val="0"/>
              </a:spcAft>
              <a:buSzPts val="1400"/>
              <a:buChar char="●"/>
            </a:pPr>
            <a:r>
              <a:rPr lang="en">
                <a:uFill>
                  <a:noFill/>
                </a:uFill>
                <a:hlinkClick r:id="rId5"/>
              </a:rPr>
              <a:t>Hand drawn nyepi greeting card template</a:t>
            </a:r>
            <a:endParaRPr/>
          </a:p>
          <a:p>
            <a:pPr indent="-317500" lvl="0" marL="457200" rtl="0" algn="l">
              <a:spcBef>
                <a:spcPts val="0"/>
              </a:spcBef>
              <a:spcAft>
                <a:spcPts val="0"/>
              </a:spcAft>
              <a:buSzPts val="1400"/>
              <a:buChar char="●"/>
            </a:pPr>
            <a:r>
              <a:rPr lang="en">
                <a:uFill>
                  <a:noFill/>
                </a:uFill>
                <a:hlinkClick r:id="rId6"/>
              </a:rPr>
              <a:t>Flat travel background</a:t>
            </a:r>
            <a:endParaRPr/>
          </a:p>
          <a:p>
            <a:pPr indent="-317500" lvl="0" marL="457200" rtl="0" algn="l">
              <a:spcBef>
                <a:spcPts val="0"/>
              </a:spcBef>
              <a:spcAft>
                <a:spcPts val="0"/>
              </a:spcAft>
              <a:buSzPts val="1400"/>
              <a:buChar char="●"/>
            </a:pPr>
            <a:r>
              <a:rPr lang="en">
                <a:uFill>
                  <a:noFill/>
                </a:uFill>
                <a:hlinkClick r:id="rId7"/>
              </a:rPr>
              <a:t>Modern train station background</a:t>
            </a:r>
            <a:endParaRPr/>
          </a:p>
        </p:txBody>
      </p:sp>
      <p:sp>
        <p:nvSpPr>
          <p:cNvPr id="2762" name="Google Shape;2762;p51"/>
          <p:cNvSpPr txBox="1"/>
          <p:nvPr>
            <p:ph idx="2" type="body"/>
          </p:nvPr>
        </p:nvSpPr>
        <p:spPr>
          <a:xfrm>
            <a:off x="1050025" y="1168600"/>
            <a:ext cx="3518100" cy="283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b="1" lang="en"/>
              <a:t>PHOTOS:</a:t>
            </a:r>
            <a:endParaRPr b="1"/>
          </a:p>
          <a:p>
            <a:pPr indent="-317500" lvl="0" marL="457200" rtl="0" algn="l">
              <a:spcBef>
                <a:spcPts val="1000"/>
              </a:spcBef>
              <a:spcAft>
                <a:spcPts val="0"/>
              </a:spcAft>
              <a:buClr>
                <a:schemeClr val="dk1"/>
              </a:buClr>
              <a:buSzPts val="1400"/>
              <a:buChar char="●"/>
            </a:pPr>
            <a:r>
              <a:rPr lang="en">
                <a:uFill>
                  <a:noFill/>
                </a:uFill>
                <a:hlinkClick r:id="rId8"/>
              </a:rPr>
              <a:t>Transport concept with railways aerial view</a:t>
            </a:r>
            <a:endParaRPr/>
          </a:p>
          <a:p>
            <a:pPr indent="0" lvl="0" marL="0" rtl="0" algn="l">
              <a:spcBef>
                <a:spcPts val="1000"/>
              </a:spcBef>
              <a:spcAft>
                <a:spcPts val="0"/>
              </a:spcAft>
              <a:buNone/>
            </a:pPr>
            <a:r>
              <a:rPr b="1" lang="en"/>
              <a:t>VECTORS:</a:t>
            </a:r>
            <a:endParaRPr b="1">
              <a:uFill>
                <a:noFill/>
              </a:uFill>
              <a:hlinkClick r:id="rId9"/>
            </a:endParaRPr>
          </a:p>
          <a:p>
            <a:pPr indent="-317500" lvl="0" marL="457200" rtl="0" algn="l">
              <a:lnSpc>
                <a:spcPct val="100000"/>
              </a:lnSpc>
              <a:spcBef>
                <a:spcPts val="1000"/>
              </a:spcBef>
              <a:spcAft>
                <a:spcPts val="0"/>
              </a:spcAft>
              <a:buClr>
                <a:schemeClr val="dk1"/>
              </a:buClr>
              <a:buSzPts val="1400"/>
              <a:buChar char="●"/>
            </a:pPr>
            <a:r>
              <a:rPr lang="en">
                <a:uFill>
                  <a:noFill/>
                </a:uFill>
                <a:hlinkClick r:id="rId10"/>
              </a:rPr>
              <a:t>Train background crossing a beautiful landscape</a:t>
            </a:r>
            <a:endParaRPr/>
          </a:p>
          <a:p>
            <a:pPr indent="-317500" lvl="0" marL="457200" rtl="0" algn="l">
              <a:lnSpc>
                <a:spcPct val="100000"/>
              </a:lnSpc>
              <a:spcBef>
                <a:spcPts val="0"/>
              </a:spcBef>
              <a:spcAft>
                <a:spcPts val="0"/>
              </a:spcAft>
              <a:buClr>
                <a:schemeClr val="dk1"/>
              </a:buClr>
              <a:buSzPts val="1400"/>
              <a:buChar char="●"/>
            </a:pPr>
            <a:r>
              <a:rPr lang="en">
                <a:uFill>
                  <a:noFill/>
                </a:uFill>
                <a:hlinkClick r:id="rId11"/>
              </a:rPr>
              <a:t>Landscape background with river and mountains in blue tones</a:t>
            </a:r>
            <a:endParaRPr b="1" sz="1350">
              <a:highlight>
                <a:srgbClr val="FFFFFF"/>
              </a:highlight>
              <a:latin typeface="Proxima Nova"/>
              <a:ea typeface="Proxima Nova"/>
              <a:cs typeface="Proxima Nova"/>
              <a:sym typeface="Proxima Nova"/>
            </a:endParaRPr>
          </a:p>
          <a:p>
            <a:pPr indent="0" lvl="0" marL="0" rtl="0" algn="l">
              <a:lnSpc>
                <a:spcPct val="166000"/>
              </a:lnSpc>
              <a:spcBef>
                <a:spcPts val="800"/>
              </a:spcBef>
              <a:spcAft>
                <a:spcPts val="0"/>
              </a:spcAft>
              <a:buNone/>
            </a:pPr>
            <a:r>
              <a:t/>
            </a:r>
            <a:endParaRPr b="1" sz="1350">
              <a:highlight>
                <a:srgbClr val="FFFFFF"/>
              </a:highlight>
              <a:latin typeface="Proxima Nova"/>
              <a:ea typeface="Proxima Nova"/>
              <a:cs typeface="Proxima Nova"/>
              <a:sym typeface="Proxima Nova"/>
            </a:endParaRPr>
          </a:p>
          <a:p>
            <a:pPr indent="0" lvl="0" marL="0" rtl="0" algn="l">
              <a:spcBef>
                <a:spcPts val="0"/>
              </a:spcBef>
              <a:spcAft>
                <a:spcPts val="0"/>
              </a:spcAft>
              <a:buNone/>
            </a:pPr>
            <a:r>
              <a:t/>
            </a:r>
            <a:endParaRPr/>
          </a:p>
          <a:p>
            <a:pPr indent="0" lvl="0" marL="0" rtl="0" algn="l">
              <a:lnSpc>
                <a:spcPct val="166000"/>
              </a:lnSpc>
              <a:spcBef>
                <a:spcPts val="1000"/>
              </a:spcBef>
              <a:spcAft>
                <a:spcPts val="0"/>
              </a:spcAft>
              <a:buNone/>
            </a:pPr>
            <a:r>
              <a:t/>
            </a:r>
            <a:endParaRPr b="1" sz="1350">
              <a:highlight>
                <a:srgbClr val="FFFFFF"/>
              </a:highlight>
              <a:latin typeface="Proxima Nova"/>
              <a:ea typeface="Proxima Nova"/>
              <a:cs typeface="Proxima Nova"/>
              <a:sym typeface="Proxima Nova"/>
            </a:endParaRPr>
          </a:p>
          <a:p>
            <a:pPr indent="0" lvl="0" marL="0" rtl="0" algn="l">
              <a:lnSpc>
                <a:spcPct val="166000"/>
              </a:lnSpc>
              <a:spcBef>
                <a:spcPts val="800"/>
              </a:spcBef>
              <a:spcAft>
                <a:spcPts val="0"/>
              </a:spcAft>
              <a:buNone/>
            </a:pPr>
            <a:r>
              <a:t/>
            </a:r>
            <a:endParaRPr b="1" sz="1350">
              <a:highlight>
                <a:srgbClr val="FFFFFF"/>
              </a:highlight>
              <a:latin typeface="Proxima Nova"/>
              <a:ea typeface="Proxima Nova"/>
              <a:cs typeface="Proxima Nova"/>
              <a:sym typeface="Proxima Nova"/>
            </a:endParaRPr>
          </a:p>
          <a:p>
            <a:pPr indent="0" lvl="0" marL="0" rtl="0" algn="l">
              <a:lnSpc>
                <a:spcPct val="166000"/>
              </a:lnSpc>
              <a:spcBef>
                <a:spcPts val="800"/>
              </a:spcBef>
              <a:spcAft>
                <a:spcPts val="0"/>
              </a:spcAft>
              <a:buClr>
                <a:schemeClr val="dk1"/>
              </a:buClr>
              <a:buSzPts val="1100"/>
              <a:buFont typeface="Arial"/>
              <a:buNone/>
            </a:pPr>
            <a:r>
              <a:t/>
            </a:r>
            <a:endParaRPr b="1" sz="1350">
              <a:highlight>
                <a:srgbClr val="FFFFFF"/>
              </a:highlight>
              <a:latin typeface="Proxima Nova"/>
              <a:ea typeface="Proxima Nova"/>
              <a:cs typeface="Proxima Nova"/>
              <a:sym typeface="Proxima Nova"/>
            </a:endParaRPr>
          </a:p>
          <a:p>
            <a:pPr indent="0" lvl="0" marL="0" rtl="0" algn="l">
              <a:spcBef>
                <a:spcPts val="0"/>
              </a:spcBef>
              <a:spcAft>
                <a:spcPts val="0"/>
              </a:spcAft>
              <a:buNone/>
            </a:pPr>
            <a:r>
              <a:t/>
            </a:r>
            <a:endParaRPr/>
          </a:p>
          <a:p>
            <a:pPr indent="0" lvl="0" marL="0" rtl="0" algn="l">
              <a:spcBef>
                <a:spcPts val="1000"/>
              </a:spcBef>
              <a:spcAft>
                <a:spcPts val="1000"/>
              </a:spcAft>
              <a:buNone/>
            </a:pPr>
            <a:r>
              <a:t/>
            </a:r>
            <a:endParaRPr/>
          </a:p>
        </p:txBody>
      </p:sp>
      <p:sp>
        <p:nvSpPr>
          <p:cNvPr id="2763" name="Google Shape;2763;p51"/>
          <p:cNvSpPr txBox="1"/>
          <p:nvPr>
            <p:ph type="title"/>
          </p:nvPr>
        </p:nvSpPr>
        <p:spPr>
          <a:xfrm>
            <a:off x="71327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Resources</a:t>
            </a:r>
            <a:endParaRPr>
              <a:solidFill>
                <a:schemeClr val="dk1"/>
              </a:solidFill>
            </a:endParaRPr>
          </a:p>
        </p:txBody>
      </p:sp>
      <p:sp>
        <p:nvSpPr>
          <p:cNvPr id="2764" name="Google Shape;2764;p51"/>
          <p:cNvSpPr/>
          <p:nvPr/>
        </p:nvSpPr>
        <p:spPr>
          <a:xfrm>
            <a:off x="435000" y="168638"/>
            <a:ext cx="822761" cy="822743"/>
          </a:xfrm>
          <a:custGeom>
            <a:rect b="b" l="l" r="r" t="t"/>
            <a:pathLst>
              <a:path extrusionOk="0" h="45989" w="45990">
                <a:moveTo>
                  <a:pt x="1" y="22995"/>
                </a:moveTo>
                <a:cubicBezTo>
                  <a:pt x="1" y="35691"/>
                  <a:pt x="10299" y="45989"/>
                  <a:pt x="22995" y="45989"/>
                </a:cubicBezTo>
                <a:lnTo>
                  <a:pt x="22995" y="45989"/>
                </a:lnTo>
                <a:cubicBezTo>
                  <a:pt x="35691" y="45989"/>
                  <a:pt x="45989" y="35691"/>
                  <a:pt x="45989" y="22995"/>
                </a:cubicBezTo>
                <a:lnTo>
                  <a:pt x="45989" y="22995"/>
                </a:lnTo>
                <a:cubicBezTo>
                  <a:pt x="45989" y="10298"/>
                  <a:pt x="35691" y="0"/>
                  <a:pt x="22995" y="0"/>
                </a:cubicBezTo>
                <a:lnTo>
                  <a:pt x="22995" y="0"/>
                </a:lnTo>
                <a:cubicBezTo>
                  <a:pt x="10299" y="0"/>
                  <a:pt x="1" y="10298"/>
                  <a:pt x="1" y="2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1"/>
          <p:cNvSpPr/>
          <p:nvPr/>
        </p:nvSpPr>
        <p:spPr>
          <a:xfrm rot="10800000">
            <a:off x="0" y="106075"/>
            <a:ext cx="3572600" cy="500050"/>
          </a:xfrm>
          <a:custGeom>
            <a:rect b="b" l="l" r="r" t="t"/>
            <a:pathLst>
              <a:path extrusionOk="0" h="20002" w="142904">
                <a:moveTo>
                  <a:pt x="1" y="2430"/>
                </a:moveTo>
                <a:cubicBezTo>
                  <a:pt x="1" y="2430"/>
                  <a:pt x="73043" y="2383"/>
                  <a:pt x="78263" y="4876"/>
                </a:cubicBezTo>
                <a:lnTo>
                  <a:pt x="78263" y="4876"/>
                </a:lnTo>
                <a:cubicBezTo>
                  <a:pt x="83482" y="7368"/>
                  <a:pt x="142904" y="20001"/>
                  <a:pt x="142904" y="20001"/>
                </a:cubicBezTo>
                <a:lnTo>
                  <a:pt x="142904" y="20001"/>
                </a:lnTo>
                <a:lnTo>
                  <a:pt x="142904" y="2430"/>
                </a:lnTo>
                <a:cubicBezTo>
                  <a:pt x="142904" y="2430"/>
                  <a:pt x="104125" y="7916"/>
                  <a:pt x="96179" y="2430"/>
                </a:cubicBezTo>
                <a:lnTo>
                  <a:pt x="96179" y="2430"/>
                </a:lnTo>
                <a:cubicBezTo>
                  <a:pt x="93530" y="612"/>
                  <a:pt x="81962" y="1"/>
                  <a:pt x="67714" y="1"/>
                </a:cubicBezTo>
                <a:lnTo>
                  <a:pt x="67714" y="1"/>
                </a:lnTo>
                <a:cubicBezTo>
                  <a:pt x="39218" y="1"/>
                  <a:pt x="1" y="2430"/>
                  <a:pt x="1" y="2430"/>
                </a:cubicBezTo>
              </a:path>
            </a:pathLst>
          </a:custGeom>
          <a:solidFill>
            <a:srgbClr val="FFFFFF">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69" name="Shape 2769"/>
        <p:cNvGrpSpPr/>
        <p:nvPr/>
      </p:nvGrpSpPr>
      <p:grpSpPr>
        <a:xfrm>
          <a:off x="0" y="0"/>
          <a:ext cx="0" cy="0"/>
          <a:chOff x="0" y="0"/>
          <a:chExt cx="0" cy="0"/>
        </a:xfrm>
      </p:grpSpPr>
      <p:sp>
        <p:nvSpPr>
          <p:cNvPr id="2770" name="Google Shape;2770;p5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2771" name="Google Shape;2771;p52"/>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a:t>
            </a:r>
            <a:r>
              <a:rPr lang="en" sz="1100">
                <a:solidFill>
                  <a:schemeClr val="lt1"/>
                </a:solidFill>
              </a:rPr>
              <a:t>our blog</a:t>
            </a:r>
            <a:r>
              <a:rPr lang="en" sz="1100">
                <a:solidFill>
                  <a:schemeClr val="lt1"/>
                </a:solidFill>
              </a:rPr>
              <a:t>:</a:t>
            </a:r>
            <a:endParaRPr sz="1100">
              <a:solidFill>
                <a:schemeClr val="lt1"/>
              </a:solidFill>
            </a:endParaRPr>
          </a:p>
          <a:p>
            <a:pPr indent="0" lvl="0" marL="0" rtl="0" algn="l">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75" name="Shape 2775"/>
        <p:cNvGrpSpPr/>
        <p:nvPr/>
      </p:nvGrpSpPr>
      <p:grpSpPr>
        <a:xfrm>
          <a:off x="0" y="0"/>
          <a:ext cx="0" cy="0"/>
          <a:chOff x="0" y="0"/>
          <a:chExt cx="0" cy="0"/>
        </a:xfrm>
      </p:grpSpPr>
      <p:sp>
        <p:nvSpPr>
          <p:cNvPr id="2776" name="Google Shape;2776;p53"/>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a:t>
            </a:r>
            <a:r>
              <a:rPr lang="en" sz="1100">
                <a:solidFill>
                  <a:schemeClr val="lt1"/>
                </a:solidFill>
              </a:rPr>
              <a:t>our blog</a:t>
            </a:r>
            <a:r>
              <a:rPr lang="en" sz="1100">
                <a:solidFill>
                  <a:schemeClr val="lt1"/>
                </a:solidFill>
              </a:rPr>
              <a:t>:</a:t>
            </a:r>
            <a:endParaRPr sz="1100">
              <a:solidFill>
                <a:schemeClr val="lt1"/>
              </a:solidFill>
            </a:endParaRPr>
          </a:p>
          <a:p>
            <a:pPr indent="0" lvl="0" marL="0" rtl="0" algn="l">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2777" name="Google Shape;2777;p5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81" name="Shape 2781"/>
        <p:cNvGrpSpPr/>
        <p:nvPr/>
      </p:nvGrpSpPr>
      <p:grpSpPr>
        <a:xfrm>
          <a:off x="0" y="0"/>
          <a:ext cx="0" cy="0"/>
          <a:chOff x="0" y="0"/>
          <a:chExt cx="0" cy="0"/>
        </a:xfrm>
      </p:grpSpPr>
      <p:sp>
        <p:nvSpPr>
          <p:cNvPr id="2782" name="Google Shape;2782;p54"/>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Bakback One</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https://fonts.google.com/specimen/Bakbak+One)</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Abel</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uFill>
                  <a:noFill/>
                </a:uFill>
                <a:hlinkClick r:id="rId4">
                  <a:extLst>
                    <a:ext uri="{A12FA001-AC4F-418D-AE19-62706E023703}">
                      <ahyp:hlinkClr val="tx"/>
                    </a:ext>
                  </a:extLst>
                </a:hlinkClick>
              </a:rPr>
              <a:t>(https://fonts.google.com/specimen/Abel)</a:t>
            </a:r>
            <a:endParaRPr sz="1100">
              <a:solidFill>
                <a:schemeClr val="lt1"/>
              </a:solidFill>
            </a:endParaRPr>
          </a:p>
        </p:txBody>
      </p:sp>
      <p:sp>
        <p:nvSpPr>
          <p:cNvPr id="2783" name="Google Shape;2783;p54"/>
          <p:cNvSpPr/>
          <p:nvPr/>
        </p:nvSpPr>
        <p:spPr>
          <a:xfrm>
            <a:off x="2199825" y="2946425"/>
            <a:ext cx="791400" cy="754200"/>
          </a:xfrm>
          <a:prstGeom prst="roundRect">
            <a:avLst>
              <a:gd fmla="val 16667" name="adj"/>
            </a:avLst>
          </a:prstGeom>
          <a:solidFill>
            <a:srgbClr val="274E1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txBox="1"/>
          <p:nvPr/>
        </p:nvSpPr>
        <p:spPr>
          <a:xfrm>
            <a:off x="2199825" y="31034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#274e13</a:t>
            </a:r>
            <a:endParaRPr sz="1000">
              <a:solidFill>
                <a:srgbClr val="FFFFFF"/>
              </a:solidFill>
            </a:endParaRPr>
          </a:p>
        </p:txBody>
      </p:sp>
      <p:sp>
        <p:nvSpPr>
          <p:cNvPr id="2785" name="Google Shape;2785;p54"/>
          <p:cNvSpPr/>
          <p:nvPr/>
        </p:nvSpPr>
        <p:spPr>
          <a:xfrm>
            <a:off x="3228325" y="2946425"/>
            <a:ext cx="791400" cy="754200"/>
          </a:xfrm>
          <a:prstGeom prst="roundRect">
            <a:avLst>
              <a:gd fmla="val 16667" name="adj"/>
            </a:avLst>
          </a:prstGeom>
          <a:solidFill>
            <a:srgbClr val="3876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txBox="1"/>
          <p:nvPr/>
        </p:nvSpPr>
        <p:spPr>
          <a:xfrm>
            <a:off x="3228325" y="31034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#38761d</a:t>
            </a:r>
            <a:endParaRPr sz="1000">
              <a:solidFill>
                <a:schemeClr val="dk1"/>
              </a:solidFill>
            </a:endParaRPr>
          </a:p>
        </p:txBody>
      </p:sp>
      <p:sp>
        <p:nvSpPr>
          <p:cNvPr id="2787" name="Google Shape;2787;p5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2788" name="Google Shape;2788;p54"/>
          <p:cNvSpPr/>
          <p:nvPr/>
        </p:nvSpPr>
        <p:spPr>
          <a:xfrm>
            <a:off x="4176300" y="2946425"/>
            <a:ext cx="791400" cy="754200"/>
          </a:xfrm>
          <a:prstGeom prst="roundRect">
            <a:avLst>
              <a:gd fmla="val 16667" name="adj"/>
            </a:avLst>
          </a:prstGeom>
          <a:solidFill>
            <a:srgbClr val="6A80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txBox="1"/>
          <p:nvPr/>
        </p:nvSpPr>
        <p:spPr>
          <a:xfrm>
            <a:off x="4176300" y="31034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#6a8060</a:t>
            </a:r>
            <a:endParaRPr sz="1000">
              <a:solidFill>
                <a:schemeClr val="dk1"/>
              </a:solidFill>
            </a:endParaRPr>
          </a:p>
        </p:txBody>
      </p:sp>
      <p:sp>
        <p:nvSpPr>
          <p:cNvPr id="2790" name="Google Shape;2790;p54"/>
          <p:cNvSpPr/>
          <p:nvPr/>
        </p:nvSpPr>
        <p:spPr>
          <a:xfrm>
            <a:off x="6152775" y="2946425"/>
            <a:ext cx="791400" cy="754200"/>
          </a:xfrm>
          <a:prstGeom prst="roundRect">
            <a:avLst>
              <a:gd fmla="val 16667" name="adj"/>
            </a:avLst>
          </a:prstGeom>
          <a:solidFill>
            <a:srgbClr val="638C5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txBox="1"/>
          <p:nvPr/>
        </p:nvSpPr>
        <p:spPr>
          <a:xfrm>
            <a:off x="6152775" y="31034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#638c50</a:t>
            </a:r>
            <a:endParaRPr sz="1000">
              <a:solidFill>
                <a:schemeClr val="dk1"/>
              </a:solidFill>
            </a:endParaRPr>
          </a:p>
        </p:txBody>
      </p:sp>
      <p:sp>
        <p:nvSpPr>
          <p:cNvPr id="2792" name="Google Shape;2792;p54"/>
          <p:cNvSpPr/>
          <p:nvPr/>
        </p:nvSpPr>
        <p:spPr>
          <a:xfrm>
            <a:off x="2199813" y="3834550"/>
            <a:ext cx="791400" cy="754200"/>
          </a:xfrm>
          <a:prstGeom prst="roundRect">
            <a:avLst>
              <a:gd fmla="val 16667" name="adj"/>
            </a:avLst>
          </a:prstGeom>
          <a:solidFill>
            <a:srgbClr val="65A64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txBox="1"/>
          <p:nvPr/>
        </p:nvSpPr>
        <p:spPr>
          <a:xfrm>
            <a:off x="2199813" y="3991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#65a649</a:t>
            </a:r>
            <a:endParaRPr sz="1000">
              <a:solidFill>
                <a:schemeClr val="dk1"/>
              </a:solidFill>
            </a:endParaRPr>
          </a:p>
        </p:txBody>
      </p:sp>
      <p:sp>
        <p:nvSpPr>
          <p:cNvPr id="2794" name="Google Shape;2794;p54"/>
          <p:cNvSpPr/>
          <p:nvPr/>
        </p:nvSpPr>
        <p:spPr>
          <a:xfrm>
            <a:off x="3228313" y="3834550"/>
            <a:ext cx="791400" cy="754200"/>
          </a:xfrm>
          <a:prstGeom prst="roundRect">
            <a:avLst>
              <a:gd fmla="val 16667" name="adj"/>
            </a:avLst>
          </a:prstGeom>
          <a:solidFill>
            <a:srgbClr val="7A9E6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txBox="1"/>
          <p:nvPr/>
        </p:nvSpPr>
        <p:spPr>
          <a:xfrm>
            <a:off x="3228313" y="3991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#7a9e6a</a:t>
            </a:r>
            <a:endParaRPr sz="1000">
              <a:solidFill>
                <a:schemeClr val="dk1"/>
              </a:solidFill>
            </a:endParaRPr>
          </a:p>
        </p:txBody>
      </p:sp>
      <p:sp>
        <p:nvSpPr>
          <p:cNvPr id="2796" name="Google Shape;2796;p54"/>
          <p:cNvSpPr/>
          <p:nvPr/>
        </p:nvSpPr>
        <p:spPr>
          <a:xfrm>
            <a:off x="4176288" y="3834550"/>
            <a:ext cx="791400" cy="754200"/>
          </a:xfrm>
          <a:prstGeom prst="roundRect">
            <a:avLst>
              <a:gd fmla="val 16667" name="adj"/>
            </a:avLst>
          </a:prstGeom>
          <a:solidFill>
            <a:srgbClr val="89B17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txBox="1"/>
          <p:nvPr/>
        </p:nvSpPr>
        <p:spPr>
          <a:xfrm>
            <a:off x="4176288" y="3991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#89b177</a:t>
            </a:r>
            <a:endParaRPr sz="1000">
              <a:solidFill>
                <a:schemeClr val="dk1"/>
              </a:solidFill>
            </a:endParaRPr>
          </a:p>
        </p:txBody>
      </p:sp>
      <p:sp>
        <p:nvSpPr>
          <p:cNvPr id="2798" name="Google Shape;2798;p54"/>
          <p:cNvSpPr/>
          <p:nvPr/>
        </p:nvSpPr>
        <p:spPr>
          <a:xfrm>
            <a:off x="5164550" y="2946425"/>
            <a:ext cx="791400" cy="754200"/>
          </a:xfrm>
          <a:prstGeom prst="roundRect">
            <a:avLst>
              <a:gd fmla="val 16667" name="adj"/>
            </a:avLst>
          </a:prstGeom>
          <a:solidFill>
            <a:srgbClr val="9DAB9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txBox="1"/>
          <p:nvPr/>
        </p:nvSpPr>
        <p:spPr>
          <a:xfrm>
            <a:off x="5164550" y="31034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#9dab96</a:t>
            </a:r>
            <a:endParaRPr sz="1000">
              <a:solidFill>
                <a:schemeClr val="dk1"/>
              </a:solidFill>
            </a:endParaRPr>
          </a:p>
        </p:txBody>
      </p:sp>
      <p:sp>
        <p:nvSpPr>
          <p:cNvPr id="2800" name="Google Shape;2800;p54"/>
          <p:cNvSpPr/>
          <p:nvPr/>
        </p:nvSpPr>
        <p:spPr>
          <a:xfrm>
            <a:off x="6152775" y="3834550"/>
            <a:ext cx="791400" cy="754200"/>
          </a:xfrm>
          <a:prstGeom prst="roundRect">
            <a:avLst>
              <a:gd fmla="val 16667" name="adj"/>
            </a:avLst>
          </a:prstGeom>
          <a:solidFill>
            <a:schemeClr val="accent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txBox="1"/>
          <p:nvPr/>
        </p:nvSpPr>
        <p:spPr>
          <a:xfrm>
            <a:off x="6152775" y="3991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#ffffff</a:t>
            </a:r>
            <a:endParaRPr sz="1000">
              <a:solidFill>
                <a:srgbClr val="434343"/>
              </a:solidFill>
            </a:endParaRPr>
          </a:p>
        </p:txBody>
      </p:sp>
      <p:sp>
        <p:nvSpPr>
          <p:cNvPr id="2802" name="Google Shape;2802;p54"/>
          <p:cNvSpPr/>
          <p:nvPr/>
        </p:nvSpPr>
        <p:spPr>
          <a:xfrm>
            <a:off x="5164550" y="3834550"/>
            <a:ext cx="791400" cy="754200"/>
          </a:xfrm>
          <a:prstGeom prst="roundRect">
            <a:avLst>
              <a:gd fmla="val 16667" name="adj"/>
            </a:avLst>
          </a:prstGeom>
          <a:solidFill>
            <a:srgbClr val="D9ECD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txBox="1"/>
          <p:nvPr/>
        </p:nvSpPr>
        <p:spPr>
          <a:xfrm>
            <a:off x="5164550" y="39916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#d9ecd3</a:t>
            </a:r>
            <a:endParaRPr sz="1000">
              <a:solidFill>
                <a:srgbClr val="434343"/>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07" name="Shape 2807"/>
        <p:cNvGrpSpPr/>
        <p:nvPr/>
      </p:nvGrpSpPr>
      <p:grpSpPr>
        <a:xfrm>
          <a:off x="0" y="0"/>
          <a:ext cx="0" cy="0"/>
          <a:chOff x="0" y="0"/>
          <a:chExt cx="0" cy="0"/>
        </a:xfrm>
      </p:grpSpPr>
      <p:sp>
        <p:nvSpPr>
          <p:cNvPr id="2808" name="Google Shape;2808;p55"/>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2809" name="Google Shape;2809;p5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2810" name="Google Shape;2810;p55"/>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2811" name="Google Shape;2811;p55">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2812" name="Google Shape;2812;p55">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2813" name="Google Shape;2813;p55">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2814" name="Google Shape;2814;p55">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2815" name="Google Shape;2815;p55"/>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2816" name="Google Shape;2816;p55"/>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2817" name="Google Shape;2817;p55"/>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2818" name="Google Shape;2818;p55"/>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2819" name="Google Shape;2819;p55">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23" name="Shape 2823"/>
        <p:cNvGrpSpPr/>
        <p:nvPr/>
      </p:nvGrpSpPr>
      <p:grpSpPr>
        <a:xfrm>
          <a:off x="0" y="0"/>
          <a:ext cx="0" cy="0"/>
          <a:chOff x="0" y="0"/>
          <a:chExt cx="0" cy="0"/>
        </a:xfrm>
      </p:grpSpPr>
      <p:sp>
        <p:nvSpPr>
          <p:cNvPr id="2824" name="Google Shape;2824;p56"/>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2825" name="Google Shape;2825;p5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2826" name="Google Shape;2826;p56"/>
          <p:cNvGrpSpPr/>
          <p:nvPr/>
        </p:nvGrpSpPr>
        <p:grpSpPr>
          <a:xfrm>
            <a:off x="5048544" y="3019584"/>
            <a:ext cx="442841" cy="514271"/>
            <a:chOff x="4727025" y="1332775"/>
            <a:chExt cx="59900" cy="69625"/>
          </a:xfrm>
        </p:grpSpPr>
        <p:sp>
          <p:nvSpPr>
            <p:cNvPr id="2827" name="Google Shape;2827;p5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9" name="Google Shape;2829;p56"/>
          <p:cNvGrpSpPr/>
          <p:nvPr/>
        </p:nvGrpSpPr>
        <p:grpSpPr>
          <a:xfrm>
            <a:off x="5723860" y="2267072"/>
            <a:ext cx="500909" cy="500899"/>
            <a:chOff x="4820425" y="1329900"/>
            <a:chExt cx="70175" cy="70350"/>
          </a:xfrm>
        </p:grpSpPr>
        <p:sp>
          <p:nvSpPr>
            <p:cNvPr id="2830" name="Google Shape;2830;p5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4" name="Google Shape;2834;p56"/>
          <p:cNvGrpSpPr/>
          <p:nvPr/>
        </p:nvGrpSpPr>
        <p:grpSpPr>
          <a:xfrm>
            <a:off x="6376484" y="2278862"/>
            <a:ext cx="538135" cy="493119"/>
            <a:chOff x="4903200" y="1331525"/>
            <a:chExt cx="73575" cy="67425"/>
          </a:xfrm>
        </p:grpSpPr>
        <p:sp>
          <p:nvSpPr>
            <p:cNvPr id="2835" name="Google Shape;2835;p5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836" name="Google Shape;2836;p5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56"/>
          <p:cNvGrpSpPr/>
          <p:nvPr/>
        </p:nvGrpSpPr>
        <p:grpSpPr>
          <a:xfrm>
            <a:off x="5636435" y="3020840"/>
            <a:ext cx="544563" cy="511895"/>
            <a:chOff x="4815575" y="1416800"/>
            <a:chExt cx="73750" cy="71400"/>
          </a:xfrm>
        </p:grpSpPr>
        <p:sp>
          <p:nvSpPr>
            <p:cNvPr id="2838" name="Google Shape;2838;p5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1" name="Google Shape;2841;p56"/>
          <p:cNvGrpSpPr/>
          <p:nvPr/>
        </p:nvGrpSpPr>
        <p:grpSpPr>
          <a:xfrm>
            <a:off x="6333060" y="3020546"/>
            <a:ext cx="602914" cy="512477"/>
            <a:chOff x="4902475" y="1418875"/>
            <a:chExt cx="74500" cy="63775"/>
          </a:xfrm>
        </p:grpSpPr>
        <p:sp>
          <p:nvSpPr>
            <p:cNvPr id="2842" name="Google Shape;2842;p5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4" name="Google Shape;2844;p56"/>
          <p:cNvGrpSpPr/>
          <p:nvPr/>
        </p:nvGrpSpPr>
        <p:grpSpPr>
          <a:xfrm>
            <a:off x="5748932" y="3759785"/>
            <a:ext cx="515391" cy="525699"/>
            <a:chOff x="4818100" y="1507675"/>
            <a:chExt cx="71225" cy="71625"/>
          </a:xfrm>
        </p:grpSpPr>
        <p:sp>
          <p:nvSpPr>
            <p:cNvPr id="2845" name="Google Shape;2845;p5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9" name="Google Shape;2849;p56"/>
          <p:cNvGrpSpPr/>
          <p:nvPr/>
        </p:nvGrpSpPr>
        <p:grpSpPr>
          <a:xfrm>
            <a:off x="5087034" y="3781317"/>
            <a:ext cx="522956" cy="489869"/>
            <a:chOff x="4721450" y="1509475"/>
            <a:chExt cx="79350" cy="74325"/>
          </a:xfrm>
        </p:grpSpPr>
        <p:sp>
          <p:nvSpPr>
            <p:cNvPr id="2850" name="Google Shape;2850;p5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4" name="Google Shape;2854;p56"/>
          <p:cNvGrpSpPr/>
          <p:nvPr/>
        </p:nvGrpSpPr>
        <p:grpSpPr>
          <a:xfrm>
            <a:off x="6410277" y="3761069"/>
            <a:ext cx="525704" cy="535436"/>
            <a:chOff x="4906800" y="1507500"/>
            <a:chExt cx="70350" cy="71075"/>
          </a:xfrm>
        </p:grpSpPr>
        <p:sp>
          <p:nvSpPr>
            <p:cNvPr id="2855" name="Google Shape;2855;p5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0" name="Google Shape;2860;p56"/>
          <p:cNvGrpSpPr/>
          <p:nvPr/>
        </p:nvGrpSpPr>
        <p:grpSpPr>
          <a:xfrm>
            <a:off x="4443099" y="2267050"/>
            <a:ext cx="508054" cy="508095"/>
            <a:chOff x="3736598" y="2170606"/>
            <a:chExt cx="404889" cy="404889"/>
          </a:xfrm>
        </p:grpSpPr>
        <p:sp>
          <p:nvSpPr>
            <p:cNvPr id="2861" name="Google Shape;2861;p5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5" name="Google Shape;2865;p56"/>
          <p:cNvGrpSpPr/>
          <p:nvPr/>
        </p:nvGrpSpPr>
        <p:grpSpPr>
          <a:xfrm>
            <a:off x="3731139" y="2267145"/>
            <a:ext cx="575790" cy="507904"/>
            <a:chOff x="3161917" y="2170682"/>
            <a:chExt cx="458870" cy="404737"/>
          </a:xfrm>
        </p:grpSpPr>
        <p:sp>
          <p:nvSpPr>
            <p:cNvPr id="2866" name="Google Shape;2866;p5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867" name="Google Shape;2867;p5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9" name="Google Shape;2869;p56"/>
          <p:cNvGrpSpPr/>
          <p:nvPr/>
        </p:nvGrpSpPr>
        <p:grpSpPr>
          <a:xfrm>
            <a:off x="3758669" y="3027517"/>
            <a:ext cx="520730" cy="498567"/>
            <a:chOff x="3179914" y="2889488"/>
            <a:chExt cx="422876" cy="404911"/>
          </a:xfrm>
        </p:grpSpPr>
        <p:sp>
          <p:nvSpPr>
            <p:cNvPr id="2870" name="Google Shape;2870;p5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6" name="Google Shape;2876;p56"/>
          <p:cNvGrpSpPr/>
          <p:nvPr/>
        </p:nvGrpSpPr>
        <p:grpSpPr>
          <a:xfrm>
            <a:off x="4387349" y="3027477"/>
            <a:ext cx="516145" cy="498648"/>
            <a:chOff x="3729467" y="2889422"/>
            <a:chExt cx="419153" cy="404977"/>
          </a:xfrm>
        </p:grpSpPr>
        <p:sp>
          <p:nvSpPr>
            <p:cNvPr id="2877" name="Google Shape;2877;p5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4" name="Google Shape;2884;p56"/>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8" name="Google Shape;2888;p56"/>
          <p:cNvGrpSpPr/>
          <p:nvPr/>
        </p:nvGrpSpPr>
        <p:grpSpPr>
          <a:xfrm>
            <a:off x="7107677" y="2474362"/>
            <a:ext cx="166473" cy="141497"/>
            <a:chOff x="4660325" y="1866850"/>
            <a:chExt cx="68350" cy="58100"/>
          </a:xfrm>
        </p:grpSpPr>
        <p:sp>
          <p:nvSpPr>
            <p:cNvPr id="2889" name="Google Shape;2889;p5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1" name="Google Shape;2891;p56"/>
          <p:cNvGrpSpPr/>
          <p:nvPr/>
        </p:nvGrpSpPr>
        <p:grpSpPr>
          <a:xfrm>
            <a:off x="7417022" y="2500086"/>
            <a:ext cx="162515" cy="90049"/>
            <a:chOff x="4791775" y="1877500"/>
            <a:chExt cx="66725" cy="36975"/>
          </a:xfrm>
        </p:grpSpPr>
        <p:sp>
          <p:nvSpPr>
            <p:cNvPr id="2892" name="Google Shape;2892;p5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 name="Google Shape;2894;p56"/>
          <p:cNvGrpSpPr/>
          <p:nvPr/>
        </p:nvGrpSpPr>
        <p:grpSpPr>
          <a:xfrm>
            <a:off x="7738734" y="2500086"/>
            <a:ext cx="144979" cy="90049"/>
            <a:chOff x="4923925" y="1877500"/>
            <a:chExt cx="59525" cy="36975"/>
          </a:xfrm>
        </p:grpSpPr>
        <p:sp>
          <p:nvSpPr>
            <p:cNvPr id="2895" name="Google Shape;2895;p5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7" name="Google Shape;2897;p56"/>
          <p:cNvGrpSpPr/>
          <p:nvPr/>
        </p:nvGrpSpPr>
        <p:grpSpPr>
          <a:xfrm>
            <a:off x="8033226" y="2482277"/>
            <a:ext cx="141447" cy="125667"/>
            <a:chOff x="5058450" y="1870100"/>
            <a:chExt cx="58075" cy="51600"/>
          </a:xfrm>
        </p:grpSpPr>
        <p:sp>
          <p:nvSpPr>
            <p:cNvPr id="2898" name="Google Shape;2898;p5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 name="Google Shape;2900;p56"/>
          <p:cNvGrpSpPr/>
          <p:nvPr/>
        </p:nvGrpSpPr>
        <p:grpSpPr>
          <a:xfrm>
            <a:off x="7447741" y="2904685"/>
            <a:ext cx="101077" cy="107645"/>
            <a:chOff x="4811425" y="2065025"/>
            <a:chExt cx="41500" cy="44200"/>
          </a:xfrm>
        </p:grpSpPr>
        <p:sp>
          <p:nvSpPr>
            <p:cNvPr id="2901" name="Google Shape;2901;p5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3" name="Google Shape;2903;p56"/>
          <p:cNvGrpSpPr/>
          <p:nvPr/>
        </p:nvGrpSpPr>
        <p:grpSpPr>
          <a:xfrm>
            <a:off x="7740178" y="2904898"/>
            <a:ext cx="120867" cy="107218"/>
            <a:chOff x="4929875" y="2065025"/>
            <a:chExt cx="49625" cy="44025"/>
          </a:xfrm>
        </p:grpSpPr>
        <p:sp>
          <p:nvSpPr>
            <p:cNvPr id="2904" name="Google Shape;2904;p5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6" name="Google Shape;2906;p56"/>
          <p:cNvGrpSpPr/>
          <p:nvPr/>
        </p:nvGrpSpPr>
        <p:grpSpPr>
          <a:xfrm>
            <a:off x="8068847" y="2907912"/>
            <a:ext cx="70206" cy="101191"/>
            <a:chOff x="5083925" y="2066350"/>
            <a:chExt cx="28825" cy="41550"/>
          </a:xfrm>
        </p:grpSpPr>
        <p:sp>
          <p:nvSpPr>
            <p:cNvPr id="2907" name="Google Shape;2907;p5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9" name="Google Shape;2909;p56"/>
          <p:cNvGrpSpPr/>
          <p:nvPr/>
        </p:nvGrpSpPr>
        <p:grpSpPr>
          <a:xfrm>
            <a:off x="7100401" y="2923559"/>
            <a:ext cx="181026" cy="69896"/>
            <a:chOff x="4659775" y="2072775"/>
            <a:chExt cx="74325" cy="28700"/>
          </a:xfrm>
        </p:grpSpPr>
        <p:sp>
          <p:nvSpPr>
            <p:cNvPr id="2910" name="Google Shape;2910;p5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56"/>
          <p:cNvGrpSpPr/>
          <p:nvPr/>
        </p:nvGrpSpPr>
        <p:grpSpPr>
          <a:xfrm>
            <a:off x="8020257" y="2714124"/>
            <a:ext cx="167387" cy="89197"/>
            <a:chOff x="4662475" y="1976500"/>
            <a:chExt cx="68725" cy="36625"/>
          </a:xfrm>
        </p:grpSpPr>
        <p:sp>
          <p:nvSpPr>
            <p:cNvPr id="2914" name="Google Shape;2914;p5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56"/>
          <p:cNvGrpSpPr/>
          <p:nvPr/>
        </p:nvGrpSpPr>
        <p:grpSpPr>
          <a:xfrm>
            <a:off x="7717162" y="2717564"/>
            <a:ext cx="166899" cy="82317"/>
            <a:chOff x="4920150" y="1977875"/>
            <a:chExt cx="68525" cy="33800"/>
          </a:xfrm>
        </p:grpSpPr>
        <p:sp>
          <p:nvSpPr>
            <p:cNvPr id="2918" name="Google Shape;2918;p5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1" name="Google Shape;2921;p56"/>
          <p:cNvGrpSpPr/>
          <p:nvPr/>
        </p:nvGrpSpPr>
        <p:grpSpPr>
          <a:xfrm>
            <a:off x="7128319" y="3121482"/>
            <a:ext cx="125190" cy="127858"/>
            <a:chOff x="4676550" y="2160575"/>
            <a:chExt cx="51400" cy="52500"/>
          </a:xfrm>
        </p:grpSpPr>
        <p:sp>
          <p:nvSpPr>
            <p:cNvPr id="2922" name="Google Shape;2922;p5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5" name="Google Shape;2925;p56"/>
          <p:cNvGrpSpPr/>
          <p:nvPr/>
        </p:nvGrpSpPr>
        <p:grpSpPr>
          <a:xfrm>
            <a:off x="7425577" y="3128514"/>
            <a:ext cx="145405" cy="113794"/>
            <a:chOff x="4768325" y="2163475"/>
            <a:chExt cx="59700" cy="46725"/>
          </a:xfrm>
        </p:grpSpPr>
        <p:sp>
          <p:nvSpPr>
            <p:cNvPr id="2926" name="Google Shape;2926;p5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8" name="Google Shape;2928;p56"/>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4" name="Google Shape;2934;p56"/>
          <p:cNvGrpSpPr/>
          <p:nvPr/>
        </p:nvGrpSpPr>
        <p:grpSpPr>
          <a:xfrm>
            <a:off x="7441895" y="3383608"/>
            <a:ext cx="112768" cy="106853"/>
            <a:chOff x="4768575" y="2253950"/>
            <a:chExt cx="46300" cy="43875"/>
          </a:xfrm>
        </p:grpSpPr>
        <p:sp>
          <p:nvSpPr>
            <p:cNvPr id="2935" name="Google Shape;2935;p5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7" name="Google Shape;2937;p56"/>
          <p:cNvGrpSpPr/>
          <p:nvPr/>
        </p:nvGrpSpPr>
        <p:grpSpPr>
          <a:xfrm>
            <a:off x="7741518" y="3872634"/>
            <a:ext cx="118187" cy="146246"/>
            <a:chOff x="4960900" y="2433225"/>
            <a:chExt cx="48525" cy="60050"/>
          </a:xfrm>
        </p:grpSpPr>
        <p:sp>
          <p:nvSpPr>
            <p:cNvPr id="2938" name="Google Shape;2938;p5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0" name="Google Shape;2940;p56"/>
          <p:cNvGrpSpPr/>
          <p:nvPr/>
        </p:nvGrpSpPr>
        <p:grpSpPr>
          <a:xfrm>
            <a:off x="7430083" y="4136695"/>
            <a:ext cx="136394" cy="143810"/>
            <a:chOff x="4854075" y="2527625"/>
            <a:chExt cx="56000" cy="59050"/>
          </a:xfrm>
        </p:grpSpPr>
        <p:sp>
          <p:nvSpPr>
            <p:cNvPr id="2941" name="Google Shape;2941;p5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3" name="Google Shape;2943;p56"/>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6" name="Google Shape;2946;p56"/>
          <p:cNvGrpSpPr/>
          <p:nvPr/>
        </p:nvGrpSpPr>
        <p:grpSpPr>
          <a:xfrm>
            <a:off x="8054294" y="3600439"/>
            <a:ext cx="99312" cy="160797"/>
            <a:chOff x="5059700" y="2334775"/>
            <a:chExt cx="40775" cy="66025"/>
          </a:xfrm>
        </p:grpSpPr>
        <p:sp>
          <p:nvSpPr>
            <p:cNvPr id="2947" name="Google Shape;2947;p5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6" name="Google Shape;2956;p56"/>
          <p:cNvGrpSpPr/>
          <p:nvPr/>
        </p:nvGrpSpPr>
        <p:grpSpPr>
          <a:xfrm>
            <a:off x="8011458" y="3865571"/>
            <a:ext cx="184984" cy="160371"/>
            <a:chOff x="5037700" y="2430325"/>
            <a:chExt cx="75950" cy="65850"/>
          </a:xfrm>
        </p:grpSpPr>
        <p:sp>
          <p:nvSpPr>
            <p:cNvPr id="2957" name="Google Shape;2957;p5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9" name="Google Shape;2959;p56"/>
          <p:cNvGrpSpPr/>
          <p:nvPr/>
        </p:nvGrpSpPr>
        <p:grpSpPr>
          <a:xfrm>
            <a:off x="7430964" y="3632023"/>
            <a:ext cx="173014" cy="97629"/>
            <a:chOff x="4756975" y="2341800"/>
            <a:chExt cx="91975" cy="51925"/>
          </a:xfrm>
        </p:grpSpPr>
        <p:sp>
          <p:nvSpPr>
            <p:cNvPr id="2960" name="Google Shape;2960;p5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0" name="Google Shape;2980;p56"/>
          <p:cNvGrpSpPr/>
          <p:nvPr/>
        </p:nvGrpSpPr>
        <p:grpSpPr>
          <a:xfrm>
            <a:off x="7697901" y="4120720"/>
            <a:ext cx="212497" cy="175761"/>
            <a:chOff x="4943575" y="2516350"/>
            <a:chExt cx="98675" cy="81700"/>
          </a:xfrm>
        </p:grpSpPr>
        <p:sp>
          <p:nvSpPr>
            <p:cNvPr id="2981" name="Google Shape;2981;p5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56"/>
          <p:cNvGrpSpPr/>
          <p:nvPr/>
        </p:nvGrpSpPr>
        <p:grpSpPr>
          <a:xfrm>
            <a:off x="1955962" y="3346963"/>
            <a:ext cx="965351" cy="134611"/>
            <a:chOff x="4411970" y="2962952"/>
            <a:chExt cx="706544" cy="104212"/>
          </a:xfrm>
        </p:grpSpPr>
        <p:sp>
          <p:nvSpPr>
            <p:cNvPr id="3060" name="Google Shape;3060;p5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4" name="Google Shape;3064;p56"/>
          <p:cNvGrpSpPr/>
          <p:nvPr/>
        </p:nvGrpSpPr>
        <p:grpSpPr>
          <a:xfrm>
            <a:off x="1955962" y="2935877"/>
            <a:ext cx="960158" cy="289172"/>
            <a:chOff x="4411970" y="2726085"/>
            <a:chExt cx="643107" cy="193659"/>
          </a:xfrm>
        </p:grpSpPr>
        <p:sp>
          <p:nvSpPr>
            <p:cNvPr id="3065" name="Google Shape;3065;p5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8" name="Google Shape;3068;p56"/>
          <p:cNvGrpSpPr/>
          <p:nvPr/>
        </p:nvGrpSpPr>
        <p:grpSpPr>
          <a:xfrm>
            <a:off x="958854" y="3201987"/>
            <a:ext cx="833173" cy="259209"/>
            <a:chOff x="4411970" y="4340222"/>
            <a:chExt cx="779467" cy="242683"/>
          </a:xfrm>
        </p:grpSpPr>
        <p:sp>
          <p:nvSpPr>
            <p:cNvPr id="3069" name="Google Shape;3069;p5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 name="Google Shape;3072;p56"/>
          <p:cNvGrpSpPr/>
          <p:nvPr/>
        </p:nvGrpSpPr>
        <p:grpSpPr>
          <a:xfrm>
            <a:off x="1955962" y="2597733"/>
            <a:ext cx="965160" cy="216230"/>
            <a:chOff x="4411970" y="2468674"/>
            <a:chExt cx="747317" cy="167425"/>
          </a:xfrm>
        </p:grpSpPr>
        <p:sp>
          <p:nvSpPr>
            <p:cNvPr id="3073" name="Google Shape;3073;p5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5" name="Google Shape;3075;p56"/>
          <p:cNvGrpSpPr/>
          <p:nvPr/>
        </p:nvGrpSpPr>
        <p:grpSpPr>
          <a:xfrm>
            <a:off x="954709" y="2502450"/>
            <a:ext cx="810451" cy="319148"/>
            <a:chOff x="4411970" y="3686602"/>
            <a:chExt cx="797845" cy="314215"/>
          </a:xfrm>
        </p:grpSpPr>
        <p:sp>
          <p:nvSpPr>
            <p:cNvPr id="3076" name="Google Shape;3076;p56"/>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1" name="Google Shape;3081;p56"/>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2" name="Google Shape;3082;p56"/>
          <p:cNvGrpSpPr/>
          <p:nvPr/>
        </p:nvGrpSpPr>
        <p:grpSpPr>
          <a:xfrm>
            <a:off x="954806" y="2256974"/>
            <a:ext cx="1970333" cy="208784"/>
            <a:chOff x="6336019" y="3733725"/>
            <a:chExt cx="2566206" cy="351310"/>
          </a:xfrm>
        </p:grpSpPr>
        <p:sp>
          <p:nvSpPr>
            <p:cNvPr id="3083" name="Google Shape;3083;p56"/>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7" name="Google Shape;3087;p56"/>
          <p:cNvGrpSpPr/>
          <p:nvPr/>
        </p:nvGrpSpPr>
        <p:grpSpPr>
          <a:xfrm>
            <a:off x="1955962" y="3864529"/>
            <a:ext cx="946551" cy="153200"/>
            <a:chOff x="4404545" y="3301592"/>
            <a:chExt cx="782403" cy="129272"/>
          </a:xfrm>
        </p:grpSpPr>
        <p:sp>
          <p:nvSpPr>
            <p:cNvPr id="3088" name="Google Shape;3088;p5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56"/>
          <p:cNvGrpSpPr/>
          <p:nvPr/>
        </p:nvGrpSpPr>
        <p:grpSpPr>
          <a:xfrm>
            <a:off x="1955962" y="3603488"/>
            <a:ext cx="962257" cy="139127"/>
            <a:chOff x="4411970" y="3131459"/>
            <a:chExt cx="710520" cy="117397"/>
          </a:xfrm>
        </p:grpSpPr>
        <p:sp>
          <p:nvSpPr>
            <p:cNvPr id="3091" name="Google Shape;3091;p5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093" name="Google Shape;3093;p56"/>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4" name="Google Shape;3094;p56"/>
          <p:cNvGrpSpPr/>
          <p:nvPr/>
        </p:nvGrpSpPr>
        <p:grpSpPr>
          <a:xfrm>
            <a:off x="956107" y="3538282"/>
            <a:ext cx="823838" cy="458988"/>
            <a:chOff x="4411970" y="1801825"/>
            <a:chExt cx="734586" cy="409262"/>
          </a:xfrm>
        </p:grpSpPr>
        <p:sp>
          <p:nvSpPr>
            <p:cNvPr id="3095" name="Google Shape;3095;p5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7" name="Google Shape;3097;p56"/>
          <p:cNvGrpSpPr/>
          <p:nvPr/>
        </p:nvGrpSpPr>
        <p:grpSpPr>
          <a:xfrm>
            <a:off x="956107" y="4086708"/>
            <a:ext cx="856348" cy="212039"/>
            <a:chOff x="4411970" y="2233974"/>
            <a:chExt cx="763574" cy="189068"/>
          </a:xfrm>
        </p:grpSpPr>
        <p:sp>
          <p:nvSpPr>
            <p:cNvPr id="3098" name="Google Shape;3098;p56"/>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0" name="Google Shape;3100;p56"/>
          <p:cNvGrpSpPr/>
          <p:nvPr/>
        </p:nvGrpSpPr>
        <p:grpSpPr>
          <a:xfrm>
            <a:off x="3066303" y="2262044"/>
            <a:ext cx="511602" cy="511602"/>
            <a:chOff x="5681300" y="2527788"/>
            <a:chExt cx="805800" cy="805800"/>
          </a:xfrm>
        </p:grpSpPr>
        <p:sp>
          <p:nvSpPr>
            <p:cNvPr id="3101" name="Google Shape;3101;p56"/>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3" name="Google Shape;3103;p56"/>
          <p:cNvGrpSpPr/>
          <p:nvPr/>
        </p:nvGrpSpPr>
        <p:grpSpPr>
          <a:xfrm>
            <a:off x="3063497" y="3028627"/>
            <a:ext cx="513021" cy="512935"/>
            <a:chOff x="4049800" y="640400"/>
            <a:chExt cx="858900" cy="858900"/>
          </a:xfrm>
        </p:grpSpPr>
        <p:sp>
          <p:nvSpPr>
            <p:cNvPr id="3104" name="Google Shape;3104;p56"/>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6" name="Google Shape;3106;p56"/>
          <p:cNvGrpSpPr/>
          <p:nvPr/>
        </p:nvGrpSpPr>
        <p:grpSpPr>
          <a:xfrm>
            <a:off x="2980696" y="3680519"/>
            <a:ext cx="686489" cy="686585"/>
            <a:chOff x="5080188" y="927900"/>
            <a:chExt cx="961200" cy="961200"/>
          </a:xfrm>
        </p:grpSpPr>
        <p:sp>
          <p:nvSpPr>
            <p:cNvPr id="3107" name="Google Shape;3107;p56"/>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5" name="Google Shape;3115;p56"/>
          <p:cNvGrpSpPr/>
          <p:nvPr/>
        </p:nvGrpSpPr>
        <p:grpSpPr>
          <a:xfrm>
            <a:off x="3763848" y="3773248"/>
            <a:ext cx="510373" cy="510937"/>
            <a:chOff x="7508249" y="1522825"/>
            <a:chExt cx="1326332" cy="1322987"/>
          </a:xfrm>
        </p:grpSpPr>
        <p:sp>
          <p:nvSpPr>
            <p:cNvPr id="3116" name="Google Shape;3116;p56"/>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56"/>
          <p:cNvGrpSpPr/>
          <p:nvPr/>
        </p:nvGrpSpPr>
        <p:grpSpPr>
          <a:xfrm>
            <a:off x="4455441" y="3774653"/>
            <a:ext cx="492652" cy="503348"/>
            <a:chOff x="6039282" y="1042577"/>
            <a:chExt cx="734315" cy="731929"/>
          </a:xfrm>
        </p:grpSpPr>
        <p:sp>
          <p:nvSpPr>
            <p:cNvPr id="3127" name="Google Shape;3127;p5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8" name="Google Shape;3148;p56"/>
          <p:cNvGrpSpPr/>
          <p:nvPr/>
        </p:nvGrpSpPr>
        <p:grpSpPr>
          <a:xfrm>
            <a:off x="5095855" y="2270694"/>
            <a:ext cx="483304" cy="504902"/>
            <a:chOff x="1825800" y="1651625"/>
            <a:chExt cx="568125" cy="591775"/>
          </a:xfrm>
        </p:grpSpPr>
        <p:sp>
          <p:nvSpPr>
            <p:cNvPr id="3149" name="Google Shape;3149;p56"/>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5" name="Google Shape;3155;p56"/>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2" name="Shape 3162"/>
        <p:cNvGrpSpPr/>
        <p:nvPr/>
      </p:nvGrpSpPr>
      <p:grpSpPr>
        <a:xfrm>
          <a:off x="0" y="0"/>
          <a:ext cx="0" cy="0"/>
          <a:chOff x="0" y="0"/>
          <a:chExt cx="0" cy="0"/>
        </a:xfrm>
      </p:grpSpPr>
      <p:grpSp>
        <p:nvGrpSpPr>
          <p:cNvPr id="3163" name="Google Shape;3163;p57"/>
          <p:cNvGrpSpPr/>
          <p:nvPr/>
        </p:nvGrpSpPr>
        <p:grpSpPr>
          <a:xfrm>
            <a:off x="722059" y="974193"/>
            <a:ext cx="2492868" cy="1379876"/>
            <a:chOff x="2654821" y="2311071"/>
            <a:chExt cx="2279715" cy="1262120"/>
          </a:xfrm>
        </p:grpSpPr>
        <p:grpSp>
          <p:nvGrpSpPr>
            <p:cNvPr id="3164" name="Google Shape;3164;p57"/>
            <p:cNvGrpSpPr/>
            <p:nvPr/>
          </p:nvGrpSpPr>
          <p:grpSpPr>
            <a:xfrm>
              <a:off x="4034269" y="2840745"/>
              <a:ext cx="40212" cy="36437"/>
              <a:chOff x="4293400" y="2574725"/>
              <a:chExt cx="84425" cy="80100"/>
            </a:xfrm>
          </p:grpSpPr>
          <p:sp>
            <p:nvSpPr>
              <p:cNvPr id="3165" name="Google Shape;3165;p5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166" name="Google Shape;3166;p5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7" name="Google Shape;3167;p57"/>
            <p:cNvGrpSpPr/>
            <p:nvPr/>
          </p:nvGrpSpPr>
          <p:grpSpPr>
            <a:xfrm>
              <a:off x="3894606" y="2334874"/>
              <a:ext cx="913198" cy="518984"/>
              <a:chOff x="4000175" y="1462675"/>
              <a:chExt cx="1917275" cy="1140875"/>
            </a:xfrm>
          </p:grpSpPr>
          <p:sp>
            <p:nvSpPr>
              <p:cNvPr id="3168" name="Google Shape;3168;p5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169" name="Google Shape;3169;p57"/>
              <p:cNvGrpSpPr/>
              <p:nvPr/>
            </p:nvGrpSpPr>
            <p:grpSpPr>
              <a:xfrm>
                <a:off x="4000175" y="1462675"/>
                <a:ext cx="1917275" cy="1140875"/>
                <a:chOff x="4000175" y="1462675"/>
                <a:chExt cx="1917275" cy="1140875"/>
              </a:xfrm>
            </p:grpSpPr>
            <p:sp>
              <p:nvSpPr>
                <p:cNvPr id="3170" name="Google Shape;3170;p5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171" name="Google Shape;3171;p5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75" name="Google Shape;3175;p5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76" name="Google Shape;3176;p57"/>
            <p:cNvGrpSpPr/>
            <p:nvPr/>
          </p:nvGrpSpPr>
          <p:grpSpPr>
            <a:xfrm>
              <a:off x="3875768" y="2846704"/>
              <a:ext cx="44796" cy="47366"/>
              <a:chOff x="3960625" y="2587825"/>
              <a:chExt cx="94050" cy="104125"/>
            </a:xfrm>
          </p:grpSpPr>
          <p:sp>
            <p:nvSpPr>
              <p:cNvPr id="3177" name="Google Shape;3177;p5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178" name="Google Shape;3178;p5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9" name="Google Shape;3179;p57"/>
            <p:cNvGrpSpPr/>
            <p:nvPr/>
          </p:nvGrpSpPr>
          <p:grpSpPr>
            <a:xfrm>
              <a:off x="3782759" y="2807162"/>
              <a:ext cx="82686" cy="85487"/>
              <a:chOff x="3765350" y="2500900"/>
              <a:chExt cx="173600" cy="187925"/>
            </a:xfrm>
          </p:grpSpPr>
          <p:sp>
            <p:nvSpPr>
              <p:cNvPr id="3180" name="Google Shape;3180;p5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181" name="Google Shape;3181;p5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57"/>
            <p:cNvGrpSpPr/>
            <p:nvPr/>
          </p:nvGrpSpPr>
          <p:grpSpPr>
            <a:xfrm>
              <a:off x="3775674" y="2798496"/>
              <a:ext cx="40545" cy="23564"/>
              <a:chOff x="3750475" y="2481850"/>
              <a:chExt cx="85125" cy="51800"/>
            </a:xfrm>
          </p:grpSpPr>
          <p:sp>
            <p:nvSpPr>
              <p:cNvPr id="3187" name="Google Shape;3187;p5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189" name="Google Shape;3189;p57"/>
            <p:cNvGrpSpPr/>
            <p:nvPr/>
          </p:nvGrpSpPr>
          <p:grpSpPr>
            <a:xfrm>
              <a:off x="3716946" y="2776024"/>
              <a:ext cx="81971" cy="76912"/>
              <a:chOff x="3627175" y="2432450"/>
              <a:chExt cx="172100" cy="169075"/>
            </a:xfrm>
          </p:grpSpPr>
          <p:sp>
            <p:nvSpPr>
              <p:cNvPr id="3190" name="Google Shape;3190;p5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192" name="Google Shape;3192;p5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193" name="Google Shape;3193;p57"/>
            <p:cNvGrpSpPr/>
            <p:nvPr/>
          </p:nvGrpSpPr>
          <p:grpSpPr>
            <a:xfrm>
              <a:off x="3685682" y="2845624"/>
              <a:ext cx="29311" cy="45055"/>
              <a:chOff x="3561536" y="2585450"/>
              <a:chExt cx="61539" cy="99045"/>
            </a:xfrm>
          </p:grpSpPr>
          <p:sp>
            <p:nvSpPr>
              <p:cNvPr id="3194" name="Google Shape;3194;p5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196" name="Google Shape;3196;p57"/>
            <p:cNvGrpSpPr/>
            <p:nvPr/>
          </p:nvGrpSpPr>
          <p:grpSpPr>
            <a:xfrm>
              <a:off x="3849905" y="2572252"/>
              <a:ext cx="74339" cy="119559"/>
              <a:chOff x="3906325" y="1984500"/>
              <a:chExt cx="156075" cy="262825"/>
            </a:xfrm>
          </p:grpSpPr>
          <p:sp>
            <p:nvSpPr>
              <p:cNvPr id="3197" name="Google Shape;3197;p5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198" name="Google Shape;3198;p5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9" name="Google Shape;3199;p57"/>
            <p:cNvGrpSpPr/>
            <p:nvPr/>
          </p:nvGrpSpPr>
          <p:grpSpPr>
            <a:xfrm>
              <a:off x="2654821" y="2414345"/>
              <a:ext cx="667570" cy="558731"/>
              <a:chOff x="1397225" y="1637375"/>
              <a:chExt cx="1401575" cy="1228250"/>
            </a:xfrm>
          </p:grpSpPr>
          <p:sp>
            <p:nvSpPr>
              <p:cNvPr id="3200" name="Google Shape;3200;p5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201" name="Google Shape;3201;p57"/>
              <p:cNvGrpSpPr/>
              <p:nvPr/>
            </p:nvGrpSpPr>
            <p:grpSpPr>
              <a:xfrm>
                <a:off x="1397225" y="1637375"/>
                <a:ext cx="1398775" cy="1228250"/>
                <a:chOff x="1397225" y="1637375"/>
                <a:chExt cx="1398775" cy="1228250"/>
              </a:xfrm>
            </p:grpSpPr>
            <p:sp>
              <p:nvSpPr>
                <p:cNvPr id="3202" name="Google Shape;3202;p5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04" name="Google Shape;3204;p57"/>
            <p:cNvGrpSpPr/>
            <p:nvPr/>
          </p:nvGrpSpPr>
          <p:grpSpPr>
            <a:xfrm>
              <a:off x="3230417" y="3103734"/>
              <a:ext cx="282982" cy="280332"/>
              <a:chOff x="2605700" y="3152850"/>
              <a:chExt cx="594125" cy="616250"/>
            </a:xfrm>
          </p:grpSpPr>
          <p:sp>
            <p:nvSpPr>
              <p:cNvPr id="3205" name="Google Shape;3205;p5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206" name="Google Shape;3206;p5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207" name="Google Shape;3207;p57"/>
            <p:cNvGrpSpPr/>
            <p:nvPr/>
          </p:nvGrpSpPr>
          <p:grpSpPr>
            <a:xfrm>
              <a:off x="3265985" y="3226989"/>
              <a:ext cx="87151" cy="346202"/>
              <a:chOff x="2680375" y="3423800"/>
              <a:chExt cx="182975" cy="761050"/>
            </a:xfrm>
          </p:grpSpPr>
          <p:sp>
            <p:nvSpPr>
              <p:cNvPr id="3208" name="Google Shape;3208;p5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209" name="Google Shape;3209;p5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0" name="Google Shape;3210;p57"/>
            <p:cNvGrpSpPr/>
            <p:nvPr/>
          </p:nvGrpSpPr>
          <p:grpSpPr>
            <a:xfrm>
              <a:off x="3855466" y="3289811"/>
              <a:ext cx="112514" cy="94210"/>
              <a:chOff x="3918000" y="3561900"/>
              <a:chExt cx="236225" cy="207100"/>
            </a:xfrm>
          </p:grpSpPr>
          <p:sp>
            <p:nvSpPr>
              <p:cNvPr id="3211" name="Google Shape;3211;p5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212" name="Google Shape;3212;p5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3" name="Google Shape;3213;p5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216" name="Google Shape;3216;p57"/>
            <p:cNvGrpSpPr/>
            <p:nvPr/>
          </p:nvGrpSpPr>
          <p:grpSpPr>
            <a:xfrm>
              <a:off x="2905224" y="2311071"/>
              <a:ext cx="596721" cy="528992"/>
              <a:chOff x="1922950" y="1410350"/>
              <a:chExt cx="1252825" cy="1162875"/>
            </a:xfrm>
          </p:grpSpPr>
          <p:sp>
            <p:nvSpPr>
              <p:cNvPr id="3217" name="Google Shape;3217;p5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233" name="Google Shape;3233;p5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253" name="Google Shape;3253;p5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54" name="Google Shape;3254;p5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5" name="Google Shape;3255;p57"/>
            <p:cNvGrpSpPr/>
            <p:nvPr/>
          </p:nvGrpSpPr>
          <p:grpSpPr>
            <a:xfrm>
              <a:off x="3280929" y="3294542"/>
              <a:ext cx="109894" cy="272224"/>
              <a:chOff x="2711750" y="3572300"/>
              <a:chExt cx="230725" cy="598425"/>
            </a:xfrm>
          </p:grpSpPr>
          <p:sp>
            <p:nvSpPr>
              <p:cNvPr id="3256" name="Google Shape;3256;p5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8" name="Google Shape;3258;p5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9" name="Google Shape;3259;p57"/>
            <p:cNvGrpSpPr/>
            <p:nvPr/>
          </p:nvGrpSpPr>
          <p:grpSpPr>
            <a:xfrm>
              <a:off x="3790439" y="2408636"/>
              <a:ext cx="73017" cy="75684"/>
              <a:chOff x="3781475" y="1624825"/>
              <a:chExt cx="153300" cy="166375"/>
            </a:xfrm>
          </p:grpSpPr>
          <p:sp>
            <p:nvSpPr>
              <p:cNvPr id="3260" name="Google Shape;3260;p5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4" name="Google Shape;3264;p5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1" name="Google Shape;3271;p57"/>
            <p:cNvGrpSpPr/>
            <p:nvPr/>
          </p:nvGrpSpPr>
          <p:grpSpPr>
            <a:xfrm>
              <a:off x="4403342" y="3107749"/>
              <a:ext cx="316680" cy="101374"/>
              <a:chOff x="5068275" y="3161675"/>
              <a:chExt cx="664875" cy="222850"/>
            </a:xfrm>
          </p:grpSpPr>
          <p:sp>
            <p:nvSpPr>
              <p:cNvPr id="3272" name="Google Shape;3272;p5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6" name="Google Shape;3276;p5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5" name="Google Shape;3305;p57"/>
            <p:cNvGrpSpPr/>
            <p:nvPr/>
          </p:nvGrpSpPr>
          <p:grpSpPr>
            <a:xfrm>
              <a:off x="3697513" y="2707266"/>
              <a:ext cx="59549" cy="79733"/>
              <a:chOff x="3586375" y="2281300"/>
              <a:chExt cx="125025" cy="175275"/>
            </a:xfrm>
          </p:grpSpPr>
          <p:sp>
            <p:nvSpPr>
              <p:cNvPr id="3306" name="Google Shape;3306;p5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8" name="Google Shape;3308;p5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9" name="Google Shape;3309;p57"/>
            <p:cNvGrpSpPr/>
            <p:nvPr/>
          </p:nvGrpSpPr>
          <p:grpSpPr>
            <a:xfrm>
              <a:off x="4513224" y="3221724"/>
              <a:ext cx="274563" cy="280321"/>
              <a:chOff x="5298975" y="3412225"/>
              <a:chExt cx="576450" cy="616225"/>
            </a:xfrm>
          </p:grpSpPr>
          <p:sp>
            <p:nvSpPr>
              <p:cNvPr id="3310" name="Google Shape;3310;p5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11" name="Google Shape;3311;p5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2" name="Google Shape;3312;p57"/>
            <p:cNvGrpSpPr/>
            <p:nvPr/>
          </p:nvGrpSpPr>
          <p:grpSpPr>
            <a:xfrm>
              <a:off x="4824403" y="3421846"/>
              <a:ext cx="110132" cy="130647"/>
              <a:chOff x="5952300" y="3852150"/>
              <a:chExt cx="231225" cy="287200"/>
            </a:xfrm>
          </p:grpSpPr>
          <p:sp>
            <p:nvSpPr>
              <p:cNvPr id="3313" name="Google Shape;3313;p5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5" name="Google Shape;3315;p5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3" name="Google Shape;3323;p57"/>
            <p:cNvGrpSpPr/>
            <p:nvPr/>
          </p:nvGrpSpPr>
          <p:grpSpPr>
            <a:xfrm>
              <a:off x="4295710" y="3079670"/>
              <a:ext cx="14968" cy="27135"/>
              <a:chOff x="4842300" y="3099950"/>
              <a:chExt cx="31425" cy="59650"/>
            </a:xfrm>
          </p:grpSpPr>
          <p:sp>
            <p:nvSpPr>
              <p:cNvPr id="3324" name="Google Shape;3324;p5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8" name="Google Shape;3328;p5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6" name="Google Shape;3336;p57"/>
            <p:cNvGrpSpPr/>
            <p:nvPr/>
          </p:nvGrpSpPr>
          <p:grpSpPr>
            <a:xfrm>
              <a:off x="3831056" y="2816010"/>
              <a:ext cx="37378" cy="27612"/>
              <a:chOff x="3866750" y="2520350"/>
              <a:chExt cx="78475" cy="60700"/>
            </a:xfrm>
          </p:grpSpPr>
          <p:sp>
            <p:nvSpPr>
              <p:cNvPr id="3337" name="Google Shape;3337;p5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1" name="Google Shape;3341;p5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58" name="Google Shape;3358;p5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70" name="Google Shape;3370;p5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3" name="Google Shape;3383;p57"/>
            <p:cNvGrpSpPr/>
            <p:nvPr/>
          </p:nvGrpSpPr>
          <p:grpSpPr>
            <a:xfrm>
              <a:off x="3632736" y="3051591"/>
              <a:ext cx="63288" cy="45217"/>
              <a:chOff x="3450375" y="3038225"/>
              <a:chExt cx="132875" cy="99400"/>
            </a:xfrm>
          </p:grpSpPr>
          <p:sp>
            <p:nvSpPr>
              <p:cNvPr id="3384" name="Google Shape;3384;p5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6" name="Google Shape;3386;p5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95" name="Google Shape;3395;p5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405" name="Google Shape;3405;p5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411" name="Google Shape;3411;p5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57"/>
          <p:cNvGrpSpPr/>
          <p:nvPr/>
        </p:nvGrpSpPr>
        <p:grpSpPr>
          <a:xfrm>
            <a:off x="719116" y="2869970"/>
            <a:ext cx="2622876" cy="1333540"/>
            <a:chOff x="238125" y="1038125"/>
            <a:chExt cx="7146800" cy="3633625"/>
          </a:xfrm>
        </p:grpSpPr>
        <p:sp>
          <p:nvSpPr>
            <p:cNvPr id="3422" name="Google Shape;3422;p5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57"/>
          <p:cNvGrpSpPr/>
          <p:nvPr/>
        </p:nvGrpSpPr>
        <p:grpSpPr>
          <a:xfrm>
            <a:off x="5834044" y="1012080"/>
            <a:ext cx="2590840" cy="1380235"/>
            <a:chOff x="233350" y="949250"/>
            <a:chExt cx="7137300" cy="3802300"/>
          </a:xfrm>
        </p:grpSpPr>
        <p:sp>
          <p:nvSpPr>
            <p:cNvPr id="4995" name="Google Shape;4995;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57"/>
          <p:cNvGrpSpPr/>
          <p:nvPr/>
        </p:nvGrpSpPr>
        <p:grpSpPr>
          <a:xfrm>
            <a:off x="7648473" y="3056853"/>
            <a:ext cx="104231" cy="320340"/>
            <a:chOff x="7564426" y="3224343"/>
            <a:chExt cx="119985" cy="368801"/>
          </a:xfrm>
        </p:grpSpPr>
        <p:sp>
          <p:nvSpPr>
            <p:cNvPr id="5047" name="Google Shape;5047;p5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57"/>
          <p:cNvGrpSpPr/>
          <p:nvPr/>
        </p:nvGrpSpPr>
        <p:grpSpPr>
          <a:xfrm>
            <a:off x="7347962" y="3050954"/>
            <a:ext cx="189489" cy="332132"/>
            <a:chOff x="8370831" y="3202002"/>
            <a:chExt cx="218129" cy="382376"/>
          </a:xfrm>
        </p:grpSpPr>
        <p:sp>
          <p:nvSpPr>
            <p:cNvPr id="5050" name="Google Shape;5050;p5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57"/>
          <p:cNvGrpSpPr/>
          <p:nvPr/>
        </p:nvGrpSpPr>
        <p:grpSpPr>
          <a:xfrm>
            <a:off x="8071351" y="3462086"/>
            <a:ext cx="309429" cy="267000"/>
            <a:chOff x="6742064" y="3750480"/>
            <a:chExt cx="399315" cy="344560"/>
          </a:xfrm>
        </p:grpSpPr>
        <p:sp>
          <p:nvSpPr>
            <p:cNvPr id="5053" name="Google Shape;5053;p5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57"/>
          <p:cNvGrpSpPr/>
          <p:nvPr/>
        </p:nvGrpSpPr>
        <p:grpSpPr>
          <a:xfrm>
            <a:off x="7610370" y="3813134"/>
            <a:ext cx="180437" cy="281608"/>
            <a:chOff x="7248525" y="3739696"/>
            <a:chExt cx="230531" cy="359790"/>
          </a:xfrm>
        </p:grpSpPr>
        <p:sp>
          <p:nvSpPr>
            <p:cNvPr id="5056" name="Google Shape;5056;p5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57"/>
          <p:cNvGrpSpPr/>
          <p:nvPr/>
        </p:nvGrpSpPr>
        <p:grpSpPr>
          <a:xfrm>
            <a:off x="7856289" y="3456358"/>
            <a:ext cx="162896" cy="278710"/>
            <a:chOff x="7601242" y="3729267"/>
            <a:chExt cx="222566" cy="380803"/>
          </a:xfrm>
        </p:grpSpPr>
        <p:sp>
          <p:nvSpPr>
            <p:cNvPr id="5059" name="Google Shape;5059;p5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1" name="Google Shape;5061;p57"/>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2" name="Google Shape;5062;p57"/>
          <p:cNvGrpSpPr/>
          <p:nvPr/>
        </p:nvGrpSpPr>
        <p:grpSpPr>
          <a:xfrm>
            <a:off x="7345935" y="3457498"/>
            <a:ext cx="193543" cy="275990"/>
            <a:chOff x="8304647" y="3738687"/>
            <a:chExt cx="225076" cy="320956"/>
          </a:xfrm>
        </p:grpSpPr>
        <p:sp>
          <p:nvSpPr>
            <p:cNvPr id="5063" name="Google Shape;5063;p5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57"/>
          <p:cNvGrpSpPr/>
          <p:nvPr/>
        </p:nvGrpSpPr>
        <p:grpSpPr>
          <a:xfrm>
            <a:off x="7618427" y="3457498"/>
            <a:ext cx="178492" cy="275990"/>
            <a:chOff x="8615101" y="3738687"/>
            <a:chExt cx="207573" cy="320956"/>
          </a:xfrm>
        </p:grpSpPr>
        <p:sp>
          <p:nvSpPr>
            <p:cNvPr id="5067" name="Google Shape;5067;p5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0" name="Google Shape;5070;p57"/>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1" name="Google Shape;5071;p57"/>
          <p:cNvGrpSpPr/>
          <p:nvPr/>
        </p:nvGrpSpPr>
        <p:grpSpPr>
          <a:xfrm>
            <a:off x="6013132" y="3578986"/>
            <a:ext cx="557671" cy="511283"/>
            <a:chOff x="6015419" y="3716859"/>
            <a:chExt cx="557671" cy="511283"/>
          </a:xfrm>
        </p:grpSpPr>
        <p:sp>
          <p:nvSpPr>
            <p:cNvPr id="5072" name="Google Shape;5072;p5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3" name="Google Shape;5073;p57"/>
            <p:cNvGrpSpPr/>
            <p:nvPr/>
          </p:nvGrpSpPr>
          <p:grpSpPr>
            <a:xfrm>
              <a:off x="6036094" y="3716980"/>
              <a:ext cx="529860" cy="510468"/>
              <a:chOff x="6036094" y="3716980"/>
              <a:chExt cx="529860" cy="510468"/>
            </a:xfrm>
          </p:grpSpPr>
          <p:sp>
            <p:nvSpPr>
              <p:cNvPr id="5074" name="Google Shape;5074;p5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4" name="Google Shape;5084;p57"/>
          <p:cNvGrpSpPr/>
          <p:nvPr/>
        </p:nvGrpSpPr>
        <p:grpSpPr>
          <a:xfrm>
            <a:off x="6642017" y="2935755"/>
            <a:ext cx="576302" cy="511871"/>
            <a:chOff x="6644304" y="3073628"/>
            <a:chExt cx="576302" cy="511871"/>
          </a:xfrm>
        </p:grpSpPr>
        <p:sp>
          <p:nvSpPr>
            <p:cNvPr id="5085" name="Google Shape;5085;p5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6" name="Google Shape;5086;p57"/>
            <p:cNvGrpSpPr/>
            <p:nvPr/>
          </p:nvGrpSpPr>
          <p:grpSpPr>
            <a:xfrm>
              <a:off x="6712169" y="3085440"/>
              <a:ext cx="481622" cy="494913"/>
              <a:chOff x="6712169" y="3085440"/>
              <a:chExt cx="481622" cy="494913"/>
            </a:xfrm>
          </p:grpSpPr>
          <p:sp>
            <p:nvSpPr>
              <p:cNvPr id="5087" name="Google Shape;5087;p5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2" name="Google Shape;5092;p5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5" name="Google Shape;5095;p57"/>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6" name="Google Shape;5096;p57"/>
          <p:cNvGrpSpPr/>
          <p:nvPr/>
        </p:nvGrpSpPr>
        <p:grpSpPr>
          <a:xfrm>
            <a:off x="6649868" y="3578750"/>
            <a:ext cx="560631" cy="511352"/>
            <a:chOff x="6652154" y="3716623"/>
            <a:chExt cx="560631" cy="511352"/>
          </a:xfrm>
        </p:grpSpPr>
        <p:sp>
          <p:nvSpPr>
            <p:cNvPr id="5097" name="Google Shape;5097;p5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8" name="Google Shape;5098;p57"/>
            <p:cNvGrpSpPr/>
            <p:nvPr/>
          </p:nvGrpSpPr>
          <p:grpSpPr>
            <a:xfrm>
              <a:off x="6669657" y="3716715"/>
              <a:ext cx="466779" cy="464290"/>
              <a:chOff x="6669657" y="3716715"/>
              <a:chExt cx="466779" cy="464290"/>
            </a:xfrm>
          </p:grpSpPr>
          <p:sp>
            <p:nvSpPr>
              <p:cNvPr id="5099" name="Google Shape;5099;p5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12" name="Google Shape;5112;p57"/>
          <p:cNvGrpSpPr/>
          <p:nvPr/>
        </p:nvGrpSpPr>
        <p:grpSpPr>
          <a:xfrm>
            <a:off x="7843959" y="3860159"/>
            <a:ext cx="187557" cy="187557"/>
            <a:chOff x="8565775" y="671075"/>
            <a:chExt cx="441000" cy="441000"/>
          </a:xfrm>
        </p:grpSpPr>
        <p:sp>
          <p:nvSpPr>
            <p:cNvPr id="5113" name="Google Shape;5113;p5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5" name="Google Shape;5115;p57"/>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7"/>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7" name="Google Shape;5117;p57"/>
          <p:cNvGrpSpPr/>
          <p:nvPr/>
        </p:nvGrpSpPr>
        <p:grpSpPr>
          <a:xfrm>
            <a:off x="5997814" y="2938377"/>
            <a:ext cx="587871" cy="512373"/>
            <a:chOff x="6000100" y="3076250"/>
            <a:chExt cx="587871" cy="512373"/>
          </a:xfrm>
        </p:grpSpPr>
        <p:sp>
          <p:nvSpPr>
            <p:cNvPr id="5118" name="Google Shape;5118;p5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9" name="Google Shape;5119;p57"/>
            <p:cNvGrpSpPr/>
            <p:nvPr/>
          </p:nvGrpSpPr>
          <p:grpSpPr>
            <a:xfrm>
              <a:off x="6031360" y="3076713"/>
              <a:ext cx="539107" cy="480965"/>
              <a:chOff x="6031360" y="3076713"/>
              <a:chExt cx="539107" cy="480965"/>
            </a:xfrm>
          </p:grpSpPr>
          <p:sp>
            <p:nvSpPr>
              <p:cNvPr id="5120" name="Google Shape;5120;p5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7" name="Google Shape;5127;p57"/>
          <p:cNvGrpSpPr/>
          <p:nvPr/>
        </p:nvGrpSpPr>
        <p:grpSpPr>
          <a:xfrm>
            <a:off x="3416805" y="919691"/>
            <a:ext cx="2310381" cy="1488888"/>
            <a:chOff x="229225" y="549050"/>
            <a:chExt cx="7161750" cy="4615275"/>
          </a:xfrm>
        </p:grpSpPr>
        <p:sp>
          <p:nvSpPr>
            <p:cNvPr id="5128" name="Google Shape;5128;p5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57"/>
          <p:cNvGrpSpPr/>
          <p:nvPr/>
        </p:nvGrpSpPr>
        <p:grpSpPr>
          <a:xfrm>
            <a:off x="3514723" y="2849588"/>
            <a:ext cx="2310282" cy="1374222"/>
            <a:chOff x="238125" y="732525"/>
            <a:chExt cx="7130500" cy="4241425"/>
          </a:xfrm>
        </p:grpSpPr>
        <p:sp>
          <p:nvSpPr>
            <p:cNvPr id="5246" name="Google Shape;5246;p5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63" name="Shape 5363"/>
        <p:cNvGrpSpPr/>
        <p:nvPr/>
      </p:nvGrpSpPr>
      <p:grpSpPr>
        <a:xfrm>
          <a:off x="0" y="0"/>
          <a:ext cx="0" cy="0"/>
          <a:chOff x="0" y="0"/>
          <a:chExt cx="0" cy="0"/>
        </a:xfrm>
      </p:grpSpPr>
      <p:grpSp>
        <p:nvGrpSpPr>
          <p:cNvPr id="5364" name="Google Shape;5364;p58"/>
          <p:cNvGrpSpPr/>
          <p:nvPr/>
        </p:nvGrpSpPr>
        <p:grpSpPr>
          <a:xfrm>
            <a:off x="725414" y="969763"/>
            <a:ext cx="2507799" cy="206239"/>
            <a:chOff x="106648" y="895722"/>
            <a:chExt cx="4481413" cy="374300"/>
          </a:xfrm>
        </p:grpSpPr>
        <p:grpSp>
          <p:nvGrpSpPr>
            <p:cNvPr id="5365" name="Google Shape;5365;p58"/>
            <p:cNvGrpSpPr/>
            <p:nvPr/>
          </p:nvGrpSpPr>
          <p:grpSpPr>
            <a:xfrm>
              <a:off x="2233276" y="895722"/>
              <a:ext cx="1082667" cy="223591"/>
              <a:chOff x="4808316" y="2800065"/>
              <a:chExt cx="1999386" cy="412910"/>
            </a:xfrm>
          </p:grpSpPr>
          <p:sp>
            <p:nvSpPr>
              <p:cNvPr id="5366" name="Google Shape;5366;p5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7" name="Google Shape;5367;p58"/>
              <p:cNvGrpSpPr/>
              <p:nvPr/>
            </p:nvGrpSpPr>
            <p:grpSpPr>
              <a:xfrm>
                <a:off x="4808316" y="2800065"/>
                <a:ext cx="92400" cy="411825"/>
                <a:chOff x="845575" y="2563700"/>
                <a:chExt cx="92400" cy="411825"/>
              </a:xfrm>
            </p:grpSpPr>
            <p:cxnSp>
              <p:nvCxnSpPr>
                <p:cNvPr id="5368" name="Google Shape;5368;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369" name="Google Shape;5369;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0" name="Google Shape;5370;p58"/>
            <p:cNvGrpSpPr/>
            <p:nvPr/>
          </p:nvGrpSpPr>
          <p:grpSpPr>
            <a:xfrm>
              <a:off x="106648" y="895722"/>
              <a:ext cx="1088401" cy="223591"/>
              <a:chOff x="881025" y="2800065"/>
              <a:chExt cx="2009975" cy="412910"/>
            </a:xfrm>
          </p:grpSpPr>
          <p:sp>
            <p:nvSpPr>
              <p:cNvPr id="5371" name="Google Shape;5371;p5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2" name="Google Shape;5372;p58"/>
              <p:cNvGrpSpPr/>
              <p:nvPr/>
            </p:nvGrpSpPr>
            <p:grpSpPr>
              <a:xfrm>
                <a:off x="881025" y="2800065"/>
                <a:ext cx="92400" cy="411825"/>
                <a:chOff x="845575" y="2563700"/>
                <a:chExt cx="92400" cy="411825"/>
              </a:xfrm>
            </p:grpSpPr>
            <p:cxnSp>
              <p:nvCxnSpPr>
                <p:cNvPr id="5373" name="Google Shape;5373;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374" name="Google Shape;5374;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5" name="Google Shape;5375;p58"/>
            <p:cNvGrpSpPr/>
            <p:nvPr/>
          </p:nvGrpSpPr>
          <p:grpSpPr>
            <a:xfrm>
              <a:off x="1172346" y="1047018"/>
              <a:ext cx="1083151" cy="223003"/>
              <a:chOff x="2849073" y="3079467"/>
              <a:chExt cx="2000279" cy="411825"/>
            </a:xfrm>
          </p:grpSpPr>
          <p:sp>
            <p:nvSpPr>
              <p:cNvPr id="5376" name="Google Shape;5376;p5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7" name="Google Shape;5377;p58"/>
              <p:cNvGrpSpPr/>
              <p:nvPr/>
            </p:nvGrpSpPr>
            <p:grpSpPr>
              <a:xfrm rot="10800000">
                <a:off x="2849073" y="3079467"/>
                <a:ext cx="92400" cy="411825"/>
                <a:chOff x="2070100" y="2563700"/>
                <a:chExt cx="92400" cy="411825"/>
              </a:xfrm>
            </p:grpSpPr>
            <p:cxnSp>
              <p:nvCxnSpPr>
                <p:cNvPr id="5378" name="Google Shape;5378;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379" name="Google Shape;5379;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0" name="Google Shape;5380;p58"/>
            <p:cNvGrpSpPr/>
            <p:nvPr/>
          </p:nvGrpSpPr>
          <p:grpSpPr>
            <a:xfrm>
              <a:off x="3290132" y="1047018"/>
              <a:ext cx="1297929" cy="223003"/>
              <a:chOff x="6760035" y="3079467"/>
              <a:chExt cx="2396914" cy="411825"/>
            </a:xfrm>
          </p:grpSpPr>
          <p:sp>
            <p:nvSpPr>
              <p:cNvPr id="5381" name="Google Shape;5381;p5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2" name="Google Shape;5382;p58"/>
              <p:cNvGrpSpPr/>
              <p:nvPr/>
            </p:nvGrpSpPr>
            <p:grpSpPr>
              <a:xfrm rot="10800000">
                <a:off x="6760035" y="3079467"/>
                <a:ext cx="92400" cy="411825"/>
                <a:chOff x="2070100" y="2563700"/>
                <a:chExt cx="92400" cy="411825"/>
              </a:xfrm>
            </p:grpSpPr>
            <p:cxnSp>
              <p:nvCxnSpPr>
                <p:cNvPr id="5383" name="Google Shape;5383;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384" name="Google Shape;5384;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85" name="Google Shape;5385;p58"/>
          <p:cNvGrpSpPr/>
          <p:nvPr/>
        </p:nvGrpSpPr>
        <p:grpSpPr>
          <a:xfrm>
            <a:off x="2143176" y="3369134"/>
            <a:ext cx="1086701" cy="799429"/>
            <a:chOff x="2183288" y="3555572"/>
            <a:chExt cx="1136241" cy="835873"/>
          </a:xfrm>
        </p:grpSpPr>
        <p:sp>
          <p:nvSpPr>
            <p:cNvPr id="5386" name="Google Shape;5386;p5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7" name="Google Shape;5387;p58"/>
            <p:cNvGrpSpPr/>
            <p:nvPr/>
          </p:nvGrpSpPr>
          <p:grpSpPr>
            <a:xfrm>
              <a:off x="2205895" y="3637269"/>
              <a:ext cx="1089848" cy="724993"/>
              <a:chOff x="2205895" y="3637269"/>
              <a:chExt cx="1089848" cy="724993"/>
            </a:xfrm>
          </p:grpSpPr>
          <p:sp>
            <p:nvSpPr>
              <p:cNvPr id="5388" name="Google Shape;5388;p5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4" name="Google Shape;5394;p5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95" name="Google Shape;5395;p5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396" name="Google Shape;5396;p58"/>
            <p:cNvGrpSpPr/>
            <p:nvPr/>
          </p:nvGrpSpPr>
          <p:grpSpPr>
            <a:xfrm>
              <a:off x="3173850" y="3779426"/>
              <a:ext cx="145679" cy="70048"/>
              <a:chOff x="3173850" y="3779426"/>
              <a:chExt cx="145679" cy="70048"/>
            </a:xfrm>
          </p:grpSpPr>
          <p:cxnSp>
            <p:nvCxnSpPr>
              <p:cNvPr id="5397" name="Google Shape;5397;p5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398" name="Google Shape;5398;p5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58"/>
            <p:cNvGrpSpPr/>
            <p:nvPr/>
          </p:nvGrpSpPr>
          <p:grpSpPr>
            <a:xfrm>
              <a:off x="2183288" y="4139483"/>
              <a:ext cx="145133" cy="70048"/>
              <a:chOff x="2183288" y="4139483"/>
              <a:chExt cx="145133" cy="70048"/>
            </a:xfrm>
          </p:grpSpPr>
          <p:cxnSp>
            <p:nvCxnSpPr>
              <p:cNvPr id="5400" name="Google Shape;5400;p5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401" name="Google Shape;5401;p5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2" name="Google Shape;5402;p5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03" name="Google Shape;5403;p5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404" name="Google Shape;5404;p58"/>
            <p:cNvGrpSpPr/>
            <p:nvPr/>
          </p:nvGrpSpPr>
          <p:grpSpPr>
            <a:xfrm>
              <a:off x="2943836" y="4268886"/>
              <a:ext cx="60717" cy="122559"/>
              <a:chOff x="2943836" y="4268886"/>
              <a:chExt cx="60717" cy="122559"/>
            </a:xfrm>
          </p:grpSpPr>
          <p:sp>
            <p:nvSpPr>
              <p:cNvPr id="5405" name="Google Shape;5405;p5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06" name="Google Shape;5406;p5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407" name="Google Shape;5407;p58"/>
          <p:cNvGrpSpPr/>
          <p:nvPr/>
        </p:nvGrpSpPr>
        <p:grpSpPr>
          <a:xfrm>
            <a:off x="3406121" y="1290134"/>
            <a:ext cx="1675870" cy="758251"/>
            <a:chOff x="3530532" y="1496185"/>
            <a:chExt cx="1562000" cy="706730"/>
          </a:xfrm>
        </p:grpSpPr>
        <p:cxnSp>
          <p:nvCxnSpPr>
            <p:cNvPr id="5408" name="Google Shape;5408;p5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409" name="Google Shape;5409;p58"/>
            <p:cNvGrpSpPr/>
            <p:nvPr/>
          </p:nvGrpSpPr>
          <p:grpSpPr>
            <a:xfrm>
              <a:off x="3530532" y="1496185"/>
              <a:ext cx="323430" cy="463587"/>
              <a:chOff x="3530532" y="1496185"/>
              <a:chExt cx="323430" cy="463587"/>
            </a:xfrm>
          </p:grpSpPr>
          <p:grpSp>
            <p:nvGrpSpPr>
              <p:cNvPr id="5410" name="Google Shape;5410;p58"/>
              <p:cNvGrpSpPr/>
              <p:nvPr/>
            </p:nvGrpSpPr>
            <p:grpSpPr>
              <a:xfrm>
                <a:off x="3567462" y="1496185"/>
                <a:ext cx="286500" cy="361376"/>
                <a:chOff x="3567462" y="1496185"/>
                <a:chExt cx="286500" cy="361376"/>
              </a:xfrm>
            </p:grpSpPr>
            <p:cxnSp>
              <p:nvCxnSpPr>
                <p:cNvPr id="5411" name="Google Shape;5411;p5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412" name="Google Shape;5412;p5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3" name="Google Shape;5413;p5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58"/>
            <p:cNvGrpSpPr/>
            <p:nvPr/>
          </p:nvGrpSpPr>
          <p:grpSpPr>
            <a:xfrm>
              <a:off x="3891569" y="1779209"/>
              <a:ext cx="323945" cy="423706"/>
              <a:chOff x="3891569" y="1779209"/>
              <a:chExt cx="323945" cy="423706"/>
            </a:xfrm>
          </p:grpSpPr>
          <p:grpSp>
            <p:nvGrpSpPr>
              <p:cNvPr id="5415" name="Google Shape;5415;p58"/>
              <p:cNvGrpSpPr/>
              <p:nvPr/>
            </p:nvGrpSpPr>
            <p:grpSpPr>
              <a:xfrm>
                <a:off x="3929014" y="1881638"/>
                <a:ext cx="286500" cy="321278"/>
                <a:chOff x="3929014" y="1881638"/>
                <a:chExt cx="286500" cy="321278"/>
              </a:xfrm>
            </p:grpSpPr>
            <p:cxnSp>
              <p:nvCxnSpPr>
                <p:cNvPr id="5416" name="Google Shape;5416;p5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417" name="Google Shape;5417;p5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8" name="Google Shape;5418;p5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58"/>
            <p:cNvGrpSpPr/>
            <p:nvPr/>
          </p:nvGrpSpPr>
          <p:grpSpPr>
            <a:xfrm>
              <a:off x="4252606" y="1496185"/>
              <a:ext cx="324721" cy="463587"/>
              <a:chOff x="4252606" y="1496185"/>
              <a:chExt cx="324721" cy="463587"/>
            </a:xfrm>
          </p:grpSpPr>
          <p:grpSp>
            <p:nvGrpSpPr>
              <p:cNvPr id="5420" name="Google Shape;5420;p58"/>
              <p:cNvGrpSpPr/>
              <p:nvPr/>
            </p:nvGrpSpPr>
            <p:grpSpPr>
              <a:xfrm>
                <a:off x="4290828" y="1496185"/>
                <a:ext cx="286500" cy="361376"/>
                <a:chOff x="4290828" y="1496185"/>
                <a:chExt cx="286500" cy="361376"/>
              </a:xfrm>
            </p:grpSpPr>
            <p:cxnSp>
              <p:nvCxnSpPr>
                <p:cNvPr id="5421" name="Google Shape;5421;p5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422" name="Google Shape;5422;p5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3" name="Google Shape;5423;p5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58"/>
            <p:cNvGrpSpPr/>
            <p:nvPr/>
          </p:nvGrpSpPr>
          <p:grpSpPr>
            <a:xfrm>
              <a:off x="4613643" y="1763716"/>
              <a:ext cx="325308" cy="439200"/>
              <a:chOff x="4613643" y="1763716"/>
              <a:chExt cx="325308" cy="439200"/>
            </a:xfrm>
          </p:grpSpPr>
          <p:grpSp>
            <p:nvGrpSpPr>
              <p:cNvPr id="5425" name="Google Shape;5425;p58"/>
              <p:cNvGrpSpPr/>
              <p:nvPr/>
            </p:nvGrpSpPr>
            <p:grpSpPr>
              <a:xfrm>
                <a:off x="4652451" y="1879538"/>
                <a:ext cx="286500" cy="323378"/>
                <a:chOff x="4652451" y="1879538"/>
                <a:chExt cx="286500" cy="323378"/>
              </a:xfrm>
            </p:grpSpPr>
            <p:cxnSp>
              <p:nvCxnSpPr>
                <p:cNvPr id="5426" name="Google Shape;5426;p5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427" name="Google Shape;5427;p5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8" name="Google Shape;5428;p5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9" name="Google Shape;5429;p58"/>
          <p:cNvGrpSpPr/>
          <p:nvPr/>
        </p:nvGrpSpPr>
        <p:grpSpPr>
          <a:xfrm>
            <a:off x="3417981" y="2143759"/>
            <a:ext cx="1652173" cy="391517"/>
            <a:chOff x="3512551" y="2358270"/>
            <a:chExt cx="1597383" cy="378533"/>
          </a:xfrm>
        </p:grpSpPr>
        <p:cxnSp>
          <p:nvCxnSpPr>
            <p:cNvPr id="5430" name="Google Shape;5430;p58"/>
            <p:cNvCxnSpPr>
              <a:stCxn id="5431" idx="6"/>
              <a:endCxn id="543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433" name="Google Shape;5433;p58"/>
            <p:cNvGrpSpPr/>
            <p:nvPr/>
          </p:nvGrpSpPr>
          <p:grpSpPr>
            <a:xfrm>
              <a:off x="3512551" y="2358270"/>
              <a:ext cx="225647" cy="307714"/>
              <a:chOff x="2182679" y="2004714"/>
              <a:chExt cx="792300" cy="1080458"/>
            </a:xfrm>
          </p:grpSpPr>
          <p:cxnSp>
            <p:nvCxnSpPr>
              <p:cNvPr id="5434" name="Google Shape;5434;p58"/>
              <p:cNvCxnSpPr>
                <a:stCxn id="543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431" name="Google Shape;5431;p5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58"/>
            <p:cNvGrpSpPr/>
            <p:nvPr/>
          </p:nvGrpSpPr>
          <p:grpSpPr>
            <a:xfrm>
              <a:off x="3969644" y="2440153"/>
              <a:ext cx="225853" cy="296651"/>
              <a:chOff x="3775710" y="1729289"/>
              <a:chExt cx="136500" cy="179289"/>
            </a:xfrm>
          </p:grpSpPr>
          <p:cxnSp>
            <p:nvCxnSpPr>
              <p:cNvPr id="5437" name="Google Shape;5437;p5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438" name="Google Shape;5438;p5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0" name="Google Shape;5440;p58"/>
            <p:cNvGrpSpPr/>
            <p:nvPr/>
          </p:nvGrpSpPr>
          <p:grpSpPr>
            <a:xfrm>
              <a:off x="4427051" y="2358270"/>
              <a:ext cx="225647" cy="307714"/>
              <a:chOff x="5393704" y="2004714"/>
              <a:chExt cx="792300" cy="1080458"/>
            </a:xfrm>
          </p:grpSpPr>
          <p:cxnSp>
            <p:nvCxnSpPr>
              <p:cNvPr id="5441" name="Google Shape;5441;p58"/>
              <p:cNvCxnSpPr>
                <a:stCxn id="544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443" name="Google Shape;5443;p5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58"/>
            <p:cNvGrpSpPr/>
            <p:nvPr/>
          </p:nvGrpSpPr>
          <p:grpSpPr>
            <a:xfrm>
              <a:off x="4884287" y="2440252"/>
              <a:ext cx="225647" cy="296532"/>
              <a:chOff x="6999166" y="2292572"/>
              <a:chExt cx="792300" cy="1041192"/>
            </a:xfrm>
          </p:grpSpPr>
          <p:cxnSp>
            <p:nvCxnSpPr>
              <p:cNvPr id="5445" name="Google Shape;5445;p5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432" name="Google Shape;5432;p5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7" name="Google Shape;5447;p58"/>
          <p:cNvGrpSpPr/>
          <p:nvPr/>
        </p:nvGrpSpPr>
        <p:grpSpPr>
          <a:xfrm>
            <a:off x="6838789" y="979959"/>
            <a:ext cx="1581844" cy="732818"/>
            <a:chOff x="634175" y="2986275"/>
            <a:chExt cx="3147949" cy="1458344"/>
          </a:xfrm>
        </p:grpSpPr>
        <p:cxnSp>
          <p:nvCxnSpPr>
            <p:cNvPr id="5448" name="Google Shape;5448;p58"/>
            <p:cNvCxnSpPr>
              <a:stCxn id="5449" idx="4"/>
              <a:endCxn id="5450"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451" name="Google Shape;5451;p58"/>
            <p:cNvCxnSpPr>
              <a:stCxn id="5450" idx="0"/>
              <a:endCxn id="545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453" name="Google Shape;5453;p58"/>
            <p:cNvCxnSpPr>
              <a:stCxn id="5452" idx="4"/>
              <a:endCxn id="545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455" name="Google Shape;5455;p58"/>
            <p:cNvCxnSpPr>
              <a:stCxn id="5454" idx="0"/>
              <a:endCxn id="5456"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456" name="Google Shape;5456;p5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452" name="Google Shape;5452;p5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449" name="Google Shape;5449;p5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454" name="Google Shape;5454;p5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450" name="Google Shape;5450;p5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457" name="Google Shape;5457;p58"/>
          <p:cNvGrpSpPr/>
          <p:nvPr/>
        </p:nvGrpSpPr>
        <p:grpSpPr>
          <a:xfrm>
            <a:off x="3406504" y="2674269"/>
            <a:ext cx="1675128" cy="313674"/>
            <a:chOff x="998425" y="1182125"/>
            <a:chExt cx="1065400" cy="199500"/>
          </a:xfrm>
        </p:grpSpPr>
        <p:sp>
          <p:nvSpPr>
            <p:cNvPr id="5458" name="Google Shape;5458;p5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58"/>
          <p:cNvGrpSpPr/>
          <p:nvPr/>
        </p:nvGrpSpPr>
        <p:grpSpPr>
          <a:xfrm>
            <a:off x="3406503" y="3630235"/>
            <a:ext cx="1675129" cy="525345"/>
            <a:chOff x="5194708" y="3484366"/>
            <a:chExt cx="3148148" cy="987304"/>
          </a:xfrm>
        </p:grpSpPr>
        <p:grpSp>
          <p:nvGrpSpPr>
            <p:cNvPr id="5464" name="Google Shape;5464;p58"/>
            <p:cNvGrpSpPr/>
            <p:nvPr/>
          </p:nvGrpSpPr>
          <p:grpSpPr>
            <a:xfrm>
              <a:off x="7531521" y="3484366"/>
              <a:ext cx="811335" cy="987304"/>
              <a:chOff x="3379425" y="1617275"/>
              <a:chExt cx="1090650" cy="1327200"/>
            </a:xfrm>
          </p:grpSpPr>
          <p:sp>
            <p:nvSpPr>
              <p:cNvPr id="5465" name="Google Shape;5465;p5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58"/>
            <p:cNvGrpSpPr/>
            <p:nvPr/>
          </p:nvGrpSpPr>
          <p:grpSpPr>
            <a:xfrm>
              <a:off x="6752546" y="3484366"/>
              <a:ext cx="811428" cy="987304"/>
              <a:chOff x="2332275" y="1617275"/>
              <a:chExt cx="1090775" cy="1327200"/>
            </a:xfrm>
          </p:grpSpPr>
          <p:sp>
            <p:nvSpPr>
              <p:cNvPr id="5469" name="Google Shape;5469;p5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58"/>
            <p:cNvGrpSpPr/>
            <p:nvPr/>
          </p:nvGrpSpPr>
          <p:grpSpPr>
            <a:xfrm>
              <a:off x="5973664" y="3484366"/>
              <a:ext cx="811335" cy="987304"/>
              <a:chOff x="1285250" y="1617275"/>
              <a:chExt cx="1090650" cy="1327200"/>
            </a:xfrm>
          </p:grpSpPr>
          <p:sp>
            <p:nvSpPr>
              <p:cNvPr id="5473" name="Google Shape;5473;p5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58"/>
            <p:cNvGrpSpPr/>
            <p:nvPr/>
          </p:nvGrpSpPr>
          <p:grpSpPr>
            <a:xfrm>
              <a:off x="5194708" y="3484366"/>
              <a:ext cx="811409" cy="987304"/>
              <a:chOff x="238125" y="1617275"/>
              <a:chExt cx="1090750" cy="1327200"/>
            </a:xfrm>
          </p:grpSpPr>
          <p:sp>
            <p:nvSpPr>
              <p:cNvPr id="5477" name="Google Shape;5477;p5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0" name="Google Shape;5480;p58"/>
          <p:cNvGrpSpPr/>
          <p:nvPr/>
        </p:nvGrpSpPr>
        <p:grpSpPr>
          <a:xfrm>
            <a:off x="6840188" y="2276124"/>
            <a:ext cx="1579046" cy="522230"/>
            <a:chOff x="6853641" y="2534077"/>
            <a:chExt cx="1515545" cy="501229"/>
          </a:xfrm>
        </p:grpSpPr>
        <p:grpSp>
          <p:nvGrpSpPr>
            <p:cNvPr id="5481" name="Google Shape;5481;p58"/>
            <p:cNvGrpSpPr/>
            <p:nvPr/>
          </p:nvGrpSpPr>
          <p:grpSpPr>
            <a:xfrm>
              <a:off x="6853641" y="2618923"/>
              <a:ext cx="1515545" cy="324556"/>
              <a:chOff x="6853641" y="2618923"/>
              <a:chExt cx="1515545" cy="324556"/>
            </a:xfrm>
          </p:grpSpPr>
          <p:sp>
            <p:nvSpPr>
              <p:cNvPr id="5482" name="Google Shape;5482;p5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7" name="Google Shape;5487;p5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58"/>
          <p:cNvGrpSpPr/>
          <p:nvPr/>
        </p:nvGrpSpPr>
        <p:grpSpPr>
          <a:xfrm>
            <a:off x="3435080" y="3151165"/>
            <a:ext cx="1617976" cy="346616"/>
            <a:chOff x="1808063" y="4294338"/>
            <a:chExt cx="3370782" cy="721817"/>
          </a:xfrm>
        </p:grpSpPr>
        <p:sp>
          <p:nvSpPr>
            <p:cNvPr id="5493" name="Google Shape;5493;p5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58"/>
          <p:cNvGrpSpPr/>
          <p:nvPr/>
        </p:nvGrpSpPr>
        <p:grpSpPr>
          <a:xfrm>
            <a:off x="5261076" y="3817915"/>
            <a:ext cx="1417067" cy="350605"/>
            <a:chOff x="4234950" y="2101012"/>
            <a:chExt cx="4219974" cy="1044090"/>
          </a:xfrm>
        </p:grpSpPr>
        <p:sp>
          <p:nvSpPr>
            <p:cNvPr id="5504" name="Google Shape;5504;p5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58"/>
          <p:cNvGrpSpPr/>
          <p:nvPr/>
        </p:nvGrpSpPr>
        <p:grpSpPr>
          <a:xfrm>
            <a:off x="6836548" y="1808672"/>
            <a:ext cx="1586327" cy="371557"/>
            <a:chOff x="1247650" y="2075423"/>
            <a:chExt cx="6648477" cy="1557238"/>
          </a:xfrm>
        </p:grpSpPr>
        <p:sp>
          <p:nvSpPr>
            <p:cNvPr id="5521" name="Google Shape;5521;p5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58"/>
          <p:cNvGrpSpPr/>
          <p:nvPr/>
        </p:nvGrpSpPr>
        <p:grpSpPr>
          <a:xfrm>
            <a:off x="5267818" y="961862"/>
            <a:ext cx="1415601" cy="1648533"/>
            <a:chOff x="1839112" y="2209163"/>
            <a:chExt cx="1918159" cy="2233784"/>
          </a:xfrm>
        </p:grpSpPr>
        <p:sp>
          <p:nvSpPr>
            <p:cNvPr id="5528" name="Google Shape;5528;p5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31" name="Google Shape;5531;p58"/>
            <p:cNvCxnSpPr>
              <a:stCxn id="5528" idx="6"/>
              <a:endCxn id="5529"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532" name="Google Shape;5532;p58"/>
            <p:cNvCxnSpPr>
              <a:stCxn id="5529" idx="4"/>
              <a:endCxn id="553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534" name="Google Shape;5534;p58"/>
            <p:cNvCxnSpPr>
              <a:stCxn id="5533" idx="6"/>
              <a:endCxn id="5530"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535" name="Google Shape;5535;p58"/>
            <p:cNvCxnSpPr>
              <a:stCxn id="5530" idx="4"/>
              <a:endCxn id="553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533" name="Google Shape;5533;p5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38" name="Google Shape;5538;p58"/>
            <p:cNvCxnSpPr>
              <a:endCxn id="553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539" name="Google Shape;5539;p58"/>
          <p:cNvGrpSpPr/>
          <p:nvPr/>
        </p:nvGrpSpPr>
        <p:grpSpPr>
          <a:xfrm>
            <a:off x="3425084" y="979946"/>
            <a:ext cx="1637968" cy="154942"/>
            <a:chOff x="238125" y="2506075"/>
            <a:chExt cx="7115411" cy="673075"/>
          </a:xfrm>
        </p:grpSpPr>
        <p:sp>
          <p:nvSpPr>
            <p:cNvPr id="5540" name="Google Shape;5540;p5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58"/>
          <p:cNvGrpSpPr/>
          <p:nvPr/>
        </p:nvGrpSpPr>
        <p:grpSpPr>
          <a:xfrm>
            <a:off x="1965820" y="1294664"/>
            <a:ext cx="1262932" cy="785408"/>
            <a:chOff x="548861" y="389676"/>
            <a:chExt cx="3843371" cy="2390163"/>
          </a:xfrm>
        </p:grpSpPr>
        <p:cxnSp>
          <p:nvCxnSpPr>
            <p:cNvPr id="5546" name="Google Shape;5546;p5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547" name="Google Shape;5547;p5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548" name="Google Shape;5548;p5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549" name="Google Shape;5549;p5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550" name="Google Shape;5550;p5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551" name="Google Shape;5551;p5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52" name="Google Shape;5552;p5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553" name="Google Shape;5553;p5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9" name="Google Shape;5559;p58"/>
          <p:cNvGrpSpPr/>
          <p:nvPr/>
        </p:nvGrpSpPr>
        <p:grpSpPr>
          <a:xfrm>
            <a:off x="753952" y="2401541"/>
            <a:ext cx="1412054" cy="633562"/>
            <a:chOff x="1187400" y="2529299"/>
            <a:chExt cx="6769193" cy="2241903"/>
          </a:xfrm>
        </p:grpSpPr>
        <p:sp>
          <p:nvSpPr>
            <p:cNvPr id="5560" name="Google Shape;5560;p5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561" name="Google Shape;5561;p5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562" name="Google Shape;5562;p5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563" name="Google Shape;5563;p5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564" name="Google Shape;5564;p5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565" name="Google Shape;5565;p5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566" name="Google Shape;5566;p5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567" name="Google Shape;5567;p58"/>
            <p:cNvCxnSpPr>
              <a:stCxn id="5560" idx="2"/>
              <a:endCxn id="5561"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568" name="Google Shape;5568;p58"/>
            <p:cNvCxnSpPr>
              <a:stCxn id="5562" idx="0"/>
              <a:endCxn id="5560"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569" name="Google Shape;5569;p58"/>
            <p:cNvCxnSpPr>
              <a:stCxn id="5562" idx="2"/>
              <a:endCxn id="5564"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570" name="Google Shape;5570;p58"/>
            <p:cNvCxnSpPr>
              <a:stCxn id="5563" idx="0"/>
              <a:endCxn id="5562"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571" name="Google Shape;5571;p58"/>
            <p:cNvCxnSpPr>
              <a:stCxn id="5561" idx="2"/>
              <a:endCxn id="5566"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572" name="Google Shape;5572;p58"/>
            <p:cNvCxnSpPr>
              <a:stCxn id="5565" idx="0"/>
              <a:endCxn id="5561"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573" name="Google Shape;5573;p58"/>
          <p:cNvGrpSpPr/>
          <p:nvPr/>
        </p:nvGrpSpPr>
        <p:grpSpPr>
          <a:xfrm>
            <a:off x="6840198" y="2894250"/>
            <a:ext cx="1579035" cy="540873"/>
            <a:chOff x="6895650" y="3126697"/>
            <a:chExt cx="1436662" cy="492105"/>
          </a:xfrm>
        </p:grpSpPr>
        <p:sp>
          <p:nvSpPr>
            <p:cNvPr id="5574" name="Google Shape;5574;p5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9" name="Google Shape;5579;p58"/>
            <p:cNvGrpSpPr/>
            <p:nvPr/>
          </p:nvGrpSpPr>
          <p:grpSpPr>
            <a:xfrm>
              <a:off x="6995957" y="3335810"/>
              <a:ext cx="1230393" cy="71754"/>
              <a:chOff x="6995957" y="3287964"/>
              <a:chExt cx="1230393" cy="71754"/>
            </a:xfrm>
          </p:grpSpPr>
          <p:sp>
            <p:nvSpPr>
              <p:cNvPr id="5580" name="Google Shape;5580;p5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5" name="Google Shape;5585;p58"/>
          <p:cNvGrpSpPr/>
          <p:nvPr/>
        </p:nvGrpSpPr>
        <p:grpSpPr>
          <a:xfrm>
            <a:off x="6838780" y="3531013"/>
            <a:ext cx="1581862" cy="650625"/>
            <a:chOff x="6777990" y="3710194"/>
            <a:chExt cx="1646915" cy="677382"/>
          </a:xfrm>
        </p:grpSpPr>
        <p:grpSp>
          <p:nvGrpSpPr>
            <p:cNvPr id="5586" name="Google Shape;5586;p58"/>
            <p:cNvGrpSpPr/>
            <p:nvPr/>
          </p:nvGrpSpPr>
          <p:grpSpPr>
            <a:xfrm>
              <a:off x="6777990" y="3874492"/>
              <a:ext cx="411129" cy="513083"/>
              <a:chOff x="6777990" y="3874492"/>
              <a:chExt cx="411129" cy="513083"/>
            </a:xfrm>
          </p:grpSpPr>
          <p:cxnSp>
            <p:nvCxnSpPr>
              <p:cNvPr id="5587" name="Google Shape;5587;p5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88" name="Google Shape;5588;p5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58"/>
            <p:cNvGrpSpPr/>
            <p:nvPr/>
          </p:nvGrpSpPr>
          <p:grpSpPr>
            <a:xfrm>
              <a:off x="7188425" y="3710194"/>
              <a:ext cx="411123" cy="520535"/>
              <a:chOff x="7188425" y="3710194"/>
              <a:chExt cx="411123" cy="520535"/>
            </a:xfrm>
          </p:grpSpPr>
          <p:cxnSp>
            <p:nvCxnSpPr>
              <p:cNvPr id="5590" name="Google Shape;5590;p5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91" name="Google Shape;5591;p5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58"/>
            <p:cNvGrpSpPr/>
            <p:nvPr/>
          </p:nvGrpSpPr>
          <p:grpSpPr>
            <a:xfrm>
              <a:off x="7603341" y="3874492"/>
              <a:ext cx="411474" cy="513083"/>
              <a:chOff x="7603341" y="3874492"/>
              <a:chExt cx="411474" cy="513083"/>
            </a:xfrm>
          </p:grpSpPr>
          <p:cxnSp>
            <p:nvCxnSpPr>
              <p:cNvPr id="5593" name="Google Shape;5593;p5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94" name="Google Shape;5594;p5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58"/>
            <p:cNvGrpSpPr/>
            <p:nvPr/>
          </p:nvGrpSpPr>
          <p:grpSpPr>
            <a:xfrm>
              <a:off x="8013776" y="3722847"/>
              <a:ext cx="411129" cy="507881"/>
              <a:chOff x="8013776" y="3722847"/>
              <a:chExt cx="411129" cy="507881"/>
            </a:xfrm>
          </p:grpSpPr>
          <p:cxnSp>
            <p:nvCxnSpPr>
              <p:cNvPr id="5596" name="Google Shape;5596;p5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597" name="Google Shape;5597;p5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98" name="Google Shape;5598;p58"/>
          <p:cNvGrpSpPr/>
          <p:nvPr/>
        </p:nvGrpSpPr>
        <p:grpSpPr>
          <a:xfrm>
            <a:off x="5258295" y="2703853"/>
            <a:ext cx="1421889" cy="1020603"/>
            <a:chOff x="5190863" y="2824811"/>
            <a:chExt cx="1544860" cy="1108869"/>
          </a:xfrm>
        </p:grpSpPr>
        <p:grpSp>
          <p:nvGrpSpPr>
            <p:cNvPr id="5599" name="Google Shape;5599;p58"/>
            <p:cNvGrpSpPr/>
            <p:nvPr/>
          </p:nvGrpSpPr>
          <p:grpSpPr>
            <a:xfrm>
              <a:off x="5938695" y="3176919"/>
              <a:ext cx="685761" cy="404739"/>
              <a:chOff x="5938695" y="3176919"/>
              <a:chExt cx="685761" cy="404739"/>
            </a:xfrm>
          </p:grpSpPr>
          <p:grpSp>
            <p:nvGrpSpPr>
              <p:cNvPr id="5600" name="Google Shape;5600;p58"/>
              <p:cNvGrpSpPr/>
              <p:nvPr/>
            </p:nvGrpSpPr>
            <p:grpSpPr>
              <a:xfrm>
                <a:off x="5938695" y="3176919"/>
                <a:ext cx="685761" cy="404739"/>
                <a:chOff x="5938695" y="3176919"/>
                <a:chExt cx="685761" cy="404739"/>
              </a:xfrm>
            </p:grpSpPr>
            <p:sp>
              <p:nvSpPr>
                <p:cNvPr id="5601" name="Google Shape;5601;p5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3" name="Google Shape;5603;p5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58"/>
            <p:cNvGrpSpPr/>
            <p:nvPr/>
          </p:nvGrpSpPr>
          <p:grpSpPr>
            <a:xfrm>
              <a:off x="5305233" y="3176835"/>
              <a:ext cx="685971" cy="404655"/>
              <a:chOff x="5305233" y="3176835"/>
              <a:chExt cx="685971" cy="404655"/>
            </a:xfrm>
          </p:grpSpPr>
          <p:grpSp>
            <p:nvGrpSpPr>
              <p:cNvPr id="5605" name="Google Shape;5605;p58"/>
              <p:cNvGrpSpPr/>
              <p:nvPr/>
            </p:nvGrpSpPr>
            <p:grpSpPr>
              <a:xfrm>
                <a:off x="5305233" y="3176835"/>
                <a:ext cx="685971" cy="404655"/>
                <a:chOff x="5305233" y="3176835"/>
                <a:chExt cx="685971" cy="404655"/>
              </a:xfrm>
            </p:grpSpPr>
            <p:sp>
              <p:nvSpPr>
                <p:cNvPr id="5606" name="Google Shape;5606;p5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8" name="Google Shape;5608;p5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9" name="Google Shape;5609;p5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0" name="Google Shape;5610;p58"/>
            <p:cNvGrpSpPr/>
            <p:nvPr/>
          </p:nvGrpSpPr>
          <p:grpSpPr>
            <a:xfrm>
              <a:off x="5657361" y="2824811"/>
              <a:ext cx="1078361" cy="404655"/>
              <a:chOff x="5657361" y="2824811"/>
              <a:chExt cx="1078361" cy="404655"/>
            </a:xfrm>
          </p:grpSpPr>
          <p:grpSp>
            <p:nvGrpSpPr>
              <p:cNvPr id="5611" name="Google Shape;5611;p58"/>
              <p:cNvGrpSpPr/>
              <p:nvPr/>
            </p:nvGrpSpPr>
            <p:grpSpPr>
              <a:xfrm>
                <a:off x="5657361" y="2824811"/>
                <a:ext cx="1078361" cy="404655"/>
                <a:chOff x="5657361" y="2824811"/>
                <a:chExt cx="1078361" cy="404655"/>
              </a:xfrm>
            </p:grpSpPr>
            <p:grpSp>
              <p:nvGrpSpPr>
                <p:cNvPr id="5612" name="Google Shape;5612;p58"/>
                <p:cNvGrpSpPr/>
                <p:nvPr/>
              </p:nvGrpSpPr>
              <p:grpSpPr>
                <a:xfrm>
                  <a:off x="5938485" y="2824811"/>
                  <a:ext cx="797237" cy="404655"/>
                  <a:chOff x="5938485" y="2824811"/>
                  <a:chExt cx="797237" cy="404655"/>
                </a:xfrm>
              </p:grpSpPr>
              <p:sp>
                <p:nvSpPr>
                  <p:cNvPr id="5613" name="Google Shape;5613;p5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5" name="Google Shape;5615;p5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6" name="Google Shape;5616;p5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7" name="Google Shape;5617;p58"/>
            <p:cNvGrpSpPr/>
            <p:nvPr/>
          </p:nvGrpSpPr>
          <p:grpSpPr>
            <a:xfrm>
              <a:off x="5190863" y="3528942"/>
              <a:ext cx="1078026" cy="404739"/>
              <a:chOff x="5190863" y="3528942"/>
              <a:chExt cx="1078026" cy="404739"/>
            </a:xfrm>
          </p:grpSpPr>
          <p:sp>
            <p:nvSpPr>
              <p:cNvPr id="5618" name="Google Shape;5618;p5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9" name="Google Shape;5619;p58"/>
              <p:cNvGrpSpPr/>
              <p:nvPr/>
            </p:nvGrpSpPr>
            <p:grpSpPr>
              <a:xfrm>
                <a:off x="5190863" y="3528942"/>
                <a:ext cx="1078026" cy="404739"/>
                <a:chOff x="5190863" y="3528942"/>
                <a:chExt cx="1078026" cy="404739"/>
              </a:xfrm>
            </p:grpSpPr>
            <p:sp>
              <p:nvSpPr>
                <p:cNvPr id="5620" name="Google Shape;5620;p5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22" name="Google Shape;5622;p58"/>
          <p:cNvGrpSpPr/>
          <p:nvPr/>
        </p:nvGrpSpPr>
        <p:grpSpPr>
          <a:xfrm>
            <a:off x="724302" y="1268321"/>
            <a:ext cx="1086719" cy="879487"/>
            <a:chOff x="803162" y="1474292"/>
            <a:chExt cx="1086719" cy="879487"/>
          </a:xfrm>
        </p:grpSpPr>
        <p:grpSp>
          <p:nvGrpSpPr>
            <p:cNvPr id="5623" name="Google Shape;5623;p58"/>
            <p:cNvGrpSpPr/>
            <p:nvPr/>
          </p:nvGrpSpPr>
          <p:grpSpPr>
            <a:xfrm>
              <a:off x="803162" y="1625948"/>
              <a:ext cx="445856" cy="576579"/>
              <a:chOff x="803162" y="1625948"/>
              <a:chExt cx="445856" cy="576579"/>
            </a:xfrm>
          </p:grpSpPr>
          <p:sp>
            <p:nvSpPr>
              <p:cNvPr id="5624" name="Google Shape;5624;p5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5" name="Google Shape;5625;p58"/>
              <p:cNvGrpSpPr/>
              <p:nvPr/>
            </p:nvGrpSpPr>
            <p:grpSpPr>
              <a:xfrm>
                <a:off x="1056023" y="1625948"/>
                <a:ext cx="192995" cy="576579"/>
                <a:chOff x="1056023" y="1625948"/>
                <a:chExt cx="192995" cy="576579"/>
              </a:xfrm>
            </p:grpSpPr>
            <p:sp>
              <p:nvSpPr>
                <p:cNvPr id="5626" name="Google Shape;5626;p5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1" name="Google Shape;5631;p58"/>
            <p:cNvGrpSpPr/>
            <p:nvPr/>
          </p:nvGrpSpPr>
          <p:grpSpPr>
            <a:xfrm>
              <a:off x="1371406" y="1474292"/>
              <a:ext cx="518475" cy="879487"/>
              <a:chOff x="1398231" y="1474292"/>
              <a:chExt cx="518475" cy="879487"/>
            </a:xfrm>
          </p:grpSpPr>
          <p:grpSp>
            <p:nvGrpSpPr>
              <p:cNvPr id="5632" name="Google Shape;5632;p58"/>
              <p:cNvGrpSpPr/>
              <p:nvPr/>
            </p:nvGrpSpPr>
            <p:grpSpPr>
              <a:xfrm>
                <a:off x="1398231" y="1474292"/>
                <a:ext cx="518475" cy="341643"/>
                <a:chOff x="1398231" y="1474292"/>
                <a:chExt cx="518475" cy="341643"/>
              </a:xfrm>
            </p:grpSpPr>
            <p:sp>
              <p:nvSpPr>
                <p:cNvPr id="5633" name="Google Shape;5633;p5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4" name="Google Shape;5634;p58"/>
                <p:cNvGrpSpPr/>
                <p:nvPr/>
              </p:nvGrpSpPr>
              <p:grpSpPr>
                <a:xfrm>
                  <a:off x="1616453" y="1474292"/>
                  <a:ext cx="300253" cy="341643"/>
                  <a:chOff x="1616453" y="1475379"/>
                  <a:chExt cx="300253" cy="341643"/>
                </a:xfrm>
              </p:grpSpPr>
              <p:sp>
                <p:nvSpPr>
                  <p:cNvPr id="5635" name="Google Shape;5635;p5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2" name="Google Shape;5642;p58"/>
                  <p:cNvGrpSpPr/>
                  <p:nvPr/>
                </p:nvGrpSpPr>
                <p:grpSpPr>
                  <a:xfrm>
                    <a:off x="1839639" y="1475379"/>
                    <a:ext cx="77067" cy="341643"/>
                    <a:chOff x="1839639" y="1475379"/>
                    <a:chExt cx="77067" cy="341643"/>
                  </a:xfrm>
                </p:grpSpPr>
                <p:sp>
                  <p:nvSpPr>
                    <p:cNvPr id="5643" name="Google Shape;5643;p5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45" name="Google Shape;5645;p58"/>
              <p:cNvGrpSpPr/>
              <p:nvPr/>
            </p:nvGrpSpPr>
            <p:grpSpPr>
              <a:xfrm>
                <a:off x="1398451" y="2012951"/>
                <a:ext cx="518255" cy="340828"/>
                <a:chOff x="1398451" y="2012951"/>
                <a:chExt cx="518255" cy="340828"/>
              </a:xfrm>
            </p:grpSpPr>
            <p:sp>
              <p:nvSpPr>
                <p:cNvPr id="5646" name="Google Shape;5646;p5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7" name="Google Shape;5647;p58"/>
                <p:cNvGrpSpPr/>
                <p:nvPr/>
              </p:nvGrpSpPr>
              <p:grpSpPr>
                <a:xfrm>
                  <a:off x="1616453" y="2012951"/>
                  <a:ext cx="300253" cy="340828"/>
                  <a:chOff x="1616453" y="2013538"/>
                  <a:chExt cx="300253" cy="340828"/>
                </a:xfrm>
              </p:grpSpPr>
              <p:sp>
                <p:nvSpPr>
                  <p:cNvPr id="5648" name="Google Shape;5648;p5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5" name="Google Shape;5655;p58"/>
                  <p:cNvGrpSpPr/>
                  <p:nvPr/>
                </p:nvGrpSpPr>
                <p:grpSpPr>
                  <a:xfrm>
                    <a:off x="1839639" y="2013538"/>
                    <a:ext cx="77067" cy="340828"/>
                    <a:chOff x="1839639" y="2013538"/>
                    <a:chExt cx="77067" cy="340828"/>
                  </a:xfrm>
                </p:grpSpPr>
                <p:sp>
                  <p:nvSpPr>
                    <p:cNvPr id="5656" name="Google Shape;5656;p5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658" name="Google Shape;5658;p58"/>
          <p:cNvGrpSpPr/>
          <p:nvPr/>
        </p:nvGrpSpPr>
        <p:grpSpPr>
          <a:xfrm>
            <a:off x="721126" y="3399508"/>
            <a:ext cx="1368681" cy="682918"/>
            <a:chOff x="724986" y="3605478"/>
            <a:chExt cx="1368681" cy="682918"/>
          </a:xfrm>
        </p:grpSpPr>
        <p:grpSp>
          <p:nvGrpSpPr>
            <p:cNvPr id="5659" name="Google Shape;5659;p58"/>
            <p:cNvGrpSpPr/>
            <p:nvPr/>
          </p:nvGrpSpPr>
          <p:grpSpPr>
            <a:xfrm>
              <a:off x="1289102" y="3823629"/>
              <a:ext cx="240442" cy="250435"/>
              <a:chOff x="-165066" y="3843615"/>
              <a:chExt cx="221259" cy="230455"/>
            </a:xfrm>
          </p:grpSpPr>
          <p:sp>
            <p:nvSpPr>
              <p:cNvPr id="5660" name="Google Shape;5660;p5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58"/>
            <p:cNvGrpSpPr/>
            <p:nvPr/>
          </p:nvGrpSpPr>
          <p:grpSpPr>
            <a:xfrm>
              <a:off x="724986" y="3605478"/>
              <a:ext cx="1368681" cy="682918"/>
              <a:chOff x="724986" y="3605478"/>
              <a:chExt cx="1368681" cy="682918"/>
            </a:xfrm>
          </p:grpSpPr>
          <p:grpSp>
            <p:nvGrpSpPr>
              <p:cNvPr id="5681" name="Google Shape;5681;p58"/>
              <p:cNvGrpSpPr/>
              <p:nvPr/>
            </p:nvGrpSpPr>
            <p:grpSpPr>
              <a:xfrm>
                <a:off x="1498221" y="4047614"/>
                <a:ext cx="529172" cy="240783"/>
                <a:chOff x="1498221" y="4047614"/>
                <a:chExt cx="529172" cy="240783"/>
              </a:xfrm>
            </p:grpSpPr>
            <p:grpSp>
              <p:nvGrpSpPr>
                <p:cNvPr id="5682" name="Google Shape;5682;p58"/>
                <p:cNvGrpSpPr/>
                <p:nvPr/>
              </p:nvGrpSpPr>
              <p:grpSpPr>
                <a:xfrm>
                  <a:off x="1826655" y="4224370"/>
                  <a:ext cx="200738" cy="25631"/>
                  <a:chOff x="1826655" y="4224370"/>
                  <a:chExt cx="200738" cy="25631"/>
                </a:xfrm>
              </p:grpSpPr>
              <p:sp>
                <p:nvSpPr>
                  <p:cNvPr id="5683" name="Google Shape;5683;p5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58"/>
                <p:cNvGrpSpPr/>
                <p:nvPr/>
              </p:nvGrpSpPr>
              <p:grpSpPr>
                <a:xfrm>
                  <a:off x="1498221" y="4047614"/>
                  <a:ext cx="328444" cy="240783"/>
                  <a:chOff x="1498221" y="4047614"/>
                  <a:chExt cx="328444" cy="240783"/>
                </a:xfrm>
              </p:grpSpPr>
              <p:sp>
                <p:nvSpPr>
                  <p:cNvPr id="5686" name="Google Shape;5686;p5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7" name="Google Shape;5687;p58"/>
                  <p:cNvGrpSpPr/>
                  <p:nvPr/>
                </p:nvGrpSpPr>
                <p:grpSpPr>
                  <a:xfrm>
                    <a:off x="1498221" y="4047614"/>
                    <a:ext cx="150566" cy="190416"/>
                    <a:chOff x="1498221" y="4047614"/>
                    <a:chExt cx="150566" cy="190416"/>
                  </a:xfrm>
                </p:grpSpPr>
                <p:sp>
                  <p:nvSpPr>
                    <p:cNvPr id="5688" name="Google Shape;5688;p5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90" name="Google Shape;5690;p58"/>
              <p:cNvGrpSpPr/>
              <p:nvPr/>
            </p:nvGrpSpPr>
            <p:grpSpPr>
              <a:xfrm>
                <a:off x="1560718" y="3800594"/>
                <a:ext cx="532948" cy="302090"/>
                <a:chOff x="1560718" y="3800594"/>
                <a:chExt cx="532948" cy="302090"/>
              </a:xfrm>
            </p:grpSpPr>
            <p:grpSp>
              <p:nvGrpSpPr>
                <p:cNvPr id="5691" name="Google Shape;5691;p58"/>
                <p:cNvGrpSpPr/>
                <p:nvPr/>
              </p:nvGrpSpPr>
              <p:grpSpPr>
                <a:xfrm>
                  <a:off x="1912179" y="3827344"/>
                  <a:ext cx="181487" cy="25631"/>
                  <a:chOff x="1912179" y="3827344"/>
                  <a:chExt cx="181487" cy="25631"/>
                </a:xfrm>
              </p:grpSpPr>
              <p:sp>
                <p:nvSpPr>
                  <p:cNvPr id="5692" name="Google Shape;5692;p5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58"/>
                <p:cNvGrpSpPr/>
                <p:nvPr/>
              </p:nvGrpSpPr>
              <p:grpSpPr>
                <a:xfrm>
                  <a:off x="1912179" y="4044505"/>
                  <a:ext cx="181487" cy="25622"/>
                  <a:chOff x="1912179" y="4044506"/>
                  <a:chExt cx="181487" cy="25622"/>
                </a:xfrm>
              </p:grpSpPr>
              <p:sp>
                <p:nvSpPr>
                  <p:cNvPr id="5695" name="Google Shape;5695;p5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58"/>
                <p:cNvGrpSpPr/>
                <p:nvPr/>
              </p:nvGrpSpPr>
              <p:grpSpPr>
                <a:xfrm>
                  <a:off x="1560718" y="3800594"/>
                  <a:ext cx="351472" cy="302090"/>
                  <a:chOff x="1560718" y="3800594"/>
                  <a:chExt cx="351472" cy="302090"/>
                </a:xfrm>
              </p:grpSpPr>
              <p:grpSp>
                <p:nvGrpSpPr>
                  <p:cNvPr id="5698" name="Google Shape;5698;p58"/>
                  <p:cNvGrpSpPr/>
                  <p:nvPr/>
                </p:nvGrpSpPr>
                <p:grpSpPr>
                  <a:xfrm>
                    <a:off x="1560718" y="3842857"/>
                    <a:ext cx="173586" cy="217131"/>
                    <a:chOff x="1560718" y="3842857"/>
                    <a:chExt cx="173586" cy="217131"/>
                  </a:xfrm>
                </p:grpSpPr>
                <p:sp>
                  <p:nvSpPr>
                    <p:cNvPr id="5699" name="Google Shape;5699;p5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2" name="Google Shape;5702;p5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704" name="Google Shape;5704;p5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5" name="Google Shape;5705;p58"/>
              <p:cNvGrpSpPr/>
              <p:nvPr/>
            </p:nvGrpSpPr>
            <p:grpSpPr>
              <a:xfrm>
                <a:off x="785350" y="3605478"/>
                <a:ext cx="535311" cy="249245"/>
                <a:chOff x="785350" y="3605478"/>
                <a:chExt cx="535311" cy="249245"/>
              </a:xfrm>
            </p:grpSpPr>
            <p:grpSp>
              <p:nvGrpSpPr>
                <p:cNvPr id="5706" name="Google Shape;5706;p58"/>
                <p:cNvGrpSpPr/>
                <p:nvPr/>
              </p:nvGrpSpPr>
              <p:grpSpPr>
                <a:xfrm>
                  <a:off x="785350" y="3605478"/>
                  <a:ext cx="376191" cy="102736"/>
                  <a:chOff x="785350" y="3605478"/>
                  <a:chExt cx="376191" cy="102736"/>
                </a:xfrm>
              </p:grpSpPr>
              <p:sp>
                <p:nvSpPr>
                  <p:cNvPr id="5707" name="Google Shape;5707;p5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58"/>
                <p:cNvGrpSpPr/>
                <p:nvPr/>
              </p:nvGrpSpPr>
              <p:grpSpPr>
                <a:xfrm>
                  <a:off x="1161530" y="3655851"/>
                  <a:ext cx="159131" cy="198872"/>
                  <a:chOff x="1161530" y="3655851"/>
                  <a:chExt cx="159131" cy="198872"/>
                </a:xfrm>
              </p:grpSpPr>
              <p:sp>
                <p:nvSpPr>
                  <p:cNvPr id="5711" name="Google Shape;5711;p5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13" name="Google Shape;5713;p58"/>
              <p:cNvGrpSpPr/>
              <p:nvPr/>
            </p:nvGrpSpPr>
            <p:grpSpPr>
              <a:xfrm>
                <a:off x="785350" y="4047614"/>
                <a:ext cx="535311" cy="240783"/>
                <a:chOff x="785350" y="4047614"/>
                <a:chExt cx="535311" cy="240783"/>
              </a:xfrm>
            </p:grpSpPr>
            <p:grpSp>
              <p:nvGrpSpPr>
                <p:cNvPr id="5714" name="Google Shape;5714;p58"/>
                <p:cNvGrpSpPr/>
                <p:nvPr/>
              </p:nvGrpSpPr>
              <p:grpSpPr>
                <a:xfrm>
                  <a:off x="1161636" y="4047614"/>
                  <a:ext cx="159025" cy="190415"/>
                  <a:chOff x="1161636" y="4047614"/>
                  <a:chExt cx="159025" cy="190415"/>
                </a:xfrm>
              </p:grpSpPr>
              <p:sp>
                <p:nvSpPr>
                  <p:cNvPr id="5715" name="Google Shape;5715;p5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58"/>
                <p:cNvGrpSpPr/>
                <p:nvPr/>
              </p:nvGrpSpPr>
              <p:grpSpPr>
                <a:xfrm>
                  <a:off x="785350" y="4185661"/>
                  <a:ext cx="376191" cy="102736"/>
                  <a:chOff x="785350" y="4185661"/>
                  <a:chExt cx="376191" cy="102736"/>
                </a:xfrm>
              </p:grpSpPr>
              <p:sp>
                <p:nvSpPr>
                  <p:cNvPr id="5718" name="Google Shape;5718;p5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1" name="Google Shape;5721;p58"/>
              <p:cNvGrpSpPr/>
              <p:nvPr/>
            </p:nvGrpSpPr>
            <p:grpSpPr>
              <a:xfrm>
                <a:off x="1501054" y="3605478"/>
                <a:ext cx="526340" cy="249240"/>
                <a:chOff x="1501054" y="3605478"/>
                <a:chExt cx="526340" cy="249240"/>
              </a:xfrm>
            </p:grpSpPr>
            <p:grpSp>
              <p:nvGrpSpPr>
                <p:cNvPr id="5722" name="Google Shape;5722;p58"/>
                <p:cNvGrpSpPr/>
                <p:nvPr/>
              </p:nvGrpSpPr>
              <p:grpSpPr>
                <a:xfrm>
                  <a:off x="1834208" y="3643867"/>
                  <a:ext cx="193185" cy="25622"/>
                  <a:chOff x="1834208" y="3643867"/>
                  <a:chExt cx="193185" cy="25622"/>
                </a:xfrm>
              </p:grpSpPr>
              <p:sp>
                <p:nvSpPr>
                  <p:cNvPr id="5723" name="Google Shape;5723;p5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58"/>
                <p:cNvGrpSpPr/>
                <p:nvPr/>
              </p:nvGrpSpPr>
              <p:grpSpPr>
                <a:xfrm>
                  <a:off x="1501054" y="3605478"/>
                  <a:ext cx="333165" cy="249240"/>
                  <a:chOff x="1501054" y="3605478"/>
                  <a:chExt cx="333165" cy="249240"/>
                </a:xfrm>
              </p:grpSpPr>
              <p:sp>
                <p:nvSpPr>
                  <p:cNvPr id="5726" name="Google Shape;5726;p5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7" name="Google Shape;5727;p58"/>
                  <p:cNvGrpSpPr/>
                  <p:nvPr/>
                </p:nvGrpSpPr>
                <p:grpSpPr>
                  <a:xfrm>
                    <a:off x="1501054" y="3655851"/>
                    <a:ext cx="155286" cy="198867"/>
                    <a:chOff x="1501054" y="3655851"/>
                    <a:chExt cx="155286" cy="198867"/>
                  </a:xfrm>
                </p:grpSpPr>
                <p:sp>
                  <p:nvSpPr>
                    <p:cNvPr id="5728" name="Google Shape;5728;p5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30" name="Google Shape;5730;p58"/>
              <p:cNvGrpSpPr/>
              <p:nvPr/>
            </p:nvGrpSpPr>
            <p:grpSpPr>
              <a:xfrm>
                <a:off x="724986" y="3800594"/>
                <a:ext cx="532950" cy="302090"/>
                <a:chOff x="724986" y="3800594"/>
                <a:chExt cx="532950" cy="302090"/>
              </a:xfrm>
            </p:grpSpPr>
            <p:grpSp>
              <p:nvGrpSpPr>
                <p:cNvPr id="5731" name="Google Shape;5731;p58"/>
                <p:cNvGrpSpPr/>
                <p:nvPr/>
              </p:nvGrpSpPr>
              <p:grpSpPr>
                <a:xfrm>
                  <a:off x="724986" y="4044367"/>
                  <a:ext cx="181314" cy="25626"/>
                  <a:chOff x="724986" y="4044367"/>
                  <a:chExt cx="181314" cy="25626"/>
                </a:xfrm>
              </p:grpSpPr>
              <p:sp>
                <p:nvSpPr>
                  <p:cNvPr id="5732" name="Google Shape;5732;p5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58"/>
                <p:cNvGrpSpPr/>
                <p:nvPr/>
              </p:nvGrpSpPr>
              <p:grpSpPr>
                <a:xfrm>
                  <a:off x="906290" y="3800594"/>
                  <a:ext cx="351646" cy="302090"/>
                  <a:chOff x="906290" y="3800594"/>
                  <a:chExt cx="351646" cy="302090"/>
                </a:xfrm>
              </p:grpSpPr>
              <p:grpSp>
                <p:nvGrpSpPr>
                  <p:cNvPr id="5735" name="Google Shape;5735;p58"/>
                  <p:cNvGrpSpPr/>
                  <p:nvPr/>
                </p:nvGrpSpPr>
                <p:grpSpPr>
                  <a:xfrm>
                    <a:off x="1084172" y="3842857"/>
                    <a:ext cx="173764" cy="217131"/>
                    <a:chOff x="1084172" y="3842857"/>
                    <a:chExt cx="173764" cy="217131"/>
                  </a:xfrm>
                </p:grpSpPr>
                <p:grpSp>
                  <p:nvGrpSpPr>
                    <p:cNvPr id="5736" name="Google Shape;5736;p58"/>
                    <p:cNvGrpSpPr/>
                    <p:nvPr/>
                  </p:nvGrpSpPr>
                  <p:grpSpPr>
                    <a:xfrm>
                      <a:off x="1156862" y="3936509"/>
                      <a:ext cx="101073" cy="25622"/>
                      <a:chOff x="1156862" y="3936509"/>
                      <a:chExt cx="101073" cy="25622"/>
                    </a:xfrm>
                  </p:grpSpPr>
                  <p:sp>
                    <p:nvSpPr>
                      <p:cNvPr id="5737" name="Google Shape;5737;p5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9" name="Google Shape;5739;p5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0" name="Google Shape;5740;p5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58"/>
                <p:cNvGrpSpPr/>
                <p:nvPr/>
              </p:nvGrpSpPr>
              <p:grpSpPr>
                <a:xfrm>
                  <a:off x="724986" y="3830189"/>
                  <a:ext cx="189533" cy="25626"/>
                  <a:chOff x="724986" y="3830189"/>
                  <a:chExt cx="189533" cy="25626"/>
                </a:xfrm>
              </p:grpSpPr>
              <p:sp>
                <p:nvSpPr>
                  <p:cNvPr id="5743" name="Google Shape;5743;p5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745" name="Google Shape;5745;p58"/>
          <p:cNvGrpSpPr/>
          <p:nvPr/>
        </p:nvGrpSpPr>
        <p:grpSpPr>
          <a:xfrm>
            <a:off x="2249438" y="2249669"/>
            <a:ext cx="948701" cy="935378"/>
            <a:chOff x="2253298" y="2428317"/>
            <a:chExt cx="948701" cy="935378"/>
          </a:xfrm>
        </p:grpSpPr>
        <p:sp>
          <p:nvSpPr>
            <p:cNvPr id="5746" name="Google Shape;5746;p5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82" name="Shape 5782"/>
        <p:cNvGrpSpPr/>
        <p:nvPr/>
      </p:nvGrpSpPr>
      <p:grpSpPr>
        <a:xfrm>
          <a:off x="0" y="0"/>
          <a:ext cx="0" cy="0"/>
          <a:chOff x="0" y="0"/>
          <a:chExt cx="0" cy="0"/>
        </a:xfrm>
      </p:grpSpPr>
      <p:graphicFrame>
        <p:nvGraphicFramePr>
          <p:cNvPr id="5783" name="Google Shape;5783;p59"/>
          <p:cNvGraphicFramePr/>
          <p:nvPr/>
        </p:nvGraphicFramePr>
        <p:xfrm>
          <a:off x="3342575" y="2130461"/>
          <a:ext cx="3000000" cy="3000000"/>
        </p:xfrm>
        <a:graphic>
          <a:graphicData uri="http://schemas.openxmlformats.org/drawingml/2006/table">
            <a:tbl>
              <a:tblPr>
                <a:noFill/>
                <a:tableStyleId>{C546DBDB-1F74-4361-BF75-D81A5296C669}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784" name="Google Shape;5784;p59"/>
          <p:cNvGrpSpPr/>
          <p:nvPr/>
        </p:nvGrpSpPr>
        <p:grpSpPr>
          <a:xfrm>
            <a:off x="3339745" y="952988"/>
            <a:ext cx="2363393" cy="1017867"/>
            <a:chOff x="3292400" y="1219146"/>
            <a:chExt cx="2615240" cy="1110239"/>
          </a:xfrm>
        </p:grpSpPr>
        <p:sp>
          <p:nvSpPr>
            <p:cNvPr id="5785" name="Google Shape;5785;p5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5786" name="Google Shape;5786;p5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87" name="Google Shape;5787;p5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5788" name="Google Shape;5788;p5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5789" name="Google Shape;5789;p5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5790" name="Google Shape;5790;p5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5791" name="Google Shape;5791;p5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5792" name="Google Shape;5792;p5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5793" name="Google Shape;5793;p5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5794" name="Google Shape;5794;p5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5795" name="Google Shape;5795;p5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796" name="Google Shape;5796;p5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5797" name="Google Shape;5797;p5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798" name="Google Shape;5798;p5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5799" name="Google Shape;5799;p59"/>
            <p:cNvGrpSpPr/>
            <p:nvPr/>
          </p:nvGrpSpPr>
          <p:grpSpPr>
            <a:xfrm>
              <a:off x="3748438" y="1378608"/>
              <a:ext cx="2159202" cy="903971"/>
              <a:chOff x="1683525" y="2179850"/>
              <a:chExt cx="4519050" cy="2134525"/>
            </a:xfrm>
          </p:grpSpPr>
          <p:sp>
            <p:nvSpPr>
              <p:cNvPr id="5800" name="Google Shape;5800;p5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801" name="Google Shape;5801;p5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802" name="Google Shape;5802;p5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803" name="Google Shape;5803;p5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804" name="Google Shape;5804;p5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805" name="Google Shape;5805;p5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806" name="Google Shape;5806;p5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807" name="Google Shape;5807;p5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808" name="Google Shape;5808;p5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809" name="Google Shape;5809;p5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810" name="Google Shape;5810;p5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811" name="Google Shape;5811;p5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5812" name="Google Shape;5812;p59"/>
          <p:cNvGraphicFramePr/>
          <p:nvPr/>
        </p:nvGraphicFramePr>
        <p:xfrm>
          <a:off x="5935838" y="2130461"/>
          <a:ext cx="3000000" cy="3000000"/>
        </p:xfrm>
        <a:graphic>
          <a:graphicData uri="http://schemas.openxmlformats.org/drawingml/2006/table">
            <a:tbl>
              <a:tblPr>
                <a:noFill/>
                <a:tableStyleId>{C546DBDB-1F74-4361-BF75-D81A5296C669}</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5813" name="Google Shape;5813;p59"/>
          <p:cNvGrpSpPr/>
          <p:nvPr/>
        </p:nvGrpSpPr>
        <p:grpSpPr>
          <a:xfrm>
            <a:off x="5910045" y="3189058"/>
            <a:ext cx="2522867" cy="1001454"/>
            <a:chOff x="1904318" y="789980"/>
            <a:chExt cx="1489472" cy="606868"/>
          </a:xfrm>
        </p:grpSpPr>
        <p:cxnSp>
          <p:nvCxnSpPr>
            <p:cNvPr id="5814" name="Google Shape;5814;p5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815" name="Google Shape;5815;p5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816" name="Google Shape;5816;p5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817" name="Google Shape;5817;p59"/>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5818" name="Google Shape;5818;p59"/>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5819" name="Google Shape;5819;p59"/>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5820" name="Google Shape;5820;p59"/>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5821" name="Google Shape;5821;p5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9"/>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5828" name="Google Shape;5828;p59"/>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5829" name="Google Shape;5829;p59"/>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5830" name="Google Shape;5830;p5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59"/>
          <p:cNvGrpSpPr/>
          <p:nvPr/>
        </p:nvGrpSpPr>
        <p:grpSpPr>
          <a:xfrm>
            <a:off x="712562" y="998017"/>
            <a:ext cx="2394370" cy="976502"/>
            <a:chOff x="749309" y="1112739"/>
            <a:chExt cx="2371603" cy="976502"/>
          </a:xfrm>
        </p:grpSpPr>
        <p:sp>
          <p:nvSpPr>
            <p:cNvPr id="5832" name="Google Shape;5832;p5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864" name="Google Shape;5864;p59"/>
          <p:cNvGraphicFramePr/>
          <p:nvPr/>
        </p:nvGraphicFramePr>
        <p:xfrm>
          <a:off x="5935863" y="996311"/>
          <a:ext cx="3000000" cy="3000000"/>
        </p:xfrm>
        <a:graphic>
          <a:graphicData uri="http://schemas.openxmlformats.org/drawingml/2006/table">
            <a:tbl>
              <a:tblPr>
                <a:noFill/>
                <a:tableStyleId>{C546DBDB-1F74-4361-BF75-D81A5296C669}</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5865" name="Google Shape;5865;p59"/>
          <p:cNvGrpSpPr/>
          <p:nvPr/>
        </p:nvGrpSpPr>
        <p:grpSpPr>
          <a:xfrm>
            <a:off x="4086505" y="2517104"/>
            <a:ext cx="1517436" cy="74460"/>
            <a:chOff x="3980086" y="2804397"/>
            <a:chExt cx="1227600" cy="66900"/>
          </a:xfrm>
        </p:grpSpPr>
        <p:sp>
          <p:nvSpPr>
            <p:cNvPr id="5866" name="Google Shape;5866;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59"/>
          <p:cNvGrpSpPr/>
          <p:nvPr/>
        </p:nvGrpSpPr>
        <p:grpSpPr>
          <a:xfrm>
            <a:off x="4711569" y="2809692"/>
            <a:ext cx="892956" cy="74460"/>
            <a:chOff x="3980086" y="2804397"/>
            <a:chExt cx="1227600" cy="66900"/>
          </a:xfrm>
        </p:grpSpPr>
        <p:sp>
          <p:nvSpPr>
            <p:cNvPr id="5869" name="Google Shape;5869;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59"/>
          <p:cNvGrpSpPr/>
          <p:nvPr/>
        </p:nvGrpSpPr>
        <p:grpSpPr>
          <a:xfrm>
            <a:off x="3344661" y="3168575"/>
            <a:ext cx="2363244" cy="1005943"/>
            <a:chOff x="3358415" y="3361302"/>
            <a:chExt cx="2363244" cy="1024695"/>
          </a:xfrm>
        </p:grpSpPr>
        <p:grpSp>
          <p:nvGrpSpPr>
            <p:cNvPr id="5872" name="Google Shape;5872;p59"/>
            <p:cNvGrpSpPr/>
            <p:nvPr/>
          </p:nvGrpSpPr>
          <p:grpSpPr>
            <a:xfrm>
              <a:off x="3358415" y="3361302"/>
              <a:ext cx="441300" cy="1024695"/>
              <a:chOff x="3358415" y="3361302"/>
              <a:chExt cx="441300" cy="1024695"/>
            </a:xfrm>
          </p:grpSpPr>
          <p:sp>
            <p:nvSpPr>
              <p:cNvPr id="5873" name="Google Shape;5873;p5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59"/>
            <p:cNvGrpSpPr/>
            <p:nvPr/>
          </p:nvGrpSpPr>
          <p:grpSpPr>
            <a:xfrm>
              <a:off x="3838901" y="3361302"/>
              <a:ext cx="441300" cy="1024695"/>
              <a:chOff x="3838901" y="3361302"/>
              <a:chExt cx="441300" cy="1024695"/>
            </a:xfrm>
          </p:grpSpPr>
          <p:sp>
            <p:nvSpPr>
              <p:cNvPr id="5880" name="Google Shape;5880;p5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6" name="Google Shape;5886;p59"/>
            <p:cNvGrpSpPr/>
            <p:nvPr/>
          </p:nvGrpSpPr>
          <p:grpSpPr>
            <a:xfrm>
              <a:off x="4319387" y="3361302"/>
              <a:ext cx="441300" cy="1024695"/>
              <a:chOff x="4319387" y="3361302"/>
              <a:chExt cx="441300" cy="1024695"/>
            </a:xfrm>
          </p:grpSpPr>
          <p:sp>
            <p:nvSpPr>
              <p:cNvPr id="5887" name="Google Shape;5887;p5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59"/>
            <p:cNvGrpSpPr/>
            <p:nvPr/>
          </p:nvGrpSpPr>
          <p:grpSpPr>
            <a:xfrm>
              <a:off x="4799873" y="3361302"/>
              <a:ext cx="441300" cy="1024695"/>
              <a:chOff x="4799873" y="3361302"/>
              <a:chExt cx="441300" cy="1024695"/>
            </a:xfrm>
          </p:grpSpPr>
          <p:sp>
            <p:nvSpPr>
              <p:cNvPr id="5894" name="Google Shape;5894;p5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59"/>
            <p:cNvGrpSpPr/>
            <p:nvPr/>
          </p:nvGrpSpPr>
          <p:grpSpPr>
            <a:xfrm>
              <a:off x="5280360" y="3361302"/>
              <a:ext cx="441300" cy="1024695"/>
              <a:chOff x="5280360" y="3361302"/>
              <a:chExt cx="441300" cy="1024695"/>
            </a:xfrm>
          </p:grpSpPr>
          <p:sp>
            <p:nvSpPr>
              <p:cNvPr id="5901" name="Google Shape;5901;p5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907" name="Google Shape;5907;p59"/>
          <p:cNvGraphicFramePr/>
          <p:nvPr/>
        </p:nvGraphicFramePr>
        <p:xfrm>
          <a:off x="711088" y="2130461"/>
          <a:ext cx="3000000" cy="3000000"/>
        </p:xfrm>
        <a:graphic>
          <a:graphicData uri="http://schemas.openxmlformats.org/drawingml/2006/table">
            <a:tbl>
              <a:tblPr>
                <a:noFill/>
                <a:tableStyleId>{C546DBDB-1F74-4361-BF75-D81A5296C669}</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908" name="Google Shape;5908;p59"/>
          <p:cNvGrpSpPr/>
          <p:nvPr/>
        </p:nvGrpSpPr>
        <p:grpSpPr>
          <a:xfrm>
            <a:off x="712613" y="3180186"/>
            <a:ext cx="2403614" cy="1005900"/>
            <a:chOff x="726450" y="3372825"/>
            <a:chExt cx="2403614" cy="1005900"/>
          </a:xfrm>
        </p:grpSpPr>
        <p:grpSp>
          <p:nvGrpSpPr>
            <p:cNvPr id="5909" name="Google Shape;5909;p59"/>
            <p:cNvGrpSpPr/>
            <p:nvPr/>
          </p:nvGrpSpPr>
          <p:grpSpPr>
            <a:xfrm>
              <a:off x="726450" y="3696000"/>
              <a:ext cx="2403614" cy="500898"/>
              <a:chOff x="726450" y="3696000"/>
              <a:chExt cx="2403614" cy="500898"/>
            </a:xfrm>
          </p:grpSpPr>
          <p:sp>
            <p:nvSpPr>
              <p:cNvPr id="5910" name="Google Shape;5910;p5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911" name="Google Shape;5911;p5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912" name="Google Shape;5912;p59"/>
            <p:cNvGrpSpPr/>
            <p:nvPr/>
          </p:nvGrpSpPr>
          <p:grpSpPr>
            <a:xfrm>
              <a:off x="1348050" y="3372825"/>
              <a:ext cx="1720425" cy="1005900"/>
              <a:chOff x="1348050" y="3372825"/>
              <a:chExt cx="1720425" cy="1005900"/>
            </a:xfrm>
          </p:grpSpPr>
          <p:sp>
            <p:nvSpPr>
              <p:cNvPr id="5913" name="Google Shape;5913;p5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914" name="Google Shape;5914;p5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915" name="Google Shape;5915;p5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916" name="Google Shape;5916;p5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917" name="Google Shape;5917;p5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918" name="Google Shape;5918;p59"/>
            <p:cNvGrpSpPr/>
            <p:nvPr/>
          </p:nvGrpSpPr>
          <p:grpSpPr>
            <a:xfrm>
              <a:off x="1455707" y="3731058"/>
              <a:ext cx="1491150" cy="417657"/>
              <a:chOff x="1455707" y="3731058"/>
              <a:chExt cx="1491150" cy="417657"/>
            </a:xfrm>
          </p:grpSpPr>
          <p:grpSp>
            <p:nvGrpSpPr>
              <p:cNvPr id="5919" name="Google Shape;5919;p59"/>
              <p:cNvGrpSpPr/>
              <p:nvPr/>
            </p:nvGrpSpPr>
            <p:grpSpPr>
              <a:xfrm>
                <a:off x="1472938" y="3745828"/>
                <a:ext cx="72126" cy="53788"/>
                <a:chOff x="1472938" y="3745828"/>
                <a:chExt cx="72126" cy="53788"/>
              </a:xfrm>
            </p:grpSpPr>
            <p:sp>
              <p:nvSpPr>
                <p:cNvPr id="5920" name="Google Shape;5920;p5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59"/>
              <p:cNvGrpSpPr/>
              <p:nvPr/>
            </p:nvGrpSpPr>
            <p:grpSpPr>
              <a:xfrm>
                <a:off x="1819181" y="4089633"/>
                <a:ext cx="72126" cy="53788"/>
                <a:chOff x="1819181" y="4089633"/>
                <a:chExt cx="72126" cy="53788"/>
              </a:xfrm>
            </p:grpSpPr>
            <p:sp>
              <p:nvSpPr>
                <p:cNvPr id="5923" name="Google Shape;5923;p5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59"/>
              <p:cNvGrpSpPr/>
              <p:nvPr/>
            </p:nvGrpSpPr>
            <p:grpSpPr>
              <a:xfrm>
                <a:off x="1455707" y="4084171"/>
                <a:ext cx="64321" cy="64544"/>
                <a:chOff x="1455707" y="4084171"/>
                <a:chExt cx="64321" cy="64544"/>
              </a:xfrm>
            </p:grpSpPr>
            <p:sp>
              <p:nvSpPr>
                <p:cNvPr id="5926" name="Google Shape;5926;p5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59"/>
              <p:cNvGrpSpPr/>
              <p:nvPr/>
            </p:nvGrpSpPr>
            <p:grpSpPr>
              <a:xfrm>
                <a:off x="1818610" y="3731058"/>
                <a:ext cx="64321" cy="64544"/>
                <a:chOff x="1818610" y="3731058"/>
                <a:chExt cx="64321" cy="64544"/>
              </a:xfrm>
            </p:grpSpPr>
            <p:sp>
              <p:nvSpPr>
                <p:cNvPr id="5929" name="Google Shape;5929;p5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59"/>
              <p:cNvGrpSpPr/>
              <p:nvPr/>
            </p:nvGrpSpPr>
            <p:grpSpPr>
              <a:xfrm>
                <a:off x="2172491" y="4089633"/>
                <a:ext cx="72126" cy="53788"/>
                <a:chOff x="2172491" y="4089633"/>
                <a:chExt cx="72126" cy="53788"/>
              </a:xfrm>
            </p:grpSpPr>
            <p:sp>
              <p:nvSpPr>
                <p:cNvPr id="5932" name="Google Shape;5932;p5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4" name="Google Shape;5934;p59"/>
              <p:cNvGrpSpPr/>
              <p:nvPr/>
            </p:nvGrpSpPr>
            <p:grpSpPr>
              <a:xfrm>
                <a:off x="2171920" y="3731058"/>
                <a:ext cx="64321" cy="64544"/>
                <a:chOff x="2171920" y="3731058"/>
                <a:chExt cx="64321" cy="64544"/>
              </a:xfrm>
            </p:grpSpPr>
            <p:sp>
              <p:nvSpPr>
                <p:cNvPr id="5935" name="Google Shape;5935;p5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59"/>
              <p:cNvGrpSpPr/>
              <p:nvPr/>
            </p:nvGrpSpPr>
            <p:grpSpPr>
              <a:xfrm>
                <a:off x="2874730" y="3745828"/>
                <a:ext cx="72126" cy="53788"/>
                <a:chOff x="2874730" y="3745828"/>
                <a:chExt cx="72126" cy="53788"/>
              </a:xfrm>
            </p:grpSpPr>
            <p:sp>
              <p:nvSpPr>
                <p:cNvPr id="5938" name="Google Shape;5938;p5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59"/>
              <p:cNvGrpSpPr/>
              <p:nvPr/>
            </p:nvGrpSpPr>
            <p:grpSpPr>
              <a:xfrm>
                <a:off x="2878589" y="4081481"/>
                <a:ext cx="64321" cy="64544"/>
                <a:chOff x="2878589" y="4081481"/>
                <a:chExt cx="64321" cy="64544"/>
              </a:xfrm>
            </p:grpSpPr>
            <p:sp>
              <p:nvSpPr>
                <p:cNvPr id="5941" name="Google Shape;5941;p5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3" name="Google Shape;5943;p59"/>
              <p:cNvGrpSpPr/>
              <p:nvPr/>
            </p:nvGrpSpPr>
            <p:grpSpPr>
              <a:xfrm>
                <a:off x="2525796" y="4089633"/>
                <a:ext cx="72126" cy="53788"/>
                <a:chOff x="2525796" y="4089633"/>
                <a:chExt cx="72126" cy="53788"/>
              </a:xfrm>
            </p:grpSpPr>
            <p:sp>
              <p:nvSpPr>
                <p:cNvPr id="5944" name="Google Shape;5944;p5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6" name="Google Shape;5946;p59"/>
              <p:cNvGrpSpPr/>
              <p:nvPr/>
            </p:nvGrpSpPr>
            <p:grpSpPr>
              <a:xfrm>
                <a:off x="2525225" y="3731058"/>
                <a:ext cx="64321" cy="64544"/>
                <a:chOff x="2525225" y="3731058"/>
                <a:chExt cx="64321" cy="64544"/>
              </a:xfrm>
            </p:grpSpPr>
            <p:sp>
              <p:nvSpPr>
                <p:cNvPr id="5947" name="Google Shape;5947;p5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grpSp>
        <p:nvGrpSpPr>
          <p:cNvPr id="5953" name="Google Shape;5953;p60"/>
          <p:cNvGrpSpPr/>
          <p:nvPr/>
        </p:nvGrpSpPr>
        <p:grpSpPr>
          <a:xfrm>
            <a:off x="716996" y="971307"/>
            <a:ext cx="845921" cy="690752"/>
            <a:chOff x="732428" y="1198513"/>
            <a:chExt cx="845921" cy="690752"/>
          </a:xfrm>
        </p:grpSpPr>
        <p:grpSp>
          <p:nvGrpSpPr>
            <p:cNvPr id="5954" name="Google Shape;5954;p60"/>
            <p:cNvGrpSpPr/>
            <p:nvPr/>
          </p:nvGrpSpPr>
          <p:grpSpPr>
            <a:xfrm>
              <a:off x="823030" y="1198513"/>
              <a:ext cx="755319" cy="690752"/>
              <a:chOff x="823030" y="1198513"/>
              <a:chExt cx="755319" cy="690752"/>
            </a:xfrm>
          </p:grpSpPr>
          <p:sp>
            <p:nvSpPr>
              <p:cNvPr id="5955" name="Google Shape;5955;p6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60"/>
            <p:cNvGrpSpPr/>
            <p:nvPr/>
          </p:nvGrpSpPr>
          <p:grpSpPr>
            <a:xfrm>
              <a:off x="732428" y="1239937"/>
              <a:ext cx="739912" cy="607886"/>
              <a:chOff x="732428" y="1239937"/>
              <a:chExt cx="739912" cy="607886"/>
            </a:xfrm>
          </p:grpSpPr>
          <p:sp>
            <p:nvSpPr>
              <p:cNvPr id="5958" name="Google Shape;5958;p6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60"/>
            <p:cNvGrpSpPr/>
            <p:nvPr/>
          </p:nvGrpSpPr>
          <p:grpSpPr>
            <a:xfrm>
              <a:off x="732428" y="1277018"/>
              <a:ext cx="702832" cy="533758"/>
              <a:chOff x="732428" y="1277018"/>
              <a:chExt cx="702832" cy="533758"/>
            </a:xfrm>
          </p:grpSpPr>
          <p:sp>
            <p:nvSpPr>
              <p:cNvPr id="5961" name="Google Shape;5961;p6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60"/>
            <p:cNvGrpSpPr/>
            <p:nvPr/>
          </p:nvGrpSpPr>
          <p:grpSpPr>
            <a:xfrm>
              <a:off x="931170" y="1306653"/>
              <a:ext cx="647179" cy="474455"/>
              <a:chOff x="931170" y="1306653"/>
              <a:chExt cx="647179" cy="474455"/>
            </a:xfrm>
          </p:grpSpPr>
          <p:sp>
            <p:nvSpPr>
              <p:cNvPr id="5964" name="Google Shape;5964;p6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6" name="Google Shape;5966;p6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60"/>
          <p:cNvGrpSpPr/>
          <p:nvPr/>
        </p:nvGrpSpPr>
        <p:grpSpPr>
          <a:xfrm>
            <a:off x="3948605" y="971313"/>
            <a:ext cx="634656" cy="699982"/>
            <a:chOff x="5985650" y="2860025"/>
            <a:chExt cx="1396075" cy="1539775"/>
          </a:xfrm>
        </p:grpSpPr>
        <p:sp>
          <p:nvSpPr>
            <p:cNvPr id="5968" name="Google Shape;5968;p6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0" name="Google Shape;6000;p60"/>
          <p:cNvGrpSpPr/>
          <p:nvPr/>
        </p:nvGrpSpPr>
        <p:grpSpPr>
          <a:xfrm>
            <a:off x="4704254" y="971307"/>
            <a:ext cx="725845" cy="699975"/>
            <a:chOff x="4249973" y="1201875"/>
            <a:chExt cx="1958568" cy="1888762"/>
          </a:xfrm>
        </p:grpSpPr>
        <p:sp>
          <p:nvSpPr>
            <p:cNvPr id="6001" name="Google Shape;6001;p6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2" name="Google Shape;6002;p60"/>
            <p:cNvGrpSpPr/>
            <p:nvPr/>
          </p:nvGrpSpPr>
          <p:grpSpPr>
            <a:xfrm>
              <a:off x="5853086" y="1789142"/>
              <a:ext cx="355454" cy="1048099"/>
              <a:chOff x="5576108" y="2016725"/>
              <a:chExt cx="565200" cy="1666560"/>
            </a:xfrm>
          </p:grpSpPr>
          <p:sp>
            <p:nvSpPr>
              <p:cNvPr id="6003" name="Google Shape;6003;p6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004" name="Google Shape;6004;p6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5" name="Google Shape;6005;p60"/>
            <p:cNvGrpSpPr/>
            <p:nvPr/>
          </p:nvGrpSpPr>
          <p:grpSpPr>
            <a:xfrm>
              <a:off x="4869455" y="2691676"/>
              <a:ext cx="1013897" cy="398961"/>
              <a:chOff x="4012057" y="3451825"/>
              <a:chExt cx="1612175" cy="634379"/>
            </a:xfrm>
          </p:grpSpPr>
          <p:sp>
            <p:nvSpPr>
              <p:cNvPr id="6006" name="Google Shape;6006;p6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007" name="Google Shape;6007;p6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60"/>
            <p:cNvGrpSpPr/>
            <p:nvPr/>
          </p:nvGrpSpPr>
          <p:grpSpPr>
            <a:xfrm>
              <a:off x="4276937" y="2155961"/>
              <a:ext cx="651965" cy="891358"/>
              <a:chOff x="3069908" y="2599997"/>
              <a:chExt cx="1036675" cy="1417328"/>
            </a:xfrm>
          </p:grpSpPr>
          <p:sp>
            <p:nvSpPr>
              <p:cNvPr id="6009" name="Google Shape;6009;p6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010" name="Google Shape;6010;p6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60"/>
            <p:cNvGrpSpPr/>
            <p:nvPr/>
          </p:nvGrpSpPr>
          <p:grpSpPr>
            <a:xfrm>
              <a:off x="5054918" y="1201875"/>
              <a:ext cx="999548" cy="602711"/>
              <a:chOff x="4306958" y="1082925"/>
              <a:chExt cx="1589359" cy="958358"/>
            </a:xfrm>
          </p:grpSpPr>
          <p:sp>
            <p:nvSpPr>
              <p:cNvPr id="6012" name="Google Shape;6012;p6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013" name="Google Shape;6013;p6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60"/>
            <p:cNvGrpSpPr/>
            <p:nvPr/>
          </p:nvGrpSpPr>
          <p:grpSpPr>
            <a:xfrm>
              <a:off x="4249973" y="1303451"/>
              <a:ext cx="799317" cy="841334"/>
              <a:chOff x="3027033" y="1244439"/>
              <a:chExt cx="1270977" cy="1337786"/>
            </a:xfrm>
          </p:grpSpPr>
          <p:sp>
            <p:nvSpPr>
              <p:cNvPr id="6015" name="Google Shape;6015;p6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016" name="Google Shape;6016;p6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17" name="Google Shape;6017;p60"/>
          <p:cNvGrpSpPr/>
          <p:nvPr/>
        </p:nvGrpSpPr>
        <p:grpSpPr>
          <a:xfrm>
            <a:off x="4057119" y="1858087"/>
            <a:ext cx="750769" cy="683784"/>
            <a:chOff x="4204684" y="2104422"/>
            <a:chExt cx="699822" cy="637382"/>
          </a:xfrm>
        </p:grpSpPr>
        <p:grpSp>
          <p:nvGrpSpPr>
            <p:cNvPr id="6018" name="Google Shape;6018;p60"/>
            <p:cNvGrpSpPr/>
            <p:nvPr/>
          </p:nvGrpSpPr>
          <p:grpSpPr>
            <a:xfrm>
              <a:off x="4204684" y="2430067"/>
              <a:ext cx="342957" cy="311738"/>
              <a:chOff x="4204684" y="2430067"/>
              <a:chExt cx="342957" cy="311738"/>
            </a:xfrm>
          </p:grpSpPr>
          <p:sp>
            <p:nvSpPr>
              <p:cNvPr id="6019" name="Google Shape;6019;p6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60"/>
            <p:cNvGrpSpPr/>
            <p:nvPr/>
          </p:nvGrpSpPr>
          <p:grpSpPr>
            <a:xfrm>
              <a:off x="4561586" y="2430067"/>
              <a:ext cx="342920" cy="311738"/>
              <a:chOff x="4561586" y="2430067"/>
              <a:chExt cx="342920" cy="311738"/>
            </a:xfrm>
          </p:grpSpPr>
          <p:sp>
            <p:nvSpPr>
              <p:cNvPr id="6022" name="Google Shape;6022;p6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4" name="Google Shape;6024;p60"/>
            <p:cNvGrpSpPr/>
            <p:nvPr/>
          </p:nvGrpSpPr>
          <p:grpSpPr>
            <a:xfrm>
              <a:off x="4561586" y="2104422"/>
              <a:ext cx="342920" cy="311738"/>
              <a:chOff x="4561586" y="2104422"/>
              <a:chExt cx="342920" cy="311738"/>
            </a:xfrm>
          </p:grpSpPr>
          <p:sp>
            <p:nvSpPr>
              <p:cNvPr id="6025" name="Google Shape;6025;p6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60"/>
            <p:cNvGrpSpPr/>
            <p:nvPr/>
          </p:nvGrpSpPr>
          <p:grpSpPr>
            <a:xfrm>
              <a:off x="4204684" y="2104422"/>
              <a:ext cx="342957" cy="311664"/>
              <a:chOff x="4204684" y="2104422"/>
              <a:chExt cx="342957" cy="311664"/>
            </a:xfrm>
          </p:grpSpPr>
          <p:sp>
            <p:nvSpPr>
              <p:cNvPr id="6028" name="Google Shape;6028;p6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0" name="Google Shape;6030;p60"/>
          <p:cNvGrpSpPr/>
          <p:nvPr/>
        </p:nvGrpSpPr>
        <p:grpSpPr>
          <a:xfrm>
            <a:off x="5521552" y="971301"/>
            <a:ext cx="660591" cy="688867"/>
            <a:chOff x="5830645" y="1267368"/>
            <a:chExt cx="530340" cy="553040"/>
          </a:xfrm>
        </p:grpSpPr>
        <p:sp>
          <p:nvSpPr>
            <p:cNvPr id="6031" name="Google Shape;6031;p6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2" name="Google Shape;6032;p60"/>
            <p:cNvGrpSpPr/>
            <p:nvPr/>
          </p:nvGrpSpPr>
          <p:grpSpPr>
            <a:xfrm>
              <a:off x="5830645" y="1267368"/>
              <a:ext cx="259743" cy="269909"/>
              <a:chOff x="5830645" y="1267368"/>
              <a:chExt cx="259743" cy="269909"/>
            </a:xfrm>
          </p:grpSpPr>
          <p:sp>
            <p:nvSpPr>
              <p:cNvPr id="6033" name="Google Shape;6033;p6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60"/>
            <p:cNvGrpSpPr/>
            <p:nvPr/>
          </p:nvGrpSpPr>
          <p:grpSpPr>
            <a:xfrm>
              <a:off x="6101293" y="1267368"/>
              <a:ext cx="259692" cy="269909"/>
              <a:chOff x="6101293" y="1267368"/>
              <a:chExt cx="259692" cy="269909"/>
            </a:xfrm>
          </p:grpSpPr>
          <p:sp>
            <p:nvSpPr>
              <p:cNvPr id="6036" name="Google Shape;6036;p6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60"/>
            <p:cNvGrpSpPr/>
            <p:nvPr/>
          </p:nvGrpSpPr>
          <p:grpSpPr>
            <a:xfrm>
              <a:off x="5830645" y="1550500"/>
              <a:ext cx="259692" cy="269909"/>
              <a:chOff x="5830645" y="1550500"/>
              <a:chExt cx="259692" cy="269909"/>
            </a:xfrm>
          </p:grpSpPr>
          <p:sp>
            <p:nvSpPr>
              <p:cNvPr id="6039" name="Google Shape;6039;p6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1" name="Google Shape;6041;p60"/>
            <p:cNvGrpSpPr/>
            <p:nvPr/>
          </p:nvGrpSpPr>
          <p:grpSpPr>
            <a:xfrm>
              <a:off x="6101293" y="1550500"/>
              <a:ext cx="259692" cy="269909"/>
              <a:chOff x="6101293" y="1550500"/>
              <a:chExt cx="259692" cy="269909"/>
            </a:xfrm>
          </p:grpSpPr>
          <p:sp>
            <p:nvSpPr>
              <p:cNvPr id="6042" name="Google Shape;6042;p6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4" name="Google Shape;6044;p60"/>
          <p:cNvGrpSpPr/>
          <p:nvPr/>
        </p:nvGrpSpPr>
        <p:grpSpPr>
          <a:xfrm>
            <a:off x="723705" y="1861761"/>
            <a:ext cx="697154" cy="679574"/>
            <a:chOff x="2679875" y="2361475"/>
            <a:chExt cx="780425" cy="760575"/>
          </a:xfrm>
        </p:grpSpPr>
        <p:sp>
          <p:nvSpPr>
            <p:cNvPr id="6045" name="Google Shape;6045;p6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60"/>
          <p:cNvGrpSpPr/>
          <p:nvPr/>
        </p:nvGrpSpPr>
        <p:grpSpPr>
          <a:xfrm>
            <a:off x="3122864" y="971353"/>
            <a:ext cx="735829" cy="684547"/>
            <a:chOff x="3351965" y="1148808"/>
            <a:chExt cx="750770" cy="698375"/>
          </a:xfrm>
        </p:grpSpPr>
        <p:grpSp>
          <p:nvGrpSpPr>
            <p:cNvPr id="6052" name="Google Shape;6052;p60"/>
            <p:cNvGrpSpPr/>
            <p:nvPr/>
          </p:nvGrpSpPr>
          <p:grpSpPr>
            <a:xfrm>
              <a:off x="3586796" y="1148808"/>
              <a:ext cx="294857" cy="286830"/>
              <a:chOff x="3750225" y="1774000"/>
              <a:chExt cx="149575" cy="145525"/>
            </a:xfrm>
          </p:grpSpPr>
          <p:sp>
            <p:nvSpPr>
              <p:cNvPr id="6053" name="Google Shape;6053;p6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60"/>
            <p:cNvGrpSpPr/>
            <p:nvPr/>
          </p:nvGrpSpPr>
          <p:grpSpPr>
            <a:xfrm>
              <a:off x="3779245" y="1375768"/>
              <a:ext cx="323490" cy="286978"/>
              <a:chOff x="3847850" y="1889150"/>
              <a:chExt cx="164100" cy="145600"/>
            </a:xfrm>
          </p:grpSpPr>
          <p:sp>
            <p:nvSpPr>
              <p:cNvPr id="6056" name="Google Shape;6056;p6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8" name="Google Shape;6058;p60"/>
            <p:cNvGrpSpPr/>
            <p:nvPr/>
          </p:nvGrpSpPr>
          <p:grpSpPr>
            <a:xfrm>
              <a:off x="3351965" y="1330435"/>
              <a:ext cx="295449" cy="285401"/>
              <a:chOff x="3631100" y="1866150"/>
              <a:chExt cx="149875" cy="144800"/>
            </a:xfrm>
          </p:grpSpPr>
          <p:sp>
            <p:nvSpPr>
              <p:cNvPr id="6059" name="Google Shape;6059;p6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1" name="Google Shape;6061;p60"/>
            <p:cNvGrpSpPr/>
            <p:nvPr/>
          </p:nvGrpSpPr>
          <p:grpSpPr>
            <a:xfrm>
              <a:off x="3548208" y="1560352"/>
              <a:ext cx="294808" cy="286830"/>
              <a:chOff x="3730650" y="1982800"/>
              <a:chExt cx="149550" cy="145525"/>
            </a:xfrm>
          </p:grpSpPr>
          <p:sp>
            <p:nvSpPr>
              <p:cNvPr id="6062" name="Google Shape;6062;p6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64" name="Google Shape;6064;p60"/>
          <p:cNvGrpSpPr/>
          <p:nvPr/>
        </p:nvGrpSpPr>
        <p:grpSpPr>
          <a:xfrm>
            <a:off x="7624517" y="971307"/>
            <a:ext cx="804565" cy="677795"/>
            <a:chOff x="7636443" y="1204988"/>
            <a:chExt cx="804565" cy="677795"/>
          </a:xfrm>
        </p:grpSpPr>
        <p:grpSp>
          <p:nvGrpSpPr>
            <p:cNvPr id="6065" name="Google Shape;6065;p60"/>
            <p:cNvGrpSpPr/>
            <p:nvPr/>
          </p:nvGrpSpPr>
          <p:grpSpPr>
            <a:xfrm>
              <a:off x="7636443" y="1509705"/>
              <a:ext cx="804565" cy="373078"/>
              <a:chOff x="7636443" y="1509705"/>
              <a:chExt cx="804565" cy="373078"/>
            </a:xfrm>
          </p:grpSpPr>
          <p:sp>
            <p:nvSpPr>
              <p:cNvPr id="6066" name="Google Shape;6066;p6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60"/>
            <p:cNvGrpSpPr/>
            <p:nvPr/>
          </p:nvGrpSpPr>
          <p:grpSpPr>
            <a:xfrm>
              <a:off x="7636443" y="1408133"/>
              <a:ext cx="804565" cy="373078"/>
              <a:chOff x="7636443" y="1408133"/>
              <a:chExt cx="804565" cy="373078"/>
            </a:xfrm>
          </p:grpSpPr>
          <p:sp>
            <p:nvSpPr>
              <p:cNvPr id="6069" name="Google Shape;6069;p6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60"/>
            <p:cNvGrpSpPr/>
            <p:nvPr/>
          </p:nvGrpSpPr>
          <p:grpSpPr>
            <a:xfrm>
              <a:off x="7636443" y="1306560"/>
              <a:ext cx="804565" cy="373078"/>
              <a:chOff x="7636443" y="1306560"/>
              <a:chExt cx="804565" cy="373078"/>
            </a:xfrm>
          </p:grpSpPr>
          <p:sp>
            <p:nvSpPr>
              <p:cNvPr id="6072" name="Google Shape;6072;p6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60"/>
            <p:cNvGrpSpPr/>
            <p:nvPr/>
          </p:nvGrpSpPr>
          <p:grpSpPr>
            <a:xfrm>
              <a:off x="7636443" y="1204988"/>
              <a:ext cx="804565" cy="373078"/>
              <a:chOff x="7636443" y="1204988"/>
              <a:chExt cx="804565" cy="373078"/>
            </a:xfrm>
          </p:grpSpPr>
          <p:sp>
            <p:nvSpPr>
              <p:cNvPr id="6075" name="Google Shape;6075;p6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77" name="Google Shape;6077;p60"/>
          <p:cNvGrpSpPr/>
          <p:nvPr/>
        </p:nvGrpSpPr>
        <p:grpSpPr>
          <a:xfrm>
            <a:off x="4963363" y="1878721"/>
            <a:ext cx="661339" cy="661188"/>
            <a:chOff x="3990000" y="975400"/>
            <a:chExt cx="3934200" cy="3933300"/>
          </a:xfrm>
        </p:grpSpPr>
        <p:sp>
          <p:nvSpPr>
            <p:cNvPr id="6078" name="Google Shape;6078;p6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60"/>
          <p:cNvGrpSpPr/>
          <p:nvPr/>
        </p:nvGrpSpPr>
        <p:grpSpPr>
          <a:xfrm>
            <a:off x="6607011" y="1857359"/>
            <a:ext cx="868881" cy="684241"/>
            <a:chOff x="6598259" y="2078634"/>
            <a:chExt cx="868881" cy="684241"/>
          </a:xfrm>
        </p:grpSpPr>
        <p:sp>
          <p:nvSpPr>
            <p:cNvPr id="6083" name="Google Shape;6083;p6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9" name="Google Shape;6089;p60"/>
            <p:cNvGrpSpPr/>
            <p:nvPr/>
          </p:nvGrpSpPr>
          <p:grpSpPr>
            <a:xfrm>
              <a:off x="6808175" y="2078634"/>
              <a:ext cx="452229" cy="684241"/>
              <a:chOff x="6808175" y="2078634"/>
              <a:chExt cx="452229" cy="684241"/>
            </a:xfrm>
          </p:grpSpPr>
          <p:sp>
            <p:nvSpPr>
              <p:cNvPr id="6090" name="Google Shape;6090;p6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6" name="Google Shape;6096;p60"/>
              <p:cNvGrpSpPr/>
              <p:nvPr/>
            </p:nvGrpSpPr>
            <p:grpSpPr>
              <a:xfrm>
                <a:off x="6821586" y="2078634"/>
                <a:ext cx="426871" cy="684241"/>
                <a:chOff x="6821586" y="2078634"/>
                <a:chExt cx="426871" cy="684241"/>
              </a:xfrm>
            </p:grpSpPr>
            <p:grpSp>
              <p:nvGrpSpPr>
                <p:cNvPr id="6097" name="Google Shape;6097;p60"/>
                <p:cNvGrpSpPr/>
                <p:nvPr/>
              </p:nvGrpSpPr>
              <p:grpSpPr>
                <a:xfrm>
                  <a:off x="6821586" y="2078634"/>
                  <a:ext cx="426871" cy="684241"/>
                  <a:chOff x="6821586" y="2078634"/>
                  <a:chExt cx="426871" cy="684241"/>
                </a:xfrm>
              </p:grpSpPr>
              <p:sp>
                <p:nvSpPr>
                  <p:cNvPr id="6098" name="Google Shape;6098;p6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7" name="Google Shape;6117;p6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123" name="Google Shape;6123;p60"/>
          <p:cNvGrpSpPr/>
          <p:nvPr/>
        </p:nvGrpSpPr>
        <p:grpSpPr>
          <a:xfrm>
            <a:off x="5780178" y="1862968"/>
            <a:ext cx="671358" cy="671358"/>
            <a:chOff x="6535625" y="760425"/>
            <a:chExt cx="1665900" cy="1665900"/>
          </a:xfrm>
        </p:grpSpPr>
        <p:sp>
          <p:nvSpPr>
            <p:cNvPr id="6124" name="Google Shape;6124;p6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60"/>
          <p:cNvGrpSpPr/>
          <p:nvPr/>
        </p:nvGrpSpPr>
        <p:grpSpPr>
          <a:xfrm>
            <a:off x="716994" y="3531369"/>
            <a:ext cx="1340789" cy="640830"/>
            <a:chOff x="238125" y="1151100"/>
            <a:chExt cx="7139450" cy="3412300"/>
          </a:xfrm>
        </p:grpSpPr>
        <p:sp>
          <p:nvSpPr>
            <p:cNvPr id="6129" name="Google Shape;6129;p6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60"/>
          <p:cNvGrpSpPr/>
          <p:nvPr/>
        </p:nvGrpSpPr>
        <p:grpSpPr>
          <a:xfrm>
            <a:off x="5584217" y="2734650"/>
            <a:ext cx="985357" cy="585764"/>
            <a:chOff x="5145061" y="2881789"/>
            <a:chExt cx="1107641" cy="658458"/>
          </a:xfrm>
        </p:grpSpPr>
        <p:grpSp>
          <p:nvGrpSpPr>
            <p:cNvPr id="6142" name="Google Shape;6142;p60"/>
            <p:cNvGrpSpPr/>
            <p:nvPr/>
          </p:nvGrpSpPr>
          <p:grpSpPr>
            <a:xfrm>
              <a:off x="5722989" y="3244587"/>
              <a:ext cx="529713" cy="295659"/>
              <a:chOff x="5722989" y="3244587"/>
              <a:chExt cx="529713" cy="295659"/>
            </a:xfrm>
          </p:grpSpPr>
          <p:sp>
            <p:nvSpPr>
              <p:cNvPr id="6143" name="Google Shape;6143;p6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144" name="Google Shape;6144;p6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145" name="Google Shape;6145;p60"/>
            <p:cNvGrpSpPr/>
            <p:nvPr/>
          </p:nvGrpSpPr>
          <p:grpSpPr>
            <a:xfrm>
              <a:off x="5145061" y="3244587"/>
              <a:ext cx="536807" cy="295659"/>
              <a:chOff x="5145061" y="3244587"/>
              <a:chExt cx="536807" cy="295659"/>
            </a:xfrm>
          </p:grpSpPr>
          <p:sp>
            <p:nvSpPr>
              <p:cNvPr id="6146" name="Google Shape;6146;p6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147" name="Google Shape;6147;p6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148" name="Google Shape;6148;p60"/>
            <p:cNvGrpSpPr/>
            <p:nvPr/>
          </p:nvGrpSpPr>
          <p:grpSpPr>
            <a:xfrm>
              <a:off x="5341327" y="2898245"/>
              <a:ext cx="532309" cy="614891"/>
              <a:chOff x="5341327" y="2898245"/>
              <a:chExt cx="532309" cy="614891"/>
            </a:xfrm>
          </p:grpSpPr>
          <p:sp>
            <p:nvSpPr>
              <p:cNvPr id="6149" name="Google Shape;6149;p6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150" name="Google Shape;6150;p6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151" name="Google Shape;6151;p60"/>
            <p:cNvGrpSpPr/>
            <p:nvPr/>
          </p:nvGrpSpPr>
          <p:grpSpPr>
            <a:xfrm>
              <a:off x="5532290" y="2881789"/>
              <a:ext cx="620516" cy="305456"/>
              <a:chOff x="5532290" y="2881789"/>
              <a:chExt cx="620516" cy="305456"/>
            </a:xfrm>
          </p:grpSpPr>
          <p:sp>
            <p:nvSpPr>
              <p:cNvPr id="6152" name="Google Shape;6152;p6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153" name="Google Shape;6153;p6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154" name="Google Shape;6154;p60"/>
          <p:cNvGrpSpPr/>
          <p:nvPr/>
        </p:nvGrpSpPr>
        <p:grpSpPr>
          <a:xfrm>
            <a:off x="8163140" y="3526708"/>
            <a:ext cx="269068" cy="645491"/>
            <a:chOff x="7026852" y="3311869"/>
            <a:chExt cx="434331" cy="1041954"/>
          </a:xfrm>
        </p:grpSpPr>
        <p:sp>
          <p:nvSpPr>
            <p:cNvPr id="6155" name="Google Shape;6155;p6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8" name="Google Shape;6158;p60"/>
          <p:cNvGrpSpPr/>
          <p:nvPr/>
        </p:nvGrpSpPr>
        <p:grpSpPr>
          <a:xfrm>
            <a:off x="6179721" y="3565945"/>
            <a:ext cx="293882" cy="293836"/>
            <a:chOff x="4873519" y="3311869"/>
            <a:chExt cx="499374" cy="499296"/>
          </a:xfrm>
        </p:grpSpPr>
        <p:sp>
          <p:nvSpPr>
            <p:cNvPr id="6159" name="Google Shape;6159;p6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1" name="Google Shape;6161;p60"/>
          <p:cNvGrpSpPr/>
          <p:nvPr/>
        </p:nvGrpSpPr>
        <p:grpSpPr>
          <a:xfrm>
            <a:off x="6179721" y="3878317"/>
            <a:ext cx="293882" cy="293882"/>
            <a:chOff x="4873519" y="3875839"/>
            <a:chExt cx="499374" cy="499374"/>
          </a:xfrm>
        </p:grpSpPr>
        <p:sp>
          <p:nvSpPr>
            <p:cNvPr id="6162" name="Google Shape;6162;p6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60"/>
          <p:cNvGrpSpPr/>
          <p:nvPr/>
        </p:nvGrpSpPr>
        <p:grpSpPr>
          <a:xfrm>
            <a:off x="2410248" y="1850269"/>
            <a:ext cx="698104" cy="698208"/>
            <a:chOff x="2565073" y="2075876"/>
            <a:chExt cx="672482" cy="672518"/>
          </a:xfrm>
        </p:grpSpPr>
        <p:sp>
          <p:nvSpPr>
            <p:cNvPr id="6165" name="Google Shape;6165;p6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1" name="Google Shape;6171;p60"/>
          <p:cNvGrpSpPr/>
          <p:nvPr/>
        </p:nvGrpSpPr>
        <p:grpSpPr>
          <a:xfrm>
            <a:off x="5633660" y="3534870"/>
            <a:ext cx="438354" cy="637329"/>
            <a:chOff x="1697726" y="3244179"/>
            <a:chExt cx="788124" cy="1146069"/>
          </a:xfrm>
        </p:grpSpPr>
        <p:sp>
          <p:nvSpPr>
            <p:cNvPr id="6172" name="Google Shape;6172;p6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4" name="Google Shape;6174;p60"/>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5" name="Google Shape;6175;p60"/>
          <p:cNvGrpSpPr/>
          <p:nvPr/>
        </p:nvGrpSpPr>
        <p:grpSpPr>
          <a:xfrm>
            <a:off x="7634874" y="1863232"/>
            <a:ext cx="799565" cy="670282"/>
            <a:chOff x="7617850" y="2063282"/>
            <a:chExt cx="799565" cy="670282"/>
          </a:xfrm>
        </p:grpSpPr>
        <p:cxnSp>
          <p:nvCxnSpPr>
            <p:cNvPr id="6176" name="Google Shape;6176;p6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177" name="Google Shape;6177;p6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178" name="Google Shape;6178;p6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179" name="Google Shape;6179;p6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180" name="Google Shape;6180;p6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181" name="Google Shape;6181;p6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182" name="Google Shape;6182;p60"/>
            <p:cNvGrpSpPr/>
            <p:nvPr/>
          </p:nvGrpSpPr>
          <p:grpSpPr>
            <a:xfrm>
              <a:off x="7734309" y="2063282"/>
              <a:ext cx="570957" cy="620095"/>
              <a:chOff x="7734309" y="2063282"/>
              <a:chExt cx="570957" cy="620095"/>
            </a:xfrm>
          </p:grpSpPr>
          <p:grpSp>
            <p:nvGrpSpPr>
              <p:cNvPr id="6183" name="Google Shape;6183;p60"/>
              <p:cNvGrpSpPr/>
              <p:nvPr/>
            </p:nvGrpSpPr>
            <p:grpSpPr>
              <a:xfrm>
                <a:off x="8031573" y="2063282"/>
                <a:ext cx="273693" cy="620095"/>
                <a:chOff x="8031573" y="2063282"/>
                <a:chExt cx="273693" cy="620095"/>
              </a:xfrm>
            </p:grpSpPr>
            <p:sp>
              <p:nvSpPr>
                <p:cNvPr id="6184" name="Google Shape;6184;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8" name="Google Shape;6188;p60"/>
              <p:cNvGrpSpPr/>
              <p:nvPr/>
            </p:nvGrpSpPr>
            <p:grpSpPr>
              <a:xfrm flipH="1">
                <a:off x="7734309" y="2063282"/>
                <a:ext cx="273693" cy="620095"/>
                <a:chOff x="8031573" y="2063282"/>
                <a:chExt cx="273693" cy="620095"/>
              </a:xfrm>
            </p:grpSpPr>
            <p:sp>
              <p:nvSpPr>
                <p:cNvPr id="6189" name="Google Shape;6189;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193" name="Google Shape;6193;p60"/>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0"/>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5" name="Google Shape;6195;p60"/>
          <p:cNvGrpSpPr/>
          <p:nvPr/>
        </p:nvGrpSpPr>
        <p:grpSpPr>
          <a:xfrm>
            <a:off x="7821480" y="2716716"/>
            <a:ext cx="602567" cy="601884"/>
            <a:chOff x="1186975" y="238125"/>
            <a:chExt cx="5244275" cy="5238325"/>
          </a:xfrm>
        </p:grpSpPr>
        <p:sp>
          <p:nvSpPr>
            <p:cNvPr id="6196" name="Google Shape;6196;p6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60"/>
          <p:cNvGrpSpPr/>
          <p:nvPr/>
        </p:nvGrpSpPr>
        <p:grpSpPr>
          <a:xfrm>
            <a:off x="3264218" y="1856199"/>
            <a:ext cx="651848" cy="687338"/>
            <a:chOff x="3400515" y="2056248"/>
            <a:chExt cx="698134" cy="735987"/>
          </a:xfrm>
        </p:grpSpPr>
        <p:grpSp>
          <p:nvGrpSpPr>
            <p:cNvPr id="6201" name="Google Shape;6201;p60"/>
            <p:cNvGrpSpPr/>
            <p:nvPr/>
          </p:nvGrpSpPr>
          <p:grpSpPr>
            <a:xfrm>
              <a:off x="3400515" y="2283913"/>
              <a:ext cx="312919" cy="219900"/>
              <a:chOff x="3400515" y="2283913"/>
              <a:chExt cx="312919" cy="219900"/>
            </a:xfrm>
          </p:grpSpPr>
          <p:sp>
            <p:nvSpPr>
              <p:cNvPr id="6202" name="Google Shape;6202;p6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203" name="Google Shape;6203;p6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204" name="Google Shape;6204;p60"/>
            <p:cNvGrpSpPr/>
            <p:nvPr/>
          </p:nvGrpSpPr>
          <p:grpSpPr>
            <a:xfrm>
              <a:off x="3547823" y="2461089"/>
              <a:ext cx="219900" cy="331146"/>
              <a:chOff x="3547823" y="2461089"/>
              <a:chExt cx="219900" cy="331146"/>
            </a:xfrm>
          </p:grpSpPr>
          <p:sp>
            <p:nvSpPr>
              <p:cNvPr id="6205" name="Google Shape;6205;p6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206" name="Google Shape;6206;p6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207" name="Google Shape;6207;p60"/>
            <p:cNvGrpSpPr/>
            <p:nvPr/>
          </p:nvGrpSpPr>
          <p:grpSpPr>
            <a:xfrm>
              <a:off x="3734138" y="2461089"/>
              <a:ext cx="219900" cy="331146"/>
              <a:chOff x="3734138" y="2461089"/>
              <a:chExt cx="219900" cy="331146"/>
            </a:xfrm>
          </p:grpSpPr>
          <p:sp>
            <p:nvSpPr>
              <p:cNvPr id="6208" name="Google Shape;6208;p6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209" name="Google Shape;6209;p6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210" name="Google Shape;6210;p60"/>
            <p:cNvGrpSpPr/>
            <p:nvPr/>
          </p:nvGrpSpPr>
          <p:grpSpPr>
            <a:xfrm>
              <a:off x="3787560" y="2281742"/>
              <a:ext cx="311089" cy="219900"/>
              <a:chOff x="3787560" y="2281742"/>
              <a:chExt cx="311089" cy="219900"/>
            </a:xfrm>
          </p:grpSpPr>
          <p:sp>
            <p:nvSpPr>
              <p:cNvPr id="6211" name="Google Shape;6211;p6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212" name="Google Shape;6212;p6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213" name="Google Shape;6213;p60"/>
            <p:cNvGrpSpPr/>
            <p:nvPr/>
          </p:nvGrpSpPr>
          <p:grpSpPr>
            <a:xfrm>
              <a:off x="3637290" y="2056248"/>
              <a:ext cx="219900" cy="330736"/>
              <a:chOff x="3637290" y="2056248"/>
              <a:chExt cx="219900" cy="330736"/>
            </a:xfrm>
          </p:grpSpPr>
          <p:sp>
            <p:nvSpPr>
              <p:cNvPr id="6214" name="Google Shape;6214;p6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215" name="Google Shape;6215;p6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216" name="Google Shape;6216;p60"/>
          <p:cNvGrpSpPr/>
          <p:nvPr/>
        </p:nvGrpSpPr>
        <p:grpSpPr>
          <a:xfrm>
            <a:off x="2555923" y="2726206"/>
            <a:ext cx="1268144" cy="592394"/>
            <a:chOff x="238125" y="1188750"/>
            <a:chExt cx="7140450" cy="3335550"/>
          </a:xfrm>
        </p:grpSpPr>
        <p:sp>
          <p:nvSpPr>
            <p:cNvPr id="6217" name="Google Shape;6217;p6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60"/>
          <p:cNvGrpSpPr/>
          <p:nvPr/>
        </p:nvGrpSpPr>
        <p:grpSpPr>
          <a:xfrm>
            <a:off x="6663824" y="2728360"/>
            <a:ext cx="1053944" cy="590147"/>
            <a:chOff x="238125" y="1335475"/>
            <a:chExt cx="5418735" cy="3034175"/>
          </a:xfrm>
        </p:grpSpPr>
        <p:sp>
          <p:nvSpPr>
            <p:cNvPr id="6223" name="Google Shape;6223;p6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6" name="Google Shape;6226;p60"/>
          <p:cNvGrpSpPr/>
          <p:nvPr/>
        </p:nvGrpSpPr>
        <p:grpSpPr>
          <a:xfrm>
            <a:off x="4094633" y="3533260"/>
            <a:ext cx="1268207" cy="638939"/>
            <a:chOff x="3967651" y="3645904"/>
            <a:chExt cx="1479304" cy="745292"/>
          </a:xfrm>
        </p:grpSpPr>
        <p:grpSp>
          <p:nvGrpSpPr>
            <p:cNvPr id="6227" name="Google Shape;6227;p60"/>
            <p:cNvGrpSpPr/>
            <p:nvPr/>
          </p:nvGrpSpPr>
          <p:grpSpPr>
            <a:xfrm>
              <a:off x="3967651" y="4009026"/>
              <a:ext cx="1479304" cy="382170"/>
              <a:chOff x="3967651" y="4009026"/>
              <a:chExt cx="1479304" cy="382170"/>
            </a:xfrm>
          </p:grpSpPr>
          <p:grpSp>
            <p:nvGrpSpPr>
              <p:cNvPr id="6228" name="Google Shape;6228;p60"/>
              <p:cNvGrpSpPr/>
              <p:nvPr/>
            </p:nvGrpSpPr>
            <p:grpSpPr>
              <a:xfrm>
                <a:off x="4892216" y="4195630"/>
                <a:ext cx="554739" cy="195566"/>
                <a:chOff x="3604375" y="4892160"/>
                <a:chExt cx="1651500" cy="582215"/>
              </a:xfrm>
            </p:grpSpPr>
            <p:sp>
              <p:nvSpPr>
                <p:cNvPr id="6229" name="Google Shape;6229;p6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60"/>
              <p:cNvGrpSpPr/>
              <p:nvPr/>
            </p:nvGrpSpPr>
            <p:grpSpPr>
              <a:xfrm>
                <a:off x="3967651" y="4146303"/>
                <a:ext cx="579402" cy="244893"/>
                <a:chOff x="851875" y="4745310"/>
                <a:chExt cx="1724925" cy="729065"/>
              </a:xfrm>
            </p:grpSpPr>
            <p:sp>
              <p:nvSpPr>
                <p:cNvPr id="6232" name="Google Shape;6232;p6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4" name="Google Shape;6234;p60"/>
              <p:cNvGrpSpPr/>
              <p:nvPr/>
            </p:nvGrpSpPr>
            <p:grpSpPr>
              <a:xfrm>
                <a:off x="4460753" y="4009026"/>
                <a:ext cx="493110" cy="382170"/>
                <a:chOff x="2319875" y="4336625"/>
                <a:chExt cx="1468025" cy="1137750"/>
              </a:xfrm>
            </p:grpSpPr>
            <p:sp>
              <p:nvSpPr>
                <p:cNvPr id="6235" name="Google Shape;6235;p6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37" name="Google Shape;6237;p60"/>
            <p:cNvGrpSpPr/>
            <p:nvPr/>
          </p:nvGrpSpPr>
          <p:grpSpPr>
            <a:xfrm>
              <a:off x="4479443" y="3645904"/>
              <a:ext cx="455965" cy="388789"/>
              <a:chOff x="2957425" y="238100"/>
              <a:chExt cx="1910200" cy="1628775"/>
            </a:xfrm>
          </p:grpSpPr>
          <p:sp>
            <p:nvSpPr>
              <p:cNvPr id="6238" name="Google Shape;6238;p6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48" name="Google Shape;6248;p60"/>
          <p:cNvGrpSpPr/>
          <p:nvPr/>
        </p:nvGrpSpPr>
        <p:grpSpPr>
          <a:xfrm>
            <a:off x="2480746" y="3534460"/>
            <a:ext cx="1243128" cy="637739"/>
            <a:chOff x="2496310" y="3693351"/>
            <a:chExt cx="1342906" cy="688926"/>
          </a:xfrm>
        </p:grpSpPr>
        <p:grpSp>
          <p:nvGrpSpPr>
            <p:cNvPr id="6249" name="Google Shape;6249;p60"/>
            <p:cNvGrpSpPr/>
            <p:nvPr/>
          </p:nvGrpSpPr>
          <p:grpSpPr>
            <a:xfrm>
              <a:off x="2496310" y="3693351"/>
              <a:ext cx="1342906" cy="688875"/>
              <a:chOff x="2496310" y="3693351"/>
              <a:chExt cx="1342906" cy="688875"/>
            </a:xfrm>
          </p:grpSpPr>
          <p:sp>
            <p:nvSpPr>
              <p:cNvPr id="6250" name="Google Shape;6250;p6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56" name="Google Shape;6256;p60"/>
              <p:cNvCxnSpPr>
                <a:stCxn id="625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257" name="Google Shape;6257;p60"/>
              <p:cNvCxnSpPr>
                <a:stCxn id="625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258" name="Google Shape;6258;p60"/>
              <p:cNvCxnSpPr>
                <a:stCxn id="625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259" name="Google Shape;6259;p60"/>
              <p:cNvCxnSpPr>
                <a:stCxn id="625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260" name="Google Shape;6260;p60"/>
              <p:cNvCxnSpPr>
                <a:stCxn id="625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261" name="Google Shape;6261;p60"/>
            <p:cNvGrpSpPr/>
            <p:nvPr/>
          </p:nvGrpSpPr>
          <p:grpSpPr>
            <a:xfrm>
              <a:off x="2675275" y="3930557"/>
              <a:ext cx="1003306" cy="451719"/>
              <a:chOff x="2675275" y="4174282"/>
              <a:chExt cx="1003306" cy="451719"/>
            </a:xfrm>
          </p:grpSpPr>
          <p:sp>
            <p:nvSpPr>
              <p:cNvPr id="6262" name="Google Shape;6262;p6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5" name="Google Shape;6265;p60"/>
          <p:cNvGrpSpPr/>
          <p:nvPr/>
        </p:nvGrpSpPr>
        <p:grpSpPr>
          <a:xfrm>
            <a:off x="1654417" y="971307"/>
            <a:ext cx="574511" cy="874709"/>
            <a:chOff x="1715404" y="1112080"/>
            <a:chExt cx="642270" cy="977984"/>
          </a:xfrm>
        </p:grpSpPr>
        <p:grpSp>
          <p:nvGrpSpPr>
            <p:cNvPr id="6266" name="Google Shape;6266;p60"/>
            <p:cNvGrpSpPr/>
            <p:nvPr/>
          </p:nvGrpSpPr>
          <p:grpSpPr>
            <a:xfrm>
              <a:off x="1715404" y="1112080"/>
              <a:ext cx="642270" cy="977984"/>
              <a:chOff x="1715404" y="1112080"/>
              <a:chExt cx="642270" cy="977984"/>
            </a:xfrm>
          </p:grpSpPr>
          <p:sp>
            <p:nvSpPr>
              <p:cNvPr id="6267" name="Google Shape;6267;p6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60"/>
            <p:cNvGrpSpPr/>
            <p:nvPr/>
          </p:nvGrpSpPr>
          <p:grpSpPr>
            <a:xfrm>
              <a:off x="1768927" y="1165603"/>
              <a:ext cx="535225" cy="851367"/>
              <a:chOff x="1768927" y="1165603"/>
              <a:chExt cx="535225" cy="851367"/>
            </a:xfrm>
          </p:grpSpPr>
          <p:sp>
            <p:nvSpPr>
              <p:cNvPr id="6270" name="Google Shape;6270;p6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60"/>
            <p:cNvGrpSpPr/>
            <p:nvPr/>
          </p:nvGrpSpPr>
          <p:grpSpPr>
            <a:xfrm>
              <a:off x="1822449" y="1219125"/>
              <a:ext cx="428180" cy="718859"/>
              <a:chOff x="1822449" y="1219125"/>
              <a:chExt cx="428180" cy="718859"/>
            </a:xfrm>
          </p:grpSpPr>
          <p:sp>
            <p:nvSpPr>
              <p:cNvPr id="6273" name="Google Shape;6273;p6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60"/>
            <p:cNvGrpSpPr/>
            <p:nvPr/>
          </p:nvGrpSpPr>
          <p:grpSpPr>
            <a:xfrm>
              <a:off x="1875972" y="1272648"/>
              <a:ext cx="321135" cy="586939"/>
              <a:chOff x="1875972" y="1272648"/>
              <a:chExt cx="321135" cy="586939"/>
            </a:xfrm>
          </p:grpSpPr>
          <p:sp>
            <p:nvSpPr>
              <p:cNvPr id="6276" name="Google Shape;6276;p6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8" name="Google Shape;6278;p60"/>
          <p:cNvGrpSpPr/>
          <p:nvPr/>
        </p:nvGrpSpPr>
        <p:grpSpPr>
          <a:xfrm>
            <a:off x="7761578" y="3528028"/>
            <a:ext cx="293855" cy="644170"/>
            <a:chOff x="241025" y="3151575"/>
            <a:chExt cx="293855" cy="644170"/>
          </a:xfrm>
        </p:grpSpPr>
        <p:sp>
          <p:nvSpPr>
            <p:cNvPr id="6279" name="Google Shape;6279;p6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60"/>
          <p:cNvGrpSpPr/>
          <p:nvPr/>
        </p:nvGrpSpPr>
        <p:grpSpPr>
          <a:xfrm>
            <a:off x="709562" y="2728028"/>
            <a:ext cx="1779649" cy="591620"/>
            <a:chOff x="246070" y="1983375"/>
            <a:chExt cx="1855347" cy="616849"/>
          </a:xfrm>
        </p:grpSpPr>
        <p:sp>
          <p:nvSpPr>
            <p:cNvPr id="6282" name="Google Shape;6282;p6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60"/>
          <p:cNvGrpSpPr/>
          <p:nvPr/>
        </p:nvGrpSpPr>
        <p:grpSpPr>
          <a:xfrm>
            <a:off x="2320428" y="971307"/>
            <a:ext cx="711055" cy="745993"/>
            <a:chOff x="2496269" y="1171698"/>
            <a:chExt cx="761953" cy="799392"/>
          </a:xfrm>
        </p:grpSpPr>
        <p:grpSp>
          <p:nvGrpSpPr>
            <p:cNvPr id="6292" name="Google Shape;6292;p60"/>
            <p:cNvGrpSpPr/>
            <p:nvPr/>
          </p:nvGrpSpPr>
          <p:grpSpPr>
            <a:xfrm>
              <a:off x="2496269" y="1171698"/>
              <a:ext cx="761953" cy="723022"/>
              <a:chOff x="2496269" y="1171698"/>
              <a:chExt cx="761953" cy="723022"/>
            </a:xfrm>
          </p:grpSpPr>
          <p:sp>
            <p:nvSpPr>
              <p:cNvPr id="6293" name="Google Shape;6293;p6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5" name="Google Shape;6295;p60"/>
              <p:cNvGrpSpPr/>
              <p:nvPr/>
            </p:nvGrpSpPr>
            <p:grpSpPr>
              <a:xfrm>
                <a:off x="2496269" y="1171698"/>
                <a:ext cx="761953" cy="723022"/>
                <a:chOff x="2496269" y="1120652"/>
                <a:chExt cx="761953" cy="723022"/>
              </a:xfrm>
            </p:grpSpPr>
            <p:grpSp>
              <p:nvGrpSpPr>
                <p:cNvPr id="6296" name="Google Shape;6296;p60"/>
                <p:cNvGrpSpPr/>
                <p:nvPr/>
              </p:nvGrpSpPr>
              <p:grpSpPr>
                <a:xfrm>
                  <a:off x="2496269" y="1120652"/>
                  <a:ext cx="761953" cy="723022"/>
                  <a:chOff x="2496269" y="1120652"/>
                  <a:chExt cx="761953" cy="723022"/>
                </a:xfrm>
              </p:grpSpPr>
              <p:grpSp>
                <p:nvGrpSpPr>
                  <p:cNvPr id="6297" name="Google Shape;6297;p60"/>
                  <p:cNvGrpSpPr/>
                  <p:nvPr/>
                </p:nvGrpSpPr>
                <p:grpSpPr>
                  <a:xfrm>
                    <a:off x="2496269" y="1304589"/>
                    <a:ext cx="407089" cy="305057"/>
                    <a:chOff x="2496269" y="1304589"/>
                    <a:chExt cx="407089" cy="305057"/>
                  </a:xfrm>
                </p:grpSpPr>
                <p:sp>
                  <p:nvSpPr>
                    <p:cNvPr id="6298" name="Google Shape;6298;p6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60"/>
                  <p:cNvGrpSpPr/>
                  <p:nvPr/>
                </p:nvGrpSpPr>
                <p:grpSpPr>
                  <a:xfrm>
                    <a:off x="2586468" y="1493376"/>
                    <a:ext cx="358850" cy="349656"/>
                    <a:chOff x="2586468" y="1493376"/>
                    <a:chExt cx="358850" cy="349656"/>
                  </a:xfrm>
                </p:grpSpPr>
                <p:sp>
                  <p:nvSpPr>
                    <p:cNvPr id="6301" name="Google Shape;6301;p6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60"/>
                  <p:cNvGrpSpPr/>
                  <p:nvPr/>
                </p:nvGrpSpPr>
                <p:grpSpPr>
                  <a:xfrm>
                    <a:off x="2807939" y="1494024"/>
                    <a:ext cx="358857" cy="349650"/>
                    <a:chOff x="2807939" y="1494024"/>
                    <a:chExt cx="358857" cy="349650"/>
                  </a:xfrm>
                </p:grpSpPr>
                <p:sp>
                  <p:nvSpPr>
                    <p:cNvPr id="6304" name="Google Shape;6304;p6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60"/>
                  <p:cNvGrpSpPr/>
                  <p:nvPr/>
                </p:nvGrpSpPr>
                <p:grpSpPr>
                  <a:xfrm>
                    <a:off x="2851133" y="1305635"/>
                    <a:ext cx="407089" cy="305057"/>
                    <a:chOff x="2851133" y="1305635"/>
                    <a:chExt cx="407089" cy="305057"/>
                  </a:xfrm>
                </p:grpSpPr>
                <p:sp>
                  <p:nvSpPr>
                    <p:cNvPr id="6307" name="Google Shape;6307;p6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60"/>
                  <p:cNvGrpSpPr/>
                  <p:nvPr/>
                </p:nvGrpSpPr>
                <p:grpSpPr>
                  <a:xfrm>
                    <a:off x="2727495" y="1120652"/>
                    <a:ext cx="300271" cy="396358"/>
                    <a:chOff x="2727495" y="1120652"/>
                    <a:chExt cx="300271" cy="396358"/>
                  </a:xfrm>
                </p:grpSpPr>
                <p:sp>
                  <p:nvSpPr>
                    <p:cNvPr id="6310" name="Google Shape;6310;p6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2" name="Google Shape;6312;p60"/>
                <p:cNvGrpSpPr/>
                <p:nvPr/>
              </p:nvGrpSpPr>
              <p:grpSpPr>
                <a:xfrm>
                  <a:off x="2722305" y="1350460"/>
                  <a:ext cx="308357" cy="308344"/>
                  <a:chOff x="2722305" y="1350460"/>
                  <a:chExt cx="308357" cy="308344"/>
                </a:xfrm>
              </p:grpSpPr>
              <p:sp>
                <p:nvSpPr>
                  <p:cNvPr id="6313" name="Google Shape;6313;p6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4" name="Google Shape;6314;p60"/>
                  <p:cNvGrpSpPr/>
                  <p:nvPr/>
                </p:nvGrpSpPr>
                <p:grpSpPr>
                  <a:xfrm>
                    <a:off x="2725064" y="1364529"/>
                    <a:ext cx="297954" cy="280182"/>
                    <a:chOff x="2725064" y="1364529"/>
                    <a:chExt cx="297954" cy="280182"/>
                  </a:xfrm>
                </p:grpSpPr>
                <p:sp>
                  <p:nvSpPr>
                    <p:cNvPr id="6315" name="Google Shape;6315;p6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320" name="Google Shape;6320;p6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5" name="Google Shape;6325;p60"/>
          <p:cNvGrpSpPr/>
          <p:nvPr/>
        </p:nvGrpSpPr>
        <p:grpSpPr>
          <a:xfrm>
            <a:off x="3909129" y="2727412"/>
            <a:ext cx="1569144" cy="591015"/>
            <a:chOff x="3820100" y="3023049"/>
            <a:chExt cx="1303926" cy="491162"/>
          </a:xfrm>
        </p:grpSpPr>
        <p:grpSp>
          <p:nvGrpSpPr>
            <p:cNvPr id="6326" name="Google Shape;6326;p60"/>
            <p:cNvGrpSpPr/>
            <p:nvPr/>
          </p:nvGrpSpPr>
          <p:grpSpPr>
            <a:xfrm>
              <a:off x="3820100" y="3023072"/>
              <a:ext cx="1303926" cy="491139"/>
              <a:chOff x="3820100" y="3023072"/>
              <a:chExt cx="1303926" cy="491139"/>
            </a:xfrm>
          </p:grpSpPr>
          <p:sp>
            <p:nvSpPr>
              <p:cNvPr id="6327" name="Google Shape;6327;p6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60"/>
            <p:cNvGrpSpPr/>
            <p:nvPr/>
          </p:nvGrpSpPr>
          <p:grpSpPr>
            <a:xfrm>
              <a:off x="4132439" y="3023645"/>
              <a:ext cx="393633" cy="177096"/>
              <a:chOff x="4132439" y="3023645"/>
              <a:chExt cx="393633" cy="177096"/>
            </a:xfrm>
          </p:grpSpPr>
          <p:sp>
            <p:nvSpPr>
              <p:cNvPr id="6330" name="Google Shape;6330;p6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60"/>
            <p:cNvGrpSpPr/>
            <p:nvPr/>
          </p:nvGrpSpPr>
          <p:grpSpPr>
            <a:xfrm>
              <a:off x="3921811" y="3023049"/>
              <a:ext cx="1002397" cy="388943"/>
              <a:chOff x="3921811" y="3023049"/>
              <a:chExt cx="1002397" cy="388943"/>
            </a:xfrm>
          </p:grpSpPr>
          <p:sp>
            <p:nvSpPr>
              <p:cNvPr id="6333" name="Google Shape;6333;p6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60"/>
            <p:cNvGrpSpPr/>
            <p:nvPr/>
          </p:nvGrpSpPr>
          <p:grpSpPr>
            <a:xfrm>
              <a:off x="4023645" y="3023049"/>
              <a:ext cx="683032" cy="286722"/>
              <a:chOff x="4023645" y="3023049"/>
              <a:chExt cx="683032" cy="286722"/>
            </a:xfrm>
          </p:grpSpPr>
          <p:sp>
            <p:nvSpPr>
              <p:cNvPr id="6336" name="Google Shape;6336;p6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38" name="Google Shape;6338;p60"/>
          <p:cNvGrpSpPr/>
          <p:nvPr/>
        </p:nvGrpSpPr>
        <p:grpSpPr>
          <a:xfrm>
            <a:off x="1541251" y="1854258"/>
            <a:ext cx="713522" cy="688025"/>
            <a:chOff x="1706078" y="2092648"/>
            <a:chExt cx="660913" cy="637296"/>
          </a:xfrm>
        </p:grpSpPr>
        <p:sp>
          <p:nvSpPr>
            <p:cNvPr id="6339" name="Google Shape;6339;p6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0" name="Google Shape;6340;p60"/>
            <p:cNvGrpSpPr/>
            <p:nvPr/>
          </p:nvGrpSpPr>
          <p:grpSpPr>
            <a:xfrm>
              <a:off x="1706078" y="2092648"/>
              <a:ext cx="660913" cy="575241"/>
              <a:chOff x="1706078" y="2092648"/>
              <a:chExt cx="660913" cy="575241"/>
            </a:xfrm>
          </p:grpSpPr>
          <p:sp>
            <p:nvSpPr>
              <p:cNvPr id="6341" name="Google Shape;6341;p6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44" name="Google Shape;6344;p60"/>
          <p:cNvGrpSpPr/>
          <p:nvPr/>
        </p:nvGrpSpPr>
        <p:grpSpPr>
          <a:xfrm>
            <a:off x="6303109" y="971806"/>
            <a:ext cx="1317459" cy="684168"/>
            <a:chOff x="238125" y="999450"/>
            <a:chExt cx="7140700" cy="3708225"/>
          </a:xfrm>
        </p:grpSpPr>
        <p:sp>
          <p:nvSpPr>
            <p:cNvPr id="6345" name="Google Shape;6345;p6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7" name="Shape 6357"/>
        <p:cNvGrpSpPr/>
        <p:nvPr/>
      </p:nvGrpSpPr>
      <p:grpSpPr>
        <a:xfrm>
          <a:off x="0" y="0"/>
          <a:ext cx="0" cy="0"/>
          <a:chOff x="0" y="0"/>
          <a:chExt cx="0" cy="0"/>
        </a:xfrm>
      </p:grpSpPr>
      <p:grpSp>
        <p:nvGrpSpPr>
          <p:cNvPr id="6358" name="Google Shape;6358;p61"/>
          <p:cNvGrpSpPr/>
          <p:nvPr/>
        </p:nvGrpSpPr>
        <p:grpSpPr>
          <a:xfrm>
            <a:off x="717027" y="967622"/>
            <a:ext cx="1636117" cy="1526144"/>
            <a:chOff x="729238" y="1179665"/>
            <a:chExt cx="1636117" cy="1526144"/>
          </a:xfrm>
        </p:grpSpPr>
        <p:grpSp>
          <p:nvGrpSpPr>
            <p:cNvPr id="6359" name="Google Shape;6359;p61"/>
            <p:cNvGrpSpPr/>
            <p:nvPr/>
          </p:nvGrpSpPr>
          <p:grpSpPr>
            <a:xfrm>
              <a:off x="729238" y="1179665"/>
              <a:ext cx="80700" cy="1526144"/>
              <a:chOff x="729238" y="1179665"/>
              <a:chExt cx="80700" cy="1526144"/>
            </a:xfrm>
          </p:grpSpPr>
          <p:sp>
            <p:nvSpPr>
              <p:cNvPr id="6360" name="Google Shape;6360;p6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61"/>
            <p:cNvGrpSpPr/>
            <p:nvPr/>
          </p:nvGrpSpPr>
          <p:grpSpPr>
            <a:xfrm>
              <a:off x="903098" y="1179665"/>
              <a:ext cx="80700" cy="1526144"/>
              <a:chOff x="903098" y="1179665"/>
              <a:chExt cx="80700" cy="1526144"/>
            </a:xfrm>
          </p:grpSpPr>
          <p:sp>
            <p:nvSpPr>
              <p:cNvPr id="6371" name="Google Shape;6371;p6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61"/>
            <p:cNvGrpSpPr/>
            <p:nvPr/>
          </p:nvGrpSpPr>
          <p:grpSpPr>
            <a:xfrm>
              <a:off x="1076958" y="1179665"/>
              <a:ext cx="80700" cy="1526144"/>
              <a:chOff x="1076958" y="1179665"/>
              <a:chExt cx="80700" cy="1526144"/>
            </a:xfrm>
          </p:grpSpPr>
          <p:sp>
            <p:nvSpPr>
              <p:cNvPr id="6382" name="Google Shape;6382;p6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61"/>
            <p:cNvGrpSpPr/>
            <p:nvPr/>
          </p:nvGrpSpPr>
          <p:grpSpPr>
            <a:xfrm>
              <a:off x="1247707" y="1179665"/>
              <a:ext cx="80700" cy="1526144"/>
              <a:chOff x="1247707" y="1179665"/>
              <a:chExt cx="80700" cy="1526144"/>
            </a:xfrm>
          </p:grpSpPr>
          <p:sp>
            <p:nvSpPr>
              <p:cNvPr id="6393" name="Google Shape;6393;p6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61"/>
            <p:cNvGrpSpPr/>
            <p:nvPr/>
          </p:nvGrpSpPr>
          <p:grpSpPr>
            <a:xfrm>
              <a:off x="1421567" y="1179665"/>
              <a:ext cx="80700" cy="1526144"/>
              <a:chOff x="1421567" y="1179665"/>
              <a:chExt cx="80700" cy="1526144"/>
            </a:xfrm>
          </p:grpSpPr>
          <p:sp>
            <p:nvSpPr>
              <p:cNvPr id="6404" name="Google Shape;6404;p6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61"/>
            <p:cNvGrpSpPr/>
            <p:nvPr/>
          </p:nvGrpSpPr>
          <p:grpSpPr>
            <a:xfrm>
              <a:off x="1592327" y="1179665"/>
              <a:ext cx="80700" cy="1526144"/>
              <a:chOff x="1592327" y="1179665"/>
              <a:chExt cx="80700" cy="1526144"/>
            </a:xfrm>
          </p:grpSpPr>
          <p:sp>
            <p:nvSpPr>
              <p:cNvPr id="6415" name="Google Shape;6415;p6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61"/>
            <p:cNvGrpSpPr/>
            <p:nvPr/>
          </p:nvGrpSpPr>
          <p:grpSpPr>
            <a:xfrm>
              <a:off x="1766187" y="1179665"/>
              <a:ext cx="80700" cy="1526144"/>
              <a:chOff x="1766187" y="1179665"/>
              <a:chExt cx="80700" cy="1526144"/>
            </a:xfrm>
          </p:grpSpPr>
          <p:sp>
            <p:nvSpPr>
              <p:cNvPr id="6426" name="Google Shape;6426;p6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61"/>
            <p:cNvGrpSpPr/>
            <p:nvPr/>
          </p:nvGrpSpPr>
          <p:grpSpPr>
            <a:xfrm>
              <a:off x="1936935" y="1179665"/>
              <a:ext cx="80700" cy="1526144"/>
              <a:chOff x="1936935" y="1179665"/>
              <a:chExt cx="80700" cy="1526144"/>
            </a:xfrm>
          </p:grpSpPr>
          <p:sp>
            <p:nvSpPr>
              <p:cNvPr id="6437" name="Google Shape;6437;p6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1"/>
            <p:cNvGrpSpPr/>
            <p:nvPr/>
          </p:nvGrpSpPr>
          <p:grpSpPr>
            <a:xfrm>
              <a:off x="2110795" y="1179665"/>
              <a:ext cx="80700" cy="1526144"/>
              <a:chOff x="2110795" y="1179665"/>
              <a:chExt cx="80700" cy="1526144"/>
            </a:xfrm>
          </p:grpSpPr>
          <p:sp>
            <p:nvSpPr>
              <p:cNvPr id="6448" name="Google Shape;6448;p6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61"/>
            <p:cNvGrpSpPr/>
            <p:nvPr/>
          </p:nvGrpSpPr>
          <p:grpSpPr>
            <a:xfrm>
              <a:off x="2284655" y="1179665"/>
              <a:ext cx="80700" cy="1526144"/>
              <a:chOff x="2284655" y="1179665"/>
              <a:chExt cx="80700" cy="1526144"/>
            </a:xfrm>
          </p:grpSpPr>
          <p:sp>
            <p:nvSpPr>
              <p:cNvPr id="6459" name="Google Shape;6459;p6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69" name="Google Shape;6469;p61"/>
          <p:cNvGrpSpPr/>
          <p:nvPr/>
        </p:nvGrpSpPr>
        <p:grpSpPr>
          <a:xfrm>
            <a:off x="2611693" y="986760"/>
            <a:ext cx="1364248" cy="1102133"/>
            <a:chOff x="2623904" y="1198803"/>
            <a:chExt cx="1364248" cy="1102133"/>
          </a:xfrm>
        </p:grpSpPr>
        <p:grpSp>
          <p:nvGrpSpPr>
            <p:cNvPr id="6470" name="Google Shape;6470;p61"/>
            <p:cNvGrpSpPr/>
            <p:nvPr/>
          </p:nvGrpSpPr>
          <p:grpSpPr>
            <a:xfrm>
              <a:off x="2623907" y="1198803"/>
              <a:ext cx="1364245" cy="273000"/>
              <a:chOff x="2623907" y="1198803"/>
              <a:chExt cx="1364245" cy="273000"/>
            </a:xfrm>
          </p:grpSpPr>
          <p:sp>
            <p:nvSpPr>
              <p:cNvPr id="6471" name="Google Shape;6471;p6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61"/>
            <p:cNvGrpSpPr/>
            <p:nvPr/>
          </p:nvGrpSpPr>
          <p:grpSpPr>
            <a:xfrm>
              <a:off x="2623904" y="1476964"/>
              <a:ext cx="1364245" cy="273000"/>
              <a:chOff x="2623904" y="1476964"/>
              <a:chExt cx="1364245" cy="273000"/>
            </a:xfrm>
          </p:grpSpPr>
          <p:sp>
            <p:nvSpPr>
              <p:cNvPr id="6477" name="Google Shape;6477;p6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61"/>
            <p:cNvGrpSpPr/>
            <p:nvPr/>
          </p:nvGrpSpPr>
          <p:grpSpPr>
            <a:xfrm>
              <a:off x="2623907" y="1749775"/>
              <a:ext cx="1364245" cy="273000"/>
              <a:chOff x="2623907" y="1749775"/>
              <a:chExt cx="1364245" cy="273000"/>
            </a:xfrm>
          </p:grpSpPr>
          <p:sp>
            <p:nvSpPr>
              <p:cNvPr id="6483" name="Google Shape;6483;p6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61"/>
            <p:cNvGrpSpPr/>
            <p:nvPr/>
          </p:nvGrpSpPr>
          <p:grpSpPr>
            <a:xfrm>
              <a:off x="2623904" y="2027936"/>
              <a:ext cx="1364245" cy="273000"/>
              <a:chOff x="2623904" y="2027936"/>
              <a:chExt cx="1364245" cy="273000"/>
            </a:xfrm>
          </p:grpSpPr>
          <p:sp>
            <p:nvSpPr>
              <p:cNvPr id="6489" name="Google Shape;6489;p6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94" name="Google Shape;6494;p61"/>
          <p:cNvGrpSpPr/>
          <p:nvPr/>
        </p:nvGrpSpPr>
        <p:grpSpPr>
          <a:xfrm>
            <a:off x="2601154" y="2445833"/>
            <a:ext cx="1387541" cy="159124"/>
            <a:chOff x="3200660" y="2180272"/>
            <a:chExt cx="2563824" cy="378237"/>
          </a:xfrm>
        </p:grpSpPr>
        <p:sp>
          <p:nvSpPr>
            <p:cNvPr id="6495" name="Google Shape;6495;p6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61"/>
          <p:cNvGrpSpPr/>
          <p:nvPr/>
        </p:nvGrpSpPr>
        <p:grpSpPr>
          <a:xfrm>
            <a:off x="2597679" y="2723597"/>
            <a:ext cx="1390502" cy="159625"/>
            <a:chOff x="3530150" y="2790075"/>
            <a:chExt cx="1962600" cy="225300"/>
          </a:xfrm>
        </p:grpSpPr>
        <p:sp>
          <p:nvSpPr>
            <p:cNvPr id="6514" name="Google Shape;6514;p6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61"/>
          <p:cNvGrpSpPr/>
          <p:nvPr/>
        </p:nvGrpSpPr>
        <p:grpSpPr>
          <a:xfrm>
            <a:off x="2597736" y="3001862"/>
            <a:ext cx="1411629" cy="154175"/>
            <a:chOff x="3558802" y="4011244"/>
            <a:chExt cx="1866000" cy="111600"/>
          </a:xfrm>
        </p:grpSpPr>
        <p:sp>
          <p:nvSpPr>
            <p:cNvPr id="6517" name="Google Shape;6517;p6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61"/>
          <p:cNvGrpSpPr/>
          <p:nvPr/>
        </p:nvGrpSpPr>
        <p:grpSpPr>
          <a:xfrm>
            <a:off x="2598024" y="2207432"/>
            <a:ext cx="1383503" cy="119761"/>
            <a:chOff x="3465975" y="2270258"/>
            <a:chExt cx="1986364" cy="171947"/>
          </a:xfrm>
        </p:grpSpPr>
        <p:sp>
          <p:nvSpPr>
            <p:cNvPr id="6520" name="Google Shape;6520;p6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61"/>
          <p:cNvGrpSpPr/>
          <p:nvPr/>
        </p:nvGrpSpPr>
        <p:grpSpPr>
          <a:xfrm>
            <a:off x="2609031" y="3571205"/>
            <a:ext cx="1369531" cy="195460"/>
            <a:chOff x="723300" y="4253549"/>
            <a:chExt cx="2276482" cy="324900"/>
          </a:xfrm>
        </p:grpSpPr>
        <p:sp>
          <p:nvSpPr>
            <p:cNvPr id="6529" name="Google Shape;6529;p6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61"/>
          <p:cNvGrpSpPr/>
          <p:nvPr/>
        </p:nvGrpSpPr>
        <p:grpSpPr>
          <a:xfrm>
            <a:off x="2598592" y="3272446"/>
            <a:ext cx="1389066" cy="180119"/>
            <a:chOff x="705948" y="3788465"/>
            <a:chExt cx="2308953" cy="299400"/>
          </a:xfrm>
        </p:grpSpPr>
        <p:sp>
          <p:nvSpPr>
            <p:cNvPr id="6535" name="Google Shape;6535;p6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61"/>
          <p:cNvGrpSpPr/>
          <p:nvPr/>
        </p:nvGrpSpPr>
        <p:grpSpPr>
          <a:xfrm>
            <a:off x="4195583" y="1876400"/>
            <a:ext cx="1433821" cy="191501"/>
            <a:chOff x="4273350" y="2088443"/>
            <a:chExt cx="1433821" cy="191501"/>
          </a:xfrm>
        </p:grpSpPr>
        <p:grpSp>
          <p:nvGrpSpPr>
            <p:cNvPr id="6541" name="Google Shape;6541;p61"/>
            <p:cNvGrpSpPr/>
            <p:nvPr/>
          </p:nvGrpSpPr>
          <p:grpSpPr>
            <a:xfrm>
              <a:off x="4273350" y="2088443"/>
              <a:ext cx="1433821" cy="0"/>
              <a:chOff x="5224975" y="2962250"/>
              <a:chExt cx="1544400" cy="0"/>
            </a:xfrm>
          </p:grpSpPr>
          <p:cxnSp>
            <p:nvCxnSpPr>
              <p:cNvPr id="6542" name="Google Shape;6542;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543" name="Google Shape;6543;p6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544" name="Google Shape;6544;p61"/>
            <p:cNvGrpSpPr/>
            <p:nvPr/>
          </p:nvGrpSpPr>
          <p:grpSpPr>
            <a:xfrm>
              <a:off x="4273350" y="2279944"/>
              <a:ext cx="1433821" cy="0"/>
              <a:chOff x="5224975" y="2962250"/>
              <a:chExt cx="1544400" cy="0"/>
            </a:xfrm>
          </p:grpSpPr>
          <p:cxnSp>
            <p:nvCxnSpPr>
              <p:cNvPr id="6545" name="Google Shape;6545;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546" name="Google Shape;6546;p6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547" name="Google Shape;6547;p61"/>
          <p:cNvGrpSpPr/>
          <p:nvPr/>
        </p:nvGrpSpPr>
        <p:grpSpPr>
          <a:xfrm>
            <a:off x="2646529" y="3885304"/>
            <a:ext cx="1304609" cy="294074"/>
            <a:chOff x="2658741" y="4097347"/>
            <a:chExt cx="1304609" cy="294074"/>
          </a:xfrm>
        </p:grpSpPr>
        <p:grpSp>
          <p:nvGrpSpPr>
            <p:cNvPr id="6548" name="Google Shape;6548;p61"/>
            <p:cNvGrpSpPr/>
            <p:nvPr/>
          </p:nvGrpSpPr>
          <p:grpSpPr>
            <a:xfrm>
              <a:off x="2658741" y="4097347"/>
              <a:ext cx="118572" cy="294074"/>
              <a:chOff x="3343310" y="4475555"/>
              <a:chExt cx="127717" cy="316753"/>
            </a:xfrm>
          </p:grpSpPr>
          <p:sp>
            <p:nvSpPr>
              <p:cNvPr id="6549" name="Google Shape;6549;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61"/>
            <p:cNvGrpSpPr/>
            <p:nvPr/>
          </p:nvGrpSpPr>
          <p:grpSpPr>
            <a:xfrm>
              <a:off x="3815519" y="4098388"/>
              <a:ext cx="147831" cy="291991"/>
              <a:chOff x="3527539" y="4476677"/>
              <a:chExt cx="159232" cy="314510"/>
            </a:xfrm>
          </p:grpSpPr>
          <p:sp>
            <p:nvSpPr>
              <p:cNvPr id="6552" name="Google Shape;6552;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61"/>
            <p:cNvGrpSpPr/>
            <p:nvPr/>
          </p:nvGrpSpPr>
          <p:grpSpPr>
            <a:xfrm>
              <a:off x="3511696" y="4098388"/>
              <a:ext cx="147831" cy="291991"/>
              <a:chOff x="3527539" y="4476677"/>
              <a:chExt cx="159232" cy="314510"/>
            </a:xfrm>
          </p:grpSpPr>
          <p:sp>
            <p:nvSpPr>
              <p:cNvPr id="6555" name="Google Shape;6555;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61"/>
            <p:cNvGrpSpPr/>
            <p:nvPr/>
          </p:nvGrpSpPr>
          <p:grpSpPr>
            <a:xfrm>
              <a:off x="3207874" y="4098388"/>
              <a:ext cx="147831" cy="291991"/>
              <a:chOff x="3527539" y="4476677"/>
              <a:chExt cx="159232" cy="314510"/>
            </a:xfrm>
          </p:grpSpPr>
          <p:sp>
            <p:nvSpPr>
              <p:cNvPr id="6558" name="Google Shape;6558;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61"/>
            <p:cNvGrpSpPr/>
            <p:nvPr/>
          </p:nvGrpSpPr>
          <p:grpSpPr>
            <a:xfrm>
              <a:off x="2933305" y="4097347"/>
              <a:ext cx="118572" cy="294074"/>
              <a:chOff x="3343310" y="4475555"/>
              <a:chExt cx="127717" cy="316753"/>
            </a:xfrm>
          </p:grpSpPr>
          <p:sp>
            <p:nvSpPr>
              <p:cNvPr id="6561" name="Google Shape;6561;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63" name="Google Shape;6563;p61"/>
          <p:cNvGrpSpPr/>
          <p:nvPr/>
        </p:nvGrpSpPr>
        <p:grpSpPr>
          <a:xfrm>
            <a:off x="4197138" y="963998"/>
            <a:ext cx="1430711" cy="751237"/>
            <a:chOff x="5159450" y="1919950"/>
            <a:chExt cx="1541050" cy="862500"/>
          </a:xfrm>
        </p:grpSpPr>
        <p:sp>
          <p:nvSpPr>
            <p:cNvPr id="6564" name="Google Shape;6564;p6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565" name="Google Shape;6565;p61"/>
            <p:cNvGrpSpPr/>
            <p:nvPr/>
          </p:nvGrpSpPr>
          <p:grpSpPr>
            <a:xfrm>
              <a:off x="5159450" y="1919950"/>
              <a:ext cx="1541050" cy="862500"/>
              <a:chOff x="5159450" y="1919950"/>
              <a:chExt cx="1541050" cy="862500"/>
            </a:xfrm>
          </p:grpSpPr>
          <p:cxnSp>
            <p:nvCxnSpPr>
              <p:cNvPr id="6566" name="Google Shape;6566;p6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567" name="Google Shape;6567;p6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568" name="Google Shape;6568;p61"/>
          <p:cNvGrpSpPr/>
          <p:nvPr/>
        </p:nvGrpSpPr>
        <p:grpSpPr>
          <a:xfrm>
            <a:off x="4245275" y="2227768"/>
            <a:ext cx="1334436" cy="967914"/>
            <a:chOff x="4294923" y="2439811"/>
            <a:chExt cx="1334436" cy="967914"/>
          </a:xfrm>
        </p:grpSpPr>
        <p:grpSp>
          <p:nvGrpSpPr>
            <p:cNvPr id="6569" name="Google Shape;6569;p61"/>
            <p:cNvGrpSpPr/>
            <p:nvPr/>
          </p:nvGrpSpPr>
          <p:grpSpPr>
            <a:xfrm>
              <a:off x="4960455" y="2469658"/>
              <a:ext cx="668904" cy="885524"/>
              <a:chOff x="4960455" y="2469658"/>
              <a:chExt cx="668904" cy="885524"/>
            </a:xfrm>
          </p:grpSpPr>
          <p:sp>
            <p:nvSpPr>
              <p:cNvPr id="6570" name="Google Shape;6570;p6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61"/>
            <p:cNvGrpSpPr/>
            <p:nvPr/>
          </p:nvGrpSpPr>
          <p:grpSpPr>
            <a:xfrm>
              <a:off x="4294923" y="2469658"/>
              <a:ext cx="668951" cy="885524"/>
              <a:chOff x="4294923" y="2469658"/>
              <a:chExt cx="668951" cy="885524"/>
            </a:xfrm>
          </p:grpSpPr>
          <p:sp>
            <p:nvSpPr>
              <p:cNvPr id="6577" name="Google Shape;6577;p6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3" name="Google Shape;6583;p6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61"/>
          <p:cNvGrpSpPr/>
          <p:nvPr/>
        </p:nvGrpSpPr>
        <p:grpSpPr>
          <a:xfrm>
            <a:off x="4231478" y="3282213"/>
            <a:ext cx="1430949" cy="897289"/>
            <a:chOff x="4351371" y="3547942"/>
            <a:chExt cx="1345130" cy="843475"/>
          </a:xfrm>
        </p:grpSpPr>
        <p:grpSp>
          <p:nvGrpSpPr>
            <p:cNvPr id="6585" name="Google Shape;6585;p61"/>
            <p:cNvGrpSpPr/>
            <p:nvPr/>
          </p:nvGrpSpPr>
          <p:grpSpPr>
            <a:xfrm>
              <a:off x="4351371" y="4209917"/>
              <a:ext cx="1345130" cy="181500"/>
              <a:chOff x="4351371" y="4209917"/>
              <a:chExt cx="1345130" cy="181500"/>
            </a:xfrm>
          </p:grpSpPr>
          <p:sp>
            <p:nvSpPr>
              <p:cNvPr id="6586" name="Google Shape;6586;p6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87" name="Google Shape;6587;p6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588" name="Google Shape;6588;p61"/>
            <p:cNvGrpSpPr/>
            <p:nvPr/>
          </p:nvGrpSpPr>
          <p:grpSpPr>
            <a:xfrm>
              <a:off x="4403010" y="3985221"/>
              <a:ext cx="1109518" cy="181500"/>
              <a:chOff x="4403010" y="3985221"/>
              <a:chExt cx="1109518" cy="181500"/>
            </a:xfrm>
          </p:grpSpPr>
          <p:sp>
            <p:nvSpPr>
              <p:cNvPr id="6589" name="Google Shape;6589;p6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90" name="Google Shape;6590;p6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591" name="Google Shape;6591;p61"/>
            <p:cNvGrpSpPr/>
            <p:nvPr/>
          </p:nvGrpSpPr>
          <p:grpSpPr>
            <a:xfrm>
              <a:off x="4618704" y="3766582"/>
              <a:ext cx="807858" cy="181500"/>
              <a:chOff x="4618704" y="3766582"/>
              <a:chExt cx="807858" cy="181500"/>
            </a:xfrm>
          </p:grpSpPr>
          <p:sp>
            <p:nvSpPr>
              <p:cNvPr id="6592" name="Google Shape;6592;p6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93" name="Google Shape;6593;p6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594" name="Google Shape;6594;p61"/>
            <p:cNvGrpSpPr/>
            <p:nvPr/>
          </p:nvGrpSpPr>
          <p:grpSpPr>
            <a:xfrm>
              <a:off x="4735238" y="3547942"/>
              <a:ext cx="462839" cy="181500"/>
              <a:chOff x="4735238" y="3547942"/>
              <a:chExt cx="462839" cy="181500"/>
            </a:xfrm>
          </p:grpSpPr>
          <p:sp>
            <p:nvSpPr>
              <p:cNvPr id="6595" name="Google Shape;6595;p6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96" name="Google Shape;6596;p6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597" name="Google Shape;6597;p61"/>
          <p:cNvGrpSpPr/>
          <p:nvPr/>
        </p:nvGrpSpPr>
        <p:grpSpPr>
          <a:xfrm>
            <a:off x="7407836" y="2217537"/>
            <a:ext cx="1020955" cy="928853"/>
            <a:chOff x="926675" y="238125"/>
            <a:chExt cx="5755100" cy="5232975"/>
          </a:xfrm>
        </p:grpSpPr>
        <p:sp>
          <p:nvSpPr>
            <p:cNvPr id="6598" name="Google Shape;6598;p6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61"/>
          <p:cNvGrpSpPr/>
          <p:nvPr/>
        </p:nvGrpSpPr>
        <p:grpSpPr>
          <a:xfrm>
            <a:off x="715210" y="2616272"/>
            <a:ext cx="1695374" cy="1560837"/>
            <a:chOff x="727421" y="2828315"/>
            <a:chExt cx="1695374" cy="1560837"/>
          </a:xfrm>
        </p:grpSpPr>
        <p:grpSp>
          <p:nvGrpSpPr>
            <p:cNvPr id="6603" name="Google Shape;6603;p61"/>
            <p:cNvGrpSpPr/>
            <p:nvPr/>
          </p:nvGrpSpPr>
          <p:grpSpPr>
            <a:xfrm>
              <a:off x="727421" y="2828315"/>
              <a:ext cx="1695374" cy="1560837"/>
              <a:chOff x="734799" y="2782450"/>
              <a:chExt cx="1571100" cy="1577400"/>
            </a:xfrm>
          </p:grpSpPr>
          <p:cxnSp>
            <p:nvCxnSpPr>
              <p:cNvPr id="6604" name="Google Shape;6604;p6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605" name="Google Shape;6605;p6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606" name="Google Shape;6606;p61"/>
            <p:cNvGrpSpPr/>
            <p:nvPr/>
          </p:nvGrpSpPr>
          <p:grpSpPr>
            <a:xfrm>
              <a:off x="819108" y="2882501"/>
              <a:ext cx="1556791" cy="1426186"/>
              <a:chOff x="819108" y="2882501"/>
              <a:chExt cx="1556791" cy="1426186"/>
            </a:xfrm>
          </p:grpSpPr>
          <p:grpSp>
            <p:nvGrpSpPr>
              <p:cNvPr id="6607" name="Google Shape;6607;p61"/>
              <p:cNvGrpSpPr/>
              <p:nvPr/>
            </p:nvGrpSpPr>
            <p:grpSpPr>
              <a:xfrm>
                <a:off x="819108" y="2882501"/>
                <a:ext cx="103104" cy="1426186"/>
                <a:chOff x="4674013" y="3100904"/>
                <a:chExt cx="122758" cy="1698043"/>
              </a:xfrm>
            </p:grpSpPr>
            <p:sp>
              <p:nvSpPr>
                <p:cNvPr id="6608" name="Google Shape;6608;p6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61"/>
              <p:cNvGrpSpPr/>
              <p:nvPr/>
            </p:nvGrpSpPr>
            <p:grpSpPr>
              <a:xfrm>
                <a:off x="1062475" y="2882501"/>
                <a:ext cx="103104" cy="1426186"/>
                <a:chOff x="4940438" y="3100904"/>
                <a:chExt cx="122758" cy="1698043"/>
              </a:xfrm>
            </p:grpSpPr>
            <p:sp>
              <p:nvSpPr>
                <p:cNvPr id="6616" name="Google Shape;6616;p6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61"/>
              <p:cNvGrpSpPr/>
              <p:nvPr/>
            </p:nvGrpSpPr>
            <p:grpSpPr>
              <a:xfrm>
                <a:off x="1299324" y="2882501"/>
                <a:ext cx="103104" cy="1426186"/>
                <a:chOff x="5206863" y="3100904"/>
                <a:chExt cx="122758" cy="1698043"/>
              </a:xfrm>
            </p:grpSpPr>
            <p:sp>
              <p:nvSpPr>
                <p:cNvPr id="6624" name="Google Shape;6624;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61"/>
              <p:cNvGrpSpPr/>
              <p:nvPr/>
            </p:nvGrpSpPr>
            <p:grpSpPr>
              <a:xfrm>
                <a:off x="1786057" y="2882501"/>
                <a:ext cx="103104" cy="1426186"/>
                <a:chOff x="6006138" y="3143629"/>
                <a:chExt cx="122758" cy="1698043"/>
              </a:xfrm>
            </p:grpSpPr>
            <p:sp>
              <p:nvSpPr>
                <p:cNvPr id="6632" name="Google Shape;6632;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61"/>
              <p:cNvGrpSpPr/>
              <p:nvPr/>
            </p:nvGrpSpPr>
            <p:grpSpPr>
              <a:xfrm>
                <a:off x="2029422" y="2882501"/>
                <a:ext cx="103104" cy="1426186"/>
                <a:chOff x="6805413" y="3100904"/>
                <a:chExt cx="122758" cy="1698043"/>
              </a:xfrm>
            </p:grpSpPr>
            <p:sp>
              <p:nvSpPr>
                <p:cNvPr id="6640" name="Google Shape;6640;p6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61"/>
              <p:cNvGrpSpPr/>
              <p:nvPr/>
            </p:nvGrpSpPr>
            <p:grpSpPr>
              <a:xfrm>
                <a:off x="2272795" y="2882501"/>
                <a:ext cx="103104" cy="1426186"/>
                <a:chOff x="5206863" y="3100904"/>
                <a:chExt cx="122758" cy="1698043"/>
              </a:xfrm>
            </p:grpSpPr>
            <p:sp>
              <p:nvSpPr>
                <p:cNvPr id="6648" name="Google Shape;6648;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61"/>
              <p:cNvGrpSpPr/>
              <p:nvPr/>
            </p:nvGrpSpPr>
            <p:grpSpPr>
              <a:xfrm>
                <a:off x="1542694" y="2882501"/>
                <a:ext cx="103104" cy="1426186"/>
                <a:chOff x="6006138" y="3143629"/>
                <a:chExt cx="122758" cy="1698043"/>
              </a:xfrm>
            </p:grpSpPr>
            <p:sp>
              <p:nvSpPr>
                <p:cNvPr id="6656" name="Google Shape;6656;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63" name="Google Shape;6663;p61"/>
          <p:cNvGrpSpPr/>
          <p:nvPr/>
        </p:nvGrpSpPr>
        <p:grpSpPr>
          <a:xfrm>
            <a:off x="5671260" y="3305994"/>
            <a:ext cx="2749952" cy="870677"/>
            <a:chOff x="238125" y="1725700"/>
            <a:chExt cx="7139025" cy="2260325"/>
          </a:xfrm>
        </p:grpSpPr>
        <p:sp>
          <p:nvSpPr>
            <p:cNvPr id="6664" name="Google Shape;6664;p6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61"/>
          <p:cNvGrpSpPr/>
          <p:nvPr/>
        </p:nvGrpSpPr>
        <p:grpSpPr>
          <a:xfrm>
            <a:off x="5941424" y="2247740"/>
            <a:ext cx="1105452" cy="916747"/>
            <a:chOff x="5249100" y="1210600"/>
            <a:chExt cx="3502700" cy="2904775"/>
          </a:xfrm>
        </p:grpSpPr>
        <p:sp>
          <p:nvSpPr>
            <p:cNvPr id="6675" name="Google Shape;6675;p6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79" name="Google Shape;6679;p6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680" name="Google Shape;6680;p6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681" name="Google Shape;6681;p6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682" name="Google Shape;6682;p6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683" name="Google Shape;6683;p6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61"/>
          <p:cNvGrpSpPr/>
          <p:nvPr/>
        </p:nvGrpSpPr>
        <p:grpSpPr>
          <a:xfrm>
            <a:off x="7123972" y="967158"/>
            <a:ext cx="1304650" cy="1124856"/>
            <a:chOff x="7287122" y="1165658"/>
            <a:chExt cx="1219413" cy="1051365"/>
          </a:xfrm>
        </p:grpSpPr>
        <p:grpSp>
          <p:nvGrpSpPr>
            <p:cNvPr id="6685" name="Google Shape;6685;p61"/>
            <p:cNvGrpSpPr/>
            <p:nvPr/>
          </p:nvGrpSpPr>
          <p:grpSpPr>
            <a:xfrm>
              <a:off x="7287122" y="1969723"/>
              <a:ext cx="1219413" cy="247300"/>
              <a:chOff x="7287122" y="1969723"/>
              <a:chExt cx="1219413" cy="247300"/>
            </a:xfrm>
          </p:grpSpPr>
          <p:sp>
            <p:nvSpPr>
              <p:cNvPr id="6686" name="Google Shape;6686;p6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7" name="Google Shape;6687;p61"/>
              <p:cNvGrpSpPr/>
              <p:nvPr/>
            </p:nvGrpSpPr>
            <p:grpSpPr>
              <a:xfrm>
                <a:off x="7287122" y="2063892"/>
                <a:ext cx="1151753" cy="73428"/>
                <a:chOff x="7287122" y="2063892"/>
                <a:chExt cx="1151753" cy="73428"/>
              </a:xfrm>
            </p:grpSpPr>
            <p:sp>
              <p:nvSpPr>
                <p:cNvPr id="6688" name="Google Shape;6688;p6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89" name="Google Shape;6689;p6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690" name="Google Shape;6690;p61"/>
            <p:cNvGrpSpPr/>
            <p:nvPr/>
          </p:nvGrpSpPr>
          <p:grpSpPr>
            <a:xfrm>
              <a:off x="7287122" y="1712201"/>
              <a:ext cx="1219403" cy="246767"/>
              <a:chOff x="7287122" y="1712201"/>
              <a:chExt cx="1219403" cy="246767"/>
            </a:xfrm>
          </p:grpSpPr>
          <p:sp>
            <p:nvSpPr>
              <p:cNvPr id="6691" name="Google Shape;6691;p6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2" name="Google Shape;6692;p61"/>
              <p:cNvGrpSpPr/>
              <p:nvPr/>
            </p:nvGrpSpPr>
            <p:grpSpPr>
              <a:xfrm>
                <a:off x="7287122" y="1842861"/>
                <a:ext cx="1005303" cy="73419"/>
                <a:chOff x="7287122" y="1842861"/>
                <a:chExt cx="1005303" cy="73419"/>
              </a:xfrm>
            </p:grpSpPr>
            <p:sp>
              <p:nvSpPr>
                <p:cNvPr id="6693" name="Google Shape;6693;p6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94" name="Google Shape;6694;p6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695" name="Google Shape;6695;p61"/>
            <p:cNvGrpSpPr/>
            <p:nvPr/>
          </p:nvGrpSpPr>
          <p:grpSpPr>
            <a:xfrm>
              <a:off x="7287122" y="1447520"/>
              <a:ext cx="1219403" cy="286667"/>
              <a:chOff x="7287122" y="1447520"/>
              <a:chExt cx="1219403" cy="286667"/>
            </a:xfrm>
          </p:grpSpPr>
          <p:sp>
            <p:nvSpPr>
              <p:cNvPr id="6696" name="Google Shape;6696;p6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7" name="Google Shape;6697;p61"/>
              <p:cNvGrpSpPr/>
              <p:nvPr/>
            </p:nvGrpSpPr>
            <p:grpSpPr>
              <a:xfrm>
                <a:off x="7287122" y="1581977"/>
                <a:ext cx="852803" cy="73428"/>
                <a:chOff x="7287122" y="1581977"/>
                <a:chExt cx="852803" cy="73428"/>
              </a:xfrm>
            </p:grpSpPr>
            <p:sp>
              <p:nvSpPr>
                <p:cNvPr id="6698" name="Google Shape;6698;p6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99" name="Google Shape;6699;p6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700" name="Google Shape;6700;p61"/>
            <p:cNvGrpSpPr/>
            <p:nvPr/>
          </p:nvGrpSpPr>
          <p:grpSpPr>
            <a:xfrm>
              <a:off x="7287122" y="1165658"/>
              <a:ext cx="1219403" cy="344253"/>
              <a:chOff x="7287122" y="1165658"/>
              <a:chExt cx="1219403" cy="344253"/>
            </a:xfrm>
          </p:grpSpPr>
          <p:sp>
            <p:nvSpPr>
              <p:cNvPr id="6701" name="Google Shape;6701;p6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2" name="Google Shape;6702;p61"/>
              <p:cNvGrpSpPr/>
              <p:nvPr/>
            </p:nvGrpSpPr>
            <p:grpSpPr>
              <a:xfrm>
                <a:off x="7287122" y="1341025"/>
                <a:ext cx="695703" cy="73419"/>
                <a:chOff x="7287122" y="1341025"/>
                <a:chExt cx="695703" cy="73419"/>
              </a:xfrm>
            </p:grpSpPr>
            <p:sp>
              <p:nvSpPr>
                <p:cNvPr id="6703" name="Google Shape;6703;p6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04" name="Google Shape;6704;p6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705" name="Google Shape;6705;p61"/>
          <p:cNvGrpSpPr/>
          <p:nvPr/>
        </p:nvGrpSpPr>
        <p:grpSpPr>
          <a:xfrm>
            <a:off x="5790464" y="973181"/>
            <a:ext cx="1397729" cy="1098540"/>
            <a:chOff x="5900602" y="1193063"/>
            <a:chExt cx="1299851" cy="1021707"/>
          </a:xfrm>
        </p:grpSpPr>
        <p:grpSp>
          <p:nvGrpSpPr>
            <p:cNvPr id="6706" name="Google Shape;6706;p61"/>
            <p:cNvGrpSpPr/>
            <p:nvPr/>
          </p:nvGrpSpPr>
          <p:grpSpPr>
            <a:xfrm>
              <a:off x="6520337" y="1193063"/>
              <a:ext cx="341815" cy="799959"/>
              <a:chOff x="6520337" y="1193063"/>
              <a:chExt cx="341815" cy="799959"/>
            </a:xfrm>
          </p:grpSpPr>
          <p:grpSp>
            <p:nvGrpSpPr>
              <p:cNvPr id="6707" name="Google Shape;6707;p61"/>
              <p:cNvGrpSpPr/>
              <p:nvPr/>
            </p:nvGrpSpPr>
            <p:grpSpPr>
              <a:xfrm>
                <a:off x="6520337" y="1589527"/>
                <a:ext cx="213950" cy="403494"/>
                <a:chOff x="6520337" y="1589527"/>
                <a:chExt cx="213950" cy="403494"/>
              </a:xfrm>
            </p:grpSpPr>
            <p:sp>
              <p:nvSpPr>
                <p:cNvPr id="6708" name="Google Shape;6708;p6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61"/>
              <p:cNvGrpSpPr/>
              <p:nvPr/>
            </p:nvGrpSpPr>
            <p:grpSpPr>
              <a:xfrm>
                <a:off x="6577204" y="1193063"/>
                <a:ext cx="284947" cy="464512"/>
                <a:chOff x="6577204" y="1193063"/>
                <a:chExt cx="284947" cy="464512"/>
              </a:xfrm>
            </p:grpSpPr>
            <p:sp>
              <p:nvSpPr>
                <p:cNvPr id="6711" name="Google Shape;6711;p6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12" name="Google Shape;6712;p6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713" name="Google Shape;6713;p61"/>
            <p:cNvGrpSpPr/>
            <p:nvPr/>
          </p:nvGrpSpPr>
          <p:grpSpPr>
            <a:xfrm>
              <a:off x="6238903" y="1193063"/>
              <a:ext cx="300475" cy="900152"/>
              <a:chOff x="6238903" y="1193063"/>
              <a:chExt cx="300475" cy="900152"/>
            </a:xfrm>
          </p:grpSpPr>
          <p:grpSp>
            <p:nvGrpSpPr>
              <p:cNvPr id="6714" name="Google Shape;6714;p61"/>
              <p:cNvGrpSpPr/>
              <p:nvPr/>
            </p:nvGrpSpPr>
            <p:grpSpPr>
              <a:xfrm>
                <a:off x="6290865" y="1489315"/>
                <a:ext cx="248514" cy="603900"/>
                <a:chOff x="6290865" y="1489315"/>
                <a:chExt cx="248514" cy="603900"/>
              </a:xfrm>
            </p:grpSpPr>
            <p:sp>
              <p:nvSpPr>
                <p:cNvPr id="6715" name="Google Shape;6715;p6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7" name="Google Shape;6717;p61"/>
              <p:cNvGrpSpPr/>
              <p:nvPr/>
            </p:nvGrpSpPr>
            <p:grpSpPr>
              <a:xfrm>
                <a:off x="6238903" y="1193063"/>
                <a:ext cx="284947" cy="333087"/>
                <a:chOff x="6238903" y="1193063"/>
                <a:chExt cx="284947" cy="333087"/>
              </a:xfrm>
            </p:grpSpPr>
            <p:sp>
              <p:nvSpPr>
                <p:cNvPr id="6718" name="Google Shape;6718;p6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19" name="Google Shape;6719;p6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720" name="Google Shape;6720;p61"/>
            <p:cNvGrpSpPr/>
            <p:nvPr/>
          </p:nvGrpSpPr>
          <p:grpSpPr>
            <a:xfrm>
              <a:off x="5900602" y="1193063"/>
              <a:ext cx="444345" cy="1021707"/>
              <a:chOff x="5900602" y="1193063"/>
              <a:chExt cx="444345" cy="1021707"/>
            </a:xfrm>
          </p:grpSpPr>
          <p:grpSp>
            <p:nvGrpSpPr>
              <p:cNvPr id="6721" name="Google Shape;6721;p61"/>
              <p:cNvGrpSpPr/>
              <p:nvPr/>
            </p:nvGrpSpPr>
            <p:grpSpPr>
              <a:xfrm>
                <a:off x="6046501" y="1367785"/>
                <a:ext cx="298446" cy="846986"/>
                <a:chOff x="6046501" y="1367785"/>
                <a:chExt cx="298446" cy="846986"/>
              </a:xfrm>
            </p:grpSpPr>
            <p:sp>
              <p:nvSpPr>
                <p:cNvPr id="6722" name="Google Shape;6722;p6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61"/>
              <p:cNvGrpSpPr/>
              <p:nvPr/>
            </p:nvGrpSpPr>
            <p:grpSpPr>
              <a:xfrm>
                <a:off x="5900602" y="1193063"/>
                <a:ext cx="284947" cy="182312"/>
                <a:chOff x="5900602" y="1193063"/>
                <a:chExt cx="284947" cy="182312"/>
              </a:xfrm>
            </p:grpSpPr>
            <p:sp>
              <p:nvSpPr>
                <p:cNvPr id="6725" name="Google Shape;6725;p6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26" name="Google Shape;6726;p6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727" name="Google Shape;6727;p61"/>
            <p:cNvGrpSpPr/>
            <p:nvPr/>
          </p:nvGrpSpPr>
          <p:grpSpPr>
            <a:xfrm>
              <a:off x="6738300" y="1193063"/>
              <a:ext cx="462153" cy="707634"/>
              <a:chOff x="6738300" y="1193063"/>
              <a:chExt cx="462153" cy="707634"/>
            </a:xfrm>
          </p:grpSpPr>
          <p:grpSp>
            <p:nvGrpSpPr>
              <p:cNvPr id="6728" name="Google Shape;6728;p61"/>
              <p:cNvGrpSpPr/>
              <p:nvPr/>
            </p:nvGrpSpPr>
            <p:grpSpPr>
              <a:xfrm>
                <a:off x="6915505" y="1193063"/>
                <a:ext cx="284947" cy="597387"/>
                <a:chOff x="6915505" y="1193063"/>
                <a:chExt cx="284947" cy="597387"/>
              </a:xfrm>
            </p:grpSpPr>
            <p:sp>
              <p:nvSpPr>
                <p:cNvPr id="6729" name="Google Shape;6729;p6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30" name="Google Shape;6730;p6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731" name="Google Shape;6731;p61"/>
              <p:cNvGrpSpPr/>
              <p:nvPr/>
            </p:nvGrpSpPr>
            <p:grpSpPr>
              <a:xfrm>
                <a:off x="6738300" y="1684725"/>
                <a:ext cx="230066" cy="215971"/>
                <a:chOff x="6738300" y="1684725"/>
                <a:chExt cx="230066" cy="215971"/>
              </a:xfrm>
            </p:grpSpPr>
            <p:sp>
              <p:nvSpPr>
                <p:cNvPr id="6732" name="Google Shape;6732;p6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37" name="Shape 6737"/>
        <p:cNvGrpSpPr/>
        <p:nvPr/>
      </p:nvGrpSpPr>
      <p:grpSpPr>
        <a:xfrm>
          <a:off x="0" y="0"/>
          <a:ext cx="0" cy="0"/>
          <a:chOff x="0" y="0"/>
          <a:chExt cx="0" cy="0"/>
        </a:xfrm>
      </p:grpSpPr>
      <p:grpSp>
        <p:nvGrpSpPr>
          <p:cNvPr id="6738" name="Google Shape;6738;p62"/>
          <p:cNvGrpSpPr/>
          <p:nvPr/>
        </p:nvGrpSpPr>
        <p:grpSpPr>
          <a:xfrm>
            <a:off x="826133" y="2318098"/>
            <a:ext cx="387992" cy="329326"/>
            <a:chOff x="839307" y="2318098"/>
            <a:chExt cx="387992" cy="329326"/>
          </a:xfrm>
        </p:grpSpPr>
        <p:sp>
          <p:nvSpPr>
            <p:cNvPr id="6739" name="Google Shape;6739;p62"/>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62"/>
          <p:cNvGrpSpPr/>
          <p:nvPr/>
        </p:nvGrpSpPr>
        <p:grpSpPr>
          <a:xfrm>
            <a:off x="1401816" y="2289671"/>
            <a:ext cx="387073" cy="385996"/>
            <a:chOff x="1414990" y="2289671"/>
            <a:chExt cx="387073" cy="385996"/>
          </a:xfrm>
        </p:grpSpPr>
        <p:sp>
          <p:nvSpPr>
            <p:cNvPr id="6750" name="Google Shape;6750;p62"/>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2"/>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2"/>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8" name="Google Shape;6768;p62"/>
          <p:cNvGrpSpPr/>
          <p:nvPr/>
        </p:nvGrpSpPr>
        <p:grpSpPr>
          <a:xfrm>
            <a:off x="1976737" y="2306065"/>
            <a:ext cx="387099" cy="353207"/>
            <a:chOff x="1989911" y="2306065"/>
            <a:chExt cx="387099" cy="353207"/>
          </a:xfrm>
        </p:grpSpPr>
        <p:sp>
          <p:nvSpPr>
            <p:cNvPr id="6769" name="Google Shape;6769;p62"/>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62"/>
          <p:cNvGrpSpPr/>
          <p:nvPr/>
        </p:nvGrpSpPr>
        <p:grpSpPr>
          <a:xfrm>
            <a:off x="2579927" y="2288778"/>
            <a:ext cx="204663" cy="363007"/>
            <a:chOff x="2593102" y="2288778"/>
            <a:chExt cx="204663" cy="363007"/>
          </a:xfrm>
        </p:grpSpPr>
        <p:sp>
          <p:nvSpPr>
            <p:cNvPr id="6777" name="Google Shape;6777;p62"/>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2"/>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62"/>
          <p:cNvGrpSpPr/>
          <p:nvPr/>
        </p:nvGrpSpPr>
        <p:grpSpPr>
          <a:xfrm>
            <a:off x="2957699" y="2329763"/>
            <a:ext cx="403651" cy="305996"/>
            <a:chOff x="2970874" y="2329763"/>
            <a:chExt cx="403651" cy="305996"/>
          </a:xfrm>
        </p:grpSpPr>
        <p:sp>
          <p:nvSpPr>
            <p:cNvPr id="6787" name="Google Shape;6787;p62"/>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2"/>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2"/>
          <p:cNvGrpSpPr/>
          <p:nvPr/>
        </p:nvGrpSpPr>
        <p:grpSpPr>
          <a:xfrm>
            <a:off x="3532620" y="2318755"/>
            <a:ext cx="387835" cy="327933"/>
            <a:chOff x="3545795" y="2318755"/>
            <a:chExt cx="387835" cy="327933"/>
          </a:xfrm>
        </p:grpSpPr>
        <p:sp>
          <p:nvSpPr>
            <p:cNvPr id="6797" name="Google Shape;6797;p62"/>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0" name="Google Shape;6800;p62"/>
            <p:cNvGrpSpPr/>
            <p:nvPr/>
          </p:nvGrpSpPr>
          <p:grpSpPr>
            <a:xfrm>
              <a:off x="3545795" y="2322301"/>
              <a:ext cx="387835" cy="324387"/>
              <a:chOff x="3545795" y="2322301"/>
              <a:chExt cx="387835" cy="324387"/>
            </a:xfrm>
          </p:grpSpPr>
          <p:sp>
            <p:nvSpPr>
              <p:cNvPr id="6801" name="Google Shape;6801;p62"/>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08" name="Google Shape;6808;p62"/>
          <p:cNvGrpSpPr/>
          <p:nvPr/>
        </p:nvGrpSpPr>
        <p:grpSpPr>
          <a:xfrm>
            <a:off x="4705294" y="2306984"/>
            <a:ext cx="364294" cy="351552"/>
            <a:chOff x="4718468" y="2306984"/>
            <a:chExt cx="364294" cy="351552"/>
          </a:xfrm>
        </p:grpSpPr>
        <p:sp>
          <p:nvSpPr>
            <p:cNvPr id="6809" name="Google Shape;6809;p62"/>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2"/>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2"/>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2"/>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2"/>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62"/>
          <p:cNvGrpSpPr/>
          <p:nvPr/>
        </p:nvGrpSpPr>
        <p:grpSpPr>
          <a:xfrm>
            <a:off x="4134734" y="2303017"/>
            <a:ext cx="361194" cy="359355"/>
            <a:chOff x="4147908" y="2303017"/>
            <a:chExt cx="361194" cy="359355"/>
          </a:xfrm>
        </p:grpSpPr>
        <p:sp>
          <p:nvSpPr>
            <p:cNvPr id="6820" name="Google Shape;6820;p62"/>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2"/>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2"/>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2"/>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62"/>
          <p:cNvGrpSpPr/>
          <p:nvPr/>
        </p:nvGrpSpPr>
        <p:grpSpPr>
          <a:xfrm>
            <a:off x="5278954" y="2299891"/>
            <a:ext cx="367027" cy="365214"/>
            <a:chOff x="5292128" y="2299891"/>
            <a:chExt cx="367027" cy="365214"/>
          </a:xfrm>
        </p:grpSpPr>
        <p:sp>
          <p:nvSpPr>
            <p:cNvPr id="6835" name="Google Shape;6835;p62"/>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2"/>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2"/>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2"/>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62"/>
          <p:cNvGrpSpPr/>
          <p:nvPr/>
        </p:nvGrpSpPr>
        <p:grpSpPr>
          <a:xfrm>
            <a:off x="5860443" y="2309901"/>
            <a:ext cx="345720" cy="345720"/>
            <a:chOff x="5873617" y="2309901"/>
            <a:chExt cx="345720" cy="345720"/>
          </a:xfrm>
        </p:grpSpPr>
        <p:sp>
          <p:nvSpPr>
            <p:cNvPr id="6842" name="Google Shape;6842;p62"/>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2"/>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2"/>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2"/>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2"/>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2"/>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2"/>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2"/>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62"/>
          <p:cNvGrpSpPr/>
          <p:nvPr/>
        </p:nvGrpSpPr>
        <p:grpSpPr>
          <a:xfrm>
            <a:off x="6850154" y="2297710"/>
            <a:ext cx="391460" cy="370127"/>
            <a:chOff x="6863329" y="2297710"/>
            <a:chExt cx="391460" cy="370127"/>
          </a:xfrm>
        </p:grpSpPr>
        <p:sp>
          <p:nvSpPr>
            <p:cNvPr id="6862" name="Google Shape;6862;p62"/>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2"/>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2"/>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2"/>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2"/>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62"/>
          <p:cNvGrpSpPr/>
          <p:nvPr/>
        </p:nvGrpSpPr>
        <p:grpSpPr>
          <a:xfrm>
            <a:off x="7408313" y="2318518"/>
            <a:ext cx="342620" cy="328459"/>
            <a:chOff x="7421488" y="2318518"/>
            <a:chExt cx="342620" cy="328459"/>
          </a:xfrm>
        </p:grpSpPr>
        <p:sp>
          <p:nvSpPr>
            <p:cNvPr id="6872" name="Google Shape;6872;p62"/>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2"/>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2"/>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2"/>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2"/>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62"/>
          <p:cNvGrpSpPr/>
          <p:nvPr/>
        </p:nvGrpSpPr>
        <p:grpSpPr>
          <a:xfrm>
            <a:off x="2495198" y="2779889"/>
            <a:ext cx="337523" cy="337680"/>
            <a:chOff x="2508373" y="2779889"/>
            <a:chExt cx="337523" cy="337680"/>
          </a:xfrm>
        </p:grpSpPr>
        <p:sp>
          <p:nvSpPr>
            <p:cNvPr id="6880" name="Google Shape;6880;p62"/>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2"/>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2"/>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2"/>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2"/>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2"/>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62"/>
          <p:cNvGrpSpPr/>
          <p:nvPr/>
        </p:nvGrpSpPr>
        <p:grpSpPr>
          <a:xfrm>
            <a:off x="2137900" y="4141593"/>
            <a:ext cx="410613" cy="372229"/>
            <a:chOff x="1884401" y="4141593"/>
            <a:chExt cx="410613" cy="372229"/>
          </a:xfrm>
        </p:grpSpPr>
        <p:sp>
          <p:nvSpPr>
            <p:cNvPr id="6887" name="Google Shape;6887;p62"/>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2"/>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2"/>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2"/>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2"/>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2"/>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2"/>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62"/>
          <p:cNvGrpSpPr/>
          <p:nvPr/>
        </p:nvGrpSpPr>
        <p:grpSpPr>
          <a:xfrm>
            <a:off x="1417658" y="2773689"/>
            <a:ext cx="294515" cy="349897"/>
            <a:chOff x="1430832" y="2773689"/>
            <a:chExt cx="294515" cy="349897"/>
          </a:xfrm>
        </p:grpSpPr>
        <p:sp>
          <p:nvSpPr>
            <p:cNvPr id="6895" name="Google Shape;6895;p62"/>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2"/>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2"/>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2"/>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2"/>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2"/>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2"/>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2"/>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2"/>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2"/>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2"/>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2"/>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2"/>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62"/>
          <p:cNvGrpSpPr/>
          <p:nvPr/>
        </p:nvGrpSpPr>
        <p:grpSpPr>
          <a:xfrm>
            <a:off x="3069042" y="2788586"/>
            <a:ext cx="288866" cy="320236"/>
            <a:chOff x="3082217" y="2788586"/>
            <a:chExt cx="288866" cy="320236"/>
          </a:xfrm>
        </p:grpSpPr>
        <p:sp>
          <p:nvSpPr>
            <p:cNvPr id="6909" name="Google Shape;6909;p62"/>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2"/>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2"/>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2"/>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2"/>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2"/>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2"/>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62"/>
          <p:cNvGrpSpPr/>
          <p:nvPr/>
        </p:nvGrpSpPr>
        <p:grpSpPr>
          <a:xfrm>
            <a:off x="3597382" y="2780704"/>
            <a:ext cx="325017" cy="336052"/>
            <a:chOff x="3610557" y="2780704"/>
            <a:chExt cx="325017" cy="336052"/>
          </a:xfrm>
        </p:grpSpPr>
        <p:sp>
          <p:nvSpPr>
            <p:cNvPr id="6917" name="Google Shape;6917;p62"/>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2"/>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2"/>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62"/>
          <p:cNvGrpSpPr/>
          <p:nvPr/>
        </p:nvGrpSpPr>
        <p:grpSpPr>
          <a:xfrm>
            <a:off x="4165893" y="2811495"/>
            <a:ext cx="286475" cy="274390"/>
            <a:chOff x="4179067" y="2811495"/>
            <a:chExt cx="286475" cy="274390"/>
          </a:xfrm>
        </p:grpSpPr>
        <p:sp>
          <p:nvSpPr>
            <p:cNvPr id="6921" name="Google Shape;6921;p62"/>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2"/>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2"/>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2"/>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2"/>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2"/>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2"/>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2"/>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2"/>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62"/>
          <p:cNvGrpSpPr/>
          <p:nvPr/>
        </p:nvGrpSpPr>
        <p:grpSpPr>
          <a:xfrm>
            <a:off x="4673583" y="2762156"/>
            <a:ext cx="371047" cy="374199"/>
            <a:chOff x="4686757" y="2762156"/>
            <a:chExt cx="371047" cy="374199"/>
          </a:xfrm>
        </p:grpSpPr>
        <p:sp>
          <p:nvSpPr>
            <p:cNvPr id="6931" name="Google Shape;6931;p62"/>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2"/>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2"/>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2"/>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2"/>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2"/>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2"/>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62"/>
          <p:cNvGrpSpPr/>
          <p:nvPr/>
        </p:nvGrpSpPr>
        <p:grpSpPr>
          <a:xfrm>
            <a:off x="5208438" y="2784802"/>
            <a:ext cx="406567" cy="327855"/>
            <a:chOff x="5221613" y="2784802"/>
            <a:chExt cx="406567" cy="327855"/>
          </a:xfrm>
        </p:grpSpPr>
        <p:sp>
          <p:nvSpPr>
            <p:cNvPr id="6939" name="Google Shape;6939;p62"/>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2"/>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2"/>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2"/>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2"/>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2"/>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2"/>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2"/>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2"/>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2"/>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2"/>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2"/>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2"/>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2"/>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2"/>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2"/>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2"/>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2"/>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2"/>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2"/>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2"/>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2"/>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2"/>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2"/>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2"/>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2"/>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2"/>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2"/>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2"/>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62"/>
          <p:cNvGrpSpPr/>
          <p:nvPr/>
        </p:nvGrpSpPr>
        <p:grpSpPr>
          <a:xfrm>
            <a:off x="5799412" y="2760921"/>
            <a:ext cx="303605" cy="375434"/>
            <a:chOff x="5812586" y="2760921"/>
            <a:chExt cx="303605" cy="375434"/>
          </a:xfrm>
        </p:grpSpPr>
        <p:sp>
          <p:nvSpPr>
            <p:cNvPr id="6970" name="Google Shape;6970;p62"/>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2"/>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2"/>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2"/>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2"/>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2"/>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2"/>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2"/>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2"/>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2"/>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2"/>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1" name="Google Shape;6981;p62"/>
          <p:cNvGrpSpPr/>
          <p:nvPr/>
        </p:nvGrpSpPr>
        <p:grpSpPr>
          <a:xfrm>
            <a:off x="6321499" y="2759633"/>
            <a:ext cx="378508" cy="378166"/>
            <a:chOff x="6334673" y="2759633"/>
            <a:chExt cx="378508" cy="378166"/>
          </a:xfrm>
        </p:grpSpPr>
        <p:sp>
          <p:nvSpPr>
            <p:cNvPr id="6982" name="Google Shape;6982;p62"/>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2"/>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2"/>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2"/>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62"/>
          <p:cNvGrpSpPr/>
          <p:nvPr/>
        </p:nvGrpSpPr>
        <p:grpSpPr>
          <a:xfrm>
            <a:off x="7999471" y="2806477"/>
            <a:ext cx="319763" cy="284505"/>
            <a:chOff x="8012645" y="2806477"/>
            <a:chExt cx="319763" cy="284505"/>
          </a:xfrm>
        </p:grpSpPr>
        <p:sp>
          <p:nvSpPr>
            <p:cNvPr id="6987" name="Google Shape;6987;p62"/>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2"/>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2"/>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2"/>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2"/>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2"/>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2"/>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2"/>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2"/>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2"/>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62"/>
          <p:cNvGrpSpPr/>
          <p:nvPr/>
        </p:nvGrpSpPr>
        <p:grpSpPr>
          <a:xfrm>
            <a:off x="2707935" y="4162138"/>
            <a:ext cx="385339" cy="388071"/>
            <a:chOff x="2454435" y="4162138"/>
            <a:chExt cx="385339" cy="388071"/>
          </a:xfrm>
        </p:grpSpPr>
        <p:sp>
          <p:nvSpPr>
            <p:cNvPr id="6998" name="Google Shape;6998;p62"/>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2"/>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2"/>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2"/>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2"/>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2"/>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2"/>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2"/>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2"/>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2"/>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2"/>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62"/>
          <p:cNvGrpSpPr/>
          <p:nvPr/>
        </p:nvGrpSpPr>
        <p:grpSpPr>
          <a:xfrm>
            <a:off x="3855439" y="4161192"/>
            <a:ext cx="275178" cy="388912"/>
            <a:chOff x="3601939" y="4161192"/>
            <a:chExt cx="275178" cy="388912"/>
          </a:xfrm>
        </p:grpSpPr>
        <p:sp>
          <p:nvSpPr>
            <p:cNvPr id="7010" name="Google Shape;7010;p62"/>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2"/>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2"/>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2"/>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2"/>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2"/>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2"/>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2"/>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2"/>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2"/>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62"/>
          <p:cNvGrpSpPr/>
          <p:nvPr/>
        </p:nvGrpSpPr>
        <p:grpSpPr>
          <a:xfrm>
            <a:off x="822849" y="3215146"/>
            <a:ext cx="375802" cy="371677"/>
            <a:chOff x="836023" y="3215146"/>
            <a:chExt cx="375802" cy="371677"/>
          </a:xfrm>
        </p:grpSpPr>
        <p:sp>
          <p:nvSpPr>
            <p:cNvPr id="7021" name="Google Shape;7021;p62"/>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2"/>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2"/>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2"/>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2"/>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2"/>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2"/>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2"/>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2"/>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2"/>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2"/>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2"/>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2"/>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2"/>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2"/>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2"/>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62"/>
          <p:cNvGrpSpPr/>
          <p:nvPr/>
        </p:nvGrpSpPr>
        <p:grpSpPr>
          <a:xfrm>
            <a:off x="1343123" y="3210890"/>
            <a:ext cx="431368" cy="380189"/>
            <a:chOff x="1356297" y="3210890"/>
            <a:chExt cx="431368" cy="380189"/>
          </a:xfrm>
        </p:grpSpPr>
        <p:sp>
          <p:nvSpPr>
            <p:cNvPr id="7038" name="Google Shape;7038;p62"/>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2"/>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2"/>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2"/>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2"/>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2"/>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2"/>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2"/>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2"/>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2"/>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2"/>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2"/>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2"/>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62"/>
          <p:cNvGrpSpPr/>
          <p:nvPr/>
        </p:nvGrpSpPr>
        <p:grpSpPr>
          <a:xfrm>
            <a:off x="1890563" y="3215540"/>
            <a:ext cx="411874" cy="370731"/>
            <a:chOff x="1903737" y="3215540"/>
            <a:chExt cx="411874" cy="370731"/>
          </a:xfrm>
        </p:grpSpPr>
        <p:sp>
          <p:nvSpPr>
            <p:cNvPr id="7052" name="Google Shape;7052;p62"/>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2"/>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2"/>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2"/>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2"/>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2"/>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2"/>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2"/>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2"/>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62"/>
          <p:cNvGrpSpPr/>
          <p:nvPr/>
        </p:nvGrpSpPr>
        <p:grpSpPr>
          <a:xfrm>
            <a:off x="2455290" y="3248854"/>
            <a:ext cx="397818" cy="304078"/>
            <a:chOff x="2468465" y="3248854"/>
            <a:chExt cx="397818" cy="304078"/>
          </a:xfrm>
        </p:grpSpPr>
        <p:sp>
          <p:nvSpPr>
            <p:cNvPr id="7062" name="Google Shape;7062;p62"/>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2"/>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2"/>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2"/>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2"/>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2"/>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62"/>
          <p:cNvGrpSpPr/>
          <p:nvPr/>
        </p:nvGrpSpPr>
        <p:grpSpPr>
          <a:xfrm>
            <a:off x="3003992" y="3216013"/>
            <a:ext cx="394376" cy="369812"/>
            <a:chOff x="3017166" y="3216013"/>
            <a:chExt cx="394376" cy="369812"/>
          </a:xfrm>
        </p:grpSpPr>
        <p:sp>
          <p:nvSpPr>
            <p:cNvPr id="7069" name="Google Shape;7069;p62"/>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2"/>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62"/>
          <p:cNvGrpSpPr/>
          <p:nvPr/>
        </p:nvGrpSpPr>
        <p:grpSpPr>
          <a:xfrm>
            <a:off x="4196868" y="3213228"/>
            <a:ext cx="199014" cy="375408"/>
            <a:chOff x="4210043" y="3213228"/>
            <a:chExt cx="199014" cy="375408"/>
          </a:xfrm>
        </p:grpSpPr>
        <p:sp>
          <p:nvSpPr>
            <p:cNvPr id="7072" name="Google Shape;7072;p62"/>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2"/>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2"/>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2"/>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2"/>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2"/>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2"/>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2"/>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2"/>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2"/>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62"/>
          <p:cNvGrpSpPr/>
          <p:nvPr/>
        </p:nvGrpSpPr>
        <p:grpSpPr>
          <a:xfrm>
            <a:off x="4804971" y="3203323"/>
            <a:ext cx="77845" cy="395165"/>
            <a:chOff x="4818146" y="3203323"/>
            <a:chExt cx="77845" cy="395165"/>
          </a:xfrm>
        </p:grpSpPr>
        <p:sp>
          <p:nvSpPr>
            <p:cNvPr id="7083" name="Google Shape;7083;p62"/>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2"/>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2"/>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2"/>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2"/>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2"/>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2"/>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2"/>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62"/>
          <p:cNvGrpSpPr/>
          <p:nvPr/>
        </p:nvGrpSpPr>
        <p:grpSpPr>
          <a:xfrm>
            <a:off x="5215716" y="3235428"/>
            <a:ext cx="344091" cy="332767"/>
            <a:chOff x="5228890" y="3235428"/>
            <a:chExt cx="344091" cy="332767"/>
          </a:xfrm>
        </p:grpSpPr>
        <p:sp>
          <p:nvSpPr>
            <p:cNvPr id="7092" name="Google Shape;7092;p62"/>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2"/>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2"/>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2"/>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2"/>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62"/>
          <p:cNvGrpSpPr/>
          <p:nvPr/>
        </p:nvGrpSpPr>
        <p:grpSpPr>
          <a:xfrm>
            <a:off x="5744739" y="3227047"/>
            <a:ext cx="388544" cy="347927"/>
            <a:chOff x="5757913" y="3227047"/>
            <a:chExt cx="388544" cy="347927"/>
          </a:xfrm>
        </p:grpSpPr>
        <p:sp>
          <p:nvSpPr>
            <p:cNvPr id="7098" name="Google Shape;7098;p62"/>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2"/>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0" name="Google Shape;7100;p62"/>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1" name="Google Shape;7101;p62"/>
          <p:cNvGrpSpPr/>
          <p:nvPr/>
        </p:nvGrpSpPr>
        <p:grpSpPr>
          <a:xfrm>
            <a:off x="6881681" y="3227074"/>
            <a:ext cx="324938" cy="347717"/>
            <a:chOff x="6894856" y="3227074"/>
            <a:chExt cx="324938" cy="347717"/>
          </a:xfrm>
        </p:grpSpPr>
        <p:sp>
          <p:nvSpPr>
            <p:cNvPr id="7102" name="Google Shape;7102;p62"/>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2"/>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2"/>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2"/>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2"/>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2"/>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2"/>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2"/>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2"/>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2"/>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2"/>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2"/>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2"/>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2"/>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2"/>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62"/>
          <p:cNvGrpSpPr/>
          <p:nvPr/>
        </p:nvGrpSpPr>
        <p:grpSpPr>
          <a:xfrm>
            <a:off x="7401772" y="3220873"/>
            <a:ext cx="360091" cy="360117"/>
            <a:chOff x="7414946" y="3220873"/>
            <a:chExt cx="360091" cy="360117"/>
          </a:xfrm>
        </p:grpSpPr>
        <p:sp>
          <p:nvSpPr>
            <p:cNvPr id="7118" name="Google Shape;7118;p62"/>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2"/>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2"/>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2"/>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2"/>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2"/>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2"/>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2"/>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2"/>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2"/>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2"/>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62"/>
          <p:cNvGrpSpPr/>
          <p:nvPr/>
        </p:nvGrpSpPr>
        <p:grpSpPr>
          <a:xfrm>
            <a:off x="8014052" y="3215041"/>
            <a:ext cx="231829" cy="371782"/>
            <a:chOff x="8027227" y="3215041"/>
            <a:chExt cx="231829" cy="371782"/>
          </a:xfrm>
        </p:grpSpPr>
        <p:sp>
          <p:nvSpPr>
            <p:cNvPr id="7130" name="Google Shape;7130;p62"/>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2"/>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2"/>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2"/>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2"/>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2"/>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2"/>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2"/>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2"/>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2"/>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62"/>
          <p:cNvGrpSpPr/>
          <p:nvPr/>
        </p:nvGrpSpPr>
        <p:grpSpPr>
          <a:xfrm>
            <a:off x="4347102" y="4146138"/>
            <a:ext cx="395638" cy="420544"/>
            <a:chOff x="4093603" y="4146138"/>
            <a:chExt cx="395638" cy="420544"/>
          </a:xfrm>
        </p:grpSpPr>
        <p:sp>
          <p:nvSpPr>
            <p:cNvPr id="7141" name="Google Shape;7141;p62"/>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2"/>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2"/>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2"/>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2"/>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2"/>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2"/>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2"/>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2"/>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2"/>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2"/>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2"/>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2"/>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2"/>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2"/>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2"/>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2"/>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62"/>
          <p:cNvGrpSpPr/>
          <p:nvPr/>
        </p:nvGrpSpPr>
        <p:grpSpPr>
          <a:xfrm>
            <a:off x="4897905" y="4162322"/>
            <a:ext cx="392065" cy="387887"/>
            <a:chOff x="4644406" y="4162322"/>
            <a:chExt cx="392065" cy="387887"/>
          </a:xfrm>
        </p:grpSpPr>
        <p:sp>
          <p:nvSpPr>
            <p:cNvPr id="7159" name="Google Shape;7159;p62"/>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2"/>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2"/>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2"/>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2"/>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2"/>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62"/>
          <p:cNvGrpSpPr/>
          <p:nvPr/>
        </p:nvGrpSpPr>
        <p:grpSpPr>
          <a:xfrm>
            <a:off x="5981882" y="4221698"/>
            <a:ext cx="417128" cy="269162"/>
            <a:chOff x="5728383" y="4221698"/>
            <a:chExt cx="417128" cy="269162"/>
          </a:xfrm>
        </p:grpSpPr>
        <p:sp>
          <p:nvSpPr>
            <p:cNvPr id="7166" name="Google Shape;7166;p62"/>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2"/>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2"/>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2"/>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2"/>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2"/>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2"/>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2"/>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2"/>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2"/>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2"/>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2"/>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62"/>
          <p:cNvGrpSpPr/>
          <p:nvPr/>
        </p:nvGrpSpPr>
        <p:grpSpPr>
          <a:xfrm>
            <a:off x="821036" y="3696905"/>
            <a:ext cx="371782" cy="342751"/>
            <a:chOff x="834210" y="3696905"/>
            <a:chExt cx="371782" cy="342751"/>
          </a:xfrm>
        </p:grpSpPr>
        <p:sp>
          <p:nvSpPr>
            <p:cNvPr id="7179" name="Google Shape;7179;p62"/>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2"/>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2"/>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2"/>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2"/>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2"/>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2"/>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2"/>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2"/>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2"/>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2"/>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2"/>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62"/>
          <p:cNvGrpSpPr/>
          <p:nvPr/>
        </p:nvGrpSpPr>
        <p:grpSpPr>
          <a:xfrm>
            <a:off x="1346223" y="3682271"/>
            <a:ext cx="395296" cy="371966"/>
            <a:chOff x="1359398" y="3682271"/>
            <a:chExt cx="395296" cy="371966"/>
          </a:xfrm>
        </p:grpSpPr>
        <p:sp>
          <p:nvSpPr>
            <p:cNvPr id="7192" name="Google Shape;7192;p62"/>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2"/>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2"/>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2"/>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2"/>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2"/>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2"/>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62"/>
          <p:cNvGrpSpPr/>
          <p:nvPr/>
        </p:nvGrpSpPr>
        <p:grpSpPr>
          <a:xfrm>
            <a:off x="1894924" y="3682271"/>
            <a:ext cx="395296" cy="371966"/>
            <a:chOff x="1908099" y="3682271"/>
            <a:chExt cx="395296" cy="371966"/>
          </a:xfrm>
        </p:grpSpPr>
        <p:sp>
          <p:nvSpPr>
            <p:cNvPr id="7200" name="Google Shape;7200;p62"/>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2"/>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2"/>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2"/>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2"/>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2"/>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2"/>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62"/>
          <p:cNvGrpSpPr/>
          <p:nvPr/>
        </p:nvGrpSpPr>
        <p:grpSpPr>
          <a:xfrm>
            <a:off x="2443625" y="3682271"/>
            <a:ext cx="395270" cy="371966"/>
            <a:chOff x="2456800" y="3682271"/>
            <a:chExt cx="395270" cy="371966"/>
          </a:xfrm>
        </p:grpSpPr>
        <p:sp>
          <p:nvSpPr>
            <p:cNvPr id="7208" name="Google Shape;7208;p62"/>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2"/>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2"/>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2"/>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2"/>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2"/>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2"/>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2"/>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2"/>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62"/>
          <p:cNvGrpSpPr/>
          <p:nvPr/>
        </p:nvGrpSpPr>
        <p:grpSpPr>
          <a:xfrm>
            <a:off x="3001075" y="3682271"/>
            <a:ext cx="391092" cy="371940"/>
            <a:chOff x="3014250" y="3682271"/>
            <a:chExt cx="391092" cy="371940"/>
          </a:xfrm>
        </p:grpSpPr>
        <p:sp>
          <p:nvSpPr>
            <p:cNvPr id="7218" name="Google Shape;7218;p62"/>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2"/>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2"/>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62"/>
          <p:cNvGrpSpPr/>
          <p:nvPr/>
        </p:nvGrpSpPr>
        <p:grpSpPr>
          <a:xfrm>
            <a:off x="3555950" y="3702947"/>
            <a:ext cx="388728" cy="330692"/>
            <a:chOff x="3569125" y="3702947"/>
            <a:chExt cx="388728" cy="330692"/>
          </a:xfrm>
        </p:grpSpPr>
        <p:sp>
          <p:nvSpPr>
            <p:cNvPr id="7222" name="Google Shape;7222;p62"/>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2"/>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2"/>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2"/>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62"/>
          <p:cNvGrpSpPr/>
          <p:nvPr/>
        </p:nvGrpSpPr>
        <p:grpSpPr>
          <a:xfrm>
            <a:off x="4098819" y="3682455"/>
            <a:ext cx="387992" cy="371625"/>
            <a:chOff x="4111994" y="3682455"/>
            <a:chExt cx="387992" cy="371625"/>
          </a:xfrm>
        </p:grpSpPr>
        <p:sp>
          <p:nvSpPr>
            <p:cNvPr id="7227" name="Google Shape;7227;p62"/>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2"/>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62"/>
          <p:cNvGrpSpPr/>
          <p:nvPr/>
        </p:nvGrpSpPr>
        <p:grpSpPr>
          <a:xfrm>
            <a:off x="4661734" y="3682271"/>
            <a:ext cx="371966" cy="371966"/>
            <a:chOff x="4674908" y="3682271"/>
            <a:chExt cx="371966" cy="371966"/>
          </a:xfrm>
        </p:grpSpPr>
        <p:sp>
          <p:nvSpPr>
            <p:cNvPr id="7230" name="Google Shape;7230;p62"/>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2"/>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2"/>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2"/>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62"/>
          <p:cNvGrpSpPr/>
          <p:nvPr/>
        </p:nvGrpSpPr>
        <p:grpSpPr>
          <a:xfrm>
            <a:off x="5210435" y="3731112"/>
            <a:ext cx="371782" cy="274285"/>
            <a:chOff x="5223609" y="3731112"/>
            <a:chExt cx="371782" cy="274285"/>
          </a:xfrm>
        </p:grpSpPr>
        <p:sp>
          <p:nvSpPr>
            <p:cNvPr id="7235" name="Google Shape;7235;p62"/>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2"/>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7" name="Google Shape;7237;p62"/>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8" name="Google Shape;7238;p62"/>
          <p:cNvGrpSpPr/>
          <p:nvPr/>
        </p:nvGrpSpPr>
        <p:grpSpPr>
          <a:xfrm>
            <a:off x="6306734" y="3696721"/>
            <a:ext cx="373963" cy="343119"/>
            <a:chOff x="6319908" y="3696721"/>
            <a:chExt cx="373963" cy="343119"/>
          </a:xfrm>
        </p:grpSpPr>
        <p:sp>
          <p:nvSpPr>
            <p:cNvPr id="7239" name="Google Shape;7239;p62"/>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2"/>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2"/>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2"/>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2"/>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2"/>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2"/>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2"/>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2"/>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2"/>
          <p:cNvGrpSpPr/>
          <p:nvPr/>
        </p:nvGrpSpPr>
        <p:grpSpPr>
          <a:xfrm>
            <a:off x="6858167" y="3740044"/>
            <a:ext cx="371966" cy="256420"/>
            <a:chOff x="6871342" y="3740044"/>
            <a:chExt cx="371966" cy="256420"/>
          </a:xfrm>
        </p:grpSpPr>
        <p:sp>
          <p:nvSpPr>
            <p:cNvPr id="7249" name="Google Shape;7249;p62"/>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2"/>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2"/>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2"/>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2"/>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2"/>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2"/>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2"/>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2"/>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2"/>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2"/>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2"/>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62"/>
          <p:cNvGrpSpPr/>
          <p:nvPr/>
        </p:nvGrpSpPr>
        <p:grpSpPr>
          <a:xfrm>
            <a:off x="7389187" y="3681535"/>
            <a:ext cx="402757" cy="372728"/>
            <a:chOff x="7402362" y="3681535"/>
            <a:chExt cx="402757" cy="372728"/>
          </a:xfrm>
        </p:grpSpPr>
        <p:sp>
          <p:nvSpPr>
            <p:cNvPr id="7262" name="Google Shape;7262;p62"/>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2"/>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2"/>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2"/>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2"/>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2"/>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2"/>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2"/>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2"/>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2"/>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2"/>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2"/>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2"/>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2"/>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2"/>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2"/>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62"/>
          <p:cNvGrpSpPr/>
          <p:nvPr/>
        </p:nvGrpSpPr>
        <p:grpSpPr>
          <a:xfrm>
            <a:off x="7947530" y="3736235"/>
            <a:ext cx="378902" cy="264065"/>
            <a:chOff x="7960705" y="3736235"/>
            <a:chExt cx="378902" cy="264065"/>
          </a:xfrm>
        </p:grpSpPr>
        <p:sp>
          <p:nvSpPr>
            <p:cNvPr id="7279" name="Google Shape;7279;p62"/>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2"/>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2"/>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2"/>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2"/>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2"/>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2"/>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2"/>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2"/>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2"/>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2"/>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2"/>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2"/>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2"/>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62"/>
          <p:cNvGrpSpPr/>
          <p:nvPr/>
        </p:nvGrpSpPr>
        <p:grpSpPr>
          <a:xfrm>
            <a:off x="6654327" y="4162270"/>
            <a:ext cx="166200" cy="388019"/>
            <a:chOff x="6400828" y="4162270"/>
            <a:chExt cx="166200" cy="388019"/>
          </a:xfrm>
        </p:grpSpPr>
        <p:sp>
          <p:nvSpPr>
            <p:cNvPr id="7294" name="Google Shape;7294;p62"/>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2"/>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2"/>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2"/>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2"/>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2"/>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2"/>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62"/>
          <p:cNvGrpSpPr/>
          <p:nvPr/>
        </p:nvGrpSpPr>
        <p:grpSpPr>
          <a:xfrm>
            <a:off x="7173314" y="4162270"/>
            <a:ext cx="225260" cy="388019"/>
            <a:chOff x="6919815" y="4162270"/>
            <a:chExt cx="225260" cy="388019"/>
          </a:xfrm>
        </p:grpSpPr>
        <p:sp>
          <p:nvSpPr>
            <p:cNvPr id="7302" name="Google Shape;7302;p62"/>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2"/>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2"/>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2"/>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2"/>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2"/>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2"/>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2"/>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62"/>
          <p:cNvGrpSpPr/>
          <p:nvPr/>
        </p:nvGrpSpPr>
        <p:grpSpPr>
          <a:xfrm>
            <a:off x="7639099" y="4177035"/>
            <a:ext cx="388728" cy="358383"/>
            <a:chOff x="7385600" y="4177035"/>
            <a:chExt cx="388728" cy="358383"/>
          </a:xfrm>
        </p:grpSpPr>
        <p:sp>
          <p:nvSpPr>
            <p:cNvPr id="7311" name="Google Shape;7311;p62"/>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2"/>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2"/>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2"/>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2"/>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2"/>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2"/>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62"/>
          <p:cNvGrpSpPr/>
          <p:nvPr/>
        </p:nvGrpSpPr>
        <p:grpSpPr>
          <a:xfrm>
            <a:off x="3611911" y="3259862"/>
            <a:ext cx="369207" cy="258259"/>
            <a:chOff x="3625085" y="3259862"/>
            <a:chExt cx="369207" cy="258259"/>
          </a:xfrm>
        </p:grpSpPr>
        <p:sp>
          <p:nvSpPr>
            <p:cNvPr id="7319" name="Google Shape;7319;p62"/>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2"/>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2"/>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2"/>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2"/>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2"/>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2"/>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2"/>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2"/>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2"/>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2"/>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2"/>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2"/>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62"/>
          <p:cNvGrpSpPr/>
          <p:nvPr/>
        </p:nvGrpSpPr>
        <p:grpSpPr>
          <a:xfrm>
            <a:off x="6304185" y="3276808"/>
            <a:ext cx="363217" cy="248590"/>
            <a:chOff x="6317360" y="3276808"/>
            <a:chExt cx="363217" cy="248590"/>
          </a:xfrm>
        </p:grpSpPr>
        <p:sp>
          <p:nvSpPr>
            <p:cNvPr id="7333" name="Google Shape;7333;p62"/>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2"/>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2"/>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2"/>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2"/>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2"/>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2"/>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2"/>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2"/>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2"/>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2"/>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2"/>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2"/>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2"/>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2"/>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2"/>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2"/>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2"/>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2"/>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2"/>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2"/>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2"/>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2"/>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2"/>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2"/>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2"/>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2"/>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62"/>
          <p:cNvGrpSpPr/>
          <p:nvPr/>
        </p:nvGrpSpPr>
        <p:grpSpPr>
          <a:xfrm>
            <a:off x="5337891" y="4183682"/>
            <a:ext cx="504064" cy="325595"/>
            <a:chOff x="5084391" y="4183682"/>
            <a:chExt cx="504064" cy="325595"/>
          </a:xfrm>
        </p:grpSpPr>
        <p:sp>
          <p:nvSpPr>
            <p:cNvPr id="7361" name="Google Shape;7361;p62"/>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2"/>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2"/>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2"/>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2"/>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2"/>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2"/>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2"/>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2"/>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2"/>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2"/>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2"/>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2"/>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2"/>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2"/>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2"/>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2"/>
          <p:cNvGrpSpPr/>
          <p:nvPr/>
        </p:nvGrpSpPr>
        <p:grpSpPr>
          <a:xfrm>
            <a:off x="7934420" y="2347996"/>
            <a:ext cx="379795" cy="267165"/>
            <a:chOff x="7947595" y="2347996"/>
            <a:chExt cx="379795" cy="267165"/>
          </a:xfrm>
        </p:grpSpPr>
        <p:sp>
          <p:nvSpPr>
            <p:cNvPr id="7378" name="Google Shape;7378;p62"/>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2"/>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2"/>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2"/>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2"/>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2"/>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2"/>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2"/>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2"/>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2"/>
          <p:cNvGrpSpPr/>
          <p:nvPr/>
        </p:nvGrpSpPr>
        <p:grpSpPr>
          <a:xfrm>
            <a:off x="6387469" y="2310269"/>
            <a:ext cx="275362" cy="338784"/>
            <a:chOff x="6400644" y="2310269"/>
            <a:chExt cx="275362" cy="338784"/>
          </a:xfrm>
        </p:grpSpPr>
        <p:sp>
          <p:nvSpPr>
            <p:cNvPr id="7388" name="Google Shape;7388;p62"/>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2"/>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2"/>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2"/>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2"/>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2"/>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2"/>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2"/>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2"/>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2"/>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2"/>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2"/>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2"/>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62"/>
          <p:cNvGrpSpPr/>
          <p:nvPr/>
        </p:nvGrpSpPr>
        <p:grpSpPr>
          <a:xfrm>
            <a:off x="1595767" y="4161009"/>
            <a:ext cx="359565" cy="358094"/>
            <a:chOff x="1342268" y="4161009"/>
            <a:chExt cx="359565" cy="358094"/>
          </a:xfrm>
        </p:grpSpPr>
        <p:sp>
          <p:nvSpPr>
            <p:cNvPr id="7402" name="Google Shape;7402;p62"/>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2"/>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2"/>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2"/>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2"/>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2"/>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2"/>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2"/>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2"/>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62"/>
          <p:cNvGrpSpPr/>
          <p:nvPr/>
        </p:nvGrpSpPr>
        <p:grpSpPr>
          <a:xfrm>
            <a:off x="1899837" y="2764940"/>
            <a:ext cx="417523" cy="374252"/>
            <a:chOff x="1913012" y="2764940"/>
            <a:chExt cx="417523" cy="374252"/>
          </a:xfrm>
        </p:grpSpPr>
        <p:sp>
          <p:nvSpPr>
            <p:cNvPr id="7412" name="Google Shape;7412;p62"/>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2"/>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2"/>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2"/>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2"/>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2"/>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2"/>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2"/>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2"/>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2"/>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2"/>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2"/>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62"/>
          <p:cNvGrpSpPr/>
          <p:nvPr/>
        </p:nvGrpSpPr>
        <p:grpSpPr>
          <a:xfrm>
            <a:off x="817568" y="2763601"/>
            <a:ext cx="384734" cy="381556"/>
            <a:chOff x="830742" y="2763601"/>
            <a:chExt cx="384734" cy="381556"/>
          </a:xfrm>
        </p:grpSpPr>
        <p:sp>
          <p:nvSpPr>
            <p:cNvPr id="7425" name="Google Shape;7425;p62"/>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2"/>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2"/>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2"/>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2"/>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2"/>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2"/>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2"/>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2"/>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2"/>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2"/>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2"/>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2"/>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2"/>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2"/>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2"/>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2"/>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2"/>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2"/>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62"/>
          <p:cNvGrpSpPr/>
          <p:nvPr/>
        </p:nvGrpSpPr>
        <p:grpSpPr>
          <a:xfrm>
            <a:off x="3260997" y="4183419"/>
            <a:ext cx="375434" cy="329667"/>
            <a:chOff x="3007498" y="4183419"/>
            <a:chExt cx="375434" cy="329667"/>
          </a:xfrm>
        </p:grpSpPr>
        <p:sp>
          <p:nvSpPr>
            <p:cNvPr id="7447" name="Google Shape;7447;p62"/>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2"/>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2"/>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2"/>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2"/>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2"/>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2"/>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2"/>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2"/>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2"/>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2"/>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2"/>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2"/>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2"/>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2"/>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2"/>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2"/>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2"/>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2"/>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2"/>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62"/>
          <p:cNvGrpSpPr/>
          <p:nvPr/>
        </p:nvGrpSpPr>
        <p:grpSpPr>
          <a:xfrm>
            <a:off x="6906101" y="2766990"/>
            <a:ext cx="274550" cy="354728"/>
            <a:chOff x="7606826" y="2419290"/>
            <a:chExt cx="274550" cy="354728"/>
          </a:xfrm>
        </p:grpSpPr>
        <p:sp>
          <p:nvSpPr>
            <p:cNvPr id="7468" name="Google Shape;7468;p6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62"/>
          <p:cNvGrpSpPr/>
          <p:nvPr/>
        </p:nvGrpSpPr>
        <p:grpSpPr>
          <a:xfrm>
            <a:off x="7536994" y="2777003"/>
            <a:ext cx="263316" cy="354728"/>
            <a:chOff x="8062968" y="2419290"/>
            <a:chExt cx="263316" cy="354728"/>
          </a:xfrm>
        </p:grpSpPr>
        <p:sp>
          <p:nvSpPr>
            <p:cNvPr id="7484" name="Google Shape;7484;p6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1" name="Google Shape;7501;p62"/>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7502" name="Google Shape;7502;p6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7503" name="Google Shape;7503;p62"/>
          <p:cNvGrpSpPr/>
          <p:nvPr/>
        </p:nvGrpSpPr>
        <p:grpSpPr>
          <a:xfrm>
            <a:off x="1089824" y="4149725"/>
            <a:ext cx="364280" cy="363684"/>
            <a:chOff x="836325" y="4149725"/>
            <a:chExt cx="364280" cy="363684"/>
          </a:xfrm>
        </p:grpSpPr>
        <p:sp>
          <p:nvSpPr>
            <p:cNvPr id="7504" name="Google Shape;7504;p62"/>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2"/>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2"/>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2"/>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2"/>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2"/>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2"/>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14" name="Shape 7514"/>
        <p:cNvGrpSpPr/>
        <p:nvPr/>
      </p:nvGrpSpPr>
      <p:grpSpPr>
        <a:xfrm>
          <a:off x="0" y="0"/>
          <a:ext cx="0" cy="0"/>
          <a:chOff x="0" y="0"/>
          <a:chExt cx="0" cy="0"/>
        </a:xfrm>
      </p:grpSpPr>
      <p:grpSp>
        <p:nvGrpSpPr>
          <p:cNvPr id="7515" name="Google Shape;7515;p63"/>
          <p:cNvGrpSpPr/>
          <p:nvPr/>
        </p:nvGrpSpPr>
        <p:grpSpPr>
          <a:xfrm>
            <a:off x="7071588" y="2263554"/>
            <a:ext cx="362163" cy="347098"/>
            <a:chOff x="7075663" y="2444129"/>
            <a:chExt cx="362163" cy="347098"/>
          </a:xfrm>
        </p:grpSpPr>
        <p:sp>
          <p:nvSpPr>
            <p:cNvPr id="7516" name="Google Shape;7516;p63"/>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3"/>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3"/>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3"/>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3"/>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3"/>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3"/>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3"/>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63"/>
          <p:cNvGrpSpPr/>
          <p:nvPr/>
        </p:nvGrpSpPr>
        <p:grpSpPr>
          <a:xfrm>
            <a:off x="6634100" y="2256009"/>
            <a:ext cx="372197" cy="362163"/>
            <a:chOff x="6638175" y="2436584"/>
            <a:chExt cx="372197" cy="362163"/>
          </a:xfrm>
        </p:grpSpPr>
        <p:sp>
          <p:nvSpPr>
            <p:cNvPr id="7525" name="Google Shape;7525;p63"/>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3"/>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3"/>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3"/>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3"/>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3"/>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3"/>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3"/>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3"/>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3"/>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3"/>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3"/>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3"/>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63"/>
          <p:cNvGrpSpPr/>
          <p:nvPr/>
        </p:nvGrpSpPr>
        <p:grpSpPr>
          <a:xfrm>
            <a:off x="6188831" y="2258865"/>
            <a:ext cx="371699" cy="356084"/>
            <a:chOff x="6192906" y="2439440"/>
            <a:chExt cx="371699" cy="356084"/>
          </a:xfrm>
        </p:grpSpPr>
        <p:sp>
          <p:nvSpPr>
            <p:cNvPr id="7539" name="Google Shape;7539;p63"/>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3"/>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3"/>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3"/>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3"/>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3"/>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3"/>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3"/>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3"/>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3"/>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3"/>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3"/>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3"/>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63"/>
          <p:cNvGrpSpPr/>
          <p:nvPr/>
        </p:nvGrpSpPr>
        <p:grpSpPr>
          <a:xfrm>
            <a:off x="5758392" y="2256009"/>
            <a:ext cx="362163" cy="362163"/>
            <a:chOff x="5762467" y="2436584"/>
            <a:chExt cx="362163" cy="362163"/>
          </a:xfrm>
        </p:grpSpPr>
        <p:sp>
          <p:nvSpPr>
            <p:cNvPr id="7553" name="Google Shape;7553;p63"/>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3"/>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3"/>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3"/>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3"/>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3"/>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3"/>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3"/>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3"/>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3"/>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3"/>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3"/>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3"/>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3"/>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3"/>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3"/>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3"/>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3"/>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3"/>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3"/>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3"/>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63"/>
          <p:cNvGrpSpPr/>
          <p:nvPr/>
        </p:nvGrpSpPr>
        <p:grpSpPr>
          <a:xfrm>
            <a:off x="5319646" y="2256454"/>
            <a:ext cx="362922" cy="361219"/>
            <a:chOff x="5323721" y="2437029"/>
            <a:chExt cx="362922" cy="361219"/>
          </a:xfrm>
        </p:grpSpPr>
        <p:sp>
          <p:nvSpPr>
            <p:cNvPr id="7579" name="Google Shape;7579;p63"/>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3"/>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3"/>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3"/>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3"/>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3"/>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3"/>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3"/>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3"/>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3"/>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3"/>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3"/>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3"/>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3"/>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3"/>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3"/>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3"/>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63"/>
          <p:cNvGrpSpPr/>
          <p:nvPr/>
        </p:nvGrpSpPr>
        <p:grpSpPr>
          <a:xfrm>
            <a:off x="4871862" y="2288156"/>
            <a:ext cx="407122" cy="315448"/>
            <a:chOff x="4875937" y="2468731"/>
            <a:chExt cx="407122" cy="315448"/>
          </a:xfrm>
        </p:grpSpPr>
        <p:sp>
          <p:nvSpPr>
            <p:cNvPr id="7597" name="Google Shape;7597;p63"/>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3"/>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3"/>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3"/>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3"/>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3"/>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3"/>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3"/>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3"/>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3"/>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3"/>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3"/>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3"/>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3"/>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3"/>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3"/>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3"/>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3"/>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3"/>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63"/>
          <p:cNvGrpSpPr/>
          <p:nvPr/>
        </p:nvGrpSpPr>
        <p:grpSpPr>
          <a:xfrm>
            <a:off x="4889207" y="3624199"/>
            <a:ext cx="242114" cy="362163"/>
            <a:chOff x="4893282" y="3804774"/>
            <a:chExt cx="242114" cy="362163"/>
          </a:xfrm>
        </p:grpSpPr>
        <p:sp>
          <p:nvSpPr>
            <p:cNvPr id="7617" name="Google Shape;7617;p63"/>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3"/>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3"/>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3"/>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3"/>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3"/>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3"/>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3"/>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3"/>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3"/>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3"/>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3"/>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3"/>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3"/>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3"/>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3"/>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3"/>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3"/>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3"/>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3"/>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3"/>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3"/>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3"/>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3"/>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3"/>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3"/>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63"/>
          <p:cNvGrpSpPr/>
          <p:nvPr/>
        </p:nvGrpSpPr>
        <p:grpSpPr>
          <a:xfrm>
            <a:off x="6244087" y="3624199"/>
            <a:ext cx="231058" cy="362425"/>
            <a:chOff x="6248162" y="3804774"/>
            <a:chExt cx="231058" cy="362425"/>
          </a:xfrm>
        </p:grpSpPr>
        <p:sp>
          <p:nvSpPr>
            <p:cNvPr id="7644" name="Google Shape;7644;p63"/>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3"/>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3"/>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3"/>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63"/>
          <p:cNvGrpSpPr/>
          <p:nvPr/>
        </p:nvGrpSpPr>
        <p:grpSpPr>
          <a:xfrm>
            <a:off x="5342493" y="3624199"/>
            <a:ext cx="233337" cy="362163"/>
            <a:chOff x="5346568" y="3804774"/>
            <a:chExt cx="233337" cy="362163"/>
          </a:xfrm>
        </p:grpSpPr>
        <p:sp>
          <p:nvSpPr>
            <p:cNvPr id="7649" name="Google Shape;7649;p63"/>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3"/>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3"/>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3"/>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3"/>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3"/>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3"/>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3"/>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3"/>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3"/>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3"/>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3"/>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3"/>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3"/>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3"/>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3"/>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3"/>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3"/>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3"/>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63"/>
          <p:cNvGrpSpPr/>
          <p:nvPr/>
        </p:nvGrpSpPr>
        <p:grpSpPr>
          <a:xfrm>
            <a:off x="6700910" y="3624566"/>
            <a:ext cx="209967" cy="361639"/>
            <a:chOff x="6704985" y="3805141"/>
            <a:chExt cx="209967" cy="361639"/>
          </a:xfrm>
        </p:grpSpPr>
        <p:sp>
          <p:nvSpPr>
            <p:cNvPr id="7669" name="Google Shape;7669;p63"/>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3"/>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3"/>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3"/>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3"/>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3"/>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3"/>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3"/>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3"/>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3"/>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3"/>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3"/>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63"/>
          <p:cNvGrpSpPr/>
          <p:nvPr/>
        </p:nvGrpSpPr>
        <p:grpSpPr>
          <a:xfrm>
            <a:off x="7509809" y="2267694"/>
            <a:ext cx="363184" cy="338792"/>
            <a:chOff x="7513884" y="2448269"/>
            <a:chExt cx="363184" cy="338792"/>
          </a:xfrm>
        </p:grpSpPr>
        <p:sp>
          <p:nvSpPr>
            <p:cNvPr id="7682" name="Google Shape;7682;p63"/>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3"/>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3"/>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3"/>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3"/>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3"/>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63"/>
          <p:cNvGrpSpPr/>
          <p:nvPr/>
        </p:nvGrpSpPr>
        <p:grpSpPr>
          <a:xfrm>
            <a:off x="5773692" y="3624251"/>
            <a:ext cx="258699" cy="362136"/>
            <a:chOff x="5777767" y="3804826"/>
            <a:chExt cx="258699" cy="362136"/>
          </a:xfrm>
        </p:grpSpPr>
        <p:sp>
          <p:nvSpPr>
            <p:cNvPr id="7689" name="Google Shape;7689;p63"/>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3"/>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3"/>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63"/>
          <p:cNvGrpSpPr/>
          <p:nvPr/>
        </p:nvGrpSpPr>
        <p:grpSpPr>
          <a:xfrm>
            <a:off x="7949026" y="2256009"/>
            <a:ext cx="361691" cy="362163"/>
            <a:chOff x="7953101" y="2436584"/>
            <a:chExt cx="361691" cy="362163"/>
          </a:xfrm>
        </p:grpSpPr>
        <p:sp>
          <p:nvSpPr>
            <p:cNvPr id="7693" name="Google Shape;7693;p63"/>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3"/>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3"/>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3"/>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3"/>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3"/>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3"/>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3"/>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3"/>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63"/>
          <p:cNvGrpSpPr/>
          <p:nvPr/>
        </p:nvGrpSpPr>
        <p:grpSpPr>
          <a:xfrm>
            <a:off x="4855278" y="3174555"/>
            <a:ext cx="373481" cy="362267"/>
            <a:chOff x="4859353" y="3355130"/>
            <a:chExt cx="373481" cy="362267"/>
          </a:xfrm>
        </p:grpSpPr>
        <p:sp>
          <p:nvSpPr>
            <p:cNvPr id="7703" name="Google Shape;7703;p63"/>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3"/>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3"/>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3"/>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3"/>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3"/>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3"/>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3"/>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3"/>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3"/>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3"/>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3"/>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3"/>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3"/>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63"/>
          <p:cNvGrpSpPr/>
          <p:nvPr/>
        </p:nvGrpSpPr>
        <p:grpSpPr>
          <a:xfrm>
            <a:off x="6633603" y="1320407"/>
            <a:ext cx="378721" cy="362005"/>
            <a:chOff x="6637678" y="1500982"/>
            <a:chExt cx="378721" cy="362005"/>
          </a:xfrm>
        </p:grpSpPr>
        <p:sp>
          <p:nvSpPr>
            <p:cNvPr id="7718" name="Google Shape;7718;p63"/>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3"/>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3"/>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3"/>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3"/>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3"/>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3"/>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3"/>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3"/>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3"/>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3"/>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3"/>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3"/>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3"/>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3"/>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3"/>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63"/>
          <p:cNvGrpSpPr/>
          <p:nvPr/>
        </p:nvGrpSpPr>
        <p:grpSpPr>
          <a:xfrm>
            <a:off x="5823918" y="3174921"/>
            <a:ext cx="223041" cy="362163"/>
            <a:chOff x="5827993" y="3355496"/>
            <a:chExt cx="223041" cy="362163"/>
          </a:xfrm>
        </p:grpSpPr>
        <p:sp>
          <p:nvSpPr>
            <p:cNvPr id="7735" name="Google Shape;7735;p63"/>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3"/>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3"/>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3"/>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3"/>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3"/>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3"/>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3"/>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3"/>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3"/>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3"/>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3"/>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3"/>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3"/>
          <p:cNvGrpSpPr/>
          <p:nvPr/>
        </p:nvGrpSpPr>
        <p:grpSpPr>
          <a:xfrm>
            <a:off x="7524638" y="1320066"/>
            <a:ext cx="370520" cy="361586"/>
            <a:chOff x="7528713" y="1500641"/>
            <a:chExt cx="370520" cy="361586"/>
          </a:xfrm>
        </p:grpSpPr>
        <p:sp>
          <p:nvSpPr>
            <p:cNvPr id="7751" name="Google Shape;7751;p63"/>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3"/>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3"/>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3"/>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3"/>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63"/>
          <p:cNvGrpSpPr/>
          <p:nvPr/>
        </p:nvGrpSpPr>
        <p:grpSpPr>
          <a:xfrm>
            <a:off x="5313123" y="3174921"/>
            <a:ext cx="367429" cy="362163"/>
            <a:chOff x="5317198" y="3355496"/>
            <a:chExt cx="367429" cy="362163"/>
          </a:xfrm>
        </p:grpSpPr>
        <p:sp>
          <p:nvSpPr>
            <p:cNvPr id="7759" name="Google Shape;7759;p63"/>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3"/>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3"/>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3"/>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3"/>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3"/>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3"/>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3"/>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3"/>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3"/>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3"/>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3"/>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3"/>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3"/>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3"/>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3"/>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63"/>
          <p:cNvGrpSpPr/>
          <p:nvPr/>
        </p:nvGrpSpPr>
        <p:grpSpPr>
          <a:xfrm>
            <a:off x="5298896" y="1319988"/>
            <a:ext cx="383175" cy="362241"/>
            <a:chOff x="5302971" y="1500563"/>
            <a:chExt cx="383175" cy="362241"/>
          </a:xfrm>
        </p:grpSpPr>
        <p:sp>
          <p:nvSpPr>
            <p:cNvPr id="7776" name="Google Shape;7776;p63"/>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3"/>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63"/>
          <p:cNvGrpSpPr/>
          <p:nvPr/>
        </p:nvGrpSpPr>
        <p:grpSpPr>
          <a:xfrm>
            <a:off x="6198630" y="1344878"/>
            <a:ext cx="364180" cy="312461"/>
            <a:chOff x="6202705" y="1525453"/>
            <a:chExt cx="364180" cy="312461"/>
          </a:xfrm>
        </p:grpSpPr>
        <p:sp>
          <p:nvSpPr>
            <p:cNvPr id="7779" name="Google Shape;7779;p63"/>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3"/>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3"/>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3"/>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3"/>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3"/>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3"/>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63"/>
          <p:cNvGrpSpPr/>
          <p:nvPr/>
        </p:nvGrpSpPr>
        <p:grpSpPr>
          <a:xfrm>
            <a:off x="7083142" y="1323027"/>
            <a:ext cx="362398" cy="356163"/>
            <a:chOff x="7087217" y="1503602"/>
            <a:chExt cx="362398" cy="356163"/>
          </a:xfrm>
        </p:grpSpPr>
        <p:sp>
          <p:nvSpPr>
            <p:cNvPr id="7787" name="Google Shape;7787;p63"/>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3"/>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3"/>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3"/>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3"/>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3"/>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3"/>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3"/>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3"/>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3"/>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3"/>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3"/>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3"/>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3"/>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3"/>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3"/>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3"/>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3"/>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3"/>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3"/>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3"/>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63"/>
          <p:cNvGrpSpPr/>
          <p:nvPr/>
        </p:nvGrpSpPr>
        <p:grpSpPr>
          <a:xfrm>
            <a:off x="7964877" y="1320302"/>
            <a:ext cx="378747" cy="361455"/>
            <a:chOff x="7968952" y="1500877"/>
            <a:chExt cx="378747" cy="361455"/>
          </a:xfrm>
        </p:grpSpPr>
        <p:sp>
          <p:nvSpPr>
            <p:cNvPr id="7809" name="Google Shape;7809;p63"/>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3"/>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3"/>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3"/>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3"/>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3"/>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3"/>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3"/>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3"/>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3"/>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3"/>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3"/>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3"/>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3"/>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3"/>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63"/>
          <p:cNvGrpSpPr/>
          <p:nvPr/>
        </p:nvGrpSpPr>
        <p:grpSpPr>
          <a:xfrm>
            <a:off x="5757370" y="1361148"/>
            <a:ext cx="362163" cy="279737"/>
            <a:chOff x="5761445" y="1541723"/>
            <a:chExt cx="362163" cy="279737"/>
          </a:xfrm>
        </p:grpSpPr>
        <p:sp>
          <p:nvSpPr>
            <p:cNvPr id="7825" name="Google Shape;7825;p63"/>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3"/>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3"/>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3"/>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3"/>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3"/>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63"/>
          <p:cNvGrpSpPr/>
          <p:nvPr/>
        </p:nvGrpSpPr>
        <p:grpSpPr>
          <a:xfrm>
            <a:off x="6200883" y="3175000"/>
            <a:ext cx="358390" cy="362320"/>
            <a:chOff x="6204958" y="3355575"/>
            <a:chExt cx="358390" cy="362320"/>
          </a:xfrm>
        </p:grpSpPr>
        <p:sp>
          <p:nvSpPr>
            <p:cNvPr id="7832" name="Google Shape;7832;p63"/>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3"/>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3"/>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3"/>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3"/>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3"/>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3"/>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3"/>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3"/>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3"/>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3"/>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3"/>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3"/>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3"/>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3"/>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3"/>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63"/>
          <p:cNvGrpSpPr/>
          <p:nvPr/>
        </p:nvGrpSpPr>
        <p:grpSpPr>
          <a:xfrm>
            <a:off x="4935895" y="1319280"/>
            <a:ext cx="242979" cy="362660"/>
            <a:chOff x="4939970" y="1499855"/>
            <a:chExt cx="242979" cy="362660"/>
          </a:xfrm>
        </p:grpSpPr>
        <p:sp>
          <p:nvSpPr>
            <p:cNvPr id="7849" name="Google Shape;7849;p63"/>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3"/>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3"/>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3"/>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3"/>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63"/>
          <p:cNvGrpSpPr/>
          <p:nvPr/>
        </p:nvGrpSpPr>
        <p:grpSpPr>
          <a:xfrm>
            <a:off x="8019373" y="3174921"/>
            <a:ext cx="284322" cy="362163"/>
            <a:chOff x="8023448" y="3355496"/>
            <a:chExt cx="284322" cy="362163"/>
          </a:xfrm>
        </p:grpSpPr>
        <p:sp>
          <p:nvSpPr>
            <p:cNvPr id="7856" name="Google Shape;7856;p63"/>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3"/>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3"/>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3"/>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3"/>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3"/>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3"/>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63"/>
          <p:cNvGrpSpPr/>
          <p:nvPr/>
        </p:nvGrpSpPr>
        <p:grpSpPr>
          <a:xfrm>
            <a:off x="6640126" y="3174921"/>
            <a:ext cx="366695" cy="361979"/>
            <a:chOff x="6644201" y="3355496"/>
            <a:chExt cx="366695" cy="361979"/>
          </a:xfrm>
        </p:grpSpPr>
        <p:sp>
          <p:nvSpPr>
            <p:cNvPr id="7866" name="Google Shape;7866;p63"/>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3"/>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3"/>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3"/>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3"/>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3"/>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3"/>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3"/>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3"/>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3"/>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3"/>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3"/>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3"/>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63"/>
          <p:cNvGrpSpPr/>
          <p:nvPr/>
        </p:nvGrpSpPr>
        <p:grpSpPr>
          <a:xfrm>
            <a:off x="7951070" y="1838617"/>
            <a:ext cx="365176" cy="271013"/>
            <a:chOff x="7955145" y="2019192"/>
            <a:chExt cx="365176" cy="271013"/>
          </a:xfrm>
        </p:grpSpPr>
        <p:sp>
          <p:nvSpPr>
            <p:cNvPr id="7889" name="Google Shape;7889;p63"/>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3"/>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3"/>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3"/>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63"/>
          <p:cNvGrpSpPr/>
          <p:nvPr/>
        </p:nvGrpSpPr>
        <p:grpSpPr>
          <a:xfrm>
            <a:off x="7514080" y="1828896"/>
            <a:ext cx="361927" cy="290270"/>
            <a:chOff x="7518155" y="2009471"/>
            <a:chExt cx="361927" cy="290270"/>
          </a:xfrm>
        </p:grpSpPr>
        <p:sp>
          <p:nvSpPr>
            <p:cNvPr id="7896" name="Google Shape;7896;p63"/>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3"/>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3"/>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3"/>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3"/>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3"/>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3"/>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63"/>
          <p:cNvGrpSpPr/>
          <p:nvPr/>
        </p:nvGrpSpPr>
        <p:grpSpPr>
          <a:xfrm>
            <a:off x="7075597" y="1810478"/>
            <a:ext cx="362163" cy="327264"/>
            <a:chOff x="7079672" y="1991053"/>
            <a:chExt cx="362163" cy="327264"/>
          </a:xfrm>
        </p:grpSpPr>
        <p:sp>
          <p:nvSpPr>
            <p:cNvPr id="7910" name="Google Shape;7910;p63"/>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3"/>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3"/>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3"/>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3"/>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3"/>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3"/>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3"/>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3"/>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3"/>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63"/>
          <p:cNvGrpSpPr/>
          <p:nvPr/>
        </p:nvGrpSpPr>
        <p:grpSpPr>
          <a:xfrm>
            <a:off x="6637113" y="1854939"/>
            <a:ext cx="361901" cy="238132"/>
            <a:chOff x="6641188" y="2035514"/>
            <a:chExt cx="361901" cy="238132"/>
          </a:xfrm>
        </p:grpSpPr>
        <p:sp>
          <p:nvSpPr>
            <p:cNvPr id="7927" name="Google Shape;7927;p63"/>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3"/>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3"/>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3"/>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3"/>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3"/>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3"/>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3"/>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3"/>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3"/>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3"/>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3"/>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3"/>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3"/>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63"/>
          <p:cNvGrpSpPr/>
          <p:nvPr/>
        </p:nvGrpSpPr>
        <p:grpSpPr>
          <a:xfrm>
            <a:off x="6198368" y="1806102"/>
            <a:ext cx="362425" cy="335884"/>
            <a:chOff x="6202443" y="1986677"/>
            <a:chExt cx="362425" cy="335884"/>
          </a:xfrm>
        </p:grpSpPr>
        <p:sp>
          <p:nvSpPr>
            <p:cNvPr id="7947" name="Google Shape;7947;p63"/>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3"/>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3"/>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3"/>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3"/>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3"/>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3"/>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3"/>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3"/>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3"/>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3"/>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3"/>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3"/>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3"/>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3"/>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63"/>
          <p:cNvGrpSpPr/>
          <p:nvPr/>
        </p:nvGrpSpPr>
        <p:grpSpPr>
          <a:xfrm>
            <a:off x="5760147" y="1836023"/>
            <a:ext cx="374293" cy="276069"/>
            <a:chOff x="5764222" y="2016598"/>
            <a:chExt cx="374293" cy="276069"/>
          </a:xfrm>
        </p:grpSpPr>
        <p:sp>
          <p:nvSpPr>
            <p:cNvPr id="7968" name="Google Shape;7968;p63"/>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3"/>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3"/>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3"/>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3"/>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3"/>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3"/>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3"/>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3"/>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3"/>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3"/>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63"/>
          <p:cNvGrpSpPr/>
          <p:nvPr/>
        </p:nvGrpSpPr>
        <p:grpSpPr>
          <a:xfrm>
            <a:off x="5321402" y="1835866"/>
            <a:ext cx="361927" cy="276515"/>
            <a:chOff x="5325477" y="2016441"/>
            <a:chExt cx="361927" cy="276515"/>
          </a:xfrm>
        </p:grpSpPr>
        <p:sp>
          <p:nvSpPr>
            <p:cNvPr id="7980" name="Google Shape;7980;p63"/>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3"/>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3"/>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3"/>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3"/>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3"/>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3"/>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3"/>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3"/>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3"/>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3"/>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3"/>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3"/>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3"/>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3"/>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3"/>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3"/>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3"/>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3"/>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3"/>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63"/>
          <p:cNvGrpSpPr/>
          <p:nvPr/>
        </p:nvGrpSpPr>
        <p:grpSpPr>
          <a:xfrm>
            <a:off x="4866596" y="1836625"/>
            <a:ext cx="364180" cy="274812"/>
            <a:chOff x="4870671" y="2017200"/>
            <a:chExt cx="364180" cy="274812"/>
          </a:xfrm>
        </p:grpSpPr>
        <p:sp>
          <p:nvSpPr>
            <p:cNvPr id="8001" name="Google Shape;8001;p63"/>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3"/>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3"/>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3"/>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3"/>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3"/>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3"/>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3"/>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3"/>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3"/>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3"/>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3"/>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3"/>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63"/>
          <p:cNvGrpSpPr/>
          <p:nvPr/>
        </p:nvGrpSpPr>
        <p:grpSpPr>
          <a:xfrm>
            <a:off x="7140651" y="3174921"/>
            <a:ext cx="260690" cy="362032"/>
            <a:chOff x="7144726" y="3355496"/>
            <a:chExt cx="260690" cy="362032"/>
          </a:xfrm>
        </p:grpSpPr>
        <p:sp>
          <p:nvSpPr>
            <p:cNvPr id="8015" name="Google Shape;8015;p63"/>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3"/>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3"/>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3"/>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3"/>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3"/>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3"/>
          <p:cNvGrpSpPr/>
          <p:nvPr/>
        </p:nvGrpSpPr>
        <p:grpSpPr>
          <a:xfrm>
            <a:off x="6701644" y="4097476"/>
            <a:ext cx="261712" cy="361770"/>
            <a:chOff x="6705719" y="4278051"/>
            <a:chExt cx="261712" cy="361770"/>
          </a:xfrm>
        </p:grpSpPr>
        <p:sp>
          <p:nvSpPr>
            <p:cNvPr id="8022" name="Google Shape;8022;p63"/>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3"/>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3"/>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3"/>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3"/>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3"/>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3"/>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3"/>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3"/>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3"/>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3"/>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3"/>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3"/>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3"/>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3"/>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63"/>
          <p:cNvGrpSpPr/>
          <p:nvPr/>
        </p:nvGrpSpPr>
        <p:grpSpPr>
          <a:xfrm>
            <a:off x="5746575" y="2711077"/>
            <a:ext cx="320216" cy="361403"/>
            <a:chOff x="5750650" y="2891652"/>
            <a:chExt cx="320216" cy="361403"/>
          </a:xfrm>
        </p:grpSpPr>
        <p:sp>
          <p:nvSpPr>
            <p:cNvPr id="8038" name="Google Shape;8038;p63"/>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3"/>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3"/>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3"/>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3"/>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3"/>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3"/>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3"/>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3"/>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3"/>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3"/>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3"/>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3"/>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3"/>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3"/>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63"/>
          <p:cNvGrpSpPr/>
          <p:nvPr/>
        </p:nvGrpSpPr>
        <p:grpSpPr>
          <a:xfrm>
            <a:off x="6653934" y="2710815"/>
            <a:ext cx="315972" cy="361927"/>
            <a:chOff x="6658009" y="2891390"/>
            <a:chExt cx="315972" cy="361927"/>
          </a:xfrm>
        </p:grpSpPr>
        <p:sp>
          <p:nvSpPr>
            <p:cNvPr id="8054" name="Google Shape;8054;p63"/>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3"/>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3"/>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3"/>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3"/>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3"/>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3"/>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63"/>
          <p:cNvGrpSpPr/>
          <p:nvPr/>
        </p:nvGrpSpPr>
        <p:grpSpPr>
          <a:xfrm>
            <a:off x="6199390" y="2710631"/>
            <a:ext cx="320478" cy="362110"/>
            <a:chOff x="6203465" y="2891206"/>
            <a:chExt cx="320478" cy="362110"/>
          </a:xfrm>
        </p:grpSpPr>
        <p:sp>
          <p:nvSpPr>
            <p:cNvPr id="8062" name="Google Shape;8062;p63"/>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3"/>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3"/>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3"/>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3"/>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63"/>
          <p:cNvGrpSpPr/>
          <p:nvPr/>
        </p:nvGrpSpPr>
        <p:grpSpPr>
          <a:xfrm>
            <a:off x="7563205" y="2710684"/>
            <a:ext cx="307116" cy="362294"/>
            <a:chOff x="7567280" y="2891259"/>
            <a:chExt cx="307116" cy="362294"/>
          </a:xfrm>
        </p:grpSpPr>
        <p:sp>
          <p:nvSpPr>
            <p:cNvPr id="8068" name="Google Shape;8068;p63"/>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3"/>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3"/>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3"/>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3"/>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3"/>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3"/>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3"/>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3"/>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3"/>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3"/>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3"/>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63"/>
          <p:cNvGrpSpPr/>
          <p:nvPr/>
        </p:nvGrpSpPr>
        <p:grpSpPr>
          <a:xfrm>
            <a:off x="7108504" y="2710946"/>
            <a:ext cx="338556" cy="361534"/>
            <a:chOff x="7112579" y="2891521"/>
            <a:chExt cx="338556" cy="361534"/>
          </a:xfrm>
        </p:grpSpPr>
        <p:sp>
          <p:nvSpPr>
            <p:cNvPr id="8081" name="Google Shape;8081;p63"/>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3"/>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63"/>
          <p:cNvGrpSpPr/>
          <p:nvPr/>
        </p:nvGrpSpPr>
        <p:grpSpPr>
          <a:xfrm>
            <a:off x="7151184" y="3624461"/>
            <a:ext cx="207478" cy="361272"/>
            <a:chOff x="7155259" y="3805036"/>
            <a:chExt cx="207478" cy="361272"/>
          </a:xfrm>
        </p:grpSpPr>
        <p:sp>
          <p:nvSpPr>
            <p:cNvPr id="8084" name="Google Shape;8084;p63"/>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3"/>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3"/>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3"/>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3"/>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3"/>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3"/>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3"/>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3"/>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3"/>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3"/>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3"/>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63"/>
          <p:cNvGrpSpPr/>
          <p:nvPr/>
        </p:nvGrpSpPr>
        <p:grpSpPr>
          <a:xfrm>
            <a:off x="4911293" y="2710815"/>
            <a:ext cx="182850" cy="361927"/>
            <a:chOff x="4915368" y="2891390"/>
            <a:chExt cx="182850" cy="361927"/>
          </a:xfrm>
        </p:grpSpPr>
        <p:sp>
          <p:nvSpPr>
            <p:cNvPr id="8097" name="Google Shape;8097;p63"/>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3"/>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3"/>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3"/>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3"/>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3"/>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3"/>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3"/>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3"/>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3"/>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63"/>
          <p:cNvGrpSpPr/>
          <p:nvPr/>
        </p:nvGrpSpPr>
        <p:grpSpPr>
          <a:xfrm>
            <a:off x="8024639" y="2711077"/>
            <a:ext cx="289589" cy="361403"/>
            <a:chOff x="8028714" y="2891652"/>
            <a:chExt cx="289589" cy="361403"/>
          </a:xfrm>
        </p:grpSpPr>
        <p:sp>
          <p:nvSpPr>
            <p:cNvPr id="8109" name="Google Shape;8109;p63"/>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3"/>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3"/>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3"/>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3"/>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3"/>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3"/>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3"/>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3"/>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3"/>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3"/>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3"/>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3"/>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3"/>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3"/>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3"/>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3"/>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3"/>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3"/>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3"/>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63"/>
          <p:cNvGrpSpPr/>
          <p:nvPr/>
        </p:nvGrpSpPr>
        <p:grpSpPr>
          <a:xfrm>
            <a:off x="7547747" y="3624199"/>
            <a:ext cx="293335" cy="361927"/>
            <a:chOff x="7551822" y="3804774"/>
            <a:chExt cx="293335" cy="361927"/>
          </a:xfrm>
        </p:grpSpPr>
        <p:sp>
          <p:nvSpPr>
            <p:cNvPr id="8130" name="Google Shape;8130;p63"/>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3"/>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3"/>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3"/>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3"/>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3"/>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3"/>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3"/>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3"/>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3"/>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3"/>
          <p:cNvGrpSpPr/>
          <p:nvPr/>
        </p:nvGrpSpPr>
        <p:grpSpPr>
          <a:xfrm>
            <a:off x="6259650" y="4097083"/>
            <a:ext cx="210491" cy="362163"/>
            <a:chOff x="6263725" y="4277658"/>
            <a:chExt cx="210491" cy="362163"/>
          </a:xfrm>
        </p:grpSpPr>
        <p:sp>
          <p:nvSpPr>
            <p:cNvPr id="8142" name="Google Shape;8142;p63"/>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3"/>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3"/>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3"/>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3"/>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3"/>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3"/>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3"/>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3"/>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3"/>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3"/>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3"/>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3"/>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63"/>
          <p:cNvGrpSpPr/>
          <p:nvPr/>
        </p:nvGrpSpPr>
        <p:grpSpPr>
          <a:xfrm>
            <a:off x="7983715" y="3624120"/>
            <a:ext cx="336303" cy="362005"/>
            <a:chOff x="7987790" y="3804695"/>
            <a:chExt cx="336303" cy="362005"/>
          </a:xfrm>
        </p:grpSpPr>
        <p:sp>
          <p:nvSpPr>
            <p:cNvPr id="8158" name="Google Shape;8158;p63"/>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3"/>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3"/>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3"/>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3"/>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3"/>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3"/>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3"/>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63"/>
          <p:cNvGrpSpPr/>
          <p:nvPr/>
        </p:nvGrpSpPr>
        <p:grpSpPr>
          <a:xfrm>
            <a:off x="5269369" y="2710710"/>
            <a:ext cx="371123" cy="362267"/>
            <a:chOff x="5273444" y="2891285"/>
            <a:chExt cx="371123" cy="362267"/>
          </a:xfrm>
        </p:grpSpPr>
        <p:sp>
          <p:nvSpPr>
            <p:cNvPr id="8169" name="Google Shape;8169;p63"/>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3"/>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3"/>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3"/>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3"/>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3"/>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3"/>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3"/>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3"/>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3"/>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3"/>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3"/>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63"/>
          <p:cNvGrpSpPr/>
          <p:nvPr/>
        </p:nvGrpSpPr>
        <p:grpSpPr>
          <a:xfrm>
            <a:off x="7626322" y="3177824"/>
            <a:ext cx="214759" cy="357030"/>
            <a:chOff x="2235125" y="238075"/>
            <a:chExt cx="3144350" cy="5227375"/>
          </a:xfrm>
        </p:grpSpPr>
        <p:sp>
          <p:nvSpPr>
            <p:cNvPr id="8184" name="Google Shape;8184;p63"/>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3"/>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3"/>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3"/>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3"/>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3"/>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3"/>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63"/>
          <p:cNvGrpSpPr/>
          <p:nvPr/>
        </p:nvGrpSpPr>
        <p:grpSpPr>
          <a:xfrm>
            <a:off x="2818791" y="4097368"/>
            <a:ext cx="342496" cy="351944"/>
            <a:chOff x="2810729" y="4267107"/>
            <a:chExt cx="342496" cy="351944"/>
          </a:xfrm>
        </p:grpSpPr>
        <p:sp>
          <p:nvSpPr>
            <p:cNvPr id="8194" name="Google Shape;8194;p63"/>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3"/>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3"/>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3"/>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3"/>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3"/>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3"/>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3"/>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3"/>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3"/>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3"/>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3"/>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3"/>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3"/>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3"/>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3"/>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3"/>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63"/>
          <p:cNvGrpSpPr/>
          <p:nvPr/>
        </p:nvGrpSpPr>
        <p:grpSpPr>
          <a:xfrm>
            <a:off x="1787231" y="3635885"/>
            <a:ext cx="282381" cy="343454"/>
            <a:chOff x="1779168" y="3805625"/>
            <a:chExt cx="282381" cy="343454"/>
          </a:xfrm>
        </p:grpSpPr>
        <p:sp>
          <p:nvSpPr>
            <p:cNvPr id="8225" name="Google Shape;8225;p63"/>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3"/>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3"/>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3"/>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3"/>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3"/>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3"/>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3"/>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3"/>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3"/>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3"/>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3"/>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3"/>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3"/>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3"/>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3"/>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3"/>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3"/>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63"/>
          <p:cNvGrpSpPr/>
          <p:nvPr/>
        </p:nvGrpSpPr>
        <p:grpSpPr>
          <a:xfrm>
            <a:off x="2601585" y="2237289"/>
            <a:ext cx="391606" cy="364535"/>
            <a:chOff x="2593522" y="2407029"/>
            <a:chExt cx="391606" cy="364535"/>
          </a:xfrm>
        </p:grpSpPr>
        <p:sp>
          <p:nvSpPr>
            <p:cNvPr id="8254" name="Google Shape;8254;p63"/>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3"/>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3"/>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3"/>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3"/>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3"/>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3"/>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3"/>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3"/>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3"/>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3"/>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3"/>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3"/>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3"/>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3"/>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3"/>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3"/>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3"/>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3"/>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3"/>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63"/>
          <p:cNvGrpSpPr/>
          <p:nvPr/>
        </p:nvGrpSpPr>
        <p:grpSpPr>
          <a:xfrm>
            <a:off x="3963109" y="2262503"/>
            <a:ext cx="322912" cy="334396"/>
            <a:chOff x="3955047" y="2432242"/>
            <a:chExt cx="322912" cy="334396"/>
          </a:xfrm>
        </p:grpSpPr>
        <p:sp>
          <p:nvSpPr>
            <p:cNvPr id="8294" name="Google Shape;8294;p63"/>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3"/>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3"/>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63"/>
          <p:cNvGrpSpPr/>
          <p:nvPr/>
        </p:nvGrpSpPr>
        <p:grpSpPr>
          <a:xfrm>
            <a:off x="1810528" y="1793115"/>
            <a:ext cx="265373" cy="351944"/>
            <a:chOff x="1802465" y="1962854"/>
            <a:chExt cx="265373" cy="351944"/>
          </a:xfrm>
        </p:grpSpPr>
        <p:sp>
          <p:nvSpPr>
            <p:cNvPr id="8298" name="Google Shape;8298;p63"/>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3"/>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3"/>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3"/>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3"/>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3"/>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63"/>
          <p:cNvGrpSpPr/>
          <p:nvPr/>
        </p:nvGrpSpPr>
        <p:grpSpPr>
          <a:xfrm>
            <a:off x="3520133" y="1786482"/>
            <a:ext cx="373983" cy="363622"/>
            <a:chOff x="3512070" y="1956222"/>
            <a:chExt cx="373983" cy="363622"/>
          </a:xfrm>
        </p:grpSpPr>
        <p:sp>
          <p:nvSpPr>
            <p:cNvPr id="8306" name="Google Shape;8306;p63"/>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3"/>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3"/>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3"/>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3"/>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3"/>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3"/>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3"/>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3"/>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3"/>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3"/>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3"/>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3"/>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63"/>
          <p:cNvGrpSpPr/>
          <p:nvPr/>
        </p:nvGrpSpPr>
        <p:grpSpPr>
          <a:xfrm>
            <a:off x="850746" y="2225012"/>
            <a:ext cx="345640" cy="356660"/>
            <a:chOff x="842683" y="2394751"/>
            <a:chExt cx="345640" cy="356660"/>
          </a:xfrm>
        </p:grpSpPr>
        <p:sp>
          <p:nvSpPr>
            <p:cNvPr id="8324" name="Google Shape;8324;p63"/>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3"/>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3"/>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3"/>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3"/>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3"/>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3"/>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3"/>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3"/>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3"/>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3"/>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3"/>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3"/>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63"/>
          <p:cNvGrpSpPr/>
          <p:nvPr/>
        </p:nvGrpSpPr>
        <p:grpSpPr>
          <a:xfrm>
            <a:off x="1298678" y="2229728"/>
            <a:ext cx="336836" cy="342511"/>
            <a:chOff x="1290615" y="2399467"/>
            <a:chExt cx="336836" cy="342511"/>
          </a:xfrm>
        </p:grpSpPr>
        <p:sp>
          <p:nvSpPr>
            <p:cNvPr id="8341" name="Google Shape;8341;p63"/>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3"/>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3"/>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3"/>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3"/>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3"/>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3"/>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3"/>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3"/>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3"/>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3"/>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3"/>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3"/>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3"/>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3"/>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3"/>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3"/>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63"/>
          <p:cNvGrpSpPr/>
          <p:nvPr/>
        </p:nvGrpSpPr>
        <p:grpSpPr>
          <a:xfrm>
            <a:off x="1756372" y="2238861"/>
            <a:ext cx="308508" cy="333378"/>
            <a:chOff x="1748310" y="2408601"/>
            <a:chExt cx="308508" cy="333378"/>
          </a:xfrm>
        </p:grpSpPr>
        <p:sp>
          <p:nvSpPr>
            <p:cNvPr id="8361" name="Google Shape;8361;p63"/>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3"/>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3"/>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3"/>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3"/>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63"/>
          <p:cNvGrpSpPr/>
          <p:nvPr/>
        </p:nvGrpSpPr>
        <p:grpSpPr>
          <a:xfrm>
            <a:off x="3052676" y="2248294"/>
            <a:ext cx="376184" cy="315141"/>
            <a:chOff x="3044614" y="2418033"/>
            <a:chExt cx="376184" cy="315141"/>
          </a:xfrm>
        </p:grpSpPr>
        <p:sp>
          <p:nvSpPr>
            <p:cNvPr id="8370" name="Google Shape;8370;p63"/>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3"/>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3"/>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3"/>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3"/>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3"/>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63"/>
          <p:cNvGrpSpPr/>
          <p:nvPr/>
        </p:nvGrpSpPr>
        <p:grpSpPr>
          <a:xfrm>
            <a:off x="3951700" y="3645333"/>
            <a:ext cx="357933" cy="342676"/>
            <a:chOff x="3943638" y="3815072"/>
            <a:chExt cx="357933" cy="342676"/>
          </a:xfrm>
        </p:grpSpPr>
        <p:sp>
          <p:nvSpPr>
            <p:cNvPr id="8380" name="Google Shape;8380;p63"/>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3"/>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3"/>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63"/>
          <p:cNvGrpSpPr/>
          <p:nvPr/>
        </p:nvGrpSpPr>
        <p:grpSpPr>
          <a:xfrm>
            <a:off x="3516345" y="3640602"/>
            <a:ext cx="351644" cy="351959"/>
            <a:chOff x="3508282" y="3810341"/>
            <a:chExt cx="351644" cy="351959"/>
          </a:xfrm>
        </p:grpSpPr>
        <p:sp>
          <p:nvSpPr>
            <p:cNvPr id="8390" name="Google Shape;8390;p63"/>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3"/>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3"/>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3"/>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3"/>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3"/>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3"/>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63"/>
          <p:cNvGrpSpPr/>
          <p:nvPr/>
        </p:nvGrpSpPr>
        <p:grpSpPr>
          <a:xfrm>
            <a:off x="2232648" y="1793115"/>
            <a:ext cx="303163" cy="351809"/>
            <a:chOff x="2224585" y="1962854"/>
            <a:chExt cx="303163" cy="351809"/>
          </a:xfrm>
        </p:grpSpPr>
        <p:sp>
          <p:nvSpPr>
            <p:cNvPr id="8404" name="Google Shape;8404;p63"/>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3"/>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3"/>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3"/>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3"/>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3"/>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3"/>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3"/>
          <p:cNvGrpSpPr/>
          <p:nvPr/>
        </p:nvGrpSpPr>
        <p:grpSpPr>
          <a:xfrm>
            <a:off x="2630856" y="1821128"/>
            <a:ext cx="389090" cy="296231"/>
            <a:chOff x="2622794" y="1990868"/>
            <a:chExt cx="389090" cy="296231"/>
          </a:xfrm>
        </p:grpSpPr>
        <p:sp>
          <p:nvSpPr>
            <p:cNvPr id="8413" name="Google Shape;8413;p63"/>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3"/>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3"/>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3"/>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3"/>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3"/>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3"/>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3"/>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63"/>
          <p:cNvGrpSpPr/>
          <p:nvPr/>
        </p:nvGrpSpPr>
        <p:grpSpPr>
          <a:xfrm>
            <a:off x="3985388" y="1782409"/>
            <a:ext cx="327074" cy="375241"/>
            <a:chOff x="3977326" y="1952149"/>
            <a:chExt cx="327074" cy="375241"/>
          </a:xfrm>
        </p:grpSpPr>
        <p:sp>
          <p:nvSpPr>
            <p:cNvPr id="8423" name="Google Shape;8423;p63"/>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3"/>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3"/>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3"/>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3"/>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3"/>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3"/>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3"/>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3"/>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3"/>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3"/>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3"/>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3"/>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3"/>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3"/>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3"/>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63"/>
          <p:cNvGrpSpPr/>
          <p:nvPr/>
        </p:nvGrpSpPr>
        <p:grpSpPr>
          <a:xfrm>
            <a:off x="1349674" y="3170315"/>
            <a:ext cx="259399" cy="370524"/>
            <a:chOff x="1341612" y="3340055"/>
            <a:chExt cx="259399" cy="370524"/>
          </a:xfrm>
        </p:grpSpPr>
        <p:sp>
          <p:nvSpPr>
            <p:cNvPr id="8441" name="Google Shape;8441;p63"/>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3"/>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3"/>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3"/>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3"/>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3"/>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3"/>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3"/>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3"/>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3"/>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3"/>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3"/>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3"/>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3"/>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3"/>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3"/>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3"/>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3"/>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63"/>
          <p:cNvGrpSpPr/>
          <p:nvPr/>
        </p:nvGrpSpPr>
        <p:grpSpPr>
          <a:xfrm>
            <a:off x="2187955" y="3675233"/>
            <a:ext cx="351629" cy="282381"/>
            <a:chOff x="2179892" y="3844972"/>
            <a:chExt cx="351629" cy="282381"/>
          </a:xfrm>
        </p:grpSpPr>
        <p:sp>
          <p:nvSpPr>
            <p:cNvPr id="8460" name="Google Shape;8460;p63"/>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3"/>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3"/>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3"/>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3"/>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3"/>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3"/>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3"/>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3"/>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3"/>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3"/>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3"/>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3"/>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3"/>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3"/>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3"/>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3"/>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3"/>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3"/>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3"/>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63"/>
          <p:cNvGrpSpPr/>
          <p:nvPr/>
        </p:nvGrpSpPr>
        <p:grpSpPr>
          <a:xfrm>
            <a:off x="3139232" y="3647145"/>
            <a:ext cx="220051" cy="338169"/>
            <a:chOff x="3131170" y="3816884"/>
            <a:chExt cx="220051" cy="338169"/>
          </a:xfrm>
        </p:grpSpPr>
        <p:sp>
          <p:nvSpPr>
            <p:cNvPr id="8481" name="Google Shape;8481;p63"/>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3"/>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3"/>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3"/>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3"/>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3"/>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3"/>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3"/>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3"/>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63"/>
          <p:cNvGrpSpPr/>
          <p:nvPr/>
        </p:nvGrpSpPr>
        <p:grpSpPr>
          <a:xfrm>
            <a:off x="911564" y="3189824"/>
            <a:ext cx="247990" cy="333393"/>
            <a:chOff x="903502" y="3359564"/>
            <a:chExt cx="247990" cy="333393"/>
          </a:xfrm>
        </p:grpSpPr>
        <p:sp>
          <p:nvSpPr>
            <p:cNvPr id="8491" name="Google Shape;8491;p63"/>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3"/>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3"/>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3"/>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3"/>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3"/>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3"/>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3"/>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3"/>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3"/>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3"/>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3"/>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3"/>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3"/>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3"/>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3"/>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3"/>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3"/>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3"/>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3"/>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3"/>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3"/>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63"/>
          <p:cNvGrpSpPr/>
          <p:nvPr/>
        </p:nvGrpSpPr>
        <p:grpSpPr>
          <a:xfrm>
            <a:off x="2624253" y="2720721"/>
            <a:ext cx="365793" cy="361152"/>
            <a:chOff x="2616191" y="2890461"/>
            <a:chExt cx="365793" cy="361152"/>
          </a:xfrm>
        </p:grpSpPr>
        <p:sp>
          <p:nvSpPr>
            <p:cNvPr id="8514" name="Google Shape;8514;p63"/>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3"/>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3"/>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3"/>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3"/>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3"/>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3"/>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3"/>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3"/>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63"/>
          <p:cNvGrpSpPr/>
          <p:nvPr/>
        </p:nvGrpSpPr>
        <p:grpSpPr>
          <a:xfrm>
            <a:off x="3058022" y="1776121"/>
            <a:ext cx="402940" cy="388536"/>
            <a:chOff x="3049959" y="1945861"/>
            <a:chExt cx="402940" cy="388536"/>
          </a:xfrm>
        </p:grpSpPr>
        <p:sp>
          <p:nvSpPr>
            <p:cNvPr id="8526" name="Google Shape;8526;p63"/>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3"/>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3"/>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3"/>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3"/>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3"/>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63"/>
          <p:cNvGrpSpPr/>
          <p:nvPr/>
        </p:nvGrpSpPr>
        <p:grpSpPr>
          <a:xfrm>
            <a:off x="2491088" y="4098940"/>
            <a:ext cx="202428" cy="349114"/>
            <a:chOff x="2483025" y="4268679"/>
            <a:chExt cx="202428" cy="349114"/>
          </a:xfrm>
        </p:grpSpPr>
        <p:sp>
          <p:nvSpPr>
            <p:cNvPr id="8533" name="Google Shape;8533;p63"/>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3"/>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3"/>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3"/>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3"/>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3"/>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63"/>
          <p:cNvGrpSpPr/>
          <p:nvPr/>
        </p:nvGrpSpPr>
        <p:grpSpPr>
          <a:xfrm>
            <a:off x="870569" y="2716244"/>
            <a:ext cx="329590" cy="365000"/>
            <a:chOff x="862507" y="2885984"/>
            <a:chExt cx="329590" cy="365000"/>
          </a:xfrm>
        </p:grpSpPr>
        <p:sp>
          <p:nvSpPr>
            <p:cNvPr id="8540" name="Google Shape;8540;p63"/>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3"/>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3"/>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3"/>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3"/>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3"/>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3"/>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63"/>
          <p:cNvGrpSpPr/>
          <p:nvPr/>
        </p:nvGrpSpPr>
        <p:grpSpPr>
          <a:xfrm>
            <a:off x="3090138" y="2702065"/>
            <a:ext cx="318884" cy="379807"/>
            <a:chOff x="3082075" y="2871805"/>
            <a:chExt cx="318884" cy="379807"/>
          </a:xfrm>
        </p:grpSpPr>
        <p:sp>
          <p:nvSpPr>
            <p:cNvPr id="8548" name="Google Shape;8548;p63"/>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3"/>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3"/>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3"/>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3"/>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3"/>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3"/>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3"/>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3"/>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3"/>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3"/>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3"/>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3"/>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3"/>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3"/>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3"/>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3"/>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3"/>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3"/>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3"/>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63"/>
          <p:cNvGrpSpPr/>
          <p:nvPr/>
        </p:nvGrpSpPr>
        <p:grpSpPr>
          <a:xfrm>
            <a:off x="2602843" y="1346755"/>
            <a:ext cx="410187" cy="324244"/>
            <a:chOff x="2594780" y="1516494"/>
            <a:chExt cx="410187" cy="324244"/>
          </a:xfrm>
        </p:grpSpPr>
        <p:sp>
          <p:nvSpPr>
            <p:cNvPr id="8569" name="Google Shape;8569;p63"/>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3"/>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3"/>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3"/>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3"/>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3"/>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3"/>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3"/>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63"/>
          <p:cNvGrpSpPr/>
          <p:nvPr/>
        </p:nvGrpSpPr>
        <p:grpSpPr>
          <a:xfrm>
            <a:off x="1751027" y="1333220"/>
            <a:ext cx="333692" cy="333363"/>
            <a:chOff x="1742965" y="1502959"/>
            <a:chExt cx="333692" cy="333363"/>
          </a:xfrm>
        </p:grpSpPr>
        <p:sp>
          <p:nvSpPr>
            <p:cNvPr id="8578" name="Google Shape;8578;p63"/>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3"/>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3"/>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3"/>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63"/>
          <p:cNvGrpSpPr/>
          <p:nvPr/>
        </p:nvGrpSpPr>
        <p:grpSpPr>
          <a:xfrm>
            <a:off x="3059594" y="1347069"/>
            <a:ext cx="390034" cy="296545"/>
            <a:chOff x="3051531" y="1516809"/>
            <a:chExt cx="390034" cy="296545"/>
          </a:xfrm>
        </p:grpSpPr>
        <p:sp>
          <p:nvSpPr>
            <p:cNvPr id="8583" name="Google Shape;8583;p63"/>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3"/>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3"/>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3"/>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3"/>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3"/>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3"/>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3"/>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3"/>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3"/>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3"/>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3"/>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3"/>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3"/>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3"/>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63"/>
          <p:cNvGrpSpPr/>
          <p:nvPr/>
        </p:nvGrpSpPr>
        <p:grpSpPr>
          <a:xfrm>
            <a:off x="3522963" y="1319280"/>
            <a:ext cx="354145" cy="351869"/>
            <a:chOff x="3514900" y="1489020"/>
            <a:chExt cx="354145" cy="351869"/>
          </a:xfrm>
        </p:grpSpPr>
        <p:sp>
          <p:nvSpPr>
            <p:cNvPr id="8599" name="Google Shape;8599;p63"/>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3"/>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3"/>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3"/>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3"/>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3"/>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3"/>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3"/>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3"/>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3"/>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3"/>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3"/>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3"/>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3"/>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3"/>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3"/>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3"/>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3"/>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3"/>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3"/>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3"/>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3"/>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63"/>
          <p:cNvGrpSpPr/>
          <p:nvPr/>
        </p:nvGrpSpPr>
        <p:grpSpPr>
          <a:xfrm>
            <a:off x="3074387" y="3180706"/>
            <a:ext cx="346598" cy="333183"/>
            <a:chOff x="3066324" y="3350446"/>
            <a:chExt cx="346598" cy="333183"/>
          </a:xfrm>
        </p:grpSpPr>
        <p:sp>
          <p:nvSpPr>
            <p:cNvPr id="8622" name="Google Shape;8622;p63"/>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3"/>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3"/>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3"/>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3"/>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3"/>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3"/>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3"/>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3"/>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3"/>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63"/>
          <p:cNvGrpSpPr/>
          <p:nvPr/>
        </p:nvGrpSpPr>
        <p:grpSpPr>
          <a:xfrm>
            <a:off x="1290817" y="1782350"/>
            <a:ext cx="363278" cy="363338"/>
            <a:chOff x="1282755" y="1952089"/>
            <a:chExt cx="363278" cy="363338"/>
          </a:xfrm>
        </p:grpSpPr>
        <p:sp>
          <p:nvSpPr>
            <p:cNvPr id="8633" name="Google Shape;8633;p63"/>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3"/>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3"/>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3"/>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3"/>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3"/>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3"/>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63"/>
          <p:cNvGrpSpPr/>
          <p:nvPr/>
        </p:nvGrpSpPr>
        <p:grpSpPr>
          <a:xfrm>
            <a:off x="3518156" y="2739542"/>
            <a:ext cx="355133" cy="343574"/>
            <a:chOff x="3510094" y="2909281"/>
            <a:chExt cx="355133" cy="343574"/>
          </a:xfrm>
        </p:grpSpPr>
        <p:sp>
          <p:nvSpPr>
            <p:cNvPr id="8641" name="Google Shape;8641;p63"/>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3"/>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3"/>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3"/>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3"/>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3"/>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3"/>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3"/>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3"/>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3"/>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3"/>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3"/>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3"/>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4" name="Google Shape;8654;p63"/>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5" name="Google Shape;8655;p63"/>
          <p:cNvGrpSpPr/>
          <p:nvPr/>
        </p:nvGrpSpPr>
        <p:grpSpPr>
          <a:xfrm>
            <a:off x="2171904" y="1337232"/>
            <a:ext cx="382787" cy="331566"/>
            <a:chOff x="2163842" y="1506972"/>
            <a:chExt cx="382787" cy="331566"/>
          </a:xfrm>
        </p:grpSpPr>
        <p:sp>
          <p:nvSpPr>
            <p:cNvPr id="8656" name="Google Shape;8656;p63"/>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3"/>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3"/>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3"/>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3"/>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3"/>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3"/>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3"/>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63"/>
          <p:cNvGrpSpPr/>
          <p:nvPr/>
        </p:nvGrpSpPr>
        <p:grpSpPr>
          <a:xfrm>
            <a:off x="1746940" y="3179913"/>
            <a:ext cx="357918" cy="350536"/>
            <a:chOff x="1738877" y="3349652"/>
            <a:chExt cx="357918" cy="350536"/>
          </a:xfrm>
        </p:grpSpPr>
        <p:sp>
          <p:nvSpPr>
            <p:cNvPr id="8665" name="Google Shape;8665;p63"/>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3"/>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3"/>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3"/>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3"/>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3"/>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3"/>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3"/>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3"/>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3"/>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3"/>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3"/>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3"/>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3"/>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3"/>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3"/>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3"/>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3"/>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63"/>
          <p:cNvGrpSpPr/>
          <p:nvPr/>
        </p:nvGrpSpPr>
        <p:grpSpPr>
          <a:xfrm>
            <a:off x="1979882" y="4107115"/>
            <a:ext cx="383281" cy="333947"/>
            <a:chOff x="1971819" y="4276854"/>
            <a:chExt cx="383281" cy="333947"/>
          </a:xfrm>
        </p:grpSpPr>
        <p:sp>
          <p:nvSpPr>
            <p:cNvPr id="8684" name="Google Shape;8684;p63"/>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3"/>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3"/>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3"/>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3"/>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3"/>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3"/>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3"/>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3"/>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3"/>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63"/>
          <p:cNvGrpSpPr/>
          <p:nvPr/>
        </p:nvGrpSpPr>
        <p:grpSpPr>
          <a:xfrm>
            <a:off x="1833181" y="2716080"/>
            <a:ext cx="175987" cy="361391"/>
            <a:chOff x="1825119" y="2885819"/>
            <a:chExt cx="175987" cy="361391"/>
          </a:xfrm>
        </p:grpSpPr>
        <p:sp>
          <p:nvSpPr>
            <p:cNvPr id="8695" name="Google Shape;8695;p63"/>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3"/>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3"/>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3"/>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3"/>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3"/>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3"/>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3"/>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3"/>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3"/>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63"/>
          <p:cNvGrpSpPr/>
          <p:nvPr/>
        </p:nvGrpSpPr>
        <p:grpSpPr>
          <a:xfrm>
            <a:off x="3512886" y="3236104"/>
            <a:ext cx="369896" cy="226339"/>
            <a:chOff x="3504824" y="3405844"/>
            <a:chExt cx="369896" cy="226339"/>
          </a:xfrm>
        </p:grpSpPr>
        <p:sp>
          <p:nvSpPr>
            <p:cNvPr id="8706" name="Google Shape;8706;p63"/>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3"/>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3"/>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3"/>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3"/>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3"/>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3"/>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3"/>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3"/>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3"/>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3"/>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3"/>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3"/>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3"/>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3"/>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3"/>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63"/>
          <p:cNvGrpSpPr/>
          <p:nvPr/>
        </p:nvGrpSpPr>
        <p:grpSpPr>
          <a:xfrm>
            <a:off x="1303724" y="3649855"/>
            <a:ext cx="345640" cy="342900"/>
            <a:chOff x="1295661" y="3819594"/>
            <a:chExt cx="345640" cy="342900"/>
          </a:xfrm>
        </p:grpSpPr>
        <p:sp>
          <p:nvSpPr>
            <p:cNvPr id="8723" name="Google Shape;8723;p63"/>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3"/>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3"/>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3"/>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3"/>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3"/>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3"/>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3"/>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3"/>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3"/>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3"/>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3"/>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3"/>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3"/>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3"/>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63"/>
          <p:cNvGrpSpPr/>
          <p:nvPr/>
        </p:nvGrpSpPr>
        <p:grpSpPr>
          <a:xfrm>
            <a:off x="3494635" y="2263730"/>
            <a:ext cx="379328" cy="281738"/>
            <a:chOff x="3486572" y="2433470"/>
            <a:chExt cx="379328" cy="281738"/>
          </a:xfrm>
        </p:grpSpPr>
        <p:sp>
          <p:nvSpPr>
            <p:cNvPr id="8741" name="Google Shape;8741;p63"/>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3"/>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3"/>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3"/>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3"/>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3"/>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8" name="Google Shape;8748;p63"/>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9" name="Google Shape;8749;p63"/>
          <p:cNvGrpSpPr/>
          <p:nvPr/>
        </p:nvGrpSpPr>
        <p:grpSpPr>
          <a:xfrm>
            <a:off x="4005212" y="3159894"/>
            <a:ext cx="270733" cy="355762"/>
            <a:chOff x="3997149" y="3329634"/>
            <a:chExt cx="270733" cy="355762"/>
          </a:xfrm>
        </p:grpSpPr>
        <p:sp>
          <p:nvSpPr>
            <p:cNvPr id="8750" name="Google Shape;8750;p63"/>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3"/>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3"/>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3"/>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3"/>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3"/>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3"/>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3"/>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3"/>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3"/>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3"/>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3"/>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3"/>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3"/>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3"/>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3"/>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3"/>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3"/>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3"/>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3"/>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3"/>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63"/>
          <p:cNvGrpSpPr/>
          <p:nvPr/>
        </p:nvGrpSpPr>
        <p:grpSpPr>
          <a:xfrm>
            <a:off x="3962406" y="2729615"/>
            <a:ext cx="345655" cy="343529"/>
            <a:chOff x="3954343" y="2899354"/>
            <a:chExt cx="345655" cy="343529"/>
          </a:xfrm>
        </p:grpSpPr>
        <p:sp>
          <p:nvSpPr>
            <p:cNvPr id="8772" name="Google Shape;8772;p63"/>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3"/>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3"/>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3"/>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3"/>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3"/>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3"/>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3"/>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3"/>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63"/>
          <p:cNvGrpSpPr/>
          <p:nvPr/>
        </p:nvGrpSpPr>
        <p:grpSpPr>
          <a:xfrm>
            <a:off x="2174105" y="3181605"/>
            <a:ext cx="369566" cy="349803"/>
            <a:chOff x="2166043" y="3351344"/>
            <a:chExt cx="369566" cy="349803"/>
          </a:xfrm>
        </p:grpSpPr>
        <p:sp>
          <p:nvSpPr>
            <p:cNvPr id="8785" name="Google Shape;8785;p63"/>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3"/>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3"/>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3"/>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3"/>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3"/>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3"/>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3"/>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3"/>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63"/>
          <p:cNvGrpSpPr/>
          <p:nvPr/>
        </p:nvGrpSpPr>
        <p:grpSpPr>
          <a:xfrm>
            <a:off x="2627712" y="3182593"/>
            <a:ext cx="365793" cy="329275"/>
            <a:chOff x="2619649" y="3352332"/>
            <a:chExt cx="365793" cy="329275"/>
          </a:xfrm>
        </p:grpSpPr>
        <p:sp>
          <p:nvSpPr>
            <p:cNvPr id="8795" name="Google Shape;8795;p63"/>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3"/>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3"/>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3"/>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3"/>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3"/>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3"/>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63"/>
          <p:cNvGrpSpPr/>
          <p:nvPr/>
        </p:nvGrpSpPr>
        <p:grpSpPr>
          <a:xfrm>
            <a:off x="1304197" y="1345501"/>
            <a:ext cx="340624" cy="351944"/>
            <a:chOff x="1293760" y="1498228"/>
            <a:chExt cx="340624" cy="351944"/>
          </a:xfrm>
        </p:grpSpPr>
        <p:sp>
          <p:nvSpPr>
            <p:cNvPr id="8806" name="Google Shape;8806;p63"/>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3"/>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3"/>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3"/>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3"/>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3"/>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3"/>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3"/>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3"/>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63"/>
          <p:cNvGrpSpPr/>
          <p:nvPr/>
        </p:nvGrpSpPr>
        <p:grpSpPr>
          <a:xfrm>
            <a:off x="857663" y="1782335"/>
            <a:ext cx="406713" cy="383745"/>
            <a:chOff x="849601" y="1952074"/>
            <a:chExt cx="406713" cy="383745"/>
          </a:xfrm>
        </p:grpSpPr>
        <p:sp>
          <p:nvSpPr>
            <p:cNvPr id="8821" name="Google Shape;8821;p63"/>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3"/>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3"/>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3"/>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3"/>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3"/>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3"/>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63"/>
          <p:cNvGrpSpPr/>
          <p:nvPr/>
        </p:nvGrpSpPr>
        <p:grpSpPr>
          <a:xfrm>
            <a:off x="2261934" y="2723626"/>
            <a:ext cx="203985" cy="355417"/>
            <a:chOff x="2253871" y="2893365"/>
            <a:chExt cx="203985" cy="355417"/>
          </a:xfrm>
        </p:grpSpPr>
        <p:sp>
          <p:nvSpPr>
            <p:cNvPr id="8829" name="Google Shape;8829;p63"/>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3"/>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3"/>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3"/>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3"/>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3"/>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3"/>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3"/>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3"/>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3"/>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3"/>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63"/>
          <p:cNvGrpSpPr/>
          <p:nvPr/>
        </p:nvGrpSpPr>
        <p:grpSpPr>
          <a:xfrm>
            <a:off x="2199603" y="2238861"/>
            <a:ext cx="308823" cy="342571"/>
            <a:chOff x="2191541" y="2408601"/>
            <a:chExt cx="308823" cy="342571"/>
          </a:xfrm>
        </p:grpSpPr>
        <p:sp>
          <p:nvSpPr>
            <p:cNvPr id="8841" name="Google Shape;8841;p63"/>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3"/>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3"/>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3"/>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3"/>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3"/>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3"/>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3"/>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3"/>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3"/>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3"/>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3"/>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63"/>
          <p:cNvGrpSpPr/>
          <p:nvPr/>
        </p:nvGrpSpPr>
        <p:grpSpPr>
          <a:xfrm>
            <a:off x="855462" y="1333848"/>
            <a:ext cx="342496" cy="341553"/>
            <a:chOff x="847400" y="1503588"/>
            <a:chExt cx="342496" cy="341553"/>
          </a:xfrm>
        </p:grpSpPr>
        <p:sp>
          <p:nvSpPr>
            <p:cNvPr id="8855" name="Google Shape;8855;p63"/>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3"/>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3"/>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3"/>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3"/>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3"/>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3"/>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3"/>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3"/>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3"/>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3"/>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3"/>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3"/>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3"/>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3"/>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3"/>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3"/>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3"/>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3"/>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3"/>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63"/>
          <p:cNvGrpSpPr/>
          <p:nvPr/>
        </p:nvGrpSpPr>
        <p:grpSpPr>
          <a:xfrm>
            <a:off x="1338026" y="2729929"/>
            <a:ext cx="280495" cy="361077"/>
            <a:chOff x="1329963" y="2899669"/>
            <a:chExt cx="280495" cy="361077"/>
          </a:xfrm>
        </p:grpSpPr>
        <p:sp>
          <p:nvSpPr>
            <p:cNvPr id="8876" name="Google Shape;8876;p63"/>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3"/>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3"/>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3"/>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3"/>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3"/>
          <p:cNvGrpSpPr/>
          <p:nvPr/>
        </p:nvGrpSpPr>
        <p:grpSpPr>
          <a:xfrm>
            <a:off x="945492" y="3631169"/>
            <a:ext cx="195496" cy="343439"/>
            <a:chOff x="937429" y="3800908"/>
            <a:chExt cx="195496" cy="343439"/>
          </a:xfrm>
        </p:grpSpPr>
        <p:sp>
          <p:nvSpPr>
            <p:cNvPr id="8884" name="Google Shape;8884;p63"/>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3"/>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3"/>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3"/>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3"/>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3"/>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3"/>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3"/>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3"/>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3"/>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3"/>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3"/>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3"/>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63"/>
          <p:cNvGrpSpPr/>
          <p:nvPr/>
        </p:nvGrpSpPr>
        <p:grpSpPr>
          <a:xfrm>
            <a:off x="2695722" y="3640916"/>
            <a:ext cx="365164" cy="342511"/>
            <a:chOff x="2611459" y="3810655"/>
            <a:chExt cx="365164" cy="342511"/>
          </a:xfrm>
        </p:grpSpPr>
        <p:sp>
          <p:nvSpPr>
            <p:cNvPr id="8898" name="Google Shape;8898;p63"/>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3"/>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3"/>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3"/>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3"/>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3"/>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3"/>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3"/>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3"/>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3"/>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3"/>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3"/>
          <p:cNvGrpSpPr/>
          <p:nvPr/>
        </p:nvGrpSpPr>
        <p:grpSpPr>
          <a:xfrm>
            <a:off x="3960519" y="1354540"/>
            <a:ext cx="370195" cy="300154"/>
            <a:chOff x="3952456" y="1524280"/>
            <a:chExt cx="370195" cy="300154"/>
          </a:xfrm>
        </p:grpSpPr>
        <p:sp>
          <p:nvSpPr>
            <p:cNvPr id="8910" name="Google Shape;8910;p63"/>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3"/>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3"/>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3"/>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3"/>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3"/>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6" name="Google Shape;8916;p63"/>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8917" name="Google Shape;8917;p63"/>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21" name="Shape 8921"/>
        <p:cNvGrpSpPr/>
        <p:nvPr/>
      </p:nvGrpSpPr>
      <p:grpSpPr>
        <a:xfrm>
          <a:off x="0" y="0"/>
          <a:ext cx="0" cy="0"/>
          <a:chOff x="0" y="0"/>
          <a:chExt cx="0" cy="0"/>
        </a:xfrm>
      </p:grpSpPr>
      <p:grpSp>
        <p:nvGrpSpPr>
          <p:cNvPr id="8922" name="Google Shape;8922;p64"/>
          <p:cNvGrpSpPr/>
          <p:nvPr/>
        </p:nvGrpSpPr>
        <p:grpSpPr>
          <a:xfrm>
            <a:off x="894207" y="1345785"/>
            <a:ext cx="257112" cy="362808"/>
            <a:chOff x="908482" y="1502585"/>
            <a:chExt cx="257112" cy="362808"/>
          </a:xfrm>
        </p:grpSpPr>
        <p:sp>
          <p:nvSpPr>
            <p:cNvPr id="8923" name="Google Shape;8923;p64"/>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4"/>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4"/>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4"/>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4"/>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4"/>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4"/>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4"/>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4"/>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4"/>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4"/>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4"/>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4"/>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4"/>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4"/>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4"/>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4"/>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4"/>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4"/>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4"/>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64"/>
          <p:cNvGrpSpPr/>
          <p:nvPr/>
        </p:nvGrpSpPr>
        <p:grpSpPr>
          <a:xfrm>
            <a:off x="1289262" y="1345916"/>
            <a:ext cx="362939" cy="362677"/>
            <a:chOff x="1303537" y="1502716"/>
            <a:chExt cx="362939" cy="362677"/>
          </a:xfrm>
        </p:grpSpPr>
        <p:sp>
          <p:nvSpPr>
            <p:cNvPr id="8944" name="Google Shape;8944;p64"/>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4"/>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4"/>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4"/>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4"/>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4"/>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4"/>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4"/>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4"/>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4"/>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4"/>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64"/>
          <p:cNvGrpSpPr/>
          <p:nvPr/>
        </p:nvGrpSpPr>
        <p:grpSpPr>
          <a:xfrm>
            <a:off x="1737626" y="1345916"/>
            <a:ext cx="362677" cy="362677"/>
            <a:chOff x="1751901" y="1502716"/>
            <a:chExt cx="362677" cy="362677"/>
          </a:xfrm>
        </p:grpSpPr>
        <p:sp>
          <p:nvSpPr>
            <p:cNvPr id="8956" name="Google Shape;8956;p64"/>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4"/>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4"/>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4"/>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4"/>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4"/>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4"/>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4"/>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4"/>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4"/>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4"/>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4"/>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4"/>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4"/>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4"/>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4"/>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4"/>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4"/>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4"/>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64"/>
          <p:cNvGrpSpPr/>
          <p:nvPr/>
        </p:nvGrpSpPr>
        <p:grpSpPr>
          <a:xfrm>
            <a:off x="3080903" y="1345916"/>
            <a:ext cx="334290" cy="362677"/>
            <a:chOff x="3095178" y="1502716"/>
            <a:chExt cx="334290" cy="362677"/>
          </a:xfrm>
        </p:grpSpPr>
        <p:sp>
          <p:nvSpPr>
            <p:cNvPr id="8976" name="Google Shape;8976;p64"/>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4"/>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4"/>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4"/>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4"/>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4"/>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4"/>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4"/>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4"/>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4"/>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4"/>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4"/>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4"/>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4"/>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4"/>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4"/>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4"/>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64"/>
          <p:cNvGrpSpPr/>
          <p:nvPr/>
        </p:nvGrpSpPr>
        <p:grpSpPr>
          <a:xfrm>
            <a:off x="3528006" y="1348805"/>
            <a:ext cx="366196" cy="357005"/>
            <a:chOff x="3542281" y="1505605"/>
            <a:chExt cx="366196" cy="357005"/>
          </a:xfrm>
        </p:grpSpPr>
        <p:sp>
          <p:nvSpPr>
            <p:cNvPr id="8994" name="Google Shape;8994;p64"/>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4"/>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4"/>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4"/>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4"/>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4"/>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4"/>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4"/>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4"/>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4"/>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4"/>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4"/>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4"/>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4"/>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4"/>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4"/>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4"/>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4"/>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4"/>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4"/>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4"/>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4"/>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4"/>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4"/>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4"/>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64"/>
          <p:cNvGrpSpPr/>
          <p:nvPr/>
        </p:nvGrpSpPr>
        <p:grpSpPr>
          <a:xfrm>
            <a:off x="1734107" y="3227997"/>
            <a:ext cx="364673" cy="340067"/>
            <a:chOff x="1748382" y="3384797"/>
            <a:chExt cx="364673" cy="340067"/>
          </a:xfrm>
        </p:grpSpPr>
        <p:sp>
          <p:nvSpPr>
            <p:cNvPr id="9020" name="Google Shape;9020;p64"/>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4"/>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4"/>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4"/>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4"/>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4"/>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4"/>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4"/>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4"/>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4"/>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4"/>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4"/>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4"/>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4"/>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4"/>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64"/>
          <p:cNvGrpSpPr/>
          <p:nvPr/>
        </p:nvGrpSpPr>
        <p:grpSpPr>
          <a:xfrm>
            <a:off x="2168368" y="3229520"/>
            <a:ext cx="382030" cy="320451"/>
            <a:chOff x="2182643" y="3386320"/>
            <a:chExt cx="382030" cy="320451"/>
          </a:xfrm>
        </p:grpSpPr>
        <p:sp>
          <p:nvSpPr>
            <p:cNvPr id="9036" name="Google Shape;9036;p64"/>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4"/>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4"/>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4"/>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4"/>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4"/>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4"/>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4"/>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4"/>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4"/>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4"/>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4"/>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4"/>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4"/>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4"/>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64"/>
          <p:cNvGrpSpPr/>
          <p:nvPr/>
        </p:nvGrpSpPr>
        <p:grpSpPr>
          <a:xfrm>
            <a:off x="3070111" y="3232540"/>
            <a:ext cx="353880" cy="330745"/>
            <a:chOff x="3084386" y="3389340"/>
            <a:chExt cx="353880" cy="330745"/>
          </a:xfrm>
        </p:grpSpPr>
        <p:sp>
          <p:nvSpPr>
            <p:cNvPr id="9052" name="Google Shape;9052;p64"/>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4"/>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4"/>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4"/>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4"/>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4"/>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4"/>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4"/>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4"/>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4"/>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4"/>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4"/>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64"/>
          <p:cNvGrpSpPr/>
          <p:nvPr/>
        </p:nvGrpSpPr>
        <p:grpSpPr>
          <a:xfrm>
            <a:off x="849224" y="1814106"/>
            <a:ext cx="347078" cy="364016"/>
            <a:chOff x="863499" y="1970906"/>
            <a:chExt cx="347078" cy="364016"/>
          </a:xfrm>
        </p:grpSpPr>
        <p:sp>
          <p:nvSpPr>
            <p:cNvPr id="9065" name="Google Shape;9065;p64"/>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4"/>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4"/>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4"/>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4"/>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4"/>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4"/>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4"/>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4"/>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4"/>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4"/>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4"/>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4"/>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4"/>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64"/>
          <p:cNvGrpSpPr/>
          <p:nvPr/>
        </p:nvGrpSpPr>
        <p:grpSpPr>
          <a:xfrm>
            <a:off x="1735604" y="1814106"/>
            <a:ext cx="364436" cy="364174"/>
            <a:chOff x="1749879" y="1970906"/>
            <a:chExt cx="364436" cy="364174"/>
          </a:xfrm>
        </p:grpSpPr>
        <p:sp>
          <p:nvSpPr>
            <p:cNvPr id="9080" name="Google Shape;9080;p64"/>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4"/>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4"/>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4"/>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4"/>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4"/>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4"/>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4"/>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4"/>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4"/>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4"/>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4"/>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4"/>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4"/>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64"/>
          <p:cNvGrpSpPr/>
          <p:nvPr/>
        </p:nvGrpSpPr>
        <p:grpSpPr>
          <a:xfrm>
            <a:off x="2172150" y="1819358"/>
            <a:ext cx="396106" cy="353985"/>
            <a:chOff x="2186425" y="1976158"/>
            <a:chExt cx="396106" cy="353985"/>
          </a:xfrm>
        </p:grpSpPr>
        <p:sp>
          <p:nvSpPr>
            <p:cNvPr id="9095" name="Google Shape;9095;p64"/>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4"/>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4"/>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4"/>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4"/>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4"/>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4"/>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64"/>
          <p:cNvGrpSpPr/>
          <p:nvPr/>
        </p:nvGrpSpPr>
        <p:grpSpPr>
          <a:xfrm>
            <a:off x="2644882" y="1860612"/>
            <a:ext cx="319190" cy="271240"/>
            <a:chOff x="2659157" y="2017412"/>
            <a:chExt cx="319190" cy="271240"/>
          </a:xfrm>
        </p:grpSpPr>
        <p:sp>
          <p:nvSpPr>
            <p:cNvPr id="9103" name="Google Shape;9103;p64"/>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4"/>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4"/>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4"/>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4"/>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4"/>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4"/>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4"/>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4"/>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4"/>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4"/>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4"/>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4"/>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4"/>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4"/>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4"/>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4"/>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4"/>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4"/>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4"/>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4"/>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4"/>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4"/>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4"/>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4"/>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4"/>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4"/>
          <p:cNvGrpSpPr/>
          <p:nvPr/>
        </p:nvGrpSpPr>
        <p:grpSpPr>
          <a:xfrm>
            <a:off x="3097500" y="1836716"/>
            <a:ext cx="318928" cy="319217"/>
            <a:chOff x="3111775" y="1993516"/>
            <a:chExt cx="318928" cy="319217"/>
          </a:xfrm>
        </p:grpSpPr>
        <p:sp>
          <p:nvSpPr>
            <p:cNvPr id="9130" name="Google Shape;9130;p64"/>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4"/>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4"/>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4"/>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4"/>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4"/>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4"/>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4"/>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4"/>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4"/>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4"/>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4"/>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4"/>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4"/>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4"/>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4"/>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4"/>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4"/>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4"/>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4"/>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4"/>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4"/>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4"/>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4"/>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4"/>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4"/>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4"/>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4"/>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4"/>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4"/>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64"/>
          <p:cNvGrpSpPr/>
          <p:nvPr/>
        </p:nvGrpSpPr>
        <p:grpSpPr>
          <a:xfrm>
            <a:off x="4009510" y="1813607"/>
            <a:ext cx="288807" cy="355377"/>
            <a:chOff x="4023785" y="1970407"/>
            <a:chExt cx="288807" cy="355377"/>
          </a:xfrm>
        </p:grpSpPr>
        <p:sp>
          <p:nvSpPr>
            <p:cNvPr id="9161" name="Google Shape;9161;p64"/>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4"/>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4"/>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4"/>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4"/>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4"/>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4"/>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4"/>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4"/>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4"/>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4"/>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4"/>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4"/>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4"/>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4"/>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4"/>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4"/>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4"/>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4"/>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4"/>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64"/>
          <p:cNvGrpSpPr/>
          <p:nvPr/>
        </p:nvGrpSpPr>
        <p:grpSpPr>
          <a:xfrm>
            <a:off x="3530265" y="3224163"/>
            <a:ext cx="320188" cy="319269"/>
            <a:chOff x="3544540" y="3380963"/>
            <a:chExt cx="320188" cy="319269"/>
          </a:xfrm>
        </p:grpSpPr>
        <p:sp>
          <p:nvSpPr>
            <p:cNvPr id="9182" name="Google Shape;9182;p64"/>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4"/>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4"/>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4"/>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4"/>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4"/>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4"/>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4"/>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4"/>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4"/>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4"/>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4"/>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4"/>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4"/>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4"/>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4"/>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64"/>
          <p:cNvGrpSpPr/>
          <p:nvPr/>
        </p:nvGrpSpPr>
        <p:grpSpPr>
          <a:xfrm>
            <a:off x="3930362" y="3198034"/>
            <a:ext cx="415696" cy="371605"/>
            <a:chOff x="3944637" y="3354834"/>
            <a:chExt cx="415696" cy="371605"/>
          </a:xfrm>
        </p:grpSpPr>
        <p:sp>
          <p:nvSpPr>
            <p:cNvPr id="9199" name="Google Shape;9199;p64"/>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4"/>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4"/>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4"/>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4"/>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4"/>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4"/>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4"/>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4"/>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4"/>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4"/>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4"/>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4"/>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4"/>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4"/>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4"/>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4"/>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64"/>
          <p:cNvGrpSpPr/>
          <p:nvPr/>
        </p:nvGrpSpPr>
        <p:grpSpPr>
          <a:xfrm>
            <a:off x="1300344" y="3664727"/>
            <a:ext cx="346317" cy="332136"/>
            <a:chOff x="1314619" y="3821527"/>
            <a:chExt cx="346317" cy="332136"/>
          </a:xfrm>
        </p:grpSpPr>
        <p:sp>
          <p:nvSpPr>
            <p:cNvPr id="9217" name="Google Shape;9217;p64"/>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4"/>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4"/>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4"/>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4"/>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4"/>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4"/>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4"/>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64"/>
          <p:cNvGrpSpPr/>
          <p:nvPr/>
        </p:nvGrpSpPr>
        <p:grpSpPr>
          <a:xfrm>
            <a:off x="1736864" y="3634134"/>
            <a:ext cx="386258" cy="380507"/>
            <a:chOff x="1751139" y="3790934"/>
            <a:chExt cx="386258" cy="380507"/>
          </a:xfrm>
        </p:grpSpPr>
        <p:sp>
          <p:nvSpPr>
            <p:cNvPr id="9226" name="Google Shape;9226;p64"/>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4"/>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4"/>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4"/>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4"/>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4"/>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4"/>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4"/>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4"/>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4"/>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4"/>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4"/>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4"/>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4"/>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4"/>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4"/>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64"/>
          <p:cNvGrpSpPr/>
          <p:nvPr/>
        </p:nvGrpSpPr>
        <p:grpSpPr>
          <a:xfrm>
            <a:off x="2175406" y="3664806"/>
            <a:ext cx="395607" cy="318928"/>
            <a:chOff x="2189681" y="3821606"/>
            <a:chExt cx="395607" cy="318928"/>
          </a:xfrm>
        </p:grpSpPr>
        <p:sp>
          <p:nvSpPr>
            <p:cNvPr id="9245" name="Google Shape;9245;p64"/>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4"/>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4"/>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4"/>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4"/>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4"/>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4"/>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4"/>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4"/>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4"/>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4"/>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4"/>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4"/>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4"/>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4"/>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4"/>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4"/>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4"/>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4"/>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4"/>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4"/>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4"/>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4"/>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4"/>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4"/>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4"/>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4"/>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4"/>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4"/>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4"/>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5" name="Google Shape;9275;p64"/>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6" name="Google Shape;9276;p64"/>
          <p:cNvGrpSpPr/>
          <p:nvPr/>
        </p:nvGrpSpPr>
        <p:grpSpPr>
          <a:xfrm>
            <a:off x="1263134" y="1804547"/>
            <a:ext cx="420475" cy="383055"/>
            <a:chOff x="1277409" y="1961347"/>
            <a:chExt cx="420475" cy="383055"/>
          </a:xfrm>
        </p:grpSpPr>
        <p:sp>
          <p:nvSpPr>
            <p:cNvPr id="9277" name="Google Shape;9277;p64"/>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4"/>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4"/>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4"/>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4"/>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4"/>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4"/>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4"/>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4"/>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4"/>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4"/>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4"/>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4"/>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4"/>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4"/>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4"/>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4"/>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4"/>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4"/>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4"/>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4"/>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4"/>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4"/>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4"/>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4"/>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4"/>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4"/>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64"/>
          <p:cNvGrpSpPr/>
          <p:nvPr/>
        </p:nvGrpSpPr>
        <p:grpSpPr>
          <a:xfrm>
            <a:off x="2200800" y="2276019"/>
            <a:ext cx="380008" cy="351648"/>
            <a:chOff x="2215075" y="2432819"/>
            <a:chExt cx="380008" cy="351648"/>
          </a:xfrm>
        </p:grpSpPr>
        <p:sp>
          <p:nvSpPr>
            <p:cNvPr id="9305" name="Google Shape;9305;p64"/>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4"/>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4"/>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4"/>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4"/>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4"/>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4"/>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4"/>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4"/>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4"/>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4"/>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4"/>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4"/>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4"/>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4"/>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4"/>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4"/>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4"/>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4"/>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4"/>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4"/>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4"/>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4"/>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4"/>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4"/>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4"/>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4"/>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4"/>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4"/>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4"/>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4"/>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64"/>
          <p:cNvGrpSpPr/>
          <p:nvPr/>
        </p:nvGrpSpPr>
        <p:grpSpPr>
          <a:xfrm>
            <a:off x="2647141" y="2265542"/>
            <a:ext cx="344059" cy="340671"/>
            <a:chOff x="2661416" y="2422342"/>
            <a:chExt cx="344059" cy="340671"/>
          </a:xfrm>
        </p:grpSpPr>
        <p:sp>
          <p:nvSpPr>
            <p:cNvPr id="9337" name="Google Shape;9337;p64"/>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4"/>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4"/>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4"/>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4"/>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4"/>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4"/>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4"/>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4"/>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4"/>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4"/>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4"/>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4"/>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64"/>
          <p:cNvGrpSpPr/>
          <p:nvPr/>
        </p:nvGrpSpPr>
        <p:grpSpPr>
          <a:xfrm>
            <a:off x="4052235" y="2265542"/>
            <a:ext cx="206876" cy="348470"/>
            <a:chOff x="4066510" y="2422342"/>
            <a:chExt cx="206876" cy="348470"/>
          </a:xfrm>
        </p:grpSpPr>
        <p:sp>
          <p:nvSpPr>
            <p:cNvPr id="9351" name="Google Shape;9351;p64"/>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4"/>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4"/>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4"/>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4"/>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4"/>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4"/>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4"/>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4"/>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4"/>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4"/>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4"/>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3" name="Google Shape;9363;p64"/>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4" name="Google Shape;9364;p64"/>
          <p:cNvGrpSpPr/>
          <p:nvPr/>
        </p:nvGrpSpPr>
        <p:grpSpPr>
          <a:xfrm>
            <a:off x="2603418" y="3660525"/>
            <a:ext cx="420475" cy="326491"/>
            <a:chOff x="2617693" y="3817325"/>
            <a:chExt cx="420475" cy="326491"/>
          </a:xfrm>
        </p:grpSpPr>
        <p:sp>
          <p:nvSpPr>
            <p:cNvPr id="9365" name="Google Shape;9365;p64"/>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4"/>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4"/>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4"/>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4"/>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4"/>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4"/>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4"/>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4"/>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4"/>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4"/>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4"/>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4"/>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4"/>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4"/>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4"/>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4"/>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64"/>
          <p:cNvGrpSpPr/>
          <p:nvPr/>
        </p:nvGrpSpPr>
        <p:grpSpPr>
          <a:xfrm>
            <a:off x="3531026" y="2266723"/>
            <a:ext cx="358134" cy="356637"/>
            <a:chOff x="3545301" y="2423523"/>
            <a:chExt cx="358134" cy="356637"/>
          </a:xfrm>
        </p:grpSpPr>
        <p:sp>
          <p:nvSpPr>
            <p:cNvPr id="9383" name="Google Shape;9383;p64"/>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4"/>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4"/>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4"/>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4"/>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4"/>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4"/>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4"/>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4"/>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64"/>
          <p:cNvGrpSpPr/>
          <p:nvPr/>
        </p:nvGrpSpPr>
        <p:grpSpPr>
          <a:xfrm>
            <a:off x="3517187" y="3667799"/>
            <a:ext cx="377251" cy="324232"/>
            <a:chOff x="3531462" y="3824599"/>
            <a:chExt cx="377251" cy="324232"/>
          </a:xfrm>
        </p:grpSpPr>
        <p:sp>
          <p:nvSpPr>
            <p:cNvPr id="9393" name="Google Shape;9393;p64"/>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4"/>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4"/>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4"/>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4"/>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4"/>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4"/>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4"/>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4"/>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4"/>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4"/>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64"/>
          <p:cNvGrpSpPr/>
          <p:nvPr/>
        </p:nvGrpSpPr>
        <p:grpSpPr>
          <a:xfrm>
            <a:off x="4016311" y="3648446"/>
            <a:ext cx="286523" cy="340566"/>
            <a:chOff x="4030586" y="3805246"/>
            <a:chExt cx="286523" cy="340566"/>
          </a:xfrm>
        </p:grpSpPr>
        <p:sp>
          <p:nvSpPr>
            <p:cNvPr id="9405" name="Google Shape;9405;p64"/>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4"/>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4"/>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4"/>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4"/>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4"/>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4"/>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4"/>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4"/>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4"/>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4"/>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4"/>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4"/>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64"/>
          <p:cNvGrpSpPr/>
          <p:nvPr/>
        </p:nvGrpSpPr>
        <p:grpSpPr>
          <a:xfrm>
            <a:off x="2166609" y="2731919"/>
            <a:ext cx="376752" cy="374468"/>
            <a:chOff x="2180884" y="2888719"/>
            <a:chExt cx="376752" cy="374468"/>
          </a:xfrm>
        </p:grpSpPr>
        <p:sp>
          <p:nvSpPr>
            <p:cNvPr id="9419" name="Google Shape;9419;p64"/>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4"/>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4"/>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4"/>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4"/>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4"/>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4"/>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4"/>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4"/>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4"/>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4"/>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4"/>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4"/>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4"/>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64"/>
          <p:cNvGrpSpPr/>
          <p:nvPr/>
        </p:nvGrpSpPr>
        <p:grpSpPr>
          <a:xfrm>
            <a:off x="3940157" y="2786199"/>
            <a:ext cx="378249" cy="265909"/>
            <a:chOff x="3954432" y="2942999"/>
            <a:chExt cx="378249" cy="265909"/>
          </a:xfrm>
        </p:grpSpPr>
        <p:sp>
          <p:nvSpPr>
            <p:cNvPr id="9434" name="Google Shape;9434;p64"/>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4"/>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4"/>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4"/>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4"/>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4"/>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4"/>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4"/>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4"/>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4"/>
          <p:cNvGrpSpPr/>
          <p:nvPr/>
        </p:nvGrpSpPr>
        <p:grpSpPr>
          <a:xfrm>
            <a:off x="1737862" y="4109808"/>
            <a:ext cx="378512" cy="374756"/>
            <a:chOff x="1752137" y="4266608"/>
            <a:chExt cx="378512" cy="374756"/>
          </a:xfrm>
        </p:grpSpPr>
        <p:sp>
          <p:nvSpPr>
            <p:cNvPr id="9444" name="Google Shape;9444;p64"/>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4"/>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4"/>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4"/>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4"/>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4"/>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4"/>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4"/>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4"/>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4"/>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4"/>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4"/>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4"/>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4"/>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4"/>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4"/>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4"/>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4"/>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4"/>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64"/>
          <p:cNvGrpSpPr/>
          <p:nvPr/>
        </p:nvGrpSpPr>
        <p:grpSpPr>
          <a:xfrm>
            <a:off x="3103513" y="3655746"/>
            <a:ext cx="341065" cy="341065"/>
            <a:chOff x="3117788" y="3812546"/>
            <a:chExt cx="341065" cy="341065"/>
          </a:xfrm>
        </p:grpSpPr>
        <p:sp>
          <p:nvSpPr>
            <p:cNvPr id="9466" name="Google Shape;9466;p64"/>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4"/>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4"/>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4"/>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4"/>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4"/>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64"/>
          <p:cNvGrpSpPr/>
          <p:nvPr/>
        </p:nvGrpSpPr>
        <p:grpSpPr>
          <a:xfrm>
            <a:off x="3980125" y="4143132"/>
            <a:ext cx="338281" cy="322657"/>
            <a:chOff x="3994400" y="4299932"/>
            <a:chExt cx="338281" cy="322657"/>
          </a:xfrm>
        </p:grpSpPr>
        <p:sp>
          <p:nvSpPr>
            <p:cNvPr id="9473" name="Google Shape;9473;p64"/>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4"/>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4"/>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4"/>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4"/>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4"/>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4"/>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4"/>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1" name="Google Shape;9481;p64"/>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4"/>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3" name="Google Shape;9483;p64"/>
          <p:cNvGrpSpPr/>
          <p:nvPr/>
        </p:nvGrpSpPr>
        <p:grpSpPr>
          <a:xfrm>
            <a:off x="3559151" y="1808828"/>
            <a:ext cx="302358" cy="374993"/>
            <a:chOff x="3573426" y="1965628"/>
            <a:chExt cx="302358" cy="374993"/>
          </a:xfrm>
        </p:grpSpPr>
        <p:sp>
          <p:nvSpPr>
            <p:cNvPr id="9484" name="Google Shape;9484;p64"/>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4"/>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4"/>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4"/>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4"/>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4"/>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4"/>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4"/>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4"/>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4"/>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4"/>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4"/>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4"/>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4"/>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4"/>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4"/>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4"/>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4"/>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4"/>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4"/>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4"/>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4"/>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4"/>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4"/>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4"/>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4"/>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4"/>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4"/>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4"/>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4"/>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4"/>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4"/>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4"/>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4"/>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4"/>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4"/>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4"/>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4"/>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4"/>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4"/>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4"/>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4"/>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4"/>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4"/>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4"/>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4"/>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4"/>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64"/>
          <p:cNvGrpSpPr/>
          <p:nvPr/>
        </p:nvGrpSpPr>
        <p:grpSpPr>
          <a:xfrm>
            <a:off x="3499357" y="2751772"/>
            <a:ext cx="355876" cy="331007"/>
            <a:chOff x="3513632" y="2908572"/>
            <a:chExt cx="355876" cy="331007"/>
          </a:xfrm>
        </p:grpSpPr>
        <p:sp>
          <p:nvSpPr>
            <p:cNvPr id="9532" name="Google Shape;9532;p64"/>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4"/>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4"/>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4"/>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4"/>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4"/>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4"/>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4"/>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4"/>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4"/>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4"/>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4"/>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4"/>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4"/>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4"/>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4"/>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64"/>
          <p:cNvGrpSpPr/>
          <p:nvPr/>
        </p:nvGrpSpPr>
        <p:grpSpPr>
          <a:xfrm>
            <a:off x="2679808" y="2731630"/>
            <a:ext cx="235762" cy="374756"/>
            <a:chOff x="2694083" y="2888430"/>
            <a:chExt cx="235762" cy="374756"/>
          </a:xfrm>
        </p:grpSpPr>
        <p:sp>
          <p:nvSpPr>
            <p:cNvPr id="9549" name="Google Shape;9549;p64"/>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4"/>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4"/>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4"/>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4"/>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4"/>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4"/>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4"/>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4"/>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64"/>
          <p:cNvGrpSpPr/>
          <p:nvPr/>
        </p:nvGrpSpPr>
        <p:grpSpPr>
          <a:xfrm>
            <a:off x="857259" y="4143788"/>
            <a:ext cx="357661" cy="311155"/>
            <a:chOff x="871534" y="4300588"/>
            <a:chExt cx="357661" cy="311155"/>
          </a:xfrm>
        </p:grpSpPr>
        <p:sp>
          <p:nvSpPr>
            <p:cNvPr id="9559" name="Google Shape;9559;p64"/>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4"/>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4"/>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4"/>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4"/>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4"/>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4"/>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4"/>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4"/>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4"/>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4"/>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4"/>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4"/>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4"/>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4"/>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4"/>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4"/>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4"/>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4"/>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4"/>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4"/>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64"/>
          <p:cNvGrpSpPr/>
          <p:nvPr/>
        </p:nvGrpSpPr>
        <p:grpSpPr>
          <a:xfrm>
            <a:off x="901744" y="3664806"/>
            <a:ext cx="250100" cy="336785"/>
            <a:chOff x="916019" y="3821606"/>
            <a:chExt cx="250100" cy="336785"/>
          </a:xfrm>
        </p:grpSpPr>
        <p:sp>
          <p:nvSpPr>
            <p:cNvPr id="9581" name="Google Shape;9581;p64"/>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4"/>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4"/>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4"/>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4"/>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4"/>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4"/>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4"/>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4"/>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4"/>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4"/>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4"/>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4"/>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64"/>
          <p:cNvGrpSpPr/>
          <p:nvPr/>
        </p:nvGrpSpPr>
        <p:grpSpPr>
          <a:xfrm>
            <a:off x="835411" y="2752770"/>
            <a:ext cx="374730" cy="332504"/>
            <a:chOff x="849686" y="2909570"/>
            <a:chExt cx="374730" cy="332504"/>
          </a:xfrm>
        </p:grpSpPr>
        <p:sp>
          <p:nvSpPr>
            <p:cNvPr id="9595" name="Google Shape;9595;p64"/>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4"/>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4"/>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4"/>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4"/>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4"/>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4"/>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4"/>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4"/>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4"/>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4"/>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64"/>
          <p:cNvGrpSpPr/>
          <p:nvPr/>
        </p:nvGrpSpPr>
        <p:grpSpPr>
          <a:xfrm>
            <a:off x="1721292" y="2263441"/>
            <a:ext cx="417718" cy="372866"/>
            <a:chOff x="1735567" y="2420241"/>
            <a:chExt cx="417718" cy="372866"/>
          </a:xfrm>
        </p:grpSpPr>
        <p:sp>
          <p:nvSpPr>
            <p:cNvPr id="9607" name="Google Shape;9607;p64"/>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4"/>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4"/>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4"/>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4"/>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4"/>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4"/>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4"/>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4"/>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4"/>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4"/>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4"/>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64"/>
          <p:cNvGrpSpPr/>
          <p:nvPr/>
        </p:nvGrpSpPr>
        <p:grpSpPr>
          <a:xfrm>
            <a:off x="3585043" y="4142790"/>
            <a:ext cx="251098" cy="309028"/>
            <a:chOff x="3599318" y="4299590"/>
            <a:chExt cx="251098" cy="309028"/>
          </a:xfrm>
        </p:grpSpPr>
        <p:sp>
          <p:nvSpPr>
            <p:cNvPr id="9620" name="Google Shape;9620;p64"/>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4"/>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4"/>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4"/>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4"/>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4"/>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64"/>
          <p:cNvGrpSpPr/>
          <p:nvPr/>
        </p:nvGrpSpPr>
        <p:grpSpPr>
          <a:xfrm>
            <a:off x="3091723" y="2276440"/>
            <a:ext cx="345818" cy="345056"/>
            <a:chOff x="3105998" y="2433240"/>
            <a:chExt cx="345818" cy="345056"/>
          </a:xfrm>
        </p:grpSpPr>
        <p:sp>
          <p:nvSpPr>
            <p:cNvPr id="9627" name="Google Shape;9627;p64"/>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4"/>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4"/>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4"/>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4"/>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4"/>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4"/>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4"/>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4"/>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4"/>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4"/>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64"/>
          <p:cNvGrpSpPr/>
          <p:nvPr/>
        </p:nvGrpSpPr>
        <p:grpSpPr>
          <a:xfrm>
            <a:off x="1723051" y="2743973"/>
            <a:ext cx="374730" cy="350361"/>
            <a:chOff x="1737326" y="2900773"/>
            <a:chExt cx="374730" cy="350361"/>
          </a:xfrm>
        </p:grpSpPr>
        <p:sp>
          <p:nvSpPr>
            <p:cNvPr id="9639" name="Google Shape;9639;p64"/>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4"/>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4"/>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4"/>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4"/>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4"/>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4"/>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4"/>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4"/>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4"/>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4"/>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4"/>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4"/>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4"/>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4"/>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4"/>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4"/>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64"/>
          <p:cNvGrpSpPr/>
          <p:nvPr/>
        </p:nvGrpSpPr>
        <p:grpSpPr>
          <a:xfrm>
            <a:off x="3986401" y="1422596"/>
            <a:ext cx="327226" cy="211603"/>
            <a:chOff x="4000676" y="1579396"/>
            <a:chExt cx="327226" cy="211603"/>
          </a:xfrm>
        </p:grpSpPr>
        <p:sp>
          <p:nvSpPr>
            <p:cNvPr id="9657" name="Google Shape;9657;p64"/>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4"/>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4"/>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4"/>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4"/>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4"/>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4"/>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4"/>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4"/>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4"/>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4"/>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4"/>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4"/>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4"/>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4"/>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4"/>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64"/>
          <p:cNvGrpSpPr/>
          <p:nvPr/>
        </p:nvGrpSpPr>
        <p:grpSpPr>
          <a:xfrm>
            <a:off x="2621248" y="1358784"/>
            <a:ext cx="371054" cy="336469"/>
            <a:chOff x="2635523" y="1515584"/>
            <a:chExt cx="371054" cy="336469"/>
          </a:xfrm>
        </p:grpSpPr>
        <p:sp>
          <p:nvSpPr>
            <p:cNvPr id="9674" name="Google Shape;9674;p64"/>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4"/>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4"/>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4"/>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4"/>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4"/>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4"/>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64"/>
          <p:cNvGrpSpPr/>
          <p:nvPr/>
        </p:nvGrpSpPr>
        <p:grpSpPr>
          <a:xfrm>
            <a:off x="2217632" y="1363931"/>
            <a:ext cx="311627" cy="326569"/>
            <a:chOff x="2231907" y="1520731"/>
            <a:chExt cx="311627" cy="326569"/>
          </a:xfrm>
        </p:grpSpPr>
        <p:sp>
          <p:nvSpPr>
            <p:cNvPr id="9682" name="Google Shape;9682;p64"/>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4"/>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4"/>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4"/>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4"/>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4"/>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4"/>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4"/>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4"/>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4"/>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64"/>
          <p:cNvGrpSpPr/>
          <p:nvPr/>
        </p:nvGrpSpPr>
        <p:grpSpPr>
          <a:xfrm>
            <a:off x="1325974" y="4144733"/>
            <a:ext cx="311890" cy="304695"/>
            <a:chOff x="1340249" y="4301533"/>
            <a:chExt cx="311890" cy="304695"/>
          </a:xfrm>
        </p:grpSpPr>
        <p:sp>
          <p:nvSpPr>
            <p:cNvPr id="9693" name="Google Shape;9693;p64"/>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4"/>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4"/>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4"/>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4"/>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4"/>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4"/>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4"/>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4"/>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4"/>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4"/>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4"/>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4"/>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4"/>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64"/>
          <p:cNvGrpSpPr/>
          <p:nvPr/>
        </p:nvGrpSpPr>
        <p:grpSpPr>
          <a:xfrm>
            <a:off x="1316415" y="3220224"/>
            <a:ext cx="306874" cy="332268"/>
            <a:chOff x="1330690" y="3377024"/>
            <a:chExt cx="306874" cy="332268"/>
          </a:xfrm>
        </p:grpSpPr>
        <p:sp>
          <p:nvSpPr>
            <p:cNvPr id="9708" name="Google Shape;9708;p64"/>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4"/>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4"/>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4"/>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4"/>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4"/>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4"/>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4"/>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4"/>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4"/>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4"/>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64"/>
          <p:cNvGrpSpPr/>
          <p:nvPr/>
        </p:nvGrpSpPr>
        <p:grpSpPr>
          <a:xfrm>
            <a:off x="2636322" y="3224977"/>
            <a:ext cx="341511" cy="324994"/>
            <a:chOff x="2650597" y="3381777"/>
            <a:chExt cx="341511" cy="324994"/>
          </a:xfrm>
        </p:grpSpPr>
        <p:sp>
          <p:nvSpPr>
            <p:cNvPr id="9728" name="Google Shape;9728;p64"/>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4"/>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4"/>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4"/>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4"/>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4"/>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4"/>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4"/>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4"/>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4"/>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4"/>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4"/>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4"/>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4"/>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4"/>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4"/>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4"/>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4"/>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4"/>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4"/>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4"/>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4"/>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4"/>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4"/>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4"/>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4"/>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4"/>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4"/>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4"/>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4"/>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4"/>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4"/>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4"/>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4"/>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4"/>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4"/>
          <p:cNvGrpSpPr/>
          <p:nvPr/>
        </p:nvGrpSpPr>
        <p:grpSpPr>
          <a:xfrm>
            <a:off x="1281227" y="2280562"/>
            <a:ext cx="402645" cy="323917"/>
            <a:chOff x="1295502" y="2437362"/>
            <a:chExt cx="402645" cy="323917"/>
          </a:xfrm>
        </p:grpSpPr>
        <p:sp>
          <p:nvSpPr>
            <p:cNvPr id="9764" name="Google Shape;9764;p64"/>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4"/>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4"/>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4"/>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4"/>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4"/>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4"/>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4"/>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4"/>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4"/>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4"/>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4"/>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4"/>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4"/>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4"/>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4"/>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64"/>
          <p:cNvGrpSpPr/>
          <p:nvPr/>
        </p:nvGrpSpPr>
        <p:grpSpPr>
          <a:xfrm>
            <a:off x="868315" y="2281560"/>
            <a:ext cx="337310" cy="337047"/>
            <a:chOff x="882590" y="2438360"/>
            <a:chExt cx="337310" cy="337047"/>
          </a:xfrm>
        </p:grpSpPr>
        <p:sp>
          <p:nvSpPr>
            <p:cNvPr id="9781" name="Google Shape;9781;p64"/>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4"/>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4"/>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4"/>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4"/>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4"/>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4"/>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4"/>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4"/>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4"/>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4"/>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4"/>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4"/>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4"/>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4"/>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4"/>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4"/>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4"/>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4"/>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4"/>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4"/>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4"/>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4"/>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4"/>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64"/>
          <p:cNvGrpSpPr/>
          <p:nvPr/>
        </p:nvGrpSpPr>
        <p:grpSpPr>
          <a:xfrm>
            <a:off x="856498" y="3201185"/>
            <a:ext cx="342824" cy="351228"/>
            <a:chOff x="870773" y="3357985"/>
            <a:chExt cx="342824" cy="351228"/>
          </a:xfrm>
        </p:grpSpPr>
        <p:sp>
          <p:nvSpPr>
            <p:cNvPr id="9806" name="Google Shape;9806;p64"/>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4"/>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4"/>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4"/>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4"/>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4"/>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4"/>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4"/>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64"/>
          <p:cNvGrpSpPr/>
          <p:nvPr/>
        </p:nvGrpSpPr>
        <p:grpSpPr>
          <a:xfrm>
            <a:off x="2728809" y="4142790"/>
            <a:ext cx="159372" cy="308896"/>
            <a:chOff x="2743084" y="4299590"/>
            <a:chExt cx="159372" cy="308896"/>
          </a:xfrm>
        </p:grpSpPr>
        <p:sp>
          <p:nvSpPr>
            <p:cNvPr id="9815" name="Google Shape;9815;p64"/>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4"/>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4"/>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4"/>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4"/>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4"/>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4"/>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4"/>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4"/>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4"/>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4"/>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4"/>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4"/>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4"/>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4"/>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64"/>
          <p:cNvGrpSpPr/>
          <p:nvPr/>
        </p:nvGrpSpPr>
        <p:grpSpPr>
          <a:xfrm>
            <a:off x="1279231" y="2782916"/>
            <a:ext cx="374730" cy="272211"/>
            <a:chOff x="1293506" y="2939716"/>
            <a:chExt cx="374730" cy="272211"/>
          </a:xfrm>
        </p:grpSpPr>
        <p:sp>
          <p:nvSpPr>
            <p:cNvPr id="9831" name="Google Shape;9831;p64"/>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4"/>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4"/>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4"/>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4"/>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4"/>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4"/>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4"/>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4"/>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4"/>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4"/>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4"/>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4"/>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4"/>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4"/>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4"/>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4"/>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4"/>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4"/>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4"/>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4"/>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4"/>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4"/>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4"/>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4"/>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4"/>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4"/>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4"/>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4"/>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4"/>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64"/>
          <p:cNvGrpSpPr/>
          <p:nvPr/>
        </p:nvGrpSpPr>
        <p:grpSpPr>
          <a:xfrm>
            <a:off x="2185963" y="4132365"/>
            <a:ext cx="374756" cy="329300"/>
            <a:chOff x="2200238" y="4289165"/>
            <a:chExt cx="374756" cy="329300"/>
          </a:xfrm>
        </p:grpSpPr>
        <p:sp>
          <p:nvSpPr>
            <p:cNvPr id="9862" name="Google Shape;9862;p64"/>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4"/>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4"/>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4"/>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4"/>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4"/>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4"/>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4"/>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4"/>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4"/>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4"/>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4"/>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4"/>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4"/>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4"/>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4"/>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4"/>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4"/>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4"/>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4"/>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4"/>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4"/>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64"/>
          <p:cNvGrpSpPr/>
          <p:nvPr/>
        </p:nvGrpSpPr>
        <p:grpSpPr>
          <a:xfrm>
            <a:off x="3116092" y="4167685"/>
            <a:ext cx="297342" cy="258871"/>
            <a:chOff x="3130367" y="4324485"/>
            <a:chExt cx="297342" cy="258871"/>
          </a:xfrm>
        </p:grpSpPr>
        <p:sp>
          <p:nvSpPr>
            <p:cNvPr id="9885" name="Google Shape;9885;p64"/>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4"/>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4"/>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4"/>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4"/>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4"/>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4"/>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4"/>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4"/>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4"/>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4"/>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4"/>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4"/>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4"/>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4"/>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4"/>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4"/>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4"/>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4"/>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4"/>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4"/>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4"/>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4"/>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64"/>
          <p:cNvGrpSpPr/>
          <p:nvPr/>
        </p:nvGrpSpPr>
        <p:grpSpPr>
          <a:xfrm>
            <a:off x="3046477" y="2746809"/>
            <a:ext cx="390565" cy="359578"/>
            <a:chOff x="3060752" y="2903609"/>
            <a:chExt cx="390565" cy="359578"/>
          </a:xfrm>
        </p:grpSpPr>
        <p:sp>
          <p:nvSpPr>
            <p:cNvPr id="9909" name="Google Shape;9909;p6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4"/>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4"/>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4"/>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4"/>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4"/>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4"/>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4"/>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4"/>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4"/>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4"/>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4"/>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4"/>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4"/>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4"/>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4"/>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4"/>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4"/>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4"/>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4"/>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4"/>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4"/>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4"/>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4"/>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4"/>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4"/>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4"/>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4"/>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4"/>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4"/>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4"/>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64"/>
          <p:cNvGrpSpPr/>
          <p:nvPr/>
        </p:nvGrpSpPr>
        <p:grpSpPr>
          <a:xfrm>
            <a:off x="6216451" y="3658649"/>
            <a:ext cx="364673" cy="339804"/>
            <a:chOff x="6221064" y="3811049"/>
            <a:chExt cx="364673" cy="339804"/>
          </a:xfrm>
        </p:grpSpPr>
        <p:sp>
          <p:nvSpPr>
            <p:cNvPr id="9944" name="Google Shape;9944;p64"/>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4"/>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4"/>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4"/>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4"/>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4"/>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4"/>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4"/>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4"/>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4"/>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4"/>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4"/>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4"/>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4"/>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4"/>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64"/>
          <p:cNvGrpSpPr/>
          <p:nvPr/>
        </p:nvGrpSpPr>
        <p:grpSpPr>
          <a:xfrm>
            <a:off x="5761812" y="4122795"/>
            <a:ext cx="358160" cy="356926"/>
            <a:chOff x="5766424" y="4275195"/>
            <a:chExt cx="358160" cy="356926"/>
          </a:xfrm>
        </p:grpSpPr>
        <p:sp>
          <p:nvSpPr>
            <p:cNvPr id="9960" name="Google Shape;9960;p64"/>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4"/>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4"/>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4"/>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4"/>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4"/>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4"/>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4"/>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4"/>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64"/>
          <p:cNvGrpSpPr/>
          <p:nvPr/>
        </p:nvGrpSpPr>
        <p:grpSpPr>
          <a:xfrm>
            <a:off x="4880448" y="1366388"/>
            <a:ext cx="385786" cy="342588"/>
            <a:chOff x="4885060" y="1518788"/>
            <a:chExt cx="385786" cy="342588"/>
          </a:xfrm>
        </p:grpSpPr>
        <p:sp>
          <p:nvSpPr>
            <p:cNvPr id="9970" name="Google Shape;9970;p64"/>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4"/>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4"/>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4"/>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4"/>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4"/>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4"/>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4"/>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4"/>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4"/>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4"/>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4"/>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4"/>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4"/>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4"/>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4"/>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4"/>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4"/>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4"/>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64"/>
          <p:cNvGrpSpPr/>
          <p:nvPr/>
        </p:nvGrpSpPr>
        <p:grpSpPr>
          <a:xfrm>
            <a:off x="5389865" y="1362133"/>
            <a:ext cx="249076" cy="351096"/>
            <a:chOff x="5394478" y="1514533"/>
            <a:chExt cx="249076" cy="351096"/>
          </a:xfrm>
        </p:grpSpPr>
        <p:sp>
          <p:nvSpPr>
            <p:cNvPr id="9990" name="Google Shape;9990;p64"/>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4"/>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4"/>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4"/>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4"/>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4"/>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4"/>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4"/>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4"/>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4"/>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4"/>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4"/>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4"/>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4"/>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4"/>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4"/>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4"/>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4"/>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4"/>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4"/>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64"/>
          <p:cNvGrpSpPr/>
          <p:nvPr/>
        </p:nvGrpSpPr>
        <p:grpSpPr>
          <a:xfrm>
            <a:off x="5777647" y="1359612"/>
            <a:ext cx="356138" cy="356138"/>
            <a:chOff x="5782259" y="1512012"/>
            <a:chExt cx="356138" cy="356138"/>
          </a:xfrm>
        </p:grpSpPr>
        <p:sp>
          <p:nvSpPr>
            <p:cNvPr id="10011" name="Google Shape;10011;p64"/>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4"/>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4"/>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4"/>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4"/>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4"/>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4"/>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4"/>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4"/>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4"/>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4"/>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64"/>
          <p:cNvGrpSpPr/>
          <p:nvPr/>
        </p:nvGrpSpPr>
        <p:grpSpPr>
          <a:xfrm>
            <a:off x="6224986" y="1365652"/>
            <a:ext cx="343560" cy="343822"/>
            <a:chOff x="6229598" y="1518052"/>
            <a:chExt cx="343560" cy="343822"/>
          </a:xfrm>
        </p:grpSpPr>
        <p:sp>
          <p:nvSpPr>
            <p:cNvPr id="10023" name="Google Shape;10023;p64"/>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4"/>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4"/>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4"/>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4"/>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4"/>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4"/>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4"/>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4"/>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4"/>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4"/>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4"/>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4"/>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4"/>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4"/>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4"/>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4"/>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4"/>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4"/>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64"/>
          <p:cNvGrpSpPr/>
          <p:nvPr/>
        </p:nvGrpSpPr>
        <p:grpSpPr>
          <a:xfrm>
            <a:off x="6665287" y="1353074"/>
            <a:ext cx="345083" cy="369216"/>
            <a:chOff x="6669900" y="1505474"/>
            <a:chExt cx="345083" cy="369216"/>
          </a:xfrm>
        </p:grpSpPr>
        <p:sp>
          <p:nvSpPr>
            <p:cNvPr id="10043" name="Google Shape;10043;p64"/>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4"/>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4"/>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4"/>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4"/>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4"/>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4"/>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4"/>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4"/>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4"/>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4"/>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4"/>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4"/>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4"/>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4"/>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4"/>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4"/>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4"/>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4"/>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4"/>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4"/>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4"/>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64"/>
          <p:cNvGrpSpPr/>
          <p:nvPr/>
        </p:nvGrpSpPr>
        <p:grpSpPr>
          <a:xfrm>
            <a:off x="7112390" y="1365600"/>
            <a:ext cx="333003" cy="344085"/>
            <a:chOff x="7117003" y="1518000"/>
            <a:chExt cx="333003" cy="344085"/>
          </a:xfrm>
        </p:grpSpPr>
        <p:sp>
          <p:nvSpPr>
            <p:cNvPr id="10066" name="Google Shape;10066;p64"/>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4"/>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4"/>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4"/>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4"/>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4"/>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4"/>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4"/>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4"/>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4"/>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4"/>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4"/>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4"/>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4"/>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4"/>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4"/>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4"/>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4"/>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4"/>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4"/>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4"/>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4"/>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4"/>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4"/>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4"/>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4"/>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4"/>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4"/>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4"/>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4"/>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4"/>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4"/>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4"/>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4"/>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4"/>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4"/>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4"/>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4"/>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64"/>
          <p:cNvGrpSpPr/>
          <p:nvPr/>
        </p:nvGrpSpPr>
        <p:grpSpPr>
          <a:xfrm>
            <a:off x="7551431" y="1347559"/>
            <a:ext cx="337283" cy="380192"/>
            <a:chOff x="7556043" y="1499959"/>
            <a:chExt cx="337283" cy="380192"/>
          </a:xfrm>
        </p:grpSpPr>
        <p:sp>
          <p:nvSpPr>
            <p:cNvPr id="10105" name="Google Shape;10105;p64"/>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4"/>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4"/>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4"/>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4"/>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4"/>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4"/>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4"/>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4"/>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4"/>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4"/>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4"/>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4"/>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4"/>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64"/>
          <p:cNvGrpSpPr/>
          <p:nvPr/>
        </p:nvGrpSpPr>
        <p:grpSpPr>
          <a:xfrm>
            <a:off x="4859833" y="3187807"/>
            <a:ext cx="395607" cy="387414"/>
            <a:chOff x="4864446" y="3340207"/>
            <a:chExt cx="395607" cy="387414"/>
          </a:xfrm>
        </p:grpSpPr>
        <p:sp>
          <p:nvSpPr>
            <p:cNvPr id="10120" name="Google Shape;10120;p64"/>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4"/>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4"/>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4"/>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4"/>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4"/>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4"/>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4"/>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4"/>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4"/>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4"/>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4"/>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4"/>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4"/>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4"/>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4"/>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4"/>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4"/>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4"/>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4"/>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4"/>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4"/>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4"/>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4"/>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4"/>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64"/>
          <p:cNvGrpSpPr/>
          <p:nvPr/>
        </p:nvGrpSpPr>
        <p:grpSpPr>
          <a:xfrm>
            <a:off x="5298375" y="3237439"/>
            <a:ext cx="394609" cy="286523"/>
            <a:chOff x="5302988" y="3389839"/>
            <a:chExt cx="394609" cy="286523"/>
          </a:xfrm>
        </p:grpSpPr>
        <p:sp>
          <p:nvSpPr>
            <p:cNvPr id="10146" name="Google Shape;10146;p64"/>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4"/>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4"/>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4"/>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4"/>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4"/>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4"/>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4"/>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4"/>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4"/>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4"/>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4"/>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4"/>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4"/>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4"/>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4"/>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4"/>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4"/>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4"/>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4"/>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4"/>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4"/>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4"/>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4"/>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4"/>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4"/>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4"/>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4"/>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4"/>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4"/>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4"/>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4"/>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4"/>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9" name="Google Shape;10179;p64"/>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0" name="Google Shape;10180;p64"/>
          <p:cNvGrpSpPr/>
          <p:nvPr/>
        </p:nvGrpSpPr>
        <p:grpSpPr>
          <a:xfrm>
            <a:off x="5736419" y="3233657"/>
            <a:ext cx="394609" cy="294585"/>
            <a:chOff x="5741031" y="3386057"/>
            <a:chExt cx="394609" cy="294585"/>
          </a:xfrm>
        </p:grpSpPr>
        <p:sp>
          <p:nvSpPr>
            <p:cNvPr id="10181" name="Google Shape;10181;p64"/>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4"/>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4"/>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4"/>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4"/>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4"/>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4"/>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4"/>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4"/>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4"/>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4"/>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4"/>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4"/>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4"/>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4"/>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4"/>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4"/>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4"/>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4"/>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4"/>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4"/>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4"/>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4"/>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4"/>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4"/>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4"/>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4"/>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4"/>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4"/>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4"/>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1" name="Google Shape;10211;p64"/>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2" name="Google Shape;10212;p64"/>
          <p:cNvGrpSpPr/>
          <p:nvPr/>
        </p:nvGrpSpPr>
        <p:grpSpPr>
          <a:xfrm>
            <a:off x="6174462" y="3216326"/>
            <a:ext cx="394609" cy="328749"/>
            <a:chOff x="6179074" y="3368726"/>
            <a:chExt cx="394609" cy="328749"/>
          </a:xfrm>
        </p:grpSpPr>
        <p:sp>
          <p:nvSpPr>
            <p:cNvPr id="10213" name="Google Shape;10213;p64"/>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4"/>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4"/>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4"/>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4"/>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4"/>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4"/>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4"/>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4"/>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4"/>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4"/>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4"/>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4"/>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4"/>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4"/>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4"/>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4"/>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4"/>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4"/>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4"/>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4"/>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4"/>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4"/>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4"/>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4"/>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4"/>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4"/>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4"/>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4"/>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4"/>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4"/>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4"/>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4"/>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4"/>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4"/>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4"/>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4"/>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4"/>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4"/>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4"/>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4"/>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4"/>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4"/>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4"/>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4"/>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4"/>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4"/>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4"/>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4"/>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4"/>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4"/>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4"/>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4"/>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4"/>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4"/>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4"/>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4"/>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4"/>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4"/>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4"/>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4"/>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4"/>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4"/>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4"/>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4"/>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4"/>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4"/>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4"/>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4"/>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4"/>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4"/>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4"/>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4"/>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4"/>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4"/>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4"/>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4"/>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4"/>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4"/>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4"/>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4"/>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4"/>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4"/>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64"/>
          <p:cNvGrpSpPr/>
          <p:nvPr/>
        </p:nvGrpSpPr>
        <p:grpSpPr>
          <a:xfrm>
            <a:off x="7050311" y="3215328"/>
            <a:ext cx="394583" cy="331007"/>
            <a:chOff x="7054924" y="3367728"/>
            <a:chExt cx="394583" cy="331007"/>
          </a:xfrm>
        </p:grpSpPr>
        <p:sp>
          <p:nvSpPr>
            <p:cNvPr id="10297" name="Google Shape;10297;p64"/>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4"/>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4"/>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4"/>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4"/>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4"/>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4"/>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4"/>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4"/>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4"/>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4"/>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4"/>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4"/>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4"/>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4"/>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64"/>
          <p:cNvGrpSpPr/>
          <p:nvPr/>
        </p:nvGrpSpPr>
        <p:grpSpPr>
          <a:xfrm>
            <a:off x="7488354" y="3209025"/>
            <a:ext cx="394583" cy="343586"/>
            <a:chOff x="7492967" y="3361425"/>
            <a:chExt cx="394583" cy="343586"/>
          </a:xfrm>
        </p:grpSpPr>
        <p:sp>
          <p:nvSpPr>
            <p:cNvPr id="10313" name="Google Shape;10313;p64"/>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4"/>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4"/>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4"/>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4"/>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4"/>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4"/>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4"/>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4"/>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4"/>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4"/>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4"/>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4"/>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4"/>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4"/>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4"/>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4"/>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4"/>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4"/>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4"/>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4"/>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4"/>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4"/>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64"/>
          <p:cNvGrpSpPr/>
          <p:nvPr/>
        </p:nvGrpSpPr>
        <p:grpSpPr>
          <a:xfrm>
            <a:off x="7930914" y="3200754"/>
            <a:ext cx="385287" cy="360156"/>
            <a:chOff x="7935527" y="3353154"/>
            <a:chExt cx="385287" cy="360156"/>
          </a:xfrm>
        </p:grpSpPr>
        <p:sp>
          <p:nvSpPr>
            <p:cNvPr id="10337" name="Google Shape;10337;p64"/>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4"/>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4"/>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4"/>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4"/>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4"/>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4"/>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4"/>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4"/>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4"/>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4"/>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4"/>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64"/>
          <p:cNvGrpSpPr/>
          <p:nvPr/>
        </p:nvGrpSpPr>
        <p:grpSpPr>
          <a:xfrm>
            <a:off x="5315208" y="1833842"/>
            <a:ext cx="348103" cy="348103"/>
            <a:chOff x="5319821" y="1986242"/>
            <a:chExt cx="348103" cy="348103"/>
          </a:xfrm>
        </p:grpSpPr>
        <p:sp>
          <p:nvSpPr>
            <p:cNvPr id="10350" name="Google Shape;10350;p64"/>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4"/>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4"/>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4"/>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4"/>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4"/>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4"/>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4"/>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4"/>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4"/>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4"/>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4"/>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4"/>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4"/>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4"/>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4"/>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4"/>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4"/>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4"/>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4"/>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4"/>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4"/>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4"/>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4"/>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4"/>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4"/>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4"/>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4"/>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4"/>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4"/>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4"/>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4"/>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4"/>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4"/>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4"/>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4"/>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4"/>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64"/>
          <p:cNvGrpSpPr/>
          <p:nvPr/>
        </p:nvGrpSpPr>
        <p:grpSpPr>
          <a:xfrm>
            <a:off x="5761313" y="1824283"/>
            <a:ext cx="348339" cy="348103"/>
            <a:chOff x="5765926" y="1976683"/>
            <a:chExt cx="348339" cy="348103"/>
          </a:xfrm>
        </p:grpSpPr>
        <p:sp>
          <p:nvSpPr>
            <p:cNvPr id="10388" name="Google Shape;10388;p64"/>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4"/>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4"/>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4"/>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4"/>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4"/>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4"/>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4"/>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4"/>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4"/>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4"/>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4"/>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4"/>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4"/>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64"/>
          <p:cNvGrpSpPr/>
          <p:nvPr/>
        </p:nvGrpSpPr>
        <p:grpSpPr>
          <a:xfrm>
            <a:off x="6186778" y="1829089"/>
            <a:ext cx="389068" cy="347787"/>
            <a:chOff x="6191390" y="1981489"/>
            <a:chExt cx="389068" cy="347787"/>
          </a:xfrm>
        </p:grpSpPr>
        <p:sp>
          <p:nvSpPr>
            <p:cNvPr id="10403" name="Google Shape;10403;p64"/>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4"/>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4"/>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4"/>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4"/>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4"/>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4"/>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64"/>
          <p:cNvGrpSpPr/>
          <p:nvPr/>
        </p:nvGrpSpPr>
        <p:grpSpPr>
          <a:xfrm>
            <a:off x="6653234" y="1855191"/>
            <a:ext cx="348103" cy="295714"/>
            <a:chOff x="6657846" y="2007591"/>
            <a:chExt cx="348103" cy="295714"/>
          </a:xfrm>
        </p:grpSpPr>
        <p:sp>
          <p:nvSpPr>
            <p:cNvPr id="10411" name="Google Shape;10411;p64"/>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4"/>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4"/>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4"/>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4"/>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4"/>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4"/>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4"/>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4"/>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4"/>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4"/>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4"/>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4"/>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4"/>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4"/>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4"/>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4"/>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4"/>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4"/>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4"/>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4"/>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4"/>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4"/>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4"/>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4"/>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4"/>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64"/>
          <p:cNvGrpSpPr/>
          <p:nvPr/>
        </p:nvGrpSpPr>
        <p:grpSpPr>
          <a:xfrm>
            <a:off x="7099575" y="1819504"/>
            <a:ext cx="347341" cy="348103"/>
            <a:chOff x="7104188" y="1971904"/>
            <a:chExt cx="347341" cy="348103"/>
          </a:xfrm>
        </p:grpSpPr>
        <p:sp>
          <p:nvSpPr>
            <p:cNvPr id="10438" name="Google Shape;10438;p64"/>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4"/>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4"/>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4"/>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4"/>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4"/>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4"/>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4"/>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4"/>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4"/>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4"/>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4"/>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4"/>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4"/>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4"/>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4"/>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4"/>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4"/>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4"/>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4"/>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4"/>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4"/>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4"/>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4"/>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4"/>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4"/>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4"/>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4"/>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4"/>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64"/>
          <p:cNvGrpSpPr/>
          <p:nvPr/>
        </p:nvGrpSpPr>
        <p:grpSpPr>
          <a:xfrm>
            <a:off x="7546652" y="1819504"/>
            <a:ext cx="344321" cy="348155"/>
            <a:chOff x="7551264" y="1971904"/>
            <a:chExt cx="344321" cy="348155"/>
          </a:xfrm>
        </p:grpSpPr>
        <p:sp>
          <p:nvSpPr>
            <p:cNvPr id="10469" name="Google Shape;10469;p64"/>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4"/>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4"/>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4"/>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4"/>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4"/>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4"/>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4"/>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4"/>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4"/>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4"/>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4"/>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4"/>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64"/>
          <p:cNvGrpSpPr/>
          <p:nvPr/>
        </p:nvGrpSpPr>
        <p:grpSpPr>
          <a:xfrm>
            <a:off x="7988214" y="1365390"/>
            <a:ext cx="317431" cy="344584"/>
            <a:chOff x="7992826" y="1517790"/>
            <a:chExt cx="317431" cy="344584"/>
          </a:xfrm>
        </p:grpSpPr>
        <p:sp>
          <p:nvSpPr>
            <p:cNvPr id="10489" name="Google Shape;10489;p64"/>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4"/>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4"/>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4"/>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4"/>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4"/>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4"/>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4"/>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4"/>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4"/>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4"/>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4"/>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64"/>
          <p:cNvGrpSpPr/>
          <p:nvPr/>
        </p:nvGrpSpPr>
        <p:grpSpPr>
          <a:xfrm>
            <a:off x="7987452" y="1819504"/>
            <a:ext cx="351621" cy="348103"/>
            <a:chOff x="7992065" y="1971904"/>
            <a:chExt cx="351621" cy="348103"/>
          </a:xfrm>
        </p:grpSpPr>
        <p:sp>
          <p:nvSpPr>
            <p:cNvPr id="10507" name="Google Shape;10507;p64"/>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4"/>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4"/>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4"/>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4"/>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4"/>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4"/>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4"/>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4"/>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4"/>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64"/>
          <p:cNvGrpSpPr/>
          <p:nvPr/>
        </p:nvGrpSpPr>
        <p:grpSpPr>
          <a:xfrm>
            <a:off x="4906576" y="3641055"/>
            <a:ext cx="296580" cy="364935"/>
            <a:chOff x="4911189" y="3793455"/>
            <a:chExt cx="296580" cy="364935"/>
          </a:xfrm>
        </p:grpSpPr>
        <p:sp>
          <p:nvSpPr>
            <p:cNvPr id="10523" name="Google Shape;10523;p64"/>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4"/>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4"/>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4"/>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4"/>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4"/>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4"/>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4"/>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4"/>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4"/>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4"/>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64"/>
          <p:cNvGrpSpPr/>
          <p:nvPr/>
        </p:nvGrpSpPr>
        <p:grpSpPr>
          <a:xfrm>
            <a:off x="5336820" y="3640871"/>
            <a:ext cx="330272" cy="329117"/>
            <a:chOff x="5341433" y="3793271"/>
            <a:chExt cx="330272" cy="329117"/>
          </a:xfrm>
        </p:grpSpPr>
        <p:sp>
          <p:nvSpPr>
            <p:cNvPr id="10544" name="Google Shape;10544;p64"/>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4"/>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64"/>
          <p:cNvGrpSpPr/>
          <p:nvPr/>
        </p:nvGrpSpPr>
        <p:grpSpPr>
          <a:xfrm>
            <a:off x="5739438" y="3613850"/>
            <a:ext cx="428511" cy="383186"/>
            <a:chOff x="5744051" y="3766250"/>
            <a:chExt cx="428511" cy="383186"/>
          </a:xfrm>
        </p:grpSpPr>
        <p:sp>
          <p:nvSpPr>
            <p:cNvPr id="10561" name="Google Shape;10561;p64"/>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4"/>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4"/>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64"/>
          <p:cNvGrpSpPr/>
          <p:nvPr/>
        </p:nvGrpSpPr>
        <p:grpSpPr>
          <a:xfrm>
            <a:off x="6674084" y="3640924"/>
            <a:ext cx="342824" cy="328985"/>
            <a:chOff x="6678697" y="3793324"/>
            <a:chExt cx="342824" cy="328985"/>
          </a:xfrm>
        </p:grpSpPr>
        <p:sp>
          <p:nvSpPr>
            <p:cNvPr id="10579" name="Google Shape;10579;p64"/>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64"/>
          <p:cNvGrpSpPr/>
          <p:nvPr/>
        </p:nvGrpSpPr>
        <p:grpSpPr>
          <a:xfrm>
            <a:off x="7097291" y="3609622"/>
            <a:ext cx="398627" cy="392088"/>
            <a:chOff x="7101903" y="3762022"/>
            <a:chExt cx="398627" cy="392088"/>
          </a:xfrm>
        </p:grpSpPr>
        <p:sp>
          <p:nvSpPr>
            <p:cNvPr id="10588" name="Google Shape;10588;p64"/>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4"/>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6" name="Google Shape;10606;p64"/>
          <p:cNvGrpSpPr/>
          <p:nvPr/>
        </p:nvGrpSpPr>
        <p:grpSpPr>
          <a:xfrm>
            <a:off x="7536857" y="3641055"/>
            <a:ext cx="407897" cy="328985"/>
            <a:chOff x="7541469" y="3793455"/>
            <a:chExt cx="407897" cy="328985"/>
          </a:xfrm>
        </p:grpSpPr>
        <p:sp>
          <p:nvSpPr>
            <p:cNvPr id="10607" name="Google Shape;10607;p64"/>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4"/>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64"/>
          <p:cNvGrpSpPr/>
          <p:nvPr/>
        </p:nvGrpSpPr>
        <p:grpSpPr>
          <a:xfrm>
            <a:off x="5305676" y="2803912"/>
            <a:ext cx="432292" cy="264412"/>
            <a:chOff x="5310288" y="2956312"/>
            <a:chExt cx="432292" cy="264412"/>
          </a:xfrm>
        </p:grpSpPr>
        <p:sp>
          <p:nvSpPr>
            <p:cNvPr id="10638" name="Google Shape;10638;p64"/>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4"/>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4"/>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4"/>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4"/>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64"/>
          <p:cNvGrpSpPr/>
          <p:nvPr/>
        </p:nvGrpSpPr>
        <p:grpSpPr>
          <a:xfrm>
            <a:off x="4874434" y="2279920"/>
            <a:ext cx="398075" cy="340303"/>
            <a:chOff x="4879047" y="2432320"/>
            <a:chExt cx="398075" cy="340303"/>
          </a:xfrm>
        </p:grpSpPr>
        <p:sp>
          <p:nvSpPr>
            <p:cNvPr id="10666" name="Google Shape;10666;p64"/>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64"/>
          <p:cNvGrpSpPr/>
          <p:nvPr/>
        </p:nvGrpSpPr>
        <p:grpSpPr>
          <a:xfrm>
            <a:off x="5384088" y="2241423"/>
            <a:ext cx="280982" cy="395896"/>
            <a:chOff x="5388701" y="2393823"/>
            <a:chExt cx="280982" cy="395896"/>
          </a:xfrm>
        </p:grpSpPr>
        <p:sp>
          <p:nvSpPr>
            <p:cNvPr id="10693" name="Google Shape;10693;p64"/>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64"/>
          <p:cNvGrpSpPr/>
          <p:nvPr/>
        </p:nvGrpSpPr>
        <p:grpSpPr>
          <a:xfrm>
            <a:off x="5738677" y="2286722"/>
            <a:ext cx="444871" cy="316407"/>
            <a:chOff x="5743289" y="2439122"/>
            <a:chExt cx="444871" cy="316407"/>
          </a:xfrm>
        </p:grpSpPr>
        <p:sp>
          <p:nvSpPr>
            <p:cNvPr id="10724" name="Google Shape;10724;p64"/>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4"/>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64"/>
          <p:cNvGrpSpPr/>
          <p:nvPr/>
        </p:nvGrpSpPr>
        <p:grpSpPr>
          <a:xfrm>
            <a:off x="6225747" y="2280183"/>
            <a:ext cx="351359" cy="363412"/>
            <a:chOff x="6230360" y="2432583"/>
            <a:chExt cx="351359" cy="363412"/>
          </a:xfrm>
        </p:grpSpPr>
        <p:sp>
          <p:nvSpPr>
            <p:cNvPr id="10754" name="Google Shape;10754;p64"/>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4"/>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64"/>
          <p:cNvGrpSpPr/>
          <p:nvPr/>
        </p:nvGrpSpPr>
        <p:grpSpPr>
          <a:xfrm>
            <a:off x="6629364" y="2307152"/>
            <a:ext cx="387781" cy="286680"/>
            <a:chOff x="6633976" y="2459552"/>
            <a:chExt cx="387781" cy="286680"/>
          </a:xfrm>
        </p:grpSpPr>
        <p:sp>
          <p:nvSpPr>
            <p:cNvPr id="10776" name="Google Shape;10776;p64"/>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64"/>
          <p:cNvGrpSpPr/>
          <p:nvPr/>
        </p:nvGrpSpPr>
        <p:grpSpPr>
          <a:xfrm>
            <a:off x="7086498" y="2276165"/>
            <a:ext cx="376989" cy="348864"/>
            <a:chOff x="7091110" y="2428565"/>
            <a:chExt cx="376989" cy="348864"/>
          </a:xfrm>
        </p:grpSpPr>
        <p:sp>
          <p:nvSpPr>
            <p:cNvPr id="10784" name="Google Shape;10784;p64"/>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4"/>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64"/>
          <p:cNvGrpSpPr/>
          <p:nvPr/>
        </p:nvGrpSpPr>
        <p:grpSpPr>
          <a:xfrm>
            <a:off x="7531815" y="2262825"/>
            <a:ext cx="369715" cy="375492"/>
            <a:chOff x="7536427" y="2415225"/>
            <a:chExt cx="369715" cy="375492"/>
          </a:xfrm>
        </p:grpSpPr>
        <p:sp>
          <p:nvSpPr>
            <p:cNvPr id="10816" name="Google Shape;10816;p64"/>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4"/>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4"/>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4"/>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4"/>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64"/>
          <p:cNvGrpSpPr/>
          <p:nvPr/>
        </p:nvGrpSpPr>
        <p:grpSpPr>
          <a:xfrm>
            <a:off x="7976160" y="2276402"/>
            <a:ext cx="353381" cy="358160"/>
            <a:chOff x="7980773" y="2428802"/>
            <a:chExt cx="353381" cy="358160"/>
          </a:xfrm>
        </p:grpSpPr>
        <p:sp>
          <p:nvSpPr>
            <p:cNvPr id="10855" name="Google Shape;10855;p64"/>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4"/>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64"/>
          <p:cNvGrpSpPr/>
          <p:nvPr/>
        </p:nvGrpSpPr>
        <p:grpSpPr>
          <a:xfrm>
            <a:off x="4881445" y="4138840"/>
            <a:ext cx="346343" cy="343953"/>
            <a:chOff x="4886058" y="4291240"/>
            <a:chExt cx="346343" cy="343953"/>
          </a:xfrm>
        </p:grpSpPr>
        <p:sp>
          <p:nvSpPr>
            <p:cNvPr id="10886" name="Google Shape;10886;p64"/>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64"/>
          <p:cNvGrpSpPr/>
          <p:nvPr/>
        </p:nvGrpSpPr>
        <p:grpSpPr>
          <a:xfrm>
            <a:off x="5339604" y="4138656"/>
            <a:ext cx="304616" cy="343560"/>
            <a:chOff x="5344216" y="4291056"/>
            <a:chExt cx="304616" cy="343560"/>
          </a:xfrm>
        </p:grpSpPr>
        <p:sp>
          <p:nvSpPr>
            <p:cNvPr id="10900" name="Google Shape;10900;p64"/>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4"/>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64"/>
          <p:cNvGrpSpPr/>
          <p:nvPr/>
        </p:nvGrpSpPr>
        <p:grpSpPr>
          <a:xfrm>
            <a:off x="6275387" y="4112022"/>
            <a:ext cx="204093" cy="343743"/>
            <a:chOff x="6271562" y="4290872"/>
            <a:chExt cx="204093" cy="343743"/>
          </a:xfrm>
        </p:grpSpPr>
        <p:sp>
          <p:nvSpPr>
            <p:cNvPr id="10912" name="Google Shape;10912;p64"/>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64"/>
          <p:cNvGrpSpPr/>
          <p:nvPr/>
        </p:nvGrpSpPr>
        <p:grpSpPr>
          <a:xfrm>
            <a:off x="6634878" y="4176838"/>
            <a:ext cx="344085" cy="267195"/>
            <a:chOff x="6639491" y="4329238"/>
            <a:chExt cx="344085" cy="267195"/>
          </a:xfrm>
        </p:grpSpPr>
        <p:sp>
          <p:nvSpPr>
            <p:cNvPr id="10925" name="Google Shape;10925;p64"/>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64"/>
          <p:cNvGrpSpPr/>
          <p:nvPr/>
        </p:nvGrpSpPr>
        <p:grpSpPr>
          <a:xfrm>
            <a:off x="7128724" y="4138656"/>
            <a:ext cx="232979" cy="343560"/>
            <a:chOff x="7133336" y="4291056"/>
            <a:chExt cx="232979" cy="343560"/>
          </a:xfrm>
        </p:grpSpPr>
        <p:sp>
          <p:nvSpPr>
            <p:cNvPr id="10944" name="Google Shape;10944;p64"/>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64"/>
          <p:cNvGrpSpPr/>
          <p:nvPr/>
        </p:nvGrpSpPr>
        <p:grpSpPr>
          <a:xfrm>
            <a:off x="7566767" y="4138656"/>
            <a:ext cx="232979" cy="343560"/>
            <a:chOff x="7571379" y="4291056"/>
            <a:chExt cx="232979" cy="343560"/>
          </a:xfrm>
        </p:grpSpPr>
        <p:sp>
          <p:nvSpPr>
            <p:cNvPr id="10962" name="Google Shape;10962;p64"/>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64"/>
          <p:cNvGrpSpPr/>
          <p:nvPr/>
        </p:nvGrpSpPr>
        <p:grpSpPr>
          <a:xfrm>
            <a:off x="6661768" y="3195475"/>
            <a:ext cx="295819" cy="370712"/>
            <a:chOff x="6666381" y="3347875"/>
            <a:chExt cx="295819" cy="370712"/>
          </a:xfrm>
        </p:grpSpPr>
        <p:sp>
          <p:nvSpPr>
            <p:cNvPr id="10979" name="Google Shape;10979;p64"/>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4"/>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4"/>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4"/>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4"/>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64"/>
          <p:cNvGrpSpPr/>
          <p:nvPr/>
        </p:nvGrpSpPr>
        <p:grpSpPr>
          <a:xfrm>
            <a:off x="4873147" y="2735059"/>
            <a:ext cx="389567" cy="390329"/>
            <a:chOff x="4877760" y="2887459"/>
            <a:chExt cx="389567" cy="390329"/>
          </a:xfrm>
        </p:grpSpPr>
        <p:sp>
          <p:nvSpPr>
            <p:cNvPr id="11020" name="Google Shape;11020;p64"/>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4"/>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4"/>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4"/>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4"/>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4"/>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4"/>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4"/>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4"/>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4"/>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4"/>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4" name="Google Shape;11064;p64"/>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9" name="Google Shape;11069;p64"/>
          <p:cNvGrpSpPr/>
          <p:nvPr/>
        </p:nvGrpSpPr>
        <p:grpSpPr>
          <a:xfrm>
            <a:off x="5774627" y="2735295"/>
            <a:ext cx="314411" cy="389830"/>
            <a:chOff x="5779239" y="2887695"/>
            <a:chExt cx="314411" cy="389830"/>
          </a:xfrm>
        </p:grpSpPr>
        <p:sp>
          <p:nvSpPr>
            <p:cNvPr id="11070" name="Google Shape;11070;p64"/>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4"/>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4"/>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4"/>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4"/>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4"/>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4"/>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4"/>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4"/>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4"/>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64"/>
          <p:cNvGrpSpPr/>
          <p:nvPr/>
        </p:nvGrpSpPr>
        <p:grpSpPr>
          <a:xfrm>
            <a:off x="6185517" y="2788577"/>
            <a:ext cx="389830" cy="283004"/>
            <a:chOff x="6190130" y="2940977"/>
            <a:chExt cx="389830" cy="283004"/>
          </a:xfrm>
        </p:grpSpPr>
        <p:sp>
          <p:nvSpPr>
            <p:cNvPr id="11115" name="Google Shape;11115;p64"/>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4"/>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4"/>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4"/>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4"/>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4"/>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4"/>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4"/>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64"/>
          <p:cNvGrpSpPr/>
          <p:nvPr/>
        </p:nvGrpSpPr>
        <p:grpSpPr>
          <a:xfrm>
            <a:off x="6629364" y="2747874"/>
            <a:ext cx="389803" cy="364673"/>
            <a:chOff x="6633976" y="2900274"/>
            <a:chExt cx="389803" cy="364673"/>
          </a:xfrm>
        </p:grpSpPr>
        <p:sp>
          <p:nvSpPr>
            <p:cNvPr id="11146" name="Google Shape;11146;p64"/>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4"/>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64"/>
          <p:cNvGrpSpPr/>
          <p:nvPr/>
        </p:nvGrpSpPr>
        <p:grpSpPr>
          <a:xfrm>
            <a:off x="7513223" y="2733037"/>
            <a:ext cx="364935" cy="382529"/>
            <a:chOff x="7517835" y="2885437"/>
            <a:chExt cx="364935" cy="382529"/>
          </a:xfrm>
        </p:grpSpPr>
        <p:sp>
          <p:nvSpPr>
            <p:cNvPr id="11164" name="Google Shape;11164;p64"/>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4"/>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4"/>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4"/>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4"/>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4"/>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4"/>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4"/>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4"/>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4"/>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4"/>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4"/>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4"/>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4"/>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4"/>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4"/>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64"/>
          <p:cNvGrpSpPr/>
          <p:nvPr/>
        </p:nvGrpSpPr>
        <p:grpSpPr>
          <a:xfrm>
            <a:off x="7082979" y="2734744"/>
            <a:ext cx="358160" cy="385602"/>
            <a:chOff x="7087591" y="2887144"/>
            <a:chExt cx="358160" cy="385602"/>
          </a:xfrm>
        </p:grpSpPr>
        <p:sp>
          <p:nvSpPr>
            <p:cNvPr id="11202" name="Google Shape;11202;p64"/>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4"/>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64"/>
          <p:cNvGrpSpPr/>
          <p:nvPr/>
        </p:nvGrpSpPr>
        <p:grpSpPr>
          <a:xfrm>
            <a:off x="7946749" y="2733037"/>
            <a:ext cx="382529" cy="382529"/>
            <a:chOff x="7951362" y="2885437"/>
            <a:chExt cx="382529" cy="382529"/>
          </a:xfrm>
        </p:grpSpPr>
        <p:sp>
          <p:nvSpPr>
            <p:cNvPr id="11222" name="Google Shape;11222;p64"/>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4"/>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4"/>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4"/>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4"/>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4"/>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4"/>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4"/>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4"/>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4"/>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4"/>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4"/>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4"/>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4"/>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4"/>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4"/>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4"/>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4"/>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4"/>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4"/>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4"/>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4"/>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4"/>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4"/>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1" name="Google Shape;11271;p64"/>
          <p:cNvGrpSpPr/>
          <p:nvPr/>
        </p:nvGrpSpPr>
        <p:grpSpPr>
          <a:xfrm>
            <a:off x="8049793" y="3662089"/>
            <a:ext cx="276964" cy="336601"/>
            <a:chOff x="8054406" y="3814489"/>
            <a:chExt cx="276964" cy="336601"/>
          </a:xfrm>
        </p:grpSpPr>
        <p:sp>
          <p:nvSpPr>
            <p:cNvPr id="11272" name="Google Shape;11272;p64"/>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4"/>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4"/>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4"/>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64"/>
          <p:cNvGrpSpPr/>
          <p:nvPr/>
        </p:nvGrpSpPr>
        <p:grpSpPr>
          <a:xfrm>
            <a:off x="7932175" y="4142674"/>
            <a:ext cx="378249" cy="335524"/>
            <a:chOff x="7936787" y="4295074"/>
            <a:chExt cx="378249" cy="335524"/>
          </a:xfrm>
        </p:grpSpPr>
        <p:sp>
          <p:nvSpPr>
            <p:cNvPr id="11282" name="Google Shape;11282;p64"/>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4"/>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4"/>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4"/>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4"/>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4"/>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4"/>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4"/>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4"/>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4"/>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64"/>
          <p:cNvGrpSpPr/>
          <p:nvPr/>
        </p:nvGrpSpPr>
        <p:grpSpPr>
          <a:xfrm>
            <a:off x="4881445" y="1813490"/>
            <a:ext cx="388569" cy="388307"/>
            <a:chOff x="4886058" y="1965890"/>
            <a:chExt cx="388569" cy="388307"/>
          </a:xfrm>
        </p:grpSpPr>
        <p:sp>
          <p:nvSpPr>
            <p:cNvPr id="11299" name="Google Shape;11299;p64"/>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4"/>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4"/>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4"/>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4"/>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4"/>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4"/>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4"/>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0" name="Google Shape;11310;p6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1311" name="Google Shape;11311;p6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15" name="Shape 11315"/>
        <p:cNvGrpSpPr/>
        <p:nvPr/>
      </p:nvGrpSpPr>
      <p:grpSpPr>
        <a:xfrm>
          <a:off x="0" y="0"/>
          <a:ext cx="0" cy="0"/>
          <a:chOff x="0" y="0"/>
          <a:chExt cx="0" cy="0"/>
        </a:xfrm>
      </p:grpSpPr>
      <p:grpSp>
        <p:nvGrpSpPr>
          <p:cNvPr id="11316" name="Google Shape;11316;p65"/>
          <p:cNvGrpSpPr/>
          <p:nvPr/>
        </p:nvGrpSpPr>
        <p:grpSpPr>
          <a:xfrm>
            <a:off x="1738624" y="3196252"/>
            <a:ext cx="292801" cy="359258"/>
            <a:chOff x="1765162" y="3346789"/>
            <a:chExt cx="292801" cy="359258"/>
          </a:xfrm>
        </p:grpSpPr>
        <p:sp>
          <p:nvSpPr>
            <p:cNvPr id="11317" name="Google Shape;11317;p65"/>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5"/>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5"/>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5"/>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5"/>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5"/>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5"/>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5"/>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5"/>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5"/>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5"/>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5"/>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5"/>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5"/>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5"/>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65"/>
          <p:cNvGrpSpPr/>
          <p:nvPr/>
        </p:nvGrpSpPr>
        <p:grpSpPr>
          <a:xfrm>
            <a:off x="3051095" y="2294466"/>
            <a:ext cx="358996" cy="296309"/>
            <a:chOff x="3077632" y="2445004"/>
            <a:chExt cx="358996" cy="296309"/>
          </a:xfrm>
        </p:grpSpPr>
        <p:sp>
          <p:nvSpPr>
            <p:cNvPr id="11333" name="Google Shape;11333;p65"/>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5"/>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5"/>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5"/>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5"/>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5"/>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5"/>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5"/>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5"/>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5"/>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5"/>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5"/>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5"/>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5"/>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5"/>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5"/>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5"/>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5"/>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5"/>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5"/>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5"/>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5"/>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5"/>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5"/>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5"/>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5"/>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65"/>
          <p:cNvGrpSpPr/>
          <p:nvPr/>
        </p:nvGrpSpPr>
        <p:grpSpPr>
          <a:xfrm>
            <a:off x="2608699" y="2281243"/>
            <a:ext cx="359232" cy="323018"/>
            <a:chOff x="2635237" y="2431780"/>
            <a:chExt cx="359232" cy="323018"/>
          </a:xfrm>
        </p:grpSpPr>
        <p:sp>
          <p:nvSpPr>
            <p:cNvPr id="11360" name="Google Shape;11360;p65"/>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5"/>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5"/>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5"/>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5"/>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5"/>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5"/>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5"/>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5"/>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5"/>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5"/>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5"/>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5"/>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5"/>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5"/>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65"/>
          <p:cNvGrpSpPr/>
          <p:nvPr/>
        </p:nvGrpSpPr>
        <p:grpSpPr>
          <a:xfrm>
            <a:off x="3985114" y="3617594"/>
            <a:ext cx="373189" cy="358944"/>
            <a:chOff x="4011651" y="3768132"/>
            <a:chExt cx="373189" cy="358944"/>
          </a:xfrm>
        </p:grpSpPr>
        <p:sp>
          <p:nvSpPr>
            <p:cNvPr id="11376" name="Google Shape;11376;p65"/>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5"/>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5"/>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5"/>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5"/>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5"/>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5"/>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5"/>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5"/>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5"/>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65"/>
          <p:cNvGrpSpPr/>
          <p:nvPr/>
        </p:nvGrpSpPr>
        <p:grpSpPr>
          <a:xfrm>
            <a:off x="2163031" y="1811065"/>
            <a:ext cx="364993" cy="359049"/>
            <a:chOff x="2189568" y="1961603"/>
            <a:chExt cx="364993" cy="359049"/>
          </a:xfrm>
        </p:grpSpPr>
        <p:sp>
          <p:nvSpPr>
            <p:cNvPr id="11387" name="Google Shape;11387;p65"/>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5"/>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5"/>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5"/>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5"/>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5"/>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5"/>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5"/>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5"/>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5"/>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5"/>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5"/>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5"/>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5"/>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5"/>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5"/>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65"/>
          <p:cNvGrpSpPr/>
          <p:nvPr/>
        </p:nvGrpSpPr>
        <p:grpSpPr>
          <a:xfrm>
            <a:off x="2166539" y="2269434"/>
            <a:ext cx="378426" cy="346323"/>
            <a:chOff x="2193077" y="2419971"/>
            <a:chExt cx="378426" cy="346323"/>
          </a:xfrm>
        </p:grpSpPr>
        <p:sp>
          <p:nvSpPr>
            <p:cNvPr id="11404" name="Google Shape;11404;p65"/>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5"/>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5"/>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5"/>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5"/>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5"/>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5"/>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5"/>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5"/>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5"/>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5"/>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5"/>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5"/>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5"/>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5"/>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5"/>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5"/>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5"/>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5"/>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5"/>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5"/>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65"/>
          <p:cNvGrpSpPr/>
          <p:nvPr/>
        </p:nvGrpSpPr>
        <p:grpSpPr>
          <a:xfrm>
            <a:off x="835084" y="2731232"/>
            <a:ext cx="276802" cy="367140"/>
            <a:chOff x="861622" y="2881770"/>
            <a:chExt cx="276802" cy="367140"/>
          </a:xfrm>
        </p:grpSpPr>
        <p:sp>
          <p:nvSpPr>
            <p:cNvPr id="11426" name="Google Shape;11426;p65"/>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5"/>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5"/>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5"/>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5"/>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5"/>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5"/>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5"/>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5"/>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5"/>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5"/>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5"/>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5"/>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5"/>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5"/>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5"/>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5"/>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5"/>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5"/>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5"/>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5"/>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5"/>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65"/>
          <p:cNvGrpSpPr/>
          <p:nvPr/>
        </p:nvGrpSpPr>
        <p:grpSpPr>
          <a:xfrm>
            <a:off x="3941647" y="2731154"/>
            <a:ext cx="369444" cy="367140"/>
            <a:chOff x="3968184" y="2881691"/>
            <a:chExt cx="369444" cy="367140"/>
          </a:xfrm>
        </p:grpSpPr>
        <p:sp>
          <p:nvSpPr>
            <p:cNvPr id="11449" name="Google Shape;11449;p65"/>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5"/>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5"/>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5"/>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5"/>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5"/>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5"/>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5"/>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5"/>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5"/>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5"/>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5"/>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5"/>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5"/>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5"/>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5"/>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5"/>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5"/>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5"/>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5"/>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5"/>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5"/>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5"/>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5"/>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65"/>
          <p:cNvGrpSpPr/>
          <p:nvPr/>
        </p:nvGrpSpPr>
        <p:grpSpPr>
          <a:xfrm>
            <a:off x="3487258" y="2731546"/>
            <a:ext cx="371487" cy="366826"/>
            <a:chOff x="3513796" y="2882084"/>
            <a:chExt cx="371487" cy="366826"/>
          </a:xfrm>
        </p:grpSpPr>
        <p:sp>
          <p:nvSpPr>
            <p:cNvPr id="11474" name="Google Shape;11474;p65"/>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5"/>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5"/>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5"/>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5"/>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5"/>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5"/>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5"/>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5"/>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5"/>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5"/>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5"/>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5"/>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5"/>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5"/>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5"/>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5"/>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5"/>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5"/>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5"/>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5"/>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5"/>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5"/>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5"/>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5"/>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5"/>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5"/>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5"/>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5"/>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5"/>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5"/>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5"/>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5"/>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5"/>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5"/>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5"/>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5"/>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5"/>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5"/>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5"/>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5"/>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5"/>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5"/>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5"/>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5"/>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5"/>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5"/>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5"/>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5"/>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65"/>
          <p:cNvGrpSpPr/>
          <p:nvPr/>
        </p:nvGrpSpPr>
        <p:grpSpPr>
          <a:xfrm>
            <a:off x="847077" y="1349738"/>
            <a:ext cx="335011" cy="359232"/>
            <a:chOff x="873615" y="1500275"/>
            <a:chExt cx="335011" cy="359232"/>
          </a:xfrm>
        </p:grpSpPr>
        <p:sp>
          <p:nvSpPr>
            <p:cNvPr id="11524" name="Google Shape;11524;p65"/>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5"/>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5"/>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5"/>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5"/>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5"/>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5"/>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5"/>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5"/>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5"/>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5"/>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65"/>
          <p:cNvGrpSpPr/>
          <p:nvPr/>
        </p:nvGrpSpPr>
        <p:grpSpPr>
          <a:xfrm>
            <a:off x="2175521" y="3196199"/>
            <a:ext cx="337158" cy="359311"/>
            <a:chOff x="2202058" y="3346737"/>
            <a:chExt cx="337158" cy="359311"/>
          </a:xfrm>
        </p:grpSpPr>
        <p:sp>
          <p:nvSpPr>
            <p:cNvPr id="11536" name="Google Shape;11536;p65"/>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5"/>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5"/>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5"/>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5"/>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5"/>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5"/>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5"/>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5"/>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65"/>
          <p:cNvGrpSpPr/>
          <p:nvPr/>
        </p:nvGrpSpPr>
        <p:grpSpPr>
          <a:xfrm>
            <a:off x="2196521" y="3667634"/>
            <a:ext cx="359232" cy="306050"/>
            <a:chOff x="2223059" y="3818172"/>
            <a:chExt cx="359232" cy="306050"/>
          </a:xfrm>
        </p:grpSpPr>
        <p:sp>
          <p:nvSpPr>
            <p:cNvPr id="11546" name="Google Shape;11546;p65"/>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5"/>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5"/>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5"/>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5"/>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5"/>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5"/>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5"/>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5"/>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65"/>
          <p:cNvGrpSpPr/>
          <p:nvPr/>
        </p:nvGrpSpPr>
        <p:grpSpPr>
          <a:xfrm>
            <a:off x="1699451" y="1841283"/>
            <a:ext cx="378426" cy="298509"/>
            <a:chOff x="1725989" y="1991820"/>
            <a:chExt cx="378426" cy="298509"/>
          </a:xfrm>
        </p:grpSpPr>
        <p:sp>
          <p:nvSpPr>
            <p:cNvPr id="11556" name="Google Shape;11556;p65"/>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5"/>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5"/>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5"/>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5"/>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5"/>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5"/>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5"/>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5"/>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5"/>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5"/>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5"/>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65"/>
          <p:cNvGrpSpPr/>
          <p:nvPr/>
        </p:nvGrpSpPr>
        <p:grpSpPr>
          <a:xfrm>
            <a:off x="1741871" y="3641213"/>
            <a:ext cx="367978" cy="359075"/>
            <a:chOff x="1768409" y="3791751"/>
            <a:chExt cx="367978" cy="359075"/>
          </a:xfrm>
        </p:grpSpPr>
        <p:sp>
          <p:nvSpPr>
            <p:cNvPr id="11569" name="Google Shape;11569;p65"/>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5"/>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5"/>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5"/>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5"/>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5"/>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5"/>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5"/>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5"/>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5"/>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5"/>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5"/>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5"/>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65"/>
          <p:cNvGrpSpPr/>
          <p:nvPr/>
        </p:nvGrpSpPr>
        <p:grpSpPr>
          <a:xfrm>
            <a:off x="2642426" y="3640768"/>
            <a:ext cx="358735" cy="359311"/>
            <a:chOff x="2668963" y="3791306"/>
            <a:chExt cx="358735" cy="359311"/>
          </a:xfrm>
        </p:grpSpPr>
        <p:sp>
          <p:nvSpPr>
            <p:cNvPr id="11583" name="Google Shape;11583;p65"/>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5"/>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5"/>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5"/>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5"/>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5"/>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5"/>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5"/>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5"/>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5"/>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5"/>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5"/>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5"/>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5"/>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5"/>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5"/>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65"/>
          <p:cNvGrpSpPr/>
          <p:nvPr/>
        </p:nvGrpSpPr>
        <p:grpSpPr>
          <a:xfrm>
            <a:off x="823144" y="1844660"/>
            <a:ext cx="363893" cy="291727"/>
            <a:chOff x="849682" y="1995198"/>
            <a:chExt cx="363893" cy="291727"/>
          </a:xfrm>
        </p:grpSpPr>
        <p:sp>
          <p:nvSpPr>
            <p:cNvPr id="11600" name="Google Shape;11600;p65"/>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5"/>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5"/>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5"/>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5"/>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5"/>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5"/>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5"/>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5"/>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5"/>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5"/>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5"/>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5"/>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5"/>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5"/>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5"/>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5"/>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5"/>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65"/>
          <p:cNvGrpSpPr/>
          <p:nvPr/>
        </p:nvGrpSpPr>
        <p:grpSpPr>
          <a:xfrm>
            <a:off x="3038893" y="1839528"/>
            <a:ext cx="378190" cy="302044"/>
            <a:chOff x="3065430" y="1990066"/>
            <a:chExt cx="378190" cy="302044"/>
          </a:xfrm>
        </p:grpSpPr>
        <p:sp>
          <p:nvSpPr>
            <p:cNvPr id="11619" name="Google Shape;11619;p65"/>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5"/>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5"/>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5"/>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5"/>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5"/>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5"/>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5"/>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5"/>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5"/>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5"/>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65"/>
          <p:cNvGrpSpPr/>
          <p:nvPr/>
        </p:nvGrpSpPr>
        <p:grpSpPr>
          <a:xfrm>
            <a:off x="3541697" y="3640873"/>
            <a:ext cx="347501" cy="359284"/>
            <a:chOff x="3568234" y="3791410"/>
            <a:chExt cx="347501" cy="359284"/>
          </a:xfrm>
        </p:grpSpPr>
        <p:sp>
          <p:nvSpPr>
            <p:cNvPr id="11631" name="Google Shape;11631;p65"/>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5"/>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5"/>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5"/>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5"/>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5"/>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5"/>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5"/>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5"/>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5"/>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5"/>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65"/>
          <p:cNvGrpSpPr/>
          <p:nvPr/>
        </p:nvGrpSpPr>
        <p:grpSpPr>
          <a:xfrm>
            <a:off x="1733387" y="1350550"/>
            <a:ext cx="347004" cy="358420"/>
            <a:chOff x="1759925" y="1501087"/>
            <a:chExt cx="347004" cy="358420"/>
          </a:xfrm>
        </p:grpSpPr>
        <p:sp>
          <p:nvSpPr>
            <p:cNvPr id="11643" name="Google Shape;11643;p65"/>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5"/>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5"/>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5"/>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5"/>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5"/>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5"/>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5"/>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5"/>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5"/>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5"/>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5"/>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5"/>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5"/>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5"/>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5"/>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5"/>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5"/>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5"/>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5"/>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5"/>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5"/>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5"/>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5"/>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5"/>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5"/>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5"/>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65"/>
          <p:cNvGrpSpPr/>
          <p:nvPr/>
        </p:nvGrpSpPr>
        <p:grpSpPr>
          <a:xfrm>
            <a:off x="3492757" y="2263123"/>
            <a:ext cx="360227" cy="359311"/>
            <a:chOff x="3519295" y="2413660"/>
            <a:chExt cx="360227" cy="359311"/>
          </a:xfrm>
        </p:grpSpPr>
        <p:sp>
          <p:nvSpPr>
            <p:cNvPr id="11671" name="Google Shape;11671;p65"/>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5"/>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5"/>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5"/>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5"/>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5"/>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5"/>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5"/>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5"/>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5"/>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5"/>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5"/>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5"/>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5"/>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5"/>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5"/>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5"/>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5"/>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5"/>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5"/>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5"/>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5"/>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5"/>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5"/>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5"/>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5"/>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5"/>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5"/>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5"/>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5"/>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5"/>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5"/>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5"/>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5"/>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5"/>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65"/>
          <p:cNvGrpSpPr/>
          <p:nvPr/>
        </p:nvGrpSpPr>
        <p:grpSpPr>
          <a:xfrm>
            <a:off x="1303717" y="3695181"/>
            <a:ext cx="358996" cy="250774"/>
            <a:chOff x="1330255" y="3845718"/>
            <a:chExt cx="358996" cy="250774"/>
          </a:xfrm>
        </p:grpSpPr>
        <p:sp>
          <p:nvSpPr>
            <p:cNvPr id="11707" name="Google Shape;11707;p65"/>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5"/>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5"/>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5"/>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5"/>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5"/>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5"/>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5"/>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5"/>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5"/>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65"/>
          <p:cNvGrpSpPr/>
          <p:nvPr/>
        </p:nvGrpSpPr>
        <p:grpSpPr>
          <a:xfrm>
            <a:off x="3088566" y="3640847"/>
            <a:ext cx="373424" cy="359311"/>
            <a:chOff x="3115103" y="3791384"/>
            <a:chExt cx="373424" cy="359311"/>
          </a:xfrm>
        </p:grpSpPr>
        <p:sp>
          <p:nvSpPr>
            <p:cNvPr id="11718" name="Google Shape;11718;p65"/>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5"/>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5"/>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5"/>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5"/>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5"/>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5"/>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5"/>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5"/>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5"/>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5"/>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5"/>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5"/>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5"/>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65"/>
          <p:cNvGrpSpPr/>
          <p:nvPr/>
        </p:nvGrpSpPr>
        <p:grpSpPr>
          <a:xfrm>
            <a:off x="857316" y="3642104"/>
            <a:ext cx="378190" cy="357059"/>
            <a:chOff x="883853" y="3792641"/>
            <a:chExt cx="378190" cy="357059"/>
          </a:xfrm>
        </p:grpSpPr>
        <p:sp>
          <p:nvSpPr>
            <p:cNvPr id="11733" name="Google Shape;11733;p65"/>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5"/>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5"/>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5"/>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5"/>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5"/>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5"/>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5"/>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5"/>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5"/>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5"/>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5"/>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5"/>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5"/>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5"/>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5"/>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5"/>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5"/>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5"/>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5"/>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65"/>
          <p:cNvGrpSpPr/>
          <p:nvPr/>
        </p:nvGrpSpPr>
        <p:grpSpPr>
          <a:xfrm>
            <a:off x="3907659" y="2334268"/>
            <a:ext cx="401207" cy="214036"/>
            <a:chOff x="3934196" y="2484805"/>
            <a:chExt cx="401207" cy="214036"/>
          </a:xfrm>
        </p:grpSpPr>
        <p:sp>
          <p:nvSpPr>
            <p:cNvPr id="11760" name="Google Shape;11760;p65"/>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65"/>
          <p:cNvGrpSpPr/>
          <p:nvPr/>
        </p:nvGrpSpPr>
        <p:grpSpPr>
          <a:xfrm>
            <a:off x="3973357" y="1349659"/>
            <a:ext cx="342474" cy="359232"/>
            <a:chOff x="3999894" y="1500197"/>
            <a:chExt cx="342474" cy="359232"/>
          </a:xfrm>
        </p:grpSpPr>
        <p:sp>
          <p:nvSpPr>
            <p:cNvPr id="11766" name="Google Shape;11766;p65"/>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5"/>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5"/>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5"/>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65"/>
          <p:cNvGrpSpPr/>
          <p:nvPr/>
        </p:nvGrpSpPr>
        <p:grpSpPr>
          <a:xfrm>
            <a:off x="2207257" y="2731625"/>
            <a:ext cx="232601" cy="366747"/>
            <a:chOff x="2233795" y="2882162"/>
            <a:chExt cx="232601" cy="366747"/>
          </a:xfrm>
        </p:grpSpPr>
        <p:sp>
          <p:nvSpPr>
            <p:cNvPr id="11777" name="Google Shape;11777;p65"/>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5"/>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5"/>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5"/>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5"/>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5"/>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5"/>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5"/>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5"/>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65"/>
          <p:cNvGrpSpPr/>
          <p:nvPr/>
        </p:nvGrpSpPr>
        <p:grpSpPr>
          <a:xfrm>
            <a:off x="3497235" y="3253885"/>
            <a:ext cx="362008" cy="244175"/>
            <a:chOff x="3523772" y="3404422"/>
            <a:chExt cx="362008" cy="244175"/>
          </a:xfrm>
        </p:grpSpPr>
        <p:sp>
          <p:nvSpPr>
            <p:cNvPr id="11796" name="Google Shape;11796;p65"/>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5"/>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5"/>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5"/>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5"/>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5"/>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5"/>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5"/>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5"/>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65"/>
          <p:cNvGrpSpPr/>
          <p:nvPr/>
        </p:nvGrpSpPr>
        <p:grpSpPr>
          <a:xfrm>
            <a:off x="3504488" y="1826776"/>
            <a:ext cx="359232" cy="327836"/>
            <a:chOff x="3531026" y="1977314"/>
            <a:chExt cx="359232" cy="327836"/>
          </a:xfrm>
        </p:grpSpPr>
        <p:sp>
          <p:nvSpPr>
            <p:cNvPr id="11812" name="Google Shape;11812;p65"/>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5"/>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5"/>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5"/>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5"/>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65"/>
          <p:cNvGrpSpPr/>
          <p:nvPr/>
        </p:nvGrpSpPr>
        <p:grpSpPr>
          <a:xfrm>
            <a:off x="3096814" y="1349738"/>
            <a:ext cx="296781" cy="359232"/>
            <a:chOff x="3123351" y="1500275"/>
            <a:chExt cx="296781" cy="359232"/>
          </a:xfrm>
        </p:grpSpPr>
        <p:sp>
          <p:nvSpPr>
            <p:cNvPr id="11823" name="Google Shape;11823;p65"/>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5"/>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5"/>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5"/>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5"/>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5"/>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65"/>
          <p:cNvGrpSpPr/>
          <p:nvPr/>
        </p:nvGrpSpPr>
        <p:grpSpPr>
          <a:xfrm>
            <a:off x="2632920" y="1349738"/>
            <a:ext cx="332261" cy="359232"/>
            <a:chOff x="2659458" y="1500275"/>
            <a:chExt cx="332261" cy="359232"/>
          </a:xfrm>
        </p:grpSpPr>
        <p:sp>
          <p:nvSpPr>
            <p:cNvPr id="11835" name="Google Shape;11835;p65"/>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5"/>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5"/>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5"/>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5"/>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5"/>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5"/>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5"/>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5"/>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5"/>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5"/>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5"/>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5"/>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5"/>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65"/>
          <p:cNvGrpSpPr/>
          <p:nvPr/>
        </p:nvGrpSpPr>
        <p:grpSpPr>
          <a:xfrm>
            <a:off x="1723646" y="2262992"/>
            <a:ext cx="359730" cy="359441"/>
            <a:chOff x="1750184" y="2413530"/>
            <a:chExt cx="359730" cy="359441"/>
          </a:xfrm>
        </p:grpSpPr>
        <p:sp>
          <p:nvSpPr>
            <p:cNvPr id="11856" name="Google Shape;11856;p65"/>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5"/>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5"/>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5"/>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5"/>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5"/>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5"/>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5"/>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65"/>
          <p:cNvGrpSpPr/>
          <p:nvPr/>
        </p:nvGrpSpPr>
        <p:grpSpPr>
          <a:xfrm>
            <a:off x="2203513" y="1349685"/>
            <a:ext cx="316524" cy="359284"/>
            <a:chOff x="2230050" y="1500223"/>
            <a:chExt cx="316524" cy="359284"/>
          </a:xfrm>
        </p:grpSpPr>
        <p:sp>
          <p:nvSpPr>
            <p:cNvPr id="11868" name="Google Shape;11868;p65"/>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5"/>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5"/>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5"/>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5"/>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5"/>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5"/>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5"/>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5"/>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5"/>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5"/>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5"/>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65"/>
          <p:cNvGrpSpPr/>
          <p:nvPr/>
        </p:nvGrpSpPr>
        <p:grpSpPr>
          <a:xfrm>
            <a:off x="2663504" y="4112229"/>
            <a:ext cx="359389" cy="359232"/>
            <a:chOff x="2690042" y="4262767"/>
            <a:chExt cx="359389" cy="359232"/>
          </a:xfrm>
        </p:grpSpPr>
        <p:sp>
          <p:nvSpPr>
            <p:cNvPr id="11889" name="Google Shape;11889;p65"/>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5"/>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5"/>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5"/>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5"/>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65"/>
          <p:cNvGrpSpPr/>
          <p:nvPr/>
        </p:nvGrpSpPr>
        <p:grpSpPr>
          <a:xfrm>
            <a:off x="2662902" y="2731625"/>
            <a:ext cx="222337" cy="366721"/>
            <a:chOff x="2689440" y="2882162"/>
            <a:chExt cx="222337" cy="366721"/>
          </a:xfrm>
        </p:grpSpPr>
        <p:sp>
          <p:nvSpPr>
            <p:cNvPr id="11897" name="Google Shape;11897;p65"/>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5"/>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5"/>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5"/>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5"/>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5"/>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5"/>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5"/>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6" name="Google Shape;11906;p65"/>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7" name="Google Shape;11907;p65"/>
          <p:cNvGrpSpPr/>
          <p:nvPr/>
        </p:nvGrpSpPr>
        <p:grpSpPr>
          <a:xfrm>
            <a:off x="2611449" y="1829604"/>
            <a:ext cx="359232" cy="322023"/>
            <a:chOff x="2637986" y="1980142"/>
            <a:chExt cx="359232" cy="322023"/>
          </a:xfrm>
        </p:grpSpPr>
        <p:sp>
          <p:nvSpPr>
            <p:cNvPr id="11908" name="Google Shape;11908;p65"/>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5"/>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5"/>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5"/>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5"/>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5"/>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5"/>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5"/>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5"/>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5"/>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5"/>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5"/>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65"/>
          <p:cNvGrpSpPr/>
          <p:nvPr/>
        </p:nvGrpSpPr>
        <p:grpSpPr>
          <a:xfrm>
            <a:off x="1279994" y="3196435"/>
            <a:ext cx="323018" cy="359075"/>
            <a:chOff x="1306531" y="3346972"/>
            <a:chExt cx="323018" cy="359075"/>
          </a:xfrm>
        </p:grpSpPr>
        <p:sp>
          <p:nvSpPr>
            <p:cNvPr id="11922" name="Google Shape;11922;p65"/>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5"/>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5"/>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5"/>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5"/>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5"/>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65"/>
          <p:cNvGrpSpPr/>
          <p:nvPr/>
        </p:nvGrpSpPr>
        <p:grpSpPr>
          <a:xfrm>
            <a:off x="1281486" y="2263437"/>
            <a:ext cx="360253" cy="357111"/>
            <a:chOff x="1308024" y="2413975"/>
            <a:chExt cx="360253" cy="357111"/>
          </a:xfrm>
        </p:grpSpPr>
        <p:sp>
          <p:nvSpPr>
            <p:cNvPr id="11932" name="Google Shape;11932;p65"/>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5"/>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5"/>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5"/>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5"/>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5"/>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5"/>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5"/>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5"/>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5"/>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5"/>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5"/>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5"/>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5"/>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5"/>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5"/>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5"/>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5"/>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65"/>
          <p:cNvGrpSpPr/>
          <p:nvPr/>
        </p:nvGrpSpPr>
        <p:grpSpPr>
          <a:xfrm>
            <a:off x="1271981" y="1819785"/>
            <a:ext cx="378452" cy="341321"/>
            <a:chOff x="1298519" y="1970322"/>
            <a:chExt cx="378452" cy="341321"/>
          </a:xfrm>
        </p:grpSpPr>
        <p:sp>
          <p:nvSpPr>
            <p:cNvPr id="11963" name="Google Shape;11963;p65"/>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5"/>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5"/>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5"/>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5"/>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5"/>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5"/>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5"/>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5"/>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5"/>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5"/>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5"/>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5"/>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5"/>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5"/>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65"/>
          <p:cNvGrpSpPr/>
          <p:nvPr/>
        </p:nvGrpSpPr>
        <p:grpSpPr>
          <a:xfrm>
            <a:off x="3088278" y="3196330"/>
            <a:ext cx="283217" cy="359180"/>
            <a:chOff x="3114815" y="3346868"/>
            <a:chExt cx="283217" cy="359180"/>
          </a:xfrm>
        </p:grpSpPr>
        <p:sp>
          <p:nvSpPr>
            <p:cNvPr id="11984" name="Google Shape;11984;p65"/>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5"/>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5"/>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5"/>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5"/>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5"/>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5"/>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65"/>
          <p:cNvGrpSpPr/>
          <p:nvPr/>
        </p:nvGrpSpPr>
        <p:grpSpPr>
          <a:xfrm>
            <a:off x="3946648" y="3202693"/>
            <a:ext cx="378661" cy="346558"/>
            <a:chOff x="3973186" y="3353231"/>
            <a:chExt cx="378661" cy="346558"/>
          </a:xfrm>
        </p:grpSpPr>
        <p:sp>
          <p:nvSpPr>
            <p:cNvPr id="11998" name="Google Shape;11998;p65"/>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5"/>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5"/>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5"/>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5"/>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5"/>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5"/>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5"/>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5"/>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5"/>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5"/>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5"/>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5"/>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5"/>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65"/>
          <p:cNvGrpSpPr/>
          <p:nvPr/>
        </p:nvGrpSpPr>
        <p:grpSpPr>
          <a:xfrm>
            <a:off x="2126319" y="4112465"/>
            <a:ext cx="373241" cy="359127"/>
            <a:chOff x="2152857" y="4263002"/>
            <a:chExt cx="373241" cy="359127"/>
          </a:xfrm>
        </p:grpSpPr>
        <p:sp>
          <p:nvSpPr>
            <p:cNvPr id="12017" name="Google Shape;12017;p65"/>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5"/>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5"/>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65"/>
          <p:cNvGrpSpPr/>
          <p:nvPr/>
        </p:nvGrpSpPr>
        <p:grpSpPr>
          <a:xfrm>
            <a:off x="833094" y="3196435"/>
            <a:ext cx="303537" cy="359127"/>
            <a:chOff x="859632" y="3346972"/>
            <a:chExt cx="303537" cy="359127"/>
          </a:xfrm>
        </p:grpSpPr>
        <p:sp>
          <p:nvSpPr>
            <p:cNvPr id="12026" name="Google Shape;12026;p65"/>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5"/>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5"/>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5"/>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5"/>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65"/>
          <p:cNvGrpSpPr/>
          <p:nvPr/>
        </p:nvGrpSpPr>
        <p:grpSpPr>
          <a:xfrm>
            <a:off x="1741373" y="2731704"/>
            <a:ext cx="265306" cy="366799"/>
            <a:chOff x="1767911" y="2882241"/>
            <a:chExt cx="265306" cy="366799"/>
          </a:xfrm>
        </p:grpSpPr>
        <p:sp>
          <p:nvSpPr>
            <p:cNvPr id="12032" name="Google Shape;12032;p65"/>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5"/>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5"/>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5"/>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5"/>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5"/>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5"/>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5"/>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65"/>
          <p:cNvGrpSpPr/>
          <p:nvPr/>
        </p:nvGrpSpPr>
        <p:grpSpPr>
          <a:xfrm>
            <a:off x="1305472" y="1349397"/>
            <a:ext cx="331895" cy="359311"/>
            <a:chOff x="1332009" y="1499935"/>
            <a:chExt cx="331895" cy="359311"/>
          </a:xfrm>
        </p:grpSpPr>
        <p:sp>
          <p:nvSpPr>
            <p:cNvPr id="12048" name="Google Shape;12048;p65"/>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5"/>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5"/>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5"/>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5"/>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5"/>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5"/>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5"/>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5"/>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5"/>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5"/>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5"/>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5"/>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5"/>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65"/>
          <p:cNvGrpSpPr/>
          <p:nvPr/>
        </p:nvGrpSpPr>
        <p:grpSpPr>
          <a:xfrm>
            <a:off x="2636927" y="3196278"/>
            <a:ext cx="289528" cy="359232"/>
            <a:chOff x="2663464" y="3346815"/>
            <a:chExt cx="289528" cy="359232"/>
          </a:xfrm>
        </p:grpSpPr>
        <p:sp>
          <p:nvSpPr>
            <p:cNvPr id="12066" name="Google Shape;12066;p65"/>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5"/>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5"/>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5"/>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5"/>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5"/>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5"/>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5"/>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5"/>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65"/>
          <p:cNvGrpSpPr/>
          <p:nvPr/>
        </p:nvGrpSpPr>
        <p:grpSpPr>
          <a:xfrm>
            <a:off x="1289237" y="2731389"/>
            <a:ext cx="269051" cy="366983"/>
            <a:chOff x="1315775" y="2881927"/>
            <a:chExt cx="269051" cy="366983"/>
          </a:xfrm>
        </p:grpSpPr>
        <p:sp>
          <p:nvSpPr>
            <p:cNvPr id="12078" name="Google Shape;12078;p65"/>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5"/>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5"/>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5"/>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5"/>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5"/>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5"/>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5"/>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5"/>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5"/>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5"/>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5"/>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5"/>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5"/>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5"/>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65"/>
          <p:cNvGrpSpPr/>
          <p:nvPr/>
        </p:nvGrpSpPr>
        <p:grpSpPr>
          <a:xfrm>
            <a:off x="3950890" y="1829604"/>
            <a:ext cx="359232" cy="322023"/>
            <a:chOff x="3977427" y="1980142"/>
            <a:chExt cx="359232" cy="322023"/>
          </a:xfrm>
        </p:grpSpPr>
        <p:sp>
          <p:nvSpPr>
            <p:cNvPr id="12094" name="Google Shape;12094;p65"/>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5"/>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5"/>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5"/>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5"/>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5"/>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5"/>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5"/>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5"/>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65"/>
          <p:cNvGrpSpPr/>
          <p:nvPr/>
        </p:nvGrpSpPr>
        <p:grpSpPr>
          <a:xfrm>
            <a:off x="839091" y="2263071"/>
            <a:ext cx="361720" cy="359180"/>
            <a:chOff x="865628" y="2413608"/>
            <a:chExt cx="361720" cy="359180"/>
          </a:xfrm>
        </p:grpSpPr>
        <p:sp>
          <p:nvSpPr>
            <p:cNvPr id="12105" name="Google Shape;12105;p65"/>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5"/>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5"/>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5"/>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5"/>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5"/>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5"/>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5"/>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5"/>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5"/>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5"/>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5"/>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5"/>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65"/>
          <p:cNvGrpSpPr/>
          <p:nvPr/>
        </p:nvGrpSpPr>
        <p:grpSpPr>
          <a:xfrm>
            <a:off x="3090556" y="2731389"/>
            <a:ext cx="268815" cy="366983"/>
            <a:chOff x="3117093" y="2881927"/>
            <a:chExt cx="268815" cy="366983"/>
          </a:xfrm>
        </p:grpSpPr>
        <p:sp>
          <p:nvSpPr>
            <p:cNvPr id="12119" name="Google Shape;12119;p65"/>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5"/>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5"/>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5"/>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5"/>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5"/>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5"/>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5"/>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5"/>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5"/>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5"/>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5"/>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5"/>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5"/>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5"/>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65"/>
          <p:cNvGrpSpPr/>
          <p:nvPr/>
        </p:nvGrpSpPr>
        <p:grpSpPr>
          <a:xfrm>
            <a:off x="3507971" y="1357462"/>
            <a:ext cx="368502" cy="343521"/>
            <a:chOff x="3534508" y="1508000"/>
            <a:chExt cx="368502" cy="343521"/>
          </a:xfrm>
        </p:grpSpPr>
        <p:sp>
          <p:nvSpPr>
            <p:cNvPr id="12135" name="Google Shape;12135;p65"/>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5"/>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5"/>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5"/>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5"/>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5"/>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5"/>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5"/>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5"/>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5"/>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5"/>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5"/>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5"/>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5"/>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5"/>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65"/>
          <p:cNvGrpSpPr/>
          <p:nvPr/>
        </p:nvGrpSpPr>
        <p:grpSpPr>
          <a:xfrm>
            <a:off x="7131161" y="1349424"/>
            <a:ext cx="279054" cy="354754"/>
            <a:chOff x="7147436" y="1502999"/>
            <a:chExt cx="279054" cy="354754"/>
          </a:xfrm>
        </p:grpSpPr>
        <p:sp>
          <p:nvSpPr>
            <p:cNvPr id="12151" name="Google Shape;12151;p65"/>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5"/>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5"/>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5"/>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5"/>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5"/>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5"/>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5"/>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5"/>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5"/>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5"/>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5"/>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5"/>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5"/>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5"/>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5"/>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65"/>
          <p:cNvGrpSpPr/>
          <p:nvPr/>
        </p:nvGrpSpPr>
        <p:grpSpPr>
          <a:xfrm>
            <a:off x="7586806" y="1819497"/>
            <a:ext cx="276802" cy="354807"/>
            <a:chOff x="7603081" y="1973072"/>
            <a:chExt cx="276802" cy="354807"/>
          </a:xfrm>
        </p:grpSpPr>
        <p:sp>
          <p:nvSpPr>
            <p:cNvPr id="12168" name="Google Shape;12168;p65"/>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5"/>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5"/>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5"/>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5"/>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5"/>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5"/>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5"/>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5"/>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5"/>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5"/>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5"/>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5"/>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5"/>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65"/>
          <p:cNvGrpSpPr/>
          <p:nvPr/>
        </p:nvGrpSpPr>
        <p:grpSpPr>
          <a:xfrm>
            <a:off x="6680517" y="1349424"/>
            <a:ext cx="276802" cy="354754"/>
            <a:chOff x="6696792" y="1502999"/>
            <a:chExt cx="276802" cy="354754"/>
          </a:xfrm>
        </p:grpSpPr>
        <p:sp>
          <p:nvSpPr>
            <p:cNvPr id="12183" name="Google Shape;12183;p65"/>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5"/>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5"/>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5"/>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5"/>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5"/>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5"/>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5"/>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5"/>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5"/>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5"/>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5"/>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5"/>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5"/>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5"/>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8" name="Google Shape;12198;p65"/>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9" name="Google Shape;12199;p65"/>
          <p:cNvGrpSpPr/>
          <p:nvPr/>
        </p:nvGrpSpPr>
        <p:grpSpPr>
          <a:xfrm>
            <a:off x="6207118" y="1349424"/>
            <a:ext cx="320295" cy="354754"/>
            <a:chOff x="6223393" y="1502999"/>
            <a:chExt cx="320295" cy="354754"/>
          </a:xfrm>
        </p:grpSpPr>
        <p:sp>
          <p:nvSpPr>
            <p:cNvPr id="12200" name="Google Shape;12200;p65"/>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5"/>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5"/>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5"/>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5"/>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5"/>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5"/>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5"/>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5"/>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5"/>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5"/>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5"/>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5"/>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5"/>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5"/>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5"/>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5"/>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5"/>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5"/>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5"/>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5"/>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5"/>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5"/>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65"/>
          <p:cNvGrpSpPr/>
          <p:nvPr/>
        </p:nvGrpSpPr>
        <p:grpSpPr>
          <a:xfrm>
            <a:off x="5294336" y="1349397"/>
            <a:ext cx="339515" cy="354781"/>
            <a:chOff x="5310611" y="1502972"/>
            <a:chExt cx="339515" cy="354781"/>
          </a:xfrm>
        </p:grpSpPr>
        <p:sp>
          <p:nvSpPr>
            <p:cNvPr id="12224" name="Google Shape;12224;p65"/>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5"/>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5"/>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5"/>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5"/>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5"/>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5"/>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5"/>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5"/>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5"/>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5"/>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5"/>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5"/>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5"/>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5"/>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5"/>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65"/>
          <p:cNvGrpSpPr/>
          <p:nvPr/>
        </p:nvGrpSpPr>
        <p:grpSpPr>
          <a:xfrm>
            <a:off x="6237362" y="3636526"/>
            <a:ext cx="274550" cy="354833"/>
            <a:chOff x="6253637" y="3790101"/>
            <a:chExt cx="274550" cy="354833"/>
          </a:xfrm>
        </p:grpSpPr>
        <p:sp>
          <p:nvSpPr>
            <p:cNvPr id="12241" name="Google Shape;12241;p65"/>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5"/>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5"/>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5"/>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5"/>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5"/>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5"/>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5"/>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5"/>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5"/>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5"/>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5"/>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5"/>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5"/>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5"/>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5"/>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5"/>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65"/>
          <p:cNvGrpSpPr/>
          <p:nvPr/>
        </p:nvGrpSpPr>
        <p:grpSpPr>
          <a:xfrm>
            <a:off x="5786456" y="3636605"/>
            <a:ext cx="274576" cy="354754"/>
            <a:chOff x="5802731" y="3790180"/>
            <a:chExt cx="274576" cy="354754"/>
          </a:xfrm>
        </p:grpSpPr>
        <p:sp>
          <p:nvSpPr>
            <p:cNvPr id="12259" name="Google Shape;12259;p65"/>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5"/>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5"/>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5"/>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5"/>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5"/>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5"/>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5"/>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5"/>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5"/>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5"/>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5"/>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5"/>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5"/>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5"/>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5"/>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5"/>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5"/>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5"/>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5"/>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5"/>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65"/>
          <p:cNvGrpSpPr/>
          <p:nvPr/>
        </p:nvGrpSpPr>
        <p:grpSpPr>
          <a:xfrm>
            <a:off x="5335813" y="3636631"/>
            <a:ext cx="274550" cy="354728"/>
            <a:chOff x="5352088" y="3790206"/>
            <a:chExt cx="274550" cy="354728"/>
          </a:xfrm>
        </p:grpSpPr>
        <p:sp>
          <p:nvSpPr>
            <p:cNvPr id="12281" name="Google Shape;12281;p65"/>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5"/>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5"/>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5"/>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5"/>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5"/>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5"/>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5"/>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5"/>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5"/>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5"/>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5"/>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5"/>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5"/>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5"/>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5"/>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5"/>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5"/>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5"/>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5"/>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5"/>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5"/>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5"/>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5"/>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5" name="Google Shape;12305;p65"/>
          <p:cNvGrpSpPr/>
          <p:nvPr/>
        </p:nvGrpSpPr>
        <p:grpSpPr>
          <a:xfrm>
            <a:off x="4885431" y="3636500"/>
            <a:ext cx="274550" cy="354859"/>
            <a:chOff x="4901706" y="3790075"/>
            <a:chExt cx="274550" cy="354859"/>
          </a:xfrm>
        </p:grpSpPr>
        <p:sp>
          <p:nvSpPr>
            <p:cNvPr id="12306" name="Google Shape;12306;p65"/>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5"/>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5"/>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5"/>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5"/>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5"/>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5"/>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5"/>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5"/>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5"/>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5"/>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5"/>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5"/>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5"/>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5"/>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5"/>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5"/>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65"/>
          <p:cNvGrpSpPr/>
          <p:nvPr/>
        </p:nvGrpSpPr>
        <p:grpSpPr>
          <a:xfrm>
            <a:off x="8036429" y="1349633"/>
            <a:ext cx="275073" cy="354545"/>
            <a:chOff x="8052704" y="1503208"/>
            <a:chExt cx="275073" cy="354545"/>
          </a:xfrm>
        </p:grpSpPr>
        <p:sp>
          <p:nvSpPr>
            <p:cNvPr id="12324" name="Google Shape;12324;p65"/>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5"/>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5"/>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5"/>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5"/>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5"/>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5"/>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5"/>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5"/>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5"/>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5"/>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5"/>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5"/>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5"/>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5"/>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5"/>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5"/>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1" name="Google Shape;12341;p65"/>
          <p:cNvGrpSpPr/>
          <p:nvPr/>
        </p:nvGrpSpPr>
        <p:grpSpPr>
          <a:xfrm>
            <a:off x="5778470" y="1349424"/>
            <a:ext cx="274550" cy="354754"/>
            <a:chOff x="5794745" y="1502999"/>
            <a:chExt cx="274550" cy="354754"/>
          </a:xfrm>
        </p:grpSpPr>
        <p:sp>
          <p:nvSpPr>
            <p:cNvPr id="12342" name="Google Shape;12342;p65"/>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5"/>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5"/>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5"/>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5"/>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5"/>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5"/>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5"/>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5"/>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5"/>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5"/>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5"/>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5"/>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5"/>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5"/>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5"/>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5"/>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5"/>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5"/>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5"/>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5"/>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5"/>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5"/>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65"/>
          <p:cNvGrpSpPr/>
          <p:nvPr/>
        </p:nvGrpSpPr>
        <p:grpSpPr>
          <a:xfrm>
            <a:off x="4880665" y="1349424"/>
            <a:ext cx="263316" cy="354754"/>
            <a:chOff x="4896940" y="1502999"/>
            <a:chExt cx="263316" cy="354754"/>
          </a:xfrm>
        </p:grpSpPr>
        <p:sp>
          <p:nvSpPr>
            <p:cNvPr id="12366" name="Google Shape;12366;p65"/>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5"/>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5"/>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5"/>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5"/>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5"/>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5"/>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5"/>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5"/>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5"/>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5"/>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5"/>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5"/>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5"/>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5"/>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5"/>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5"/>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5"/>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5"/>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5"/>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5"/>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7" name="Google Shape;12387;p65"/>
          <p:cNvGrpSpPr/>
          <p:nvPr/>
        </p:nvGrpSpPr>
        <p:grpSpPr>
          <a:xfrm>
            <a:off x="6239117" y="4114507"/>
            <a:ext cx="274550" cy="354728"/>
            <a:chOff x="6255392" y="4268082"/>
            <a:chExt cx="274550" cy="354728"/>
          </a:xfrm>
        </p:grpSpPr>
        <p:sp>
          <p:nvSpPr>
            <p:cNvPr id="12388" name="Google Shape;12388;p65"/>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5"/>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5"/>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5"/>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5"/>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5"/>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5"/>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5"/>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5"/>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5"/>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5"/>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5"/>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5"/>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5"/>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5"/>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5"/>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5"/>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5"/>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5"/>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5"/>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65"/>
          <p:cNvGrpSpPr/>
          <p:nvPr/>
        </p:nvGrpSpPr>
        <p:grpSpPr>
          <a:xfrm>
            <a:off x="7587801" y="3636500"/>
            <a:ext cx="275807" cy="354859"/>
            <a:chOff x="7604076" y="3790075"/>
            <a:chExt cx="275807" cy="354859"/>
          </a:xfrm>
        </p:grpSpPr>
        <p:sp>
          <p:nvSpPr>
            <p:cNvPr id="12409" name="Google Shape;12409;p65"/>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5"/>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5"/>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5"/>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5"/>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5"/>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5"/>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5"/>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5"/>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5"/>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5"/>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5"/>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5"/>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5"/>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5"/>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5"/>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5"/>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5"/>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5"/>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5"/>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5"/>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5"/>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65"/>
          <p:cNvGrpSpPr/>
          <p:nvPr/>
        </p:nvGrpSpPr>
        <p:grpSpPr>
          <a:xfrm>
            <a:off x="7138152" y="3636631"/>
            <a:ext cx="274550" cy="354493"/>
            <a:chOff x="7154427" y="3790206"/>
            <a:chExt cx="274550" cy="354493"/>
          </a:xfrm>
        </p:grpSpPr>
        <p:sp>
          <p:nvSpPr>
            <p:cNvPr id="12432" name="Google Shape;12432;p65"/>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5"/>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5"/>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5"/>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5"/>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5"/>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5"/>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5"/>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5"/>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5"/>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5"/>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5"/>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5"/>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5"/>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5"/>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5"/>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5"/>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5"/>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5"/>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5"/>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65"/>
          <p:cNvGrpSpPr/>
          <p:nvPr/>
        </p:nvGrpSpPr>
        <p:grpSpPr>
          <a:xfrm>
            <a:off x="8038183" y="1819575"/>
            <a:ext cx="274576" cy="354728"/>
            <a:chOff x="8054458" y="1973150"/>
            <a:chExt cx="274576" cy="354728"/>
          </a:xfrm>
        </p:grpSpPr>
        <p:sp>
          <p:nvSpPr>
            <p:cNvPr id="12453" name="Google Shape;12453;p65"/>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5"/>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5"/>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5"/>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5"/>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5"/>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5"/>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5"/>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5"/>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5"/>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5"/>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5"/>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5"/>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5"/>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5"/>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5"/>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5"/>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5"/>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5"/>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5"/>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5"/>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5"/>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65"/>
          <p:cNvGrpSpPr/>
          <p:nvPr/>
        </p:nvGrpSpPr>
        <p:grpSpPr>
          <a:xfrm>
            <a:off x="7137655" y="1819575"/>
            <a:ext cx="274812" cy="354728"/>
            <a:chOff x="7153930" y="1973150"/>
            <a:chExt cx="274812" cy="354728"/>
          </a:xfrm>
        </p:grpSpPr>
        <p:sp>
          <p:nvSpPr>
            <p:cNvPr id="12476" name="Google Shape;12476;p65"/>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5"/>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5"/>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5"/>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5"/>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5"/>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5"/>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5"/>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5"/>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5"/>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5"/>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5"/>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5"/>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5"/>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5"/>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5"/>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5"/>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5"/>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5"/>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65"/>
          <p:cNvGrpSpPr/>
          <p:nvPr/>
        </p:nvGrpSpPr>
        <p:grpSpPr>
          <a:xfrm>
            <a:off x="6687247" y="1819523"/>
            <a:ext cx="274812" cy="354781"/>
            <a:chOff x="6703522" y="1973098"/>
            <a:chExt cx="274812" cy="354781"/>
          </a:xfrm>
        </p:grpSpPr>
        <p:sp>
          <p:nvSpPr>
            <p:cNvPr id="12496" name="Google Shape;12496;p65"/>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5"/>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5"/>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5"/>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5"/>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5"/>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5"/>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5"/>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5"/>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5"/>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5"/>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5"/>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5"/>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5"/>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5"/>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5"/>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5"/>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5"/>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5"/>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5"/>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5"/>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5"/>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5"/>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5"/>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5"/>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65"/>
          <p:cNvGrpSpPr/>
          <p:nvPr/>
        </p:nvGrpSpPr>
        <p:grpSpPr>
          <a:xfrm>
            <a:off x="6237100" y="1819575"/>
            <a:ext cx="274812" cy="354728"/>
            <a:chOff x="6253375" y="1973150"/>
            <a:chExt cx="274812" cy="354728"/>
          </a:xfrm>
        </p:grpSpPr>
        <p:sp>
          <p:nvSpPr>
            <p:cNvPr id="12522" name="Google Shape;12522;p65"/>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5"/>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5"/>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5"/>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5"/>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5"/>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5"/>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5"/>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5"/>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5"/>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5"/>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5"/>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5"/>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5"/>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5"/>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5"/>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5"/>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5"/>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5"/>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5"/>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5"/>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5"/>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5"/>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5"/>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5"/>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5"/>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5"/>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5"/>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5"/>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5"/>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5"/>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5"/>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5"/>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5"/>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5"/>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5"/>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5"/>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5"/>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65"/>
          <p:cNvGrpSpPr/>
          <p:nvPr/>
        </p:nvGrpSpPr>
        <p:grpSpPr>
          <a:xfrm>
            <a:off x="5786221" y="1819575"/>
            <a:ext cx="275309" cy="354728"/>
            <a:chOff x="5802496" y="1973150"/>
            <a:chExt cx="275309" cy="354728"/>
          </a:xfrm>
        </p:grpSpPr>
        <p:sp>
          <p:nvSpPr>
            <p:cNvPr id="12561" name="Google Shape;12561;p65"/>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5"/>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5"/>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5"/>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5"/>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5"/>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5"/>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5"/>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5"/>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5"/>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5"/>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5"/>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5"/>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5"/>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5"/>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5"/>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5"/>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5"/>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5"/>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5"/>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5"/>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5"/>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5"/>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5"/>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5"/>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5"/>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65"/>
          <p:cNvGrpSpPr/>
          <p:nvPr/>
        </p:nvGrpSpPr>
        <p:grpSpPr>
          <a:xfrm>
            <a:off x="5336808" y="1819575"/>
            <a:ext cx="274576" cy="354728"/>
            <a:chOff x="5353083" y="1973150"/>
            <a:chExt cx="274576" cy="354728"/>
          </a:xfrm>
        </p:grpSpPr>
        <p:sp>
          <p:nvSpPr>
            <p:cNvPr id="12588" name="Google Shape;12588;p65"/>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5"/>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5"/>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5"/>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5"/>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5"/>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5"/>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5"/>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5"/>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5"/>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5"/>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5"/>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5"/>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5"/>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5"/>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5"/>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5"/>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5"/>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5"/>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5"/>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5"/>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65"/>
          <p:cNvGrpSpPr/>
          <p:nvPr/>
        </p:nvGrpSpPr>
        <p:grpSpPr>
          <a:xfrm>
            <a:off x="4886426" y="1819575"/>
            <a:ext cx="274812" cy="354728"/>
            <a:chOff x="4902701" y="1973150"/>
            <a:chExt cx="274812" cy="354728"/>
          </a:xfrm>
        </p:grpSpPr>
        <p:sp>
          <p:nvSpPr>
            <p:cNvPr id="12610" name="Google Shape;12610;p65"/>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5"/>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5"/>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5"/>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5"/>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5"/>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5"/>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5"/>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5"/>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5"/>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5"/>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5"/>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5"/>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5"/>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5"/>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5"/>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5"/>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5"/>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5"/>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5"/>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5"/>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5"/>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5"/>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5"/>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5"/>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65"/>
          <p:cNvGrpSpPr/>
          <p:nvPr/>
        </p:nvGrpSpPr>
        <p:grpSpPr>
          <a:xfrm>
            <a:off x="4886426" y="2726414"/>
            <a:ext cx="272560" cy="354676"/>
            <a:chOff x="4902701" y="2879989"/>
            <a:chExt cx="272560" cy="354676"/>
          </a:xfrm>
        </p:grpSpPr>
        <p:sp>
          <p:nvSpPr>
            <p:cNvPr id="12636" name="Google Shape;12636;p65"/>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5"/>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5"/>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5"/>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5"/>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5"/>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5"/>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5"/>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5"/>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5"/>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5"/>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5"/>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5"/>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5"/>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5"/>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5"/>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5"/>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5"/>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5"/>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5"/>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5"/>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5"/>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5"/>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65"/>
          <p:cNvGrpSpPr/>
          <p:nvPr/>
        </p:nvGrpSpPr>
        <p:grpSpPr>
          <a:xfrm>
            <a:off x="5787713" y="4114507"/>
            <a:ext cx="274550" cy="354728"/>
            <a:chOff x="5803988" y="4268082"/>
            <a:chExt cx="274550" cy="354728"/>
          </a:xfrm>
        </p:grpSpPr>
        <p:sp>
          <p:nvSpPr>
            <p:cNvPr id="12661" name="Google Shape;12661;p65"/>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5"/>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5"/>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5"/>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5"/>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5"/>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5"/>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5"/>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5"/>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5"/>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5"/>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5"/>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5"/>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5"/>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5"/>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5"/>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5"/>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5"/>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5"/>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65"/>
          <p:cNvGrpSpPr/>
          <p:nvPr/>
        </p:nvGrpSpPr>
        <p:grpSpPr>
          <a:xfrm>
            <a:off x="5336074" y="4114507"/>
            <a:ext cx="274550" cy="354728"/>
            <a:chOff x="5352349" y="4268082"/>
            <a:chExt cx="274550" cy="354728"/>
          </a:xfrm>
        </p:grpSpPr>
        <p:sp>
          <p:nvSpPr>
            <p:cNvPr id="12684" name="Google Shape;12684;p65"/>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5"/>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5"/>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5"/>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5"/>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5"/>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5"/>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5"/>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5"/>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5"/>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5"/>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5"/>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5"/>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5"/>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5"/>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5"/>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5"/>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5"/>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5"/>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5"/>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65"/>
          <p:cNvGrpSpPr/>
          <p:nvPr/>
        </p:nvGrpSpPr>
        <p:grpSpPr>
          <a:xfrm>
            <a:off x="7590551" y="2265715"/>
            <a:ext cx="274550" cy="354728"/>
            <a:chOff x="7606826" y="2419290"/>
            <a:chExt cx="274550" cy="354728"/>
          </a:xfrm>
        </p:grpSpPr>
        <p:sp>
          <p:nvSpPr>
            <p:cNvPr id="12707" name="Google Shape;12707;p65"/>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5"/>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5"/>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5"/>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5"/>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5"/>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5"/>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5"/>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5"/>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5"/>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5"/>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5"/>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5"/>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5"/>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5"/>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65"/>
          <p:cNvGrpSpPr/>
          <p:nvPr/>
        </p:nvGrpSpPr>
        <p:grpSpPr>
          <a:xfrm>
            <a:off x="7139907" y="2265715"/>
            <a:ext cx="274550" cy="354728"/>
            <a:chOff x="7156182" y="2419290"/>
            <a:chExt cx="274550" cy="354728"/>
          </a:xfrm>
        </p:grpSpPr>
        <p:sp>
          <p:nvSpPr>
            <p:cNvPr id="12723" name="Google Shape;12723;p65"/>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5"/>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5"/>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5"/>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5"/>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5"/>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5"/>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5"/>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5"/>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5"/>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5"/>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5"/>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5"/>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5"/>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5"/>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8" name="Google Shape;12738;p65"/>
          <p:cNvGrpSpPr/>
          <p:nvPr/>
        </p:nvGrpSpPr>
        <p:grpSpPr>
          <a:xfrm>
            <a:off x="6689001" y="2265715"/>
            <a:ext cx="274812" cy="354728"/>
            <a:chOff x="6705276" y="2419290"/>
            <a:chExt cx="274812" cy="354728"/>
          </a:xfrm>
        </p:grpSpPr>
        <p:sp>
          <p:nvSpPr>
            <p:cNvPr id="12739" name="Google Shape;12739;p65"/>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5"/>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5"/>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5"/>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5"/>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5"/>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5"/>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5"/>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5"/>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5"/>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5"/>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5"/>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5"/>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5"/>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5"/>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5"/>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5"/>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5"/>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5"/>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5"/>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5"/>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5"/>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5"/>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5"/>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5"/>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5"/>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5"/>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5"/>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65"/>
          <p:cNvGrpSpPr/>
          <p:nvPr/>
        </p:nvGrpSpPr>
        <p:grpSpPr>
          <a:xfrm>
            <a:off x="4886661" y="2265715"/>
            <a:ext cx="274576" cy="354728"/>
            <a:chOff x="4902936" y="2419290"/>
            <a:chExt cx="274576" cy="354728"/>
          </a:xfrm>
        </p:grpSpPr>
        <p:sp>
          <p:nvSpPr>
            <p:cNvPr id="12768" name="Google Shape;12768;p65"/>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5"/>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5"/>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5"/>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5"/>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5"/>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5"/>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5"/>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5"/>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5"/>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5"/>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5"/>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5"/>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5"/>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5"/>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5"/>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5"/>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5"/>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5"/>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5"/>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8" name="Google Shape;12788;p65"/>
          <p:cNvGrpSpPr/>
          <p:nvPr/>
        </p:nvGrpSpPr>
        <p:grpSpPr>
          <a:xfrm>
            <a:off x="7591781" y="3192219"/>
            <a:ext cx="270334" cy="354754"/>
            <a:chOff x="7608056" y="3345794"/>
            <a:chExt cx="270334" cy="354754"/>
          </a:xfrm>
        </p:grpSpPr>
        <p:sp>
          <p:nvSpPr>
            <p:cNvPr id="12789" name="Google Shape;12789;p65"/>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5"/>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5"/>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5"/>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5"/>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5"/>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5"/>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5"/>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5"/>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5"/>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5"/>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5"/>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5"/>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5"/>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5"/>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5"/>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5"/>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5"/>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5"/>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65"/>
          <p:cNvGrpSpPr/>
          <p:nvPr/>
        </p:nvGrpSpPr>
        <p:grpSpPr>
          <a:xfrm>
            <a:off x="6696490" y="4114507"/>
            <a:ext cx="263316" cy="354728"/>
            <a:chOff x="6712765" y="4268082"/>
            <a:chExt cx="263316" cy="354728"/>
          </a:xfrm>
        </p:grpSpPr>
        <p:sp>
          <p:nvSpPr>
            <p:cNvPr id="12809" name="Google Shape;12809;p65"/>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5"/>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5"/>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5"/>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5"/>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5"/>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5"/>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5"/>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5"/>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5"/>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5"/>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5"/>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5"/>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5"/>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5"/>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5"/>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5" name="Google Shape;12825;p65"/>
          <p:cNvGrpSpPr/>
          <p:nvPr/>
        </p:nvGrpSpPr>
        <p:grpSpPr>
          <a:xfrm>
            <a:off x="5343066" y="2265584"/>
            <a:ext cx="262819" cy="354859"/>
            <a:chOff x="5359341" y="2419159"/>
            <a:chExt cx="262819" cy="354859"/>
          </a:xfrm>
        </p:grpSpPr>
        <p:sp>
          <p:nvSpPr>
            <p:cNvPr id="12826" name="Google Shape;12826;p65"/>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5"/>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5"/>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5"/>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5"/>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5"/>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5"/>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5"/>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5"/>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5"/>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5"/>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5"/>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5"/>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5"/>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5"/>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5"/>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5"/>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5"/>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5"/>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5"/>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5"/>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65"/>
          <p:cNvGrpSpPr/>
          <p:nvPr/>
        </p:nvGrpSpPr>
        <p:grpSpPr>
          <a:xfrm>
            <a:off x="6693007" y="3636631"/>
            <a:ext cx="263316" cy="354493"/>
            <a:chOff x="6709282" y="3790206"/>
            <a:chExt cx="263316" cy="354493"/>
          </a:xfrm>
        </p:grpSpPr>
        <p:sp>
          <p:nvSpPr>
            <p:cNvPr id="12848" name="Google Shape;12848;p65"/>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5"/>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5"/>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5"/>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5"/>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5"/>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5"/>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5"/>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5"/>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5"/>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5"/>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5"/>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5"/>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5"/>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5"/>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5"/>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4" name="Google Shape;12864;p65"/>
          <p:cNvGrpSpPr/>
          <p:nvPr/>
        </p:nvGrpSpPr>
        <p:grpSpPr>
          <a:xfrm>
            <a:off x="6244354" y="2265715"/>
            <a:ext cx="263055" cy="354493"/>
            <a:chOff x="6260629" y="2419290"/>
            <a:chExt cx="263055" cy="354493"/>
          </a:xfrm>
        </p:grpSpPr>
        <p:sp>
          <p:nvSpPr>
            <p:cNvPr id="12865" name="Google Shape;12865;p65"/>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5"/>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5"/>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5"/>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5"/>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5"/>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5"/>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5"/>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5"/>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5"/>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5"/>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5"/>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5"/>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5"/>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5"/>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65"/>
          <p:cNvGrpSpPr/>
          <p:nvPr/>
        </p:nvGrpSpPr>
        <p:grpSpPr>
          <a:xfrm>
            <a:off x="6244589" y="2726336"/>
            <a:ext cx="263343" cy="354754"/>
            <a:chOff x="6260864" y="2879911"/>
            <a:chExt cx="263343" cy="354754"/>
          </a:xfrm>
        </p:grpSpPr>
        <p:sp>
          <p:nvSpPr>
            <p:cNvPr id="12881" name="Google Shape;12881;p65"/>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5"/>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5"/>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5"/>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5"/>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5"/>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5"/>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5"/>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5"/>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5"/>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5"/>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5"/>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5"/>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5"/>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5"/>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5"/>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5"/>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5"/>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65"/>
          <p:cNvGrpSpPr/>
          <p:nvPr/>
        </p:nvGrpSpPr>
        <p:grpSpPr>
          <a:xfrm>
            <a:off x="8046693" y="2265715"/>
            <a:ext cx="263316" cy="354728"/>
            <a:chOff x="8062968" y="2419290"/>
            <a:chExt cx="263316" cy="354728"/>
          </a:xfrm>
        </p:grpSpPr>
        <p:sp>
          <p:nvSpPr>
            <p:cNvPr id="12900" name="Google Shape;12900;p65"/>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5"/>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5"/>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5"/>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5"/>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5"/>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5"/>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5"/>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5"/>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5"/>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5"/>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5"/>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5"/>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5"/>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5"/>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5"/>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5"/>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7" name="Google Shape;12917;p65"/>
          <p:cNvGrpSpPr/>
          <p:nvPr/>
        </p:nvGrpSpPr>
        <p:grpSpPr>
          <a:xfrm>
            <a:off x="5793448" y="2265715"/>
            <a:ext cx="263316" cy="354728"/>
            <a:chOff x="5809723" y="2419290"/>
            <a:chExt cx="263316" cy="354728"/>
          </a:xfrm>
        </p:grpSpPr>
        <p:sp>
          <p:nvSpPr>
            <p:cNvPr id="12918" name="Google Shape;12918;p65"/>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5"/>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5"/>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5"/>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5"/>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5"/>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5"/>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5"/>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5"/>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5"/>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5"/>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5"/>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5"/>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5"/>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5"/>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5"/>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5"/>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65"/>
          <p:cNvGrpSpPr/>
          <p:nvPr/>
        </p:nvGrpSpPr>
        <p:grpSpPr>
          <a:xfrm>
            <a:off x="7590551" y="1349424"/>
            <a:ext cx="263552" cy="354754"/>
            <a:chOff x="7606826" y="1502999"/>
            <a:chExt cx="263552" cy="354754"/>
          </a:xfrm>
        </p:grpSpPr>
        <p:sp>
          <p:nvSpPr>
            <p:cNvPr id="12936" name="Google Shape;12936;p65"/>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5"/>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5"/>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5"/>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5"/>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5"/>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5"/>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5"/>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5"/>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5"/>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5"/>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5"/>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5"/>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5"/>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5"/>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5"/>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5"/>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5"/>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65"/>
          <p:cNvGrpSpPr/>
          <p:nvPr/>
        </p:nvGrpSpPr>
        <p:grpSpPr>
          <a:xfrm>
            <a:off x="8044180" y="3636500"/>
            <a:ext cx="264076" cy="354623"/>
            <a:chOff x="8060455" y="3790075"/>
            <a:chExt cx="264076" cy="354623"/>
          </a:xfrm>
        </p:grpSpPr>
        <p:sp>
          <p:nvSpPr>
            <p:cNvPr id="12955" name="Google Shape;12955;p65"/>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5"/>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5"/>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5"/>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5"/>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5"/>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5"/>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5"/>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5"/>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5"/>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5"/>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5"/>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5"/>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5"/>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5"/>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5"/>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5"/>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5"/>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5"/>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5"/>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5"/>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5"/>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5"/>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8" name="Google Shape;12978;p65"/>
          <p:cNvGrpSpPr/>
          <p:nvPr/>
        </p:nvGrpSpPr>
        <p:grpSpPr>
          <a:xfrm>
            <a:off x="7598275" y="2726336"/>
            <a:ext cx="263316" cy="354754"/>
            <a:chOff x="7614550" y="2879911"/>
            <a:chExt cx="263316" cy="354754"/>
          </a:xfrm>
        </p:grpSpPr>
        <p:sp>
          <p:nvSpPr>
            <p:cNvPr id="12979" name="Google Shape;12979;p65"/>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5"/>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5"/>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5"/>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5"/>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5"/>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5"/>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5"/>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5"/>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5"/>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5"/>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5"/>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5"/>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5"/>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5"/>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5"/>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5"/>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5"/>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5"/>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8" name="Google Shape;12998;p65"/>
          <p:cNvGrpSpPr/>
          <p:nvPr/>
        </p:nvGrpSpPr>
        <p:grpSpPr>
          <a:xfrm>
            <a:off x="4884409" y="4114612"/>
            <a:ext cx="274576" cy="354623"/>
            <a:chOff x="4900684" y="4268187"/>
            <a:chExt cx="274576" cy="354623"/>
          </a:xfrm>
        </p:grpSpPr>
        <p:sp>
          <p:nvSpPr>
            <p:cNvPr id="12999" name="Google Shape;12999;p65"/>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5"/>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5"/>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5"/>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5"/>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5"/>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5"/>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5"/>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5"/>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5"/>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5"/>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5"/>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5"/>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5"/>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5"/>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65"/>
          <p:cNvGrpSpPr/>
          <p:nvPr/>
        </p:nvGrpSpPr>
        <p:grpSpPr>
          <a:xfrm>
            <a:off x="7145379" y="3192219"/>
            <a:ext cx="263343" cy="354754"/>
            <a:chOff x="7161654" y="3345794"/>
            <a:chExt cx="263343" cy="354754"/>
          </a:xfrm>
        </p:grpSpPr>
        <p:sp>
          <p:nvSpPr>
            <p:cNvPr id="13015" name="Google Shape;13015;p65"/>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5"/>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5"/>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5"/>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5"/>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5"/>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5"/>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5"/>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5"/>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5"/>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5"/>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5"/>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5"/>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5"/>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5"/>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5"/>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5"/>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5"/>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5"/>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4" name="Google Shape;13034;p65"/>
          <p:cNvGrpSpPr/>
          <p:nvPr/>
        </p:nvGrpSpPr>
        <p:grpSpPr>
          <a:xfrm>
            <a:off x="6695495" y="3192219"/>
            <a:ext cx="263081" cy="354754"/>
            <a:chOff x="6711770" y="3345794"/>
            <a:chExt cx="263081" cy="354754"/>
          </a:xfrm>
        </p:grpSpPr>
        <p:sp>
          <p:nvSpPr>
            <p:cNvPr id="13035" name="Google Shape;13035;p65"/>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5"/>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5"/>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5"/>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5"/>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5"/>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5"/>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5"/>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5"/>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5"/>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5"/>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5"/>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5"/>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5"/>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5"/>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5"/>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5"/>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65"/>
          <p:cNvGrpSpPr/>
          <p:nvPr/>
        </p:nvGrpSpPr>
        <p:grpSpPr>
          <a:xfrm>
            <a:off x="7147134" y="2726676"/>
            <a:ext cx="263316" cy="354414"/>
            <a:chOff x="7163409" y="2880251"/>
            <a:chExt cx="263316" cy="354414"/>
          </a:xfrm>
        </p:grpSpPr>
        <p:sp>
          <p:nvSpPr>
            <p:cNvPr id="13053" name="Google Shape;13053;p65"/>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5"/>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5"/>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5"/>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5"/>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5"/>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5"/>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5"/>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5"/>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5"/>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5"/>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5"/>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5" name="Google Shape;13065;p65"/>
          <p:cNvGrpSpPr/>
          <p:nvPr/>
        </p:nvGrpSpPr>
        <p:grpSpPr>
          <a:xfrm>
            <a:off x="6695757" y="2726597"/>
            <a:ext cx="263316" cy="354493"/>
            <a:chOff x="6712032" y="2880172"/>
            <a:chExt cx="263316" cy="354493"/>
          </a:xfrm>
        </p:grpSpPr>
        <p:sp>
          <p:nvSpPr>
            <p:cNvPr id="13066" name="Google Shape;13066;p65"/>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5"/>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5"/>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5"/>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5"/>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5"/>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5"/>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5"/>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5"/>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5"/>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5"/>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5"/>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5"/>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5"/>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5"/>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5"/>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5"/>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5"/>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5"/>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5"/>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5"/>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7" name="Google Shape;13087;p65"/>
          <p:cNvGrpSpPr/>
          <p:nvPr/>
        </p:nvGrpSpPr>
        <p:grpSpPr>
          <a:xfrm>
            <a:off x="6245349" y="3192219"/>
            <a:ext cx="263316" cy="354754"/>
            <a:chOff x="6261624" y="3345794"/>
            <a:chExt cx="263316" cy="354754"/>
          </a:xfrm>
        </p:grpSpPr>
        <p:sp>
          <p:nvSpPr>
            <p:cNvPr id="13088" name="Google Shape;13088;p65"/>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5"/>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5"/>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5"/>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5"/>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5"/>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5"/>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5"/>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5"/>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5"/>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5"/>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5"/>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5"/>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5"/>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5"/>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5"/>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5"/>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5"/>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5"/>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5"/>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5"/>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5"/>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5"/>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5"/>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5"/>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5"/>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5"/>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5"/>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6" name="Google Shape;13116;p65"/>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7" name="Google Shape;13117;p65"/>
          <p:cNvGrpSpPr/>
          <p:nvPr/>
        </p:nvGrpSpPr>
        <p:grpSpPr>
          <a:xfrm>
            <a:off x="5795464" y="3192219"/>
            <a:ext cx="263316" cy="354754"/>
            <a:chOff x="5811739" y="3345794"/>
            <a:chExt cx="263316" cy="354754"/>
          </a:xfrm>
        </p:grpSpPr>
        <p:sp>
          <p:nvSpPr>
            <p:cNvPr id="13118" name="Google Shape;13118;p65"/>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5"/>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5"/>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5"/>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5"/>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5"/>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5"/>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5"/>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5"/>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5"/>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5"/>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5"/>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5"/>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5"/>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5"/>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5"/>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5"/>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5"/>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5"/>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5"/>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5"/>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65"/>
          <p:cNvGrpSpPr/>
          <p:nvPr/>
        </p:nvGrpSpPr>
        <p:grpSpPr>
          <a:xfrm>
            <a:off x="5347543" y="3192219"/>
            <a:ext cx="259074" cy="354493"/>
            <a:chOff x="5363818" y="3345794"/>
            <a:chExt cx="259074" cy="354493"/>
          </a:xfrm>
        </p:grpSpPr>
        <p:sp>
          <p:nvSpPr>
            <p:cNvPr id="13140" name="Google Shape;13140;p65"/>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5"/>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5"/>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5"/>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5"/>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5"/>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5"/>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5"/>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5"/>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5"/>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5"/>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5"/>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5"/>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5"/>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5"/>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5"/>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5"/>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5"/>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5"/>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5"/>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5"/>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5"/>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5"/>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5"/>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5"/>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5" name="Google Shape;13165;p65"/>
          <p:cNvGrpSpPr/>
          <p:nvPr/>
        </p:nvGrpSpPr>
        <p:grpSpPr>
          <a:xfrm>
            <a:off x="4896664" y="3192088"/>
            <a:ext cx="261326" cy="354885"/>
            <a:chOff x="4912939" y="3345663"/>
            <a:chExt cx="261326" cy="354885"/>
          </a:xfrm>
        </p:grpSpPr>
        <p:sp>
          <p:nvSpPr>
            <p:cNvPr id="13166" name="Google Shape;13166;p65"/>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5"/>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5"/>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5"/>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5"/>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5"/>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5"/>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5"/>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5"/>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5"/>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5"/>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5"/>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5"/>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5"/>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5"/>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5"/>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5"/>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5"/>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5"/>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5"/>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5"/>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7" name="Google Shape;13187;p65"/>
          <p:cNvGrpSpPr/>
          <p:nvPr/>
        </p:nvGrpSpPr>
        <p:grpSpPr>
          <a:xfrm>
            <a:off x="5793448" y="2726336"/>
            <a:ext cx="263081" cy="355016"/>
            <a:chOff x="5809723" y="2879911"/>
            <a:chExt cx="263081" cy="355016"/>
          </a:xfrm>
        </p:grpSpPr>
        <p:sp>
          <p:nvSpPr>
            <p:cNvPr id="13188" name="Google Shape;13188;p65"/>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5"/>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5"/>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5"/>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5"/>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5"/>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5"/>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5"/>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5"/>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5"/>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5"/>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5"/>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5"/>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5"/>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5"/>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5"/>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5"/>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5"/>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5"/>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5"/>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5"/>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5"/>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65"/>
          <p:cNvGrpSpPr/>
          <p:nvPr/>
        </p:nvGrpSpPr>
        <p:grpSpPr>
          <a:xfrm>
            <a:off x="7599794" y="4114481"/>
            <a:ext cx="263316" cy="354754"/>
            <a:chOff x="7616069" y="4268056"/>
            <a:chExt cx="263316" cy="354754"/>
          </a:xfrm>
        </p:grpSpPr>
        <p:sp>
          <p:nvSpPr>
            <p:cNvPr id="13211" name="Google Shape;13211;p65"/>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5"/>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5"/>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5"/>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5"/>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5"/>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5"/>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5"/>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5"/>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5"/>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5"/>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5"/>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5"/>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5"/>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5"/>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5"/>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5"/>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5"/>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5"/>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5"/>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5"/>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2" name="Google Shape;13232;p65"/>
          <p:cNvGrpSpPr/>
          <p:nvPr/>
        </p:nvGrpSpPr>
        <p:grpSpPr>
          <a:xfrm>
            <a:off x="7148129" y="4114743"/>
            <a:ext cx="263316" cy="354493"/>
            <a:chOff x="7164404" y="4268318"/>
            <a:chExt cx="263316" cy="354493"/>
          </a:xfrm>
        </p:grpSpPr>
        <p:sp>
          <p:nvSpPr>
            <p:cNvPr id="13233" name="Google Shape;13233;p65"/>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5"/>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5"/>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5"/>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5"/>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5"/>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5"/>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5"/>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5"/>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5"/>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5"/>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5"/>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5"/>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5"/>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5"/>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5"/>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9" name="Google Shape;13249;p65"/>
          <p:cNvGrpSpPr/>
          <p:nvPr/>
        </p:nvGrpSpPr>
        <p:grpSpPr>
          <a:xfrm>
            <a:off x="5342071" y="2726336"/>
            <a:ext cx="263316" cy="354754"/>
            <a:chOff x="5358346" y="2879911"/>
            <a:chExt cx="263316" cy="354754"/>
          </a:xfrm>
        </p:grpSpPr>
        <p:sp>
          <p:nvSpPr>
            <p:cNvPr id="13250" name="Google Shape;13250;p65"/>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5"/>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5"/>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5"/>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5"/>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5"/>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5"/>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5"/>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5"/>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5"/>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5"/>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5"/>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5"/>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5"/>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5"/>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5"/>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5"/>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5"/>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5"/>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5"/>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5"/>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65"/>
          <p:cNvGrpSpPr/>
          <p:nvPr/>
        </p:nvGrpSpPr>
        <p:grpSpPr>
          <a:xfrm>
            <a:off x="8045175" y="3192167"/>
            <a:ext cx="263316" cy="354807"/>
            <a:chOff x="8061450" y="3345742"/>
            <a:chExt cx="263316" cy="354807"/>
          </a:xfrm>
        </p:grpSpPr>
        <p:sp>
          <p:nvSpPr>
            <p:cNvPr id="13272" name="Google Shape;13272;p65"/>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5"/>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5"/>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5"/>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5"/>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5"/>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5"/>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5"/>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5"/>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5"/>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5"/>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5"/>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5"/>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5"/>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5"/>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5"/>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8" name="Google Shape;13288;p65"/>
          <p:cNvGrpSpPr/>
          <p:nvPr/>
        </p:nvGrpSpPr>
        <p:grpSpPr>
          <a:xfrm>
            <a:off x="8049678" y="2726336"/>
            <a:ext cx="263081" cy="354754"/>
            <a:chOff x="8065953" y="2879911"/>
            <a:chExt cx="263081" cy="354754"/>
          </a:xfrm>
        </p:grpSpPr>
        <p:sp>
          <p:nvSpPr>
            <p:cNvPr id="13289" name="Google Shape;13289;p65"/>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5"/>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5"/>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5"/>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5"/>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5"/>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5"/>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5"/>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5"/>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5"/>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5"/>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5"/>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5"/>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5"/>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5"/>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5"/>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5" name="Google Shape;13305;p65"/>
          <p:cNvGrpSpPr/>
          <p:nvPr/>
        </p:nvGrpSpPr>
        <p:grpSpPr>
          <a:xfrm>
            <a:off x="8047924" y="4114743"/>
            <a:ext cx="270308" cy="354493"/>
            <a:chOff x="8064199" y="4268318"/>
            <a:chExt cx="270308" cy="354493"/>
          </a:xfrm>
        </p:grpSpPr>
        <p:sp>
          <p:nvSpPr>
            <p:cNvPr id="13306" name="Google Shape;13306;p65"/>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5"/>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5"/>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5"/>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5"/>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5"/>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5"/>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5"/>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5"/>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5"/>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5"/>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5"/>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5"/>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5"/>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5"/>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5"/>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4" name="Google Shape;13324;p65"/>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3325" name="Google Shape;13325;p65"/>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29" name="Shape 13329"/>
        <p:cNvGrpSpPr/>
        <p:nvPr/>
      </p:nvGrpSpPr>
      <p:grpSpPr>
        <a:xfrm>
          <a:off x="0" y="0"/>
          <a:ext cx="0" cy="0"/>
          <a:chOff x="0" y="0"/>
          <a:chExt cx="0" cy="0"/>
        </a:xfrm>
      </p:grpSpPr>
      <p:grpSp>
        <p:nvGrpSpPr>
          <p:cNvPr id="13330" name="Google Shape;13330;p66"/>
          <p:cNvGrpSpPr/>
          <p:nvPr/>
        </p:nvGrpSpPr>
        <p:grpSpPr>
          <a:xfrm>
            <a:off x="3507933" y="3164345"/>
            <a:ext cx="381482" cy="366926"/>
            <a:chOff x="3511608" y="3348218"/>
            <a:chExt cx="381482" cy="366926"/>
          </a:xfrm>
        </p:grpSpPr>
        <p:sp>
          <p:nvSpPr>
            <p:cNvPr id="13331" name="Google Shape;13331;p66"/>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6"/>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6"/>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6"/>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6"/>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6"/>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6"/>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6"/>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6"/>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6"/>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6"/>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6"/>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6"/>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6"/>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66"/>
          <p:cNvGrpSpPr/>
          <p:nvPr/>
        </p:nvGrpSpPr>
        <p:grpSpPr>
          <a:xfrm>
            <a:off x="1846141" y="3623467"/>
            <a:ext cx="163616" cy="366665"/>
            <a:chOff x="1849816" y="3807339"/>
            <a:chExt cx="163616" cy="366665"/>
          </a:xfrm>
        </p:grpSpPr>
        <p:sp>
          <p:nvSpPr>
            <p:cNvPr id="13346" name="Google Shape;13346;p66"/>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6"/>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6"/>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6"/>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6"/>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6"/>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6"/>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6"/>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6"/>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6"/>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6"/>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6"/>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6"/>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6"/>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66"/>
          <p:cNvGrpSpPr/>
          <p:nvPr/>
        </p:nvGrpSpPr>
        <p:grpSpPr>
          <a:xfrm>
            <a:off x="2271082" y="3623441"/>
            <a:ext cx="202292" cy="366430"/>
            <a:chOff x="2274757" y="3807313"/>
            <a:chExt cx="202292" cy="366430"/>
          </a:xfrm>
        </p:grpSpPr>
        <p:sp>
          <p:nvSpPr>
            <p:cNvPr id="13361" name="Google Shape;13361;p66"/>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6"/>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6"/>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6"/>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6"/>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6"/>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6"/>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6"/>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6"/>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6"/>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1" name="Google Shape;13371;p66"/>
          <p:cNvGrpSpPr/>
          <p:nvPr/>
        </p:nvGrpSpPr>
        <p:grpSpPr>
          <a:xfrm>
            <a:off x="3969041" y="3164345"/>
            <a:ext cx="366404" cy="366665"/>
            <a:chOff x="3972716" y="3348218"/>
            <a:chExt cx="366404" cy="366665"/>
          </a:xfrm>
        </p:grpSpPr>
        <p:sp>
          <p:nvSpPr>
            <p:cNvPr id="13372" name="Google Shape;13372;p66"/>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6"/>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6"/>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6"/>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6"/>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6"/>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6"/>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6"/>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6"/>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6"/>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6"/>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6"/>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66"/>
          <p:cNvGrpSpPr/>
          <p:nvPr/>
        </p:nvGrpSpPr>
        <p:grpSpPr>
          <a:xfrm>
            <a:off x="862853" y="3164476"/>
            <a:ext cx="317405" cy="366534"/>
            <a:chOff x="866528" y="3348348"/>
            <a:chExt cx="317405" cy="366534"/>
          </a:xfrm>
        </p:grpSpPr>
        <p:sp>
          <p:nvSpPr>
            <p:cNvPr id="13385" name="Google Shape;13385;p66"/>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6"/>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6"/>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6"/>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6"/>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6"/>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6"/>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6"/>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66"/>
          <p:cNvGrpSpPr/>
          <p:nvPr/>
        </p:nvGrpSpPr>
        <p:grpSpPr>
          <a:xfrm>
            <a:off x="1313143" y="3164423"/>
            <a:ext cx="310872" cy="366848"/>
            <a:chOff x="1316818" y="3348296"/>
            <a:chExt cx="310872" cy="366848"/>
          </a:xfrm>
        </p:grpSpPr>
        <p:sp>
          <p:nvSpPr>
            <p:cNvPr id="13394" name="Google Shape;13394;p66"/>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6"/>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6"/>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6"/>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6"/>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6"/>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6"/>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6"/>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6"/>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6"/>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6"/>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6"/>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6"/>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6"/>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6"/>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6"/>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6"/>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6"/>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6"/>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6"/>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6"/>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6"/>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6"/>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6"/>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66"/>
          <p:cNvGrpSpPr/>
          <p:nvPr/>
        </p:nvGrpSpPr>
        <p:grpSpPr>
          <a:xfrm>
            <a:off x="3101573" y="3164371"/>
            <a:ext cx="305620" cy="366430"/>
            <a:chOff x="3105248" y="3348244"/>
            <a:chExt cx="305620" cy="366430"/>
          </a:xfrm>
        </p:grpSpPr>
        <p:sp>
          <p:nvSpPr>
            <p:cNvPr id="13419" name="Google Shape;13419;p66"/>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6"/>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6"/>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6"/>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6"/>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6"/>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6"/>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6" name="Google Shape;13426;p66"/>
          <p:cNvGrpSpPr/>
          <p:nvPr/>
        </p:nvGrpSpPr>
        <p:grpSpPr>
          <a:xfrm>
            <a:off x="2658313" y="3164345"/>
            <a:ext cx="304078" cy="366665"/>
            <a:chOff x="2661988" y="3348218"/>
            <a:chExt cx="304078" cy="366665"/>
          </a:xfrm>
        </p:grpSpPr>
        <p:sp>
          <p:nvSpPr>
            <p:cNvPr id="13427" name="Google Shape;13427;p66"/>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6"/>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6"/>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6"/>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6"/>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6"/>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6"/>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6"/>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6"/>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6"/>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6"/>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6"/>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6"/>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6"/>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6"/>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6"/>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6"/>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6"/>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6"/>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6" name="Google Shape;13446;p66"/>
          <p:cNvGrpSpPr/>
          <p:nvPr/>
        </p:nvGrpSpPr>
        <p:grpSpPr>
          <a:xfrm>
            <a:off x="2209252" y="3165024"/>
            <a:ext cx="307606" cy="366482"/>
            <a:chOff x="2212927" y="3348897"/>
            <a:chExt cx="307606" cy="366482"/>
          </a:xfrm>
        </p:grpSpPr>
        <p:sp>
          <p:nvSpPr>
            <p:cNvPr id="13447" name="Google Shape;13447;p66"/>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6"/>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6"/>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6"/>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6"/>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6"/>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6"/>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6"/>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6"/>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6"/>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66"/>
          <p:cNvGrpSpPr/>
          <p:nvPr/>
        </p:nvGrpSpPr>
        <p:grpSpPr>
          <a:xfrm>
            <a:off x="1760714" y="3164345"/>
            <a:ext cx="310114" cy="366665"/>
            <a:chOff x="1764389" y="3348218"/>
            <a:chExt cx="310114" cy="366665"/>
          </a:xfrm>
        </p:grpSpPr>
        <p:sp>
          <p:nvSpPr>
            <p:cNvPr id="13458" name="Google Shape;13458;p66"/>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6"/>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6"/>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6"/>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6"/>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6"/>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6"/>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6"/>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6"/>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6"/>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6"/>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6"/>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6"/>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6"/>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6"/>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6"/>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6"/>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6"/>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6"/>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6"/>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66"/>
          <p:cNvGrpSpPr/>
          <p:nvPr/>
        </p:nvGrpSpPr>
        <p:grpSpPr>
          <a:xfrm>
            <a:off x="2773897" y="3623415"/>
            <a:ext cx="81716" cy="366717"/>
            <a:chOff x="2777572" y="3807287"/>
            <a:chExt cx="81716" cy="366717"/>
          </a:xfrm>
        </p:grpSpPr>
        <p:sp>
          <p:nvSpPr>
            <p:cNvPr id="13479" name="Google Shape;13479;p66"/>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6"/>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6"/>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6"/>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6"/>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6"/>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6"/>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6"/>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6"/>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6"/>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6"/>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66"/>
          <p:cNvGrpSpPr/>
          <p:nvPr/>
        </p:nvGrpSpPr>
        <p:grpSpPr>
          <a:xfrm>
            <a:off x="3930339" y="4145908"/>
            <a:ext cx="366665" cy="256334"/>
            <a:chOff x="3934014" y="4329780"/>
            <a:chExt cx="366665" cy="256334"/>
          </a:xfrm>
        </p:grpSpPr>
        <p:sp>
          <p:nvSpPr>
            <p:cNvPr id="13491" name="Google Shape;13491;p66"/>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6"/>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6"/>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6"/>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6"/>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6"/>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6"/>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6"/>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6"/>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6"/>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6"/>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6"/>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6"/>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4" name="Google Shape;13504;p66"/>
          <p:cNvGrpSpPr/>
          <p:nvPr/>
        </p:nvGrpSpPr>
        <p:grpSpPr>
          <a:xfrm>
            <a:off x="943995" y="3623467"/>
            <a:ext cx="194295" cy="366404"/>
            <a:chOff x="947670" y="3807339"/>
            <a:chExt cx="194295" cy="366404"/>
          </a:xfrm>
        </p:grpSpPr>
        <p:sp>
          <p:nvSpPr>
            <p:cNvPr id="13505" name="Google Shape;13505;p66"/>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6"/>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6"/>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6"/>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6"/>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6"/>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6"/>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6"/>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6"/>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6"/>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5" name="Google Shape;13515;p66"/>
          <p:cNvGrpSpPr/>
          <p:nvPr/>
        </p:nvGrpSpPr>
        <p:grpSpPr>
          <a:xfrm>
            <a:off x="3416704" y="4102685"/>
            <a:ext cx="368939" cy="342283"/>
            <a:chOff x="3420379" y="4286557"/>
            <a:chExt cx="368939" cy="342283"/>
          </a:xfrm>
        </p:grpSpPr>
        <p:sp>
          <p:nvSpPr>
            <p:cNvPr id="13516" name="Google Shape;13516;p66"/>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6"/>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6"/>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6"/>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6"/>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6"/>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6"/>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6"/>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6"/>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6"/>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6"/>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6"/>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6"/>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6"/>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6"/>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6"/>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66"/>
          <p:cNvGrpSpPr/>
          <p:nvPr/>
        </p:nvGrpSpPr>
        <p:grpSpPr>
          <a:xfrm>
            <a:off x="3961515" y="3658380"/>
            <a:ext cx="369801" cy="296813"/>
            <a:chOff x="3965190" y="3842252"/>
            <a:chExt cx="369801" cy="296813"/>
          </a:xfrm>
        </p:grpSpPr>
        <p:sp>
          <p:nvSpPr>
            <p:cNvPr id="13533" name="Google Shape;13533;p66"/>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6"/>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6"/>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6"/>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6"/>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6"/>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6"/>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6"/>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6"/>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6"/>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6"/>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6"/>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6"/>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6"/>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6"/>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6"/>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6"/>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6"/>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6"/>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4" name="Google Shape;13554;p66"/>
          <p:cNvGrpSpPr/>
          <p:nvPr/>
        </p:nvGrpSpPr>
        <p:grpSpPr>
          <a:xfrm>
            <a:off x="3502915" y="3649939"/>
            <a:ext cx="396796" cy="313407"/>
            <a:chOff x="3506590" y="3833812"/>
            <a:chExt cx="396796" cy="313407"/>
          </a:xfrm>
        </p:grpSpPr>
        <p:sp>
          <p:nvSpPr>
            <p:cNvPr id="13555" name="Google Shape;13555;p66"/>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6"/>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6"/>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66"/>
          <p:cNvGrpSpPr/>
          <p:nvPr/>
        </p:nvGrpSpPr>
        <p:grpSpPr>
          <a:xfrm>
            <a:off x="2765613" y="1781491"/>
            <a:ext cx="104556" cy="366665"/>
            <a:chOff x="2769288" y="1965364"/>
            <a:chExt cx="104556" cy="366665"/>
          </a:xfrm>
        </p:grpSpPr>
        <p:sp>
          <p:nvSpPr>
            <p:cNvPr id="13559" name="Google Shape;13559;p66"/>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6"/>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6"/>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6"/>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6"/>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6"/>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6"/>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6"/>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6"/>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6"/>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6"/>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6"/>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1" name="Google Shape;13571;p66"/>
          <p:cNvGrpSpPr/>
          <p:nvPr/>
        </p:nvGrpSpPr>
        <p:grpSpPr>
          <a:xfrm>
            <a:off x="3963004" y="1826988"/>
            <a:ext cx="367162" cy="275698"/>
            <a:chOff x="3966679" y="2010861"/>
            <a:chExt cx="367162" cy="275698"/>
          </a:xfrm>
        </p:grpSpPr>
        <p:sp>
          <p:nvSpPr>
            <p:cNvPr id="13572" name="Google Shape;13572;p66"/>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6"/>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6"/>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6"/>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6" name="Google Shape;13576;p66"/>
          <p:cNvGrpSpPr/>
          <p:nvPr/>
        </p:nvGrpSpPr>
        <p:grpSpPr>
          <a:xfrm>
            <a:off x="1748902" y="1841622"/>
            <a:ext cx="366404" cy="246220"/>
            <a:chOff x="1752577" y="2025495"/>
            <a:chExt cx="366404" cy="246220"/>
          </a:xfrm>
        </p:grpSpPr>
        <p:sp>
          <p:nvSpPr>
            <p:cNvPr id="13577" name="Google Shape;13577;p66"/>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6"/>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6"/>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6"/>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6"/>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6"/>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6"/>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6"/>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6"/>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6"/>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6"/>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6"/>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6"/>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6"/>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6"/>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6"/>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66"/>
          <p:cNvGrpSpPr/>
          <p:nvPr/>
        </p:nvGrpSpPr>
        <p:grpSpPr>
          <a:xfrm>
            <a:off x="1305878" y="1885708"/>
            <a:ext cx="366404" cy="158363"/>
            <a:chOff x="1309553" y="2069580"/>
            <a:chExt cx="366404" cy="158363"/>
          </a:xfrm>
        </p:grpSpPr>
        <p:sp>
          <p:nvSpPr>
            <p:cNvPr id="13594" name="Google Shape;13594;p66"/>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6"/>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6"/>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6"/>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6"/>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6"/>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6"/>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6"/>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6"/>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6"/>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6"/>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6"/>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6"/>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6"/>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6"/>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6"/>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6"/>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6"/>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6"/>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6"/>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6"/>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6"/>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6"/>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6"/>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66"/>
          <p:cNvGrpSpPr/>
          <p:nvPr/>
        </p:nvGrpSpPr>
        <p:grpSpPr>
          <a:xfrm>
            <a:off x="862853" y="1904889"/>
            <a:ext cx="366639" cy="119635"/>
            <a:chOff x="866528" y="2088762"/>
            <a:chExt cx="366639" cy="119635"/>
          </a:xfrm>
        </p:grpSpPr>
        <p:sp>
          <p:nvSpPr>
            <p:cNvPr id="13621" name="Google Shape;13621;p66"/>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6"/>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6"/>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6"/>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6"/>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6"/>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6"/>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6"/>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6"/>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6"/>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6"/>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6"/>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6"/>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6"/>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5" name="Google Shape;13635;p66"/>
          <p:cNvGrpSpPr/>
          <p:nvPr/>
        </p:nvGrpSpPr>
        <p:grpSpPr>
          <a:xfrm>
            <a:off x="2325594" y="1781439"/>
            <a:ext cx="98807" cy="366273"/>
            <a:chOff x="2329269" y="1965312"/>
            <a:chExt cx="98807" cy="366273"/>
          </a:xfrm>
        </p:grpSpPr>
        <p:sp>
          <p:nvSpPr>
            <p:cNvPr id="13636" name="Google Shape;13636;p66"/>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6"/>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6"/>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9" name="Google Shape;13639;p66"/>
          <p:cNvGrpSpPr/>
          <p:nvPr/>
        </p:nvGrpSpPr>
        <p:grpSpPr>
          <a:xfrm>
            <a:off x="3204378" y="1781099"/>
            <a:ext cx="112344" cy="366926"/>
            <a:chOff x="3208053" y="1964972"/>
            <a:chExt cx="112344" cy="366926"/>
          </a:xfrm>
        </p:grpSpPr>
        <p:sp>
          <p:nvSpPr>
            <p:cNvPr id="13640" name="Google Shape;13640;p66"/>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6"/>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6"/>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6"/>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6"/>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6"/>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66"/>
          <p:cNvGrpSpPr/>
          <p:nvPr/>
        </p:nvGrpSpPr>
        <p:grpSpPr>
          <a:xfrm>
            <a:off x="3221704" y="3623467"/>
            <a:ext cx="72413" cy="366404"/>
            <a:chOff x="3225379" y="3807339"/>
            <a:chExt cx="72413" cy="366404"/>
          </a:xfrm>
        </p:grpSpPr>
        <p:sp>
          <p:nvSpPr>
            <p:cNvPr id="13647" name="Google Shape;13647;p66"/>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6"/>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6"/>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6"/>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6"/>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6"/>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6"/>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6"/>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66"/>
          <p:cNvGrpSpPr/>
          <p:nvPr/>
        </p:nvGrpSpPr>
        <p:grpSpPr>
          <a:xfrm>
            <a:off x="3520241" y="1827223"/>
            <a:ext cx="366665" cy="275201"/>
            <a:chOff x="3523916" y="2011096"/>
            <a:chExt cx="366665" cy="275201"/>
          </a:xfrm>
        </p:grpSpPr>
        <p:sp>
          <p:nvSpPr>
            <p:cNvPr id="13656" name="Google Shape;13656;p66"/>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6"/>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6"/>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6"/>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6"/>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6"/>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6"/>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6"/>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6"/>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6"/>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6"/>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6"/>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6"/>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6"/>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6"/>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6"/>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6"/>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6"/>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6"/>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6"/>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66"/>
          <p:cNvGrpSpPr/>
          <p:nvPr/>
        </p:nvGrpSpPr>
        <p:grpSpPr>
          <a:xfrm>
            <a:off x="1739102" y="1316124"/>
            <a:ext cx="393791" cy="366744"/>
            <a:chOff x="1742777" y="1499997"/>
            <a:chExt cx="393791" cy="366744"/>
          </a:xfrm>
        </p:grpSpPr>
        <p:sp>
          <p:nvSpPr>
            <p:cNvPr id="13677" name="Google Shape;13677;p66"/>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6"/>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6"/>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6"/>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6"/>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6"/>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6"/>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6"/>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6"/>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6"/>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6"/>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6"/>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6"/>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6"/>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1" name="Google Shape;13691;p66"/>
          <p:cNvGrpSpPr/>
          <p:nvPr/>
        </p:nvGrpSpPr>
        <p:grpSpPr>
          <a:xfrm>
            <a:off x="4010774" y="1316124"/>
            <a:ext cx="319914" cy="366639"/>
            <a:chOff x="4014449" y="1499997"/>
            <a:chExt cx="319914" cy="366639"/>
          </a:xfrm>
        </p:grpSpPr>
        <p:sp>
          <p:nvSpPr>
            <p:cNvPr id="13692" name="Google Shape;13692;p66"/>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6"/>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6"/>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6"/>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6"/>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7" name="Google Shape;13697;p66"/>
          <p:cNvGrpSpPr/>
          <p:nvPr/>
        </p:nvGrpSpPr>
        <p:grpSpPr>
          <a:xfrm>
            <a:off x="862592" y="1407588"/>
            <a:ext cx="367397" cy="183711"/>
            <a:chOff x="866267" y="1591460"/>
            <a:chExt cx="367397" cy="183711"/>
          </a:xfrm>
        </p:grpSpPr>
        <p:sp>
          <p:nvSpPr>
            <p:cNvPr id="13698" name="Google Shape;13698;p66"/>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6"/>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6"/>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6"/>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6"/>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6"/>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6"/>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6"/>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6"/>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6"/>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6"/>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6"/>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6"/>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6"/>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6"/>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6"/>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6"/>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6"/>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6" name="Google Shape;13716;p66"/>
          <p:cNvGrpSpPr/>
          <p:nvPr/>
        </p:nvGrpSpPr>
        <p:grpSpPr>
          <a:xfrm>
            <a:off x="3114168" y="1316019"/>
            <a:ext cx="327440" cy="366744"/>
            <a:chOff x="3117843" y="1499892"/>
            <a:chExt cx="327440" cy="366744"/>
          </a:xfrm>
        </p:grpSpPr>
        <p:sp>
          <p:nvSpPr>
            <p:cNvPr id="13717" name="Google Shape;13717;p66"/>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6"/>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6"/>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6"/>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6"/>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6"/>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6"/>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66"/>
          <p:cNvGrpSpPr/>
          <p:nvPr/>
        </p:nvGrpSpPr>
        <p:grpSpPr>
          <a:xfrm>
            <a:off x="2663330" y="1316124"/>
            <a:ext cx="336770" cy="366639"/>
            <a:chOff x="2667005" y="1499997"/>
            <a:chExt cx="336770" cy="366639"/>
          </a:xfrm>
        </p:grpSpPr>
        <p:sp>
          <p:nvSpPr>
            <p:cNvPr id="13725" name="Google Shape;13725;p66"/>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6"/>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6"/>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6"/>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6"/>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6"/>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6"/>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6"/>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6"/>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6"/>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6"/>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6"/>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6"/>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6"/>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6"/>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6"/>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6"/>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6"/>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6"/>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66"/>
          <p:cNvGrpSpPr/>
          <p:nvPr/>
        </p:nvGrpSpPr>
        <p:grpSpPr>
          <a:xfrm>
            <a:off x="3561191" y="1316124"/>
            <a:ext cx="326473" cy="366639"/>
            <a:chOff x="3564866" y="1499997"/>
            <a:chExt cx="326473" cy="366639"/>
          </a:xfrm>
        </p:grpSpPr>
        <p:sp>
          <p:nvSpPr>
            <p:cNvPr id="13745" name="Google Shape;13745;p66"/>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6"/>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6"/>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6"/>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6"/>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6"/>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6"/>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6"/>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6"/>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4" name="Google Shape;13754;p66"/>
          <p:cNvGrpSpPr/>
          <p:nvPr/>
        </p:nvGrpSpPr>
        <p:grpSpPr>
          <a:xfrm>
            <a:off x="1310399" y="1316124"/>
            <a:ext cx="364392" cy="366639"/>
            <a:chOff x="1314074" y="1499997"/>
            <a:chExt cx="364392" cy="366639"/>
          </a:xfrm>
        </p:grpSpPr>
        <p:sp>
          <p:nvSpPr>
            <p:cNvPr id="13755" name="Google Shape;13755;p66"/>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6"/>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6"/>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6"/>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6"/>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6"/>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6"/>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6"/>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6"/>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6"/>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6"/>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6"/>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7" name="Google Shape;13767;p66"/>
          <p:cNvGrpSpPr/>
          <p:nvPr/>
        </p:nvGrpSpPr>
        <p:grpSpPr>
          <a:xfrm>
            <a:off x="2216804" y="1316124"/>
            <a:ext cx="337005" cy="366639"/>
            <a:chOff x="2220479" y="1499997"/>
            <a:chExt cx="337005" cy="366639"/>
          </a:xfrm>
        </p:grpSpPr>
        <p:sp>
          <p:nvSpPr>
            <p:cNvPr id="13768" name="Google Shape;13768;p66"/>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6"/>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6"/>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6"/>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6"/>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6"/>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6"/>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6"/>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6"/>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6"/>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6"/>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9" name="Google Shape;13779;p66"/>
          <p:cNvGrpSpPr/>
          <p:nvPr/>
        </p:nvGrpSpPr>
        <p:grpSpPr>
          <a:xfrm>
            <a:off x="4101480" y="2242103"/>
            <a:ext cx="87230" cy="366430"/>
            <a:chOff x="4105155" y="2425976"/>
            <a:chExt cx="87230" cy="366430"/>
          </a:xfrm>
        </p:grpSpPr>
        <p:sp>
          <p:nvSpPr>
            <p:cNvPr id="13780" name="Google Shape;13780;p66"/>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6"/>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6"/>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6"/>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6"/>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6"/>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66"/>
          <p:cNvGrpSpPr/>
          <p:nvPr/>
        </p:nvGrpSpPr>
        <p:grpSpPr>
          <a:xfrm>
            <a:off x="1804434" y="2242129"/>
            <a:ext cx="267884" cy="366639"/>
            <a:chOff x="1808109" y="2426002"/>
            <a:chExt cx="267884" cy="366639"/>
          </a:xfrm>
        </p:grpSpPr>
        <p:sp>
          <p:nvSpPr>
            <p:cNvPr id="13787" name="Google Shape;13787;p66"/>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6"/>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6"/>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6"/>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6"/>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6"/>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6"/>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6"/>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6"/>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6"/>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6"/>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6"/>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6"/>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6"/>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6"/>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6"/>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6"/>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6"/>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6"/>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6"/>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6"/>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8" name="Google Shape;13808;p66"/>
          <p:cNvGrpSpPr/>
          <p:nvPr/>
        </p:nvGrpSpPr>
        <p:grpSpPr>
          <a:xfrm>
            <a:off x="3599893" y="2242129"/>
            <a:ext cx="207597" cy="366639"/>
            <a:chOff x="3603568" y="2426002"/>
            <a:chExt cx="207597" cy="366639"/>
          </a:xfrm>
        </p:grpSpPr>
        <p:sp>
          <p:nvSpPr>
            <p:cNvPr id="13809" name="Google Shape;13809;p66"/>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6"/>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6"/>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6"/>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6"/>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6"/>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5" name="Google Shape;13815;p66"/>
          <p:cNvGrpSpPr/>
          <p:nvPr/>
        </p:nvGrpSpPr>
        <p:grpSpPr>
          <a:xfrm>
            <a:off x="2242440" y="2242129"/>
            <a:ext cx="274417" cy="366404"/>
            <a:chOff x="2246115" y="2426002"/>
            <a:chExt cx="274417" cy="366404"/>
          </a:xfrm>
        </p:grpSpPr>
        <p:sp>
          <p:nvSpPr>
            <p:cNvPr id="13816" name="Google Shape;13816;p66"/>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6"/>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6"/>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6"/>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6"/>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6"/>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6"/>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6"/>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4" name="Google Shape;13824;p66"/>
          <p:cNvGrpSpPr/>
          <p:nvPr/>
        </p:nvGrpSpPr>
        <p:grpSpPr>
          <a:xfrm>
            <a:off x="2692991" y="2242129"/>
            <a:ext cx="256099" cy="366639"/>
            <a:chOff x="2696666" y="2426002"/>
            <a:chExt cx="256099" cy="366639"/>
          </a:xfrm>
        </p:grpSpPr>
        <p:sp>
          <p:nvSpPr>
            <p:cNvPr id="13825" name="Google Shape;13825;p66"/>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6"/>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6"/>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6"/>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6"/>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6"/>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1" name="Google Shape;13831;p66"/>
          <p:cNvGrpSpPr/>
          <p:nvPr/>
        </p:nvGrpSpPr>
        <p:grpSpPr>
          <a:xfrm>
            <a:off x="3145397" y="2242129"/>
            <a:ext cx="225863" cy="366430"/>
            <a:chOff x="3149072" y="2426002"/>
            <a:chExt cx="225863" cy="366430"/>
          </a:xfrm>
        </p:grpSpPr>
        <p:sp>
          <p:nvSpPr>
            <p:cNvPr id="13832" name="Google Shape;13832;p66"/>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6"/>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6"/>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6"/>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6"/>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6"/>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6"/>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6"/>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6"/>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6"/>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6"/>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66"/>
          <p:cNvGrpSpPr/>
          <p:nvPr/>
        </p:nvGrpSpPr>
        <p:grpSpPr>
          <a:xfrm>
            <a:off x="1357881" y="2242051"/>
            <a:ext cx="283224" cy="366482"/>
            <a:chOff x="1361556" y="2425923"/>
            <a:chExt cx="283224" cy="366482"/>
          </a:xfrm>
        </p:grpSpPr>
        <p:sp>
          <p:nvSpPr>
            <p:cNvPr id="13844" name="Google Shape;13844;p66"/>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6"/>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6"/>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6"/>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6"/>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6"/>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6"/>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6"/>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6"/>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6"/>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6"/>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6"/>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6"/>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6"/>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6"/>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6"/>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6"/>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6"/>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6"/>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6"/>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4" name="Google Shape;13864;p66"/>
          <p:cNvGrpSpPr/>
          <p:nvPr/>
        </p:nvGrpSpPr>
        <p:grpSpPr>
          <a:xfrm>
            <a:off x="3970060" y="2707183"/>
            <a:ext cx="361883" cy="366979"/>
            <a:chOff x="3973735" y="2891056"/>
            <a:chExt cx="361883" cy="366979"/>
          </a:xfrm>
        </p:grpSpPr>
        <p:sp>
          <p:nvSpPr>
            <p:cNvPr id="13865" name="Google Shape;13865;p66"/>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6"/>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6"/>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6"/>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6"/>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6"/>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6"/>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6"/>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6"/>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6"/>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6"/>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6"/>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6"/>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6"/>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6"/>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2" name="Google Shape;13882;p66"/>
          <p:cNvGrpSpPr/>
          <p:nvPr/>
        </p:nvGrpSpPr>
        <p:grpSpPr>
          <a:xfrm>
            <a:off x="3524266" y="2732871"/>
            <a:ext cx="366665" cy="315654"/>
            <a:chOff x="3527941" y="2916744"/>
            <a:chExt cx="366665" cy="315654"/>
          </a:xfrm>
        </p:grpSpPr>
        <p:sp>
          <p:nvSpPr>
            <p:cNvPr id="13883" name="Google Shape;13883;p66"/>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6"/>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6"/>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6"/>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6"/>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6"/>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6"/>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6"/>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6"/>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6"/>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6"/>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6"/>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6"/>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6"/>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6"/>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6"/>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6"/>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6"/>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6"/>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6"/>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6"/>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6"/>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6"/>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6"/>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6"/>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6"/>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6"/>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6"/>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6"/>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6"/>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66"/>
          <p:cNvGrpSpPr/>
          <p:nvPr/>
        </p:nvGrpSpPr>
        <p:grpSpPr>
          <a:xfrm>
            <a:off x="2637198" y="2707758"/>
            <a:ext cx="366404" cy="366404"/>
            <a:chOff x="2640873" y="2891631"/>
            <a:chExt cx="366404" cy="366404"/>
          </a:xfrm>
        </p:grpSpPr>
        <p:sp>
          <p:nvSpPr>
            <p:cNvPr id="13914" name="Google Shape;13914;p66"/>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6"/>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6"/>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6"/>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6"/>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6"/>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6"/>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6"/>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6"/>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6"/>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6"/>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6"/>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6"/>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6"/>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8" name="Google Shape;13928;p66"/>
          <p:cNvGrpSpPr/>
          <p:nvPr/>
        </p:nvGrpSpPr>
        <p:grpSpPr>
          <a:xfrm>
            <a:off x="2193416" y="2754248"/>
            <a:ext cx="366665" cy="273189"/>
            <a:chOff x="2197091" y="2938120"/>
            <a:chExt cx="366665" cy="273189"/>
          </a:xfrm>
        </p:grpSpPr>
        <p:sp>
          <p:nvSpPr>
            <p:cNvPr id="13929" name="Google Shape;13929;p66"/>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6"/>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6"/>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6"/>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6"/>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6"/>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6"/>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6"/>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6"/>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6"/>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6"/>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6"/>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6"/>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6"/>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6"/>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6"/>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6"/>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6"/>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6"/>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6"/>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6"/>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6"/>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3" name="Google Shape;13953;p66"/>
          <p:cNvGrpSpPr/>
          <p:nvPr/>
        </p:nvGrpSpPr>
        <p:grpSpPr>
          <a:xfrm>
            <a:off x="1749895" y="2708254"/>
            <a:ext cx="366665" cy="365202"/>
            <a:chOff x="1753570" y="2892127"/>
            <a:chExt cx="366665" cy="365202"/>
          </a:xfrm>
        </p:grpSpPr>
        <p:sp>
          <p:nvSpPr>
            <p:cNvPr id="13954" name="Google Shape;13954;p66"/>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6"/>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6"/>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6"/>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6"/>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6"/>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6"/>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6"/>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6"/>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6"/>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6"/>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6"/>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6"/>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6"/>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6"/>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6"/>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6"/>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6"/>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2" name="Google Shape;13972;p66"/>
          <p:cNvGrpSpPr/>
          <p:nvPr/>
        </p:nvGrpSpPr>
        <p:grpSpPr>
          <a:xfrm>
            <a:off x="1300076" y="3623467"/>
            <a:ext cx="367684" cy="366561"/>
            <a:chOff x="1303751" y="3807339"/>
            <a:chExt cx="367684" cy="366561"/>
          </a:xfrm>
        </p:grpSpPr>
        <p:sp>
          <p:nvSpPr>
            <p:cNvPr id="13973" name="Google Shape;13973;p66"/>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6"/>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6"/>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6"/>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6"/>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6"/>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6"/>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6"/>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6"/>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6"/>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6"/>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6"/>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6"/>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6"/>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6"/>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6"/>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6"/>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6"/>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6"/>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6"/>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6"/>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6"/>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6"/>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6"/>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6"/>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6"/>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6"/>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6"/>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6"/>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6"/>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6"/>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6"/>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6"/>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6"/>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6"/>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6"/>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6"/>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6"/>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6"/>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6"/>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6"/>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4" name="Google Shape;14014;p66"/>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5" name="Google Shape;14015;p66"/>
          <p:cNvGrpSpPr/>
          <p:nvPr/>
        </p:nvGrpSpPr>
        <p:grpSpPr>
          <a:xfrm>
            <a:off x="1306374" y="2707549"/>
            <a:ext cx="384749" cy="366613"/>
            <a:chOff x="1310049" y="2891421"/>
            <a:chExt cx="384749" cy="366613"/>
          </a:xfrm>
        </p:grpSpPr>
        <p:sp>
          <p:nvSpPr>
            <p:cNvPr id="14016" name="Google Shape;14016;p66"/>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6"/>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6"/>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6"/>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6"/>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6"/>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6"/>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6"/>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6"/>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6"/>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6"/>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6"/>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6"/>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6"/>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0" name="Google Shape;14030;p66"/>
          <p:cNvGrpSpPr/>
          <p:nvPr/>
        </p:nvGrpSpPr>
        <p:grpSpPr>
          <a:xfrm>
            <a:off x="845998" y="2707470"/>
            <a:ext cx="383468" cy="366665"/>
            <a:chOff x="849673" y="2891343"/>
            <a:chExt cx="383468" cy="366665"/>
          </a:xfrm>
        </p:grpSpPr>
        <p:sp>
          <p:nvSpPr>
            <p:cNvPr id="14031" name="Google Shape;14031;p66"/>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6"/>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6"/>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6"/>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6"/>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6"/>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6"/>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6"/>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6"/>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6"/>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6"/>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6"/>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3" name="Google Shape;14043;p66"/>
          <p:cNvGrpSpPr/>
          <p:nvPr/>
        </p:nvGrpSpPr>
        <p:grpSpPr>
          <a:xfrm>
            <a:off x="916582" y="2242129"/>
            <a:ext cx="278024" cy="366508"/>
            <a:chOff x="920257" y="2426002"/>
            <a:chExt cx="278024" cy="366508"/>
          </a:xfrm>
        </p:grpSpPr>
        <p:sp>
          <p:nvSpPr>
            <p:cNvPr id="14044" name="Google Shape;14044;p66"/>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6"/>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6"/>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6"/>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6"/>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6"/>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6"/>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6"/>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6"/>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6"/>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6"/>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6"/>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6"/>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7" name="Google Shape;14057;p66"/>
          <p:cNvGrpSpPr/>
          <p:nvPr/>
        </p:nvGrpSpPr>
        <p:grpSpPr>
          <a:xfrm>
            <a:off x="862853" y="4090611"/>
            <a:ext cx="349810" cy="366665"/>
            <a:chOff x="866528" y="4274484"/>
            <a:chExt cx="349810" cy="366665"/>
          </a:xfrm>
        </p:grpSpPr>
        <p:sp>
          <p:nvSpPr>
            <p:cNvPr id="14058" name="Google Shape;14058;p66"/>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6"/>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6"/>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6"/>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6"/>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6"/>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6"/>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6"/>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6"/>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6"/>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6"/>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66"/>
          <p:cNvGrpSpPr/>
          <p:nvPr/>
        </p:nvGrpSpPr>
        <p:grpSpPr>
          <a:xfrm>
            <a:off x="1385033" y="4090611"/>
            <a:ext cx="330210" cy="366665"/>
            <a:chOff x="1388708" y="4274484"/>
            <a:chExt cx="330210" cy="366665"/>
          </a:xfrm>
        </p:grpSpPr>
        <p:sp>
          <p:nvSpPr>
            <p:cNvPr id="14070" name="Google Shape;14070;p66"/>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6"/>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6"/>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6"/>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6"/>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6"/>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6"/>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6"/>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6"/>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6"/>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6"/>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6"/>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6"/>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6"/>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6"/>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6"/>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6"/>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6"/>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6"/>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6"/>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66"/>
          <p:cNvGrpSpPr/>
          <p:nvPr/>
        </p:nvGrpSpPr>
        <p:grpSpPr>
          <a:xfrm>
            <a:off x="1871019" y="4109453"/>
            <a:ext cx="375446" cy="328982"/>
            <a:chOff x="1874694" y="4293326"/>
            <a:chExt cx="375446" cy="328982"/>
          </a:xfrm>
        </p:grpSpPr>
        <p:sp>
          <p:nvSpPr>
            <p:cNvPr id="14091" name="Google Shape;14091;p66"/>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6"/>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6"/>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6"/>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6"/>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6"/>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6"/>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6"/>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6"/>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6"/>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6"/>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6"/>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6"/>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6"/>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6"/>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6"/>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6"/>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6"/>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6"/>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6"/>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6"/>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6"/>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3" name="Google Shape;14113;p66"/>
          <p:cNvGrpSpPr/>
          <p:nvPr/>
        </p:nvGrpSpPr>
        <p:grpSpPr>
          <a:xfrm>
            <a:off x="2392441" y="4109218"/>
            <a:ext cx="366665" cy="329714"/>
            <a:chOff x="2396116" y="4293090"/>
            <a:chExt cx="366665" cy="329714"/>
          </a:xfrm>
        </p:grpSpPr>
        <p:sp>
          <p:nvSpPr>
            <p:cNvPr id="14114" name="Google Shape;14114;p66"/>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6"/>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6"/>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6"/>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6"/>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6"/>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6"/>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6"/>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6"/>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6"/>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6"/>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6"/>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6"/>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7" name="Google Shape;14127;p66"/>
          <p:cNvGrpSpPr/>
          <p:nvPr/>
        </p:nvGrpSpPr>
        <p:grpSpPr>
          <a:xfrm>
            <a:off x="2905082" y="4105951"/>
            <a:ext cx="367162" cy="336116"/>
            <a:chOff x="2908757" y="4289824"/>
            <a:chExt cx="367162" cy="336116"/>
          </a:xfrm>
        </p:grpSpPr>
        <p:sp>
          <p:nvSpPr>
            <p:cNvPr id="14128" name="Google Shape;14128;p66"/>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6"/>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6"/>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6"/>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6"/>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6"/>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6"/>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6"/>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6"/>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6"/>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6"/>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6"/>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6"/>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6"/>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6"/>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6"/>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6"/>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6"/>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6"/>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6"/>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6"/>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6"/>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6"/>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6"/>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6"/>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6"/>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6"/>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5" name="Google Shape;14155;p66"/>
          <p:cNvGrpSpPr/>
          <p:nvPr/>
        </p:nvGrpSpPr>
        <p:grpSpPr>
          <a:xfrm>
            <a:off x="3078733" y="2735667"/>
            <a:ext cx="368651" cy="310350"/>
            <a:chOff x="3082408" y="2919540"/>
            <a:chExt cx="368651" cy="310350"/>
          </a:xfrm>
        </p:grpSpPr>
        <p:sp>
          <p:nvSpPr>
            <p:cNvPr id="14156" name="Google Shape;14156;p66"/>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6"/>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6"/>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6"/>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6"/>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6"/>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6"/>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6"/>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6"/>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6"/>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6"/>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6"/>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8" name="Google Shape;14168;p66"/>
          <p:cNvGrpSpPr/>
          <p:nvPr/>
        </p:nvGrpSpPr>
        <p:grpSpPr>
          <a:xfrm>
            <a:off x="7067667" y="2240152"/>
            <a:ext cx="366169" cy="360498"/>
            <a:chOff x="7069130" y="2424800"/>
            <a:chExt cx="366169" cy="360498"/>
          </a:xfrm>
        </p:grpSpPr>
        <p:sp>
          <p:nvSpPr>
            <p:cNvPr id="14169" name="Google Shape;14169;p66"/>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6"/>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6"/>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6"/>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6"/>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6"/>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6"/>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6"/>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6"/>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6"/>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6"/>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6"/>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6"/>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6"/>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6"/>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6"/>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6"/>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6"/>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6"/>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6"/>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9" name="Google Shape;14189;p66"/>
          <p:cNvGrpSpPr/>
          <p:nvPr/>
        </p:nvGrpSpPr>
        <p:grpSpPr>
          <a:xfrm>
            <a:off x="4884192" y="2240073"/>
            <a:ext cx="281473" cy="360629"/>
            <a:chOff x="4885655" y="2424721"/>
            <a:chExt cx="281473" cy="360629"/>
          </a:xfrm>
        </p:grpSpPr>
        <p:sp>
          <p:nvSpPr>
            <p:cNvPr id="14190" name="Google Shape;14190;p66"/>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6"/>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6"/>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6"/>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6"/>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6"/>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6"/>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6"/>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6"/>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6"/>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6"/>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1" name="Google Shape;14201;p66"/>
          <p:cNvGrpSpPr/>
          <p:nvPr/>
        </p:nvGrpSpPr>
        <p:grpSpPr>
          <a:xfrm>
            <a:off x="6624146" y="2262129"/>
            <a:ext cx="364130" cy="316726"/>
            <a:chOff x="6625609" y="2446777"/>
            <a:chExt cx="364130" cy="316726"/>
          </a:xfrm>
        </p:grpSpPr>
        <p:sp>
          <p:nvSpPr>
            <p:cNvPr id="14202" name="Google Shape;14202;p66"/>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6"/>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6"/>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6"/>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6"/>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6"/>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6"/>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6"/>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6"/>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6"/>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6"/>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6"/>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66"/>
          <p:cNvGrpSpPr/>
          <p:nvPr/>
        </p:nvGrpSpPr>
        <p:grpSpPr>
          <a:xfrm>
            <a:off x="5756181" y="1827703"/>
            <a:ext cx="360628" cy="298825"/>
            <a:chOff x="5757644" y="2012350"/>
            <a:chExt cx="360628" cy="298825"/>
          </a:xfrm>
        </p:grpSpPr>
        <p:sp>
          <p:nvSpPr>
            <p:cNvPr id="14215" name="Google Shape;14215;p66"/>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6"/>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6"/>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6"/>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6"/>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6"/>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6"/>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6"/>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6"/>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6"/>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6"/>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6"/>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6"/>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6"/>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6"/>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6"/>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6"/>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6"/>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6"/>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6"/>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6"/>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6"/>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7" name="Google Shape;14237;p66"/>
          <p:cNvGrpSpPr/>
          <p:nvPr/>
        </p:nvGrpSpPr>
        <p:grpSpPr>
          <a:xfrm>
            <a:off x="5316162" y="1798826"/>
            <a:ext cx="360628" cy="356839"/>
            <a:chOff x="5317625" y="1983474"/>
            <a:chExt cx="360628" cy="356839"/>
          </a:xfrm>
        </p:grpSpPr>
        <p:sp>
          <p:nvSpPr>
            <p:cNvPr id="14238" name="Google Shape;14238;p66"/>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6"/>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6"/>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6"/>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6"/>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6"/>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6"/>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6"/>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6"/>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6"/>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6"/>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6"/>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6"/>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6"/>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6"/>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6"/>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6"/>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6"/>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6"/>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7" name="Google Shape;14257;p66"/>
          <p:cNvGrpSpPr/>
          <p:nvPr/>
        </p:nvGrpSpPr>
        <p:grpSpPr>
          <a:xfrm>
            <a:off x="6180364" y="2279037"/>
            <a:ext cx="360629" cy="282989"/>
            <a:chOff x="6181827" y="2463685"/>
            <a:chExt cx="360629" cy="282989"/>
          </a:xfrm>
        </p:grpSpPr>
        <p:sp>
          <p:nvSpPr>
            <p:cNvPr id="14258" name="Google Shape;14258;p66"/>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6"/>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6"/>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6"/>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6"/>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6"/>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6"/>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6"/>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6"/>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6"/>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6"/>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66"/>
          <p:cNvGrpSpPr/>
          <p:nvPr/>
        </p:nvGrpSpPr>
        <p:grpSpPr>
          <a:xfrm>
            <a:off x="5344830" y="3156044"/>
            <a:ext cx="291247" cy="360629"/>
            <a:chOff x="5346292" y="3340691"/>
            <a:chExt cx="291247" cy="360628"/>
          </a:xfrm>
        </p:grpSpPr>
        <p:sp>
          <p:nvSpPr>
            <p:cNvPr id="14270" name="Google Shape;14270;p66"/>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6"/>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6"/>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6"/>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6"/>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6"/>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6"/>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6"/>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6"/>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6"/>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6"/>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6"/>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6"/>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6"/>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6"/>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6"/>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6"/>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6"/>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6"/>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6"/>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6"/>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6"/>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6"/>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6"/>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6"/>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66"/>
          <p:cNvGrpSpPr/>
          <p:nvPr/>
        </p:nvGrpSpPr>
        <p:grpSpPr>
          <a:xfrm>
            <a:off x="7967801" y="1797049"/>
            <a:ext cx="337763" cy="360393"/>
            <a:chOff x="7969264" y="1981697"/>
            <a:chExt cx="337763" cy="360393"/>
          </a:xfrm>
        </p:grpSpPr>
        <p:sp>
          <p:nvSpPr>
            <p:cNvPr id="14296" name="Google Shape;14296;p66"/>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6"/>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6"/>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6"/>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6"/>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6"/>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6"/>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6"/>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6"/>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6"/>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6"/>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6"/>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6"/>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6"/>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6"/>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6"/>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6"/>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6"/>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4" name="Google Shape;14314;p66"/>
          <p:cNvGrpSpPr/>
          <p:nvPr/>
        </p:nvGrpSpPr>
        <p:grpSpPr>
          <a:xfrm>
            <a:off x="5734570" y="2245352"/>
            <a:ext cx="360890" cy="350332"/>
            <a:chOff x="5736032" y="2430000"/>
            <a:chExt cx="360890" cy="350332"/>
          </a:xfrm>
        </p:grpSpPr>
        <p:sp>
          <p:nvSpPr>
            <p:cNvPr id="14315" name="Google Shape;14315;p66"/>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6"/>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6"/>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6"/>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6"/>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6"/>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6"/>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6"/>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6"/>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6"/>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6"/>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6"/>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6"/>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6"/>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6"/>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6"/>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6"/>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2" name="Google Shape;14332;p66"/>
          <p:cNvGrpSpPr/>
          <p:nvPr/>
        </p:nvGrpSpPr>
        <p:grpSpPr>
          <a:xfrm>
            <a:off x="4876405" y="1811344"/>
            <a:ext cx="360628" cy="331778"/>
            <a:chOff x="4877867" y="1995991"/>
            <a:chExt cx="360628" cy="331778"/>
          </a:xfrm>
        </p:grpSpPr>
        <p:sp>
          <p:nvSpPr>
            <p:cNvPr id="14333" name="Google Shape;14333;p66"/>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6"/>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6"/>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6"/>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6"/>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6"/>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6"/>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6"/>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6"/>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6"/>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6"/>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6"/>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6"/>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6"/>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7" name="Google Shape;14347;p66"/>
          <p:cNvGrpSpPr/>
          <p:nvPr/>
        </p:nvGrpSpPr>
        <p:grpSpPr>
          <a:xfrm>
            <a:off x="7049427" y="2728856"/>
            <a:ext cx="363529" cy="339513"/>
            <a:chOff x="7050889" y="2913503"/>
            <a:chExt cx="363529" cy="339513"/>
          </a:xfrm>
        </p:grpSpPr>
        <p:sp>
          <p:nvSpPr>
            <p:cNvPr id="14348" name="Google Shape;14348;p66"/>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6"/>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6"/>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6"/>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6"/>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6"/>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6"/>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6"/>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6"/>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7" name="Google Shape;14357;p66"/>
          <p:cNvGrpSpPr/>
          <p:nvPr/>
        </p:nvGrpSpPr>
        <p:grpSpPr>
          <a:xfrm>
            <a:off x="7509437" y="1796814"/>
            <a:ext cx="372937" cy="360629"/>
            <a:chOff x="7510900" y="1981462"/>
            <a:chExt cx="372937" cy="360629"/>
          </a:xfrm>
        </p:grpSpPr>
        <p:sp>
          <p:nvSpPr>
            <p:cNvPr id="14358" name="Google Shape;14358;p66"/>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6"/>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6"/>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6"/>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6"/>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6"/>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6"/>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6"/>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6"/>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6"/>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6"/>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6"/>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6"/>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6"/>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6"/>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6"/>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66"/>
          <p:cNvGrpSpPr/>
          <p:nvPr/>
        </p:nvGrpSpPr>
        <p:grpSpPr>
          <a:xfrm>
            <a:off x="6598014" y="2733612"/>
            <a:ext cx="360629" cy="329975"/>
            <a:chOff x="6599476" y="2918260"/>
            <a:chExt cx="360629" cy="329975"/>
          </a:xfrm>
        </p:grpSpPr>
        <p:sp>
          <p:nvSpPr>
            <p:cNvPr id="14375" name="Google Shape;14375;p66"/>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6"/>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6"/>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6"/>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6"/>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6"/>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6"/>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6"/>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6"/>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6"/>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6"/>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6"/>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6"/>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6"/>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6"/>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6"/>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6"/>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6"/>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6"/>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6"/>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6"/>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6"/>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6"/>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6"/>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6"/>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66"/>
          <p:cNvGrpSpPr/>
          <p:nvPr/>
        </p:nvGrpSpPr>
        <p:grpSpPr>
          <a:xfrm>
            <a:off x="5289037" y="2296886"/>
            <a:ext cx="360628" cy="247292"/>
            <a:chOff x="5290499" y="2481533"/>
            <a:chExt cx="360628" cy="247292"/>
          </a:xfrm>
        </p:grpSpPr>
        <p:sp>
          <p:nvSpPr>
            <p:cNvPr id="14401" name="Google Shape;14401;p66"/>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6"/>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6"/>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6"/>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6"/>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6"/>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6"/>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6"/>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6"/>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6"/>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6"/>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6"/>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6"/>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6"/>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6"/>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6"/>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6"/>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6"/>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6"/>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6"/>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6"/>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6"/>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6"/>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6"/>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6"/>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6"/>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6"/>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8" name="Google Shape;14428;p66"/>
          <p:cNvGrpSpPr/>
          <p:nvPr/>
        </p:nvGrpSpPr>
        <p:grpSpPr>
          <a:xfrm>
            <a:off x="6200460" y="1796866"/>
            <a:ext cx="351325" cy="360576"/>
            <a:chOff x="6201923" y="1981514"/>
            <a:chExt cx="351325" cy="360576"/>
          </a:xfrm>
        </p:grpSpPr>
        <p:sp>
          <p:nvSpPr>
            <p:cNvPr id="14429" name="Google Shape;14429;p66"/>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6"/>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6"/>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6"/>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6"/>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6"/>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6"/>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6" name="Google Shape;14436;p66"/>
          <p:cNvGrpSpPr/>
          <p:nvPr/>
        </p:nvGrpSpPr>
        <p:grpSpPr>
          <a:xfrm>
            <a:off x="4892999" y="3156044"/>
            <a:ext cx="312884" cy="360785"/>
            <a:chOff x="4894461" y="3340691"/>
            <a:chExt cx="312884" cy="360785"/>
          </a:xfrm>
        </p:grpSpPr>
        <p:sp>
          <p:nvSpPr>
            <p:cNvPr id="14437" name="Google Shape;14437;p66"/>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6"/>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6"/>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6"/>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6"/>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6"/>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6"/>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6"/>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6"/>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6"/>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6"/>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6"/>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6"/>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6"/>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66"/>
          <p:cNvGrpSpPr/>
          <p:nvPr/>
        </p:nvGrpSpPr>
        <p:grpSpPr>
          <a:xfrm>
            <a:off x="5337774" y="1316603"/>
            <a:ext cx="245541" cy="360628"/>
            <a:chOff x="5339237" y="1501251"/>
            <a:chExt cx="245541" cy="360628"/>
          </a:xfrm>
        </p:grpSpPr>
        <p:sp>
          <p:nvSpPr>
            <p:cNvPr id="14454" name="Google Shape;14454;p66"/>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6"/>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6"/>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6"/>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6"/>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6"/>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6"/>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6"/>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6"/>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6"/>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6"/>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6"/>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6"/>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6"/>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6"/>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6"/>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6"/>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6"/>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6"/>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6"/>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6"/>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6"/>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6"/>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6"/>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6"/>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6"/>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6"/>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6"/>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6"/>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6"/>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6"/>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6"/>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6"/>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6"/>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6"/>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6"/>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6"/>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6"/>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6"/>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6"/>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66"/>
          <p:cNvGrpSpPr/>
          <p:nvPr/>
        </p:nvGrpSpPr>
        <p:grpSpPr>
          <a:xfrm>
            <a:off x="7958001" y="2289568"/>
            <a:ext cx="370428" cy="261926"/>
            <a:chOff x="7959464" y="2474216"/>
            <a:chExt cx="370428" cy="261926"/>
          </a:xfrm>
        </p:grpSpPr>
        <p:sp>
          <p:nvSpPr>
            <p:cNvPr id="14497" name="Google Shape;14497;p66"/>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6"/>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6"/>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6"/>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6"/>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6"/>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6"/>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6"/>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6"/>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6"/>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6"/>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6"/>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66"/>
          <p:cNvGrpSpPr/>
          <p:nvPr/>
        </p:nvGrpSpPr>
        <p:grpSpPr>
          <a:xfrm>
            <a:off x="7517225" y="2273262"/>
            <a:ext cx="360629" cy="294461"/>
            <a:chOff x="7518687" y="2457909"/>
            <a:chExt cx="360629" cy="294461"/>
          </a:xfrm>
        </p:grpSpPr>
        <p:sp>
          <p:nvSpPr>
            <p:cNvPr id="14510" name="Google Shape;14510;p66"/>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6"/>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6"/>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6"/>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6"/>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6"/>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6"/>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6"/>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6"/>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6"/>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6"/>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6"/>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6"/>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6"/>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6"/>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6"/>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6"/>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6"/>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6"/>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9" name="Google Shape;14529;p66"/>
          <p:cNvGrpSpPr/>
          <p:nvPr/>
        </p:nvGrpSpPr>
        <p:grpSpPr>
          <a:xfrm>
            <a:off x="7084758" y="1796919"/>
            <a:ext cx="343799" cy="360524"/>
            <a:chOff x="7086220" y="1981566"/>
            <a:chExt cx="343799" cy="360524"/>
          </a:xfrm>
        </p:grpSpPr>
        <p:sp>
          <p:nvSpPr>
            <p:cNvPr id="14530" name="Google Shape;14530;p66"/>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6"/>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6"/>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6"/>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6"/>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6"/>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6"/>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6"/>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6"/>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6"/>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6"/>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6"/>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6"/>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6"/>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6"/>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6"/>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66"/>
          <p:cNvGrpSpPr/>
          <p:nvPr/>
        </p:nvGrpSpPr>
        <p:grpSpPr>
          <a:xfrm>
            <a:off x="6139650" y="2742915"/>
            <a:ext cx="368416" cy="311369"/>
            <a:chOff x="6141112" y="2927563"/>
            <a:chExt cx="368416" cy="311369"/>
          </a:xfrm>
        </p:grpSpPr>
        <p:sp>
          <p:nvSpPr>
            <p:cNvPr id="14547" name="Google Shape;14547;p66"/>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6"/>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6"/>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6"/>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6"/>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6"/>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6"/>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4" name="Google Shape;14554;p66"/>
          <p:cNvGrpSpPr/>
          <p:nvPr/>
        </p:nvGrpSpPr>
        <p:grpSpPr>
          <a:xfrm>
            <a:off x="7519237" y="2718298"/>
            <a:ext cx="335489" cy="360629"/>
            <a:chOff x="7520699" y="2902946"/>
            <a:chExt cx="335489" cy="360629"/>
          </a:xfrm>
        </p:grpSpPr>
        <p:sp>
          <p:nvSpPr>
            <p:cNvPr id="14555" name="Google Shape;14555;p66"/>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6"/>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6"/>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6"/>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6"/>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6"/>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6"/>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6"/>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6"/>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6"/>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6"/>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6"/>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6"/>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6"/>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6"/>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66"/>
          <p:cNvGrpSpPr/>
          <p:nvPr/>
        </p:nvGrpSpPr>
        <p:grpSpPr>
          <a:xfrm>
            <a:off x="7986878" y="2718298"/>
            <a:ext cx="308886" cy="360628"/>
            <a:chOff x="7988340" y="2902946"/>
            <a:chExt cx="308886" cy="360628"/>
          </a:xfrm>
        </p:grpSpPr>
        <p:sp>
          <p:nvSpPr>
            <p:cNvPr id="14571" name="Google Shape;14571;p66"/>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6"/>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6"/>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6"/>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6"/>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6"/>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6"/>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6"/>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6"/>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6"/>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6"/>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6"/>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6"/>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6"/>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6"/>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6"/>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6"/>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6"/>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6"/>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6"/>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6"/>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6"/>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6"/>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66"/>
          <p:cNvGrpSpPr/>
          <p:nvPr/>
        </p:nvGrpSpPr>
        <p:grpSpPr>
          <a:xfrm>
            <a:off x="5688577" y="2718351"/>
            <a:ext cx="362902" cy="360498"/>
            <a:chOff x="5690039" y="2902998"/>
            <a:chExt cx="362902" cy="360498"/>
          </a:xfrm>
        </p:grpSpPr>
        <p:sp>
          <p:nvSpPr>
            <p:cNvPr id="14595" name="Google Shape;14595;p66"/>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6"/>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6"/>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6"/>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6"/>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6"/>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6"/>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2" name="Google Shape;14602;p66"/>
          <p:cNvGrpSpPr/>
          <p:nvPr/>
        </p:nvGrpSpPr>
        <p:grpSpPr>
          <a:xfrm>
            <a:off x="4870473" y="1316342"/>
            <a:ext cx="258503" cy="360890"/>
            <a:chOff x="4871935" y="1500990"/>
            <a:chExt cx="258503" cy="360890"/>
          </a:xfrm>
        </p:grpSpPr>
        <p:sp>
          <p:nvSpPr>
            <p:cNvPr id="14603" name="Google Shape;14603;p66"/>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6"/>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6"/>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6"/>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6"/>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6"/>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6"/>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6"/>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6"/>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6"/>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7" name="Google Shape;14617;p66"/>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8" name="Google Shape;14618;p66"/>
          <p:cNvGrpSpPr/>
          <p:nvPr/>
        </p:nvGrpSpPr>
        <p:grpSpPr>
          <a:xfrm>
            <a:off x="6264302" y="1316603"/>
            <a:ext cx="234983" cy="360628"/>
            <a:chOff x="6265764" y="1501251"/>
            <a:chExt cx="234983" cy="360628"/>
          </a:xfrm>
        </p:grpSpPr>
        <p:sp>
          <p:nvSpPr>
            <p:cNvPr id="14619" name="Google Shape;14619;p66"/>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6"/>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6"/>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6"/>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6"/>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6"/>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6"/>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6"/>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6"/>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6"/>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1" name="Google Shape;14631;p66"/>
          <p:cNvGrpSpPr/>
          <p:nvPr/>
        </p:nvGrpSpPr>
        <p:grpSpPr>
          <a:xfrm>
            <a:off x="6192176" y="3217351"/>
            <a:ext cx="360628" cy="238250"/>
            <a:chOff x="6193639" y="3401998"/>
            <a:chExt cx="360628" cy="238250"/>
          </a:xfrm>
        </p:grpSpPr>
        <p:sp>
          <p:nvSpPr>
            <p:cNvPr id="14632" name="Google Shape;14632;p66"/>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6"/>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6"/>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6"/>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6"/>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6"/>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6"/>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6"/>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6"/>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6"/>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6"/>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66"/>
          <p:cNvGrpSpPr/>
          <p:nvPr/>
        </p:nvGrpSpPr>
        <p:grpSpPr>
          <a:xfrm>
            <a:off x="5800162" y="1316603"/>
            <a:ext cx="246037" cy="360629"/>
            <a:chOff x="5801625" y="1501251"/>
            <a:chExt cx="246037" cy="360629"/>
          </a:xfrm>
        </p:grpSpPr>
        <p:sp>
          <p:nvSpPr>
            <p:cNvPr id="14644" name="Google Shape;14644;p66"/>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6"/>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6"/>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6"/>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6"/>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6"/>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6"/>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6"/>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6"/>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6"/>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6"/>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6"/>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6"/>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6"/>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6"/>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6"/>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6"/>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6"/>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6"/>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66"/>
          <p:cNvGrpSpPr/>
          <p:nvPr/>
        </p:nvGrpSpPr>
        <p:grpSpPr>
          <a:xfrm>
            <a:off x="6640218" y="1796814"/>
            <a:ext cx="352083" cy="360864"/>
            <a:chOff x="6641680" y="1981462"/>
            <a:chExt cx="352083" cy="360864"/>
          </a:xfrm>
        </p:grpSpPr>
        <p:sp>
          <p:nvSpPr>
            <p:cNvPr id="14664" name="Google Shape;14664;p66"/>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6"/>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6"/>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6"/>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6"/>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6"/>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6"/>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6"/>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6"/>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6"/>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6"/>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6"/>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6"/>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6"/>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6"/>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6"/>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6"/>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6"/>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6"/>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6"/>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6"/>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6"/>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6"/>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6"/>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6"/>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6"/>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6"/>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6"/>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66"/>
          <p:cNvGrpSpPr/>
          <p:nvPr/>
        </p:nvGrpSpPr>
        <p:grpSpPr>
          <a:xfrm>
            <a:off x="7203870" y="1316603"/>
            <a:ext cx="198032" cy="360629"/>
            <a:chOff x="7205332" y="1501251"/>
            <a:chExt cx="198032" cy="360629"/>
          </a:xfrm>
        </p:grpSpPr>
        <p:sp>
          <p:nvSpPr>
            <p:cNvPr id="14693" name="Google Shape;14693;p66"/>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6"/>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6"/>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6"/>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6"/>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6"/>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6"/>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6"/>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6"/>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6"/>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6"/>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6"/>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6"/>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6"/>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6"/>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6"/>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6"/>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6"/>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6"/>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6"/>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3" name="Google Shape;14713;p66"/>
          <p:cNvGrpSpPr/>
          <p:nvPr/>
        </p:nvGrpSpPr>
        <p:grpSpPr>
          <a:xfrm>
            <a:off x="7686851" y="1316603"/>
            <a:ext cx="153058" cy="360628"/>
            <a:chOff x="7688313" y="1501251"/>
            <a:chExt cx="153058" cy="360628"/>
          </a:xfrm>
        </p:grpSpPr>
        <p:sp>
          <p:nvSpPr>
            <p:cNvPr id="14714" name="Google Shape;14714;p66"/>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6"/>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6"/>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6"/>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6"/>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6"/>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6"/>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6"/>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6"/>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6"/>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6"/>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6"/>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6"/>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6"/>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6"/>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6"/>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0" name="Google Shape;14730;p66"/>
          <p:cNvGrpSpPr/>
          <p:nvPr/>
        </p:nvGrpSpPr>
        <p:grpSpPr>
          <a:xfrm>
            <a:off x="8148716" y="1316603"/>
            <a:ext cx="150811" cy="360628"/>
            <a:chOff x="8150179" y="1501251"/>
            <a:chExt cx="150811" cy="360628"/>
          </a:xfrm>
        </p:grpSpPr>
        <p:sp>
          <p:nvSpPr>
            <p:cNvPr id="14731" name="Google Shape;14731;p66"/>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6"/>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6"/>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6"/>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6"/>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6"/>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6"/>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6"/>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6"/>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0" name="Google Shape;14740;p66"/>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1" name="Google Shape;14741;p66"/>
          <p:cNvGrpSpPr/>
          <p:nvPr/>
        </p:nvGrpSpPr>
        <p:grpSpPr>
          <a:xfrm>
            <a:off x="4876405" y="2718298"/>
            <a:ext cx="170149" cy="360629"/>
            <a:chOff x="4877867" y="2902946"/>
            <a:chExt cx="170149" cy="360629"/>
          </a:xfrm>
        </p:grpSpPr>
        <p:sp>
          <p:nvSpPr>
            <p:cNvPr id="14742" name="Google Shape;14742;p66"/>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6"/>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6"/>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6"/>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6"/>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6"/>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6"/>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6"/>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6"/>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6"/>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6"/>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6"/>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6"/>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66"/>
          <p:cNvGrpSpPr/>
          <p:nvPr/>
        </p:nvGrpSpPr>
        <p:grpSpPr>
          <a:xfrm>
            <a:off x="6740227" y="1316028"/>
            <a:ext cx="207962" cy="361203"/>
            <a:chOff x="6741689" y="1500676"/>
            <a:chExt cx="207962" cy="361203"/>
          </a:xfrm>
        </p:grpSpPr>
        <p:sp>
          <p:nvSpPr>
            <p:cNvPr id="14756" name="Google Shape;14756;p66"/>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6"/>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6"/>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6"/>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6"/>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6"/>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6"/>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6"/>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6"/>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6"/>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6"/>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6"/>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6"/>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6"/>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6"/>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6"/>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6"/>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6"/>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6"/>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5" name="Google Shape;14775;p66"/>
          <p:cNvGrpSpPr/>
          <p:nvPr/>
        </p:nvGrpSpPr>
        <p:grpSpPr>
          <a:xfrm>
            <a:off x="5751164" y="3245757"/>
            <a:ext cx="360628" cy="181464"/>
            <a:chOff x="5752627" y="3430404"/>
            <a:chExt cx="360628" cy="181464"/>
          </a:xfrm>
        </p:grpSpPr>
        <p:sp>
          <p:nvSpPr>
            <p:cNvPr id="14776" name="Google Shape;14776;p66"/>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6"/>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6"/>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6"/>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6"/>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6"/>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6"/>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6"/>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6"/>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6"/>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6"/>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6"/>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6"/>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6"/>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6"/>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6"/>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6"/>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6"/>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6"/>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6"/>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6"/>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6"/>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6"/>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6"/>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6"/>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6"/>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6"/>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6"/>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4" name="Google Shape;14804;p66"/>
          <p:cNvGrpSpPr/>
          <p:nvPr/>
        </p:nvGrpSpPr>
        <p:grpSpPr>
          <a:xfrm>
            <a:off x="5234237" y="2718351"/>
            <a:ext cx="361909" cy="360759"/>
            <a:chOff x="5235700" y="2902998"/>
            <a:chExt cx="361909" cy="360759"/>
          </a:xfrm>
        </p:grpSpPr>
        <p:sp>
          <p:nvSpPr>
            <p:cNvPr id="14805" name="Google Shape;14805;p66"/>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6"/>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6"/>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6"/>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6"/>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6"/>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6"/>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2" name="Google Shape;14812;p66"/>
          <p:cNvGrpSpPr/>
          <p:nvPr/>
        </p:nvGrpSpPr>
        <p:grpSpPr>
          <a:xfrm>
            <a:off x="6633450" y="3210321"/>
            <a:ext cx="360367" cy="252309"/>
            <a:chOff x="6634912" y="3394969"/>
            <a:chExt cx="360367" cy="252309"/>
          </a:xfrm>
        </p:grpSpPr>
        <p:sp>
          <p:nvSpPr>
            <p:cNvPr id="14813" name="Google Shape;14813;p66"/>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6"/>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6"/>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6"/>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6"/>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6"/>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6"/>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6"/>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6"/>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6"/>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6"/>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6"/>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6"/>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6" name="Google Shape;14826;p66"/>
          <p:cNvGrpSpPr/>
          <p:nvPr/>
        </p:nvGrpSpPr>
        <p:grpSpPr>
          <a:xfrm>
            <a:off x="7057867" y="3156148"/>
            <a:ext cx="377170" cy="360655"/>
            <a:chOff x="7059330" y="3340796"/>
            <a:chExt cx="377170" cy="360655"/>
          </a:xfrm>
        </p:grpSpPr>
        <p:sp>
          <p:nvSpPr>
            <p:cNvPr id="14827" name="Google Shape;14827;p66"/>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6"/>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6"/>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6"/>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6"/>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6"/>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6"/>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6"/>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6"/>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6"/>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6"/>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6"/>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9" name="Google Shape;14839;p66"/>
          <p:cNvGrpSpPr/>
          <p:nvPr/>
        </p:nvGrpSpPr>
        <p:grpSpPr>
          <a:xfrm>
            <a:off x="7956486" y="3190983"/>
            <a:ext cx="360629" cy="291012"/>
            <a:chOff x="7957948" y="3375631"/>
            <a:chExt cx="360629" cy="291012"/>
          </a:xfrm>
        </p:grpSpPr>
        <p:sp>
          <p:nvSpPr>
            <p:cNvPr id="14840" name="Google Shape;14840;p66"/>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6"/>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6"/>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6"/>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6"/>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6"/>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6"/>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6"/>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6"/>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6"/>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6"/>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6"/>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6"/>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6"/>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6"/>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6"/>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6"/>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6"/>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8" name="Google Shape;14858;p66"/>
          <p:cNvGrpSpPr/>
          <p:nvPr/>
        </p:nvGrpSpPr>
        <p:grpSpPr>
          <a:xfrm>
            <a:off x="6197194" y="3683241"/>
            <a:ext cx="347562" cy="227954"/>
            <a:chOff x="6198656" y="3867888"/>
            <a:chExt cx="347562" cy="227954"/>
          </a:xfrm>
        </p:grpSpPr>
        <p:sp>
          <p:nvSpPr>
            <p:cNvPr id="14859" name="Google Shape;14859;p66"/>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6"/>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6"/>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6"/>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6"/>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6"/>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6"/>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6"/>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6"/>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6"/>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6"/>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0" name="Google Shape;14870;p66"/>
          <p:cNvGrpSpPr/>
          <p:nvPr/>
        </p:nvGrpSpPr>
        <p:grpSpPr>
          <a:xfrm>
            <a:off x="5705432" y="3634504"/>
            <a:ext cx="349392" cy="325454"/>
            <a:chOff x="5706895" y="3819151"/>
            <a:chExt cx="349392" cy="325454"/>
          </a:xfrm>
        </p:grpSpPr>
        <p:sp>
          <p:nvSpPr>
            <p:cNvPr id="14871" name="Google Shape;14871;p66"/>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6"/>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6"/>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6"/>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6"/>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6"/>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6"/>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6"/>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6"/>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6"/>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6"/>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6"/>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6"/>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6"/>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6"/>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6" name="Google Shape;14886;p66"/>
          <p:cNvGrpSpPr/>
          <p:nvPr/>
        </p:nvGrpSpPr>
        <p:grpSpPr>
          <a:xfrm>
            <a:off x="7647155" y="3156096"/>
            <a:ext cx="97265" cy="360393"/>
            <a:chOff x="7648618" y="3340744"/>
            <a:chExt cx="97265" cy="360393"/>
          </a:xfrm>
        </p:grpSpPr>
        <p:sp>
          <p:nvSpPr>
            <p:cNvPr id="14887" name="Google Shape;14887;p66"/>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6"/>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6"/>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66"/>
          <p:cNvGrpSpPr/>
          <p:nvPr/>
        </p:nvGrpSpPr>
        <p:grpSpPr>
          <a:xfrm>
            <a:off x="7162894" y="3606019"/>
            <a:ext cx="385507" cy="382501"/>
            <a:chOff x="7164356" y="3790667"/>
            <a:chExt cx="385507" cy="382501"/>
          </a:xfrm>
        </p:grpSpPr>
        <p:sp>
          <p:nvSpPr>
            <p:cNvPr id="14891" name="Google Shape;14891;p66"/>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6"/>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6"/>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6"/>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6"/>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6"/>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6"/>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6"/>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6"/>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6"/>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6"/>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6"/>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6"/>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6"/>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6"/>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6"/>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6"/>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6"/>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6"/>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6"/>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6"/>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6"/>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6"/>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6"/>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5" name="Google Shape;14915;p66"/>
          <p:cNvGrpSpPr/>
          <p:nvPr/>
        </p:nvGrpSpPr>
        <p:grpSpPr>
          <a:xfrm>
            <a:off x="6668937" y="3641821"/>
            <a:ext cx="387911" cy="310846"/>
            <a:chOff x="6670400" y="3826468"/>
            <a:chExt cx="387911" cy="310846"/>
          </a:xfrm>
        </p:grpSpPr>
        <p:sp>
          <p:nvSpPr>
            <p:cNvPr id="14916" name="Google Shape;14916;p66"/>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6"/>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6"/>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6"/>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6"/>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6"/>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6"/>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6"/>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6"/>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6"/>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6"/>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6"/>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6"/>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6"/>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6"/>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6"/>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6"/>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6"/>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4" name="Google Shape;14934;p66"/>
          <p:cNvGrpSpPr/>
          <p:nvPr/>
        </p:nvGrpSpPr>
        <p:grpSpPr>
          <a:xfrm>
            <a:off x="7660718" y="3618798"/>
            <a:ext cx="302823" cy="360498"/>
            <a:chOff x="7662181" y="3803446"/>
            <a:chExt cx="302823" cy="360498"/>
          </a:xfrm>
        </p:grpSpPr>
        <p:sp>
          <p:nvSpPr>
            <p:cNvPr id="14935" name="Google Shape;14935;p66"/>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6"/>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6"/>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6"/>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6"/>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6"/>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6"/>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6"/>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6"/>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6"/>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5" name="Google Shape;14945;p66"/>
          <p:cNvGrpSpPr/>
          <p:nvPr/>
        </p:nvGrpSpPr>
        <p:grpSpPr>
          <a:xfrm>
            <a:off x="5205099" y="3619347"/>
            <a:ext cx="363895" cy="355663"/>
            <a:chOff x="5206562" y="3803994"/>
            <a:chExt cx="363895" cy="355663"/>
          </a:xfrm>
        </p:grpSpPr>
        <p:sp>
          <p:nvSpPr>
            <p:cNvPr id="14946" name="Google Shape;14946;p66"/>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6"/>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6"/>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6"/>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6"/>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6"/>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6"/>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6"/>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6"/>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6"/>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6"/>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6"/>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6"/>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6"/>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60" name="Google Shape;14960;p6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4961" name="Google Shape;14961;p6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65" name="Shape 14965"/>
        <p:cNvGrpSpPr/>
        <p:nvPr/>
      </p:nvGrpSpPr>
      <p:grpSpPr>
        <a:xfrm>
          <a:off x="0" y="0"/>
          <a:ext cx="0" cy="0"/>
          <a:chOff x="0" y="0"/>
          <a:chExt cx="0" cy="0"/>
        </a:xfrm>
      </p:grpSpPr>
      <p:grpSp>
        <p:nvGrpSpPr>
          <p:cNvPr id="14966" name="Google Shape;14966;p67"/>
          <p:cNvGrpSpPr/>
          <p:nvPr/>
        </p:nvGrpSpPr>
        <p:grpSpPr>
          <a:xfrm>
            <a:off x="4655438" y="1588417"/>
            <a:ext cx="369948" cy="370132"/>
            <a:chOff x="4682526" y="1512217"/>
            <a:chExt cx="369948" cy="370132"/>
          </a:xfrm>
        </p:grpSpPr>
        <p:sp>
          <p:nvSpPr>
            <p:cNvPr id="14967" name="Google Shape;14967;p67"/>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7"/>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7"/>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7"/>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7"/>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7"/>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7"/>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7"/>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7"/>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7"/>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7"/>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7"/>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7"/>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7"/>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7"/>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2" name="Google Shape;14982;p67"/>
          <p:cNvGrpSpPr/>
          <p:nvPr/>
        </p:nvGrpSpPr>
        <p:grpSpPr>
          <a:xfrm>
            <a:off x="3565345" y="2056412"/>
            <a:ext cx="381542" cy="370079"/>
            <a:chOff x="3592433" y="1980212"/>
            <a:chExt cx="381542" cy="370079"/>
          </a:xfrm>
        </p:grpSpPr>
        <p:sp>
          <p:nvSpPr>
            <p:cNvPr id="14983" name="Google Shape;14983;p67"/>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7"/>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7"/>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7"/>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7"/>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7"/>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7"/>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7"/>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7"/>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7"/>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7"/>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7"/>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67"/>
          <p:cNvGrpSpPr/>
          <p:nvPr/>
        </p:nvGrpSpPr>
        <p:grpSpPr>
          <a:xfrm>
            <a:off x="1371494" y="3049690"/>
            <a:ext cx="371391" cy="235126"/>
            <a:chOff x="1398582" y="2973490"/>
            <a:chExt cx="371391" cy="235126"/>
          </a:xfrm>
        </p:grpSpPr>
        <p:sp>
          <p:nvSpPr>
            <p:cNvPr id="14996" name="Google Shape;14996;p67"/>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7"/>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7"/>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7"/>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7"/>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7"/>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7"/>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7"/>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7"/>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7"/>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7"/>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7"/>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7"/>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7"/>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7"/>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1" name="Google Shape;15011;p67"/>
          <p:cNvGrpSpPr/>
          <p:nvPr/>
        </p:nvGrpSpPr>
        <p:grpSpPr>
          <a:xfrm>
            <a:off x="823707" y="1588417"/>
            <a:ext cx="370132" cy="370132"/>
            <a:chOff x="850795" y="1512217"/>
            <a:chExt cx="370132" cy="370132"/>
          </a:xfrm>
        </p:grpSpPr>
        <p:sp>
          <p:nvSpPr>
            <p:cNvPr id="15012" name="Google Shape;15012;p67"/>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7"/>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7"/>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7"/>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7"/>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7"/>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7"/>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7"/>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7"/>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7"/>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7"/>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7"/>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7"/>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7"/>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7"/>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7"/>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7"/>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7"/>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0" name="Google Shape;15030;p67"/>
          <p:cNvGrpSpPr/>
          <p:nvPr/>
        </p:nvGrpSpPr>
        <p:grpSpPr>
          <a:xfrm>
            <a:off x="8011409" y="2982279"/>
            <a:ext cx="236568" cy="370105"/>
            <a:chOff x="8038497" y="2906079"/>
            <a:chExt cx="236568" cy="370105"/>
          </a:xfrm>
        </p:grpSpPr>
        <p:sp>
          <p:nvSpPr>
            <p:cNvPr id="15031" name="Google Shape;15031;p67"/>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7"/>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7"/>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7"/>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7"/>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7"/>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7"/>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67"/>
          <p:cNvGrpSpPr/>
          <p:nvPr/>
        </p:nvGrpSpPr>
        <p:grpSpPr>
          <a:xfrm>
            <a:off x="6297042" y="1642503"/>
            <a:ext cx="370630" cy="261802"/>
            <a:chOff x="6324130" y="1566303"/>
            <a:chExt cx="370630" cy="261802"/>
          </a:xfrm>
        </p:grpSpPr>
        <p:sp>
          <p:nvSpPr>
            <p:cNvPr id="15039" name="Google Shape;15039;p67"/>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7"/>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7"/>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7"/>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7"/>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7"/>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7"/>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7"/>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7"/>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7"/>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7"/>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7"/>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7"/>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7"/>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7"/>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7"/>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7"/>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67"/>
          <p:cNvGrpSpPr/>
          <p:nvPr/>
        </p:nvGrpSpPr>
        <p:grpSpPr>
          <a:xfrm>
            <a:off x="5205192" y="2102787"/>
            <a:ext cx="370840" cy="353213"/>
            <a:chOff x="5232280" y="2026587"/>
            <a:chExt cx="370840" cy="353213"/>
          </a:xfrm>
        </p:grpSpPr>
        <p:sp>
          <p:nvSpPr>
            <p:cNvPr id="15057" name="Google Shape;15057;p67"/>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7"/>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7"/>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7"/>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7"/>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7"/>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7"/>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7"/>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7"/>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7"/>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7" name="Google Shape;15067;p67"/>
          <p:cNvGrpSpPr/>
          <p:nvPr/>
        </p:nvGrpSpPr>
        <p:grpSpPr>
          <a:xfrm>
            <a:off x="7941873" y="2511529"/>
            <a:ext cx="379548" cy="365331"/>
            <a:chOff x="7968961" y="2435329"/>
            <a:chExt cx="379548" cy="365331"/>
          </a:xfrm>
        </p:grpSpPr>
        <p:sp>
          <p:nvSpPr>
            <p:cNvPr id="15068" name="Google Shape;15068;p67"/>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7"/>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7"/>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7"/>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7"/>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7"/>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4" name="Google Shape;15074;p67"/>
          <p:cNvGrpSpPr/>
          <p:nvPr/>
        </p:nvGrpSpPr>
        <p:grpSpPr>
          <a:xfrm>
            <a:off x="4109591" y="2191523"/>
            <a:ext cx="373305" cy="223217"/>
            <a:chOff x="4136679" y="2115323"/>
            <a:chExt cx="373305" cy="223217"/>
          </a:xfrm>
        </p:grpSpPr>
        <p:sp>
          <p:nvSpPr>
            <p:cNvPr id="15075" name="Google Shape;15075;p67"/>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7"/>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7"/>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7"/>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7"/>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7"/>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7"/>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7"/>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7"/>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7"/>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5" name="Google Shape;15085;p67"/>
          <p:cNvGrpSpPr/>
          <p:nvPr/>
        </p:nvGrpSpPr>
        <p:grpSpPr>
          <a:xfrm>
            <a:off x="7396735" y="2540277"/>
            <a:ext cx="372046" cy="307730"/>
            <a:chOff x="7423823" y="2464077"/>
            <a:chExt cx="372046" cy="307730"/>
          </a:xfrm>
        </p:grpSpPr>
        <p:sp>
          <p:nvSpPr>
            <p:cNvPr id="15086" name="Google Shape;15086;p67"/>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7"/>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7"/>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7"/>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7"/>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7"/>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7"/>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7"/>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7"/>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7"/>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7"/>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7"/>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7"/>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9" name="Google Shape;15099;p67"/>
          <p:cNvGrpSpPr/>
          <p:nvPr/>
        </p:nvGrpSpPr>
        <p:grpSpPr>
          <a:xfrm>
            <a:off x="3855423" y="3441356"/>
            <a:ext cx="295061" cy="370263"/>
            <a:chOff x="3882511" y="3365156"/>
            <a:chExt cx="295061" cy="370263"/>
          </a:xfrm>
        </p:grpSpPr>
        <p:sp>
          <p:nvSpPr>
            <p:cNvPr id="15100" name="Google Shape;15100;p67"/>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7"/>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7"/>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7"/>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7"/>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5" name="Google Shape;15105;p67"/>
          <p:cNvGrpSpPr/>
          <p:nvPr/>
        </p:nvGrpSpPr>
        <p:grpSpPr>
          <a:xfrm>
            <a:off x="5202700" y="1588417"/>
            <a:ext cx="370132" cy="370132"/>
            <a:chOff x="5229788" y="1512217"/>
            <a:chExt cx="370132" cy="370132"/>
          </a:xfrm>
        </p:grpSpPr>
        <p:sp>
          <p:nvSpPr>
            <p:cNvPr id="15106" name="Google Shape;15106;p67"/>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7"/>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7"/>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7"/>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7"/>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7"/>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7"/>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7"/>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7"/>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7"/>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7"/>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7"/>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7"/>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7"/>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7"/>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7"/>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7"/>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67"/>
          <p:cNvGrpSpPr/>
          <p:nvPr/>
        </p:nvGrpSpPr>
        <p:grpSpPr>
          <a:xfrm>
            <a:off x="6014781" y="3441592"/>
            <a:ext cx="373882" cy="370053"/>
            <a:chOff x="6041869" y="3365392"/>
            <a:chExt cx="373882" cy="370053"/>
          </a:xfrm>
        </p:grpSpPr>
        <p:sp>
          <p:nvSpPr>
            <p:cNvPr id="15124" name="Google Shape;15124;p67"/>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7"/>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7"/>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7"/>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7"/>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7"/>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7"/>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7"/>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7"/>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7"/>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4" name="Google Shape;15134;p67"/>
          <p:cNvGrpSpPr/>
          <p:nvPr/>
        </p:nvGrpSpPr>
        <p:grpSpPr>
          <a:xfrm>
            <a:off x="4657221" y="2163693"/>
            <a:ext cx="374748" cy="279140"/>
            <a:chOff x="4684309" y="2087493"/>
            <a:chExt cx="374748" cy="279140"/>
          </a:xfrm>
        </p:grpSpPr>
        <p:sp>
          <p:nvSpPr>
            <p:cNvPr id="15135" name="Google Shape;15135;p67"/>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7"/>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7"/>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7"/>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7"/>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7"/>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7"/>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7"/>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7"/>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7"/>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7"/>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7"/>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7" name="Google Shape;15147;p67"/>
          <p:cNvGrpSpPr/>
          <p:nvPr/>
        </p:nvGrpSpPr>
        <p:grpSpPr>
          <a:xfrm>
            <a:off x="7494022" y="2982331"/>
            <a:ext cx="175400" cy="370053"/>
            <a:chOff x="7521110" y="2906131"/>
            <a:chExt cx="175400" cy="370053"/>
          </a:xfrm>
        </p:grpSpPr>
        <p:sp>
          <p:nvSpPr>
            <p:cNvPr id="15148" name="Google Shape;15148;p67"/>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7"/>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7"/>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7"/>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7"/>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7"/>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7"/>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7"/>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7"/>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7" name="Google Shape;15157;p67"/>
          <p:cNvGrpSpPr/>
          <p:nvPr/>
        </p:nvGrpSpPr>
        <p:grpSpPr>
          <a:xfrm>
            <a:off x="3559837" y="1599486"/>
            <a:ext cx="371023" cy="347915"/>
            <a:chOff x="3586925" y="1523286"/>
            <a:chExt cx="371023" cy="347915"/>
          </a:xfrm>
        </p:grpSpPr>
        <p:sp>
          <p:nvSpPr>
            <p:cNvPr id="15158" name="Google Shape;15158;p67"/>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7"/>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7"/>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7"/>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7"/>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7"/>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7"/>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7"/>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7"/>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7"/>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7"/>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7"/>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7"/>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7"/>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7"/>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7"/>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7"/>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7"/>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7"/>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7" name="Google Shape;15177;p67"/>
          <p:cNvGrpSpPr/>
          <p:nvPr/>
        </p:nvGrpSpPr>
        <p:grpSpPr>
          <a:xfrm>
            <a:off x="6848921" y="2551661"/>
            <a:ext cx="370158" cy="285120"/>
            <a:chOff x="6876009" y="2475461"/>
            <a:chExt cx="370158" cy="285120"/>
          </a:xfrm>
        </p:grpSpPr>
        <p:sp>
          <p:nvSpPr>
            <p:cNvPr id="15178" name="Google Shape;15178;p67"/>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7"/>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7"/>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7"/>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7"/>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7"/>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7"/>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7"/>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7"/>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7" name="Google Shape;15187;p67"/>
          <p:cNvGrpSpPr/>
          <p:nvPr/>
        </p:nvGrpSpPr>
        <p:grpSpPr>
          <a:xfrm>
            <a:off x="6301134" y="2522047"/>
            <a:ext cx="370158" cy="344269"/>
            <a:chOff x="6328222" y="2445847"/>
            <a:chExt cx="370158" cy="344269"/>
          </a:xfrm>
        </p:grpSpPr>
        <p:sp>
          <p:nvSpPr>
            <p:cNvPr id="15188" name="Google Shape;15188;p67"/>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7"/>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7"/>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7"/>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7"/>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7"/>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7"/>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7"/>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6" name="Google Shape;15196;p67"/>
          <p:cNvGrpSpPr/>
          <p:nvPr/>
        </p:nvGrpSpPr>
        <p:grpSpPr>
          <a:xfrm>
            <a:off x="5222452" y="2509142"/>
            <a:ext cx="351639" cy="370184"/>
            <a:chOff x="5249540" y="2432942"/>
            <a:chExt cx="351639" cy="370184"/>
          </a:xfrm>
        </p:grpSpPr>
        <p:sp>
          <p:nvSpPr>
            <p:cNvPr id="15197" name="Google Shape;15197;p67"/>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7"/>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7"/>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7"/>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7"/>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7"/>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7"/>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4" name="Google Shape;15204;p67"/>
          <p:cNvGrpSpPr/>
          <p:nvPr/>
        </p:nvGrpSpPr>
        <p:grpSpPr>
          <a:xfrm>
            <a:off x="4109959" y="2558376"/>
            <a:ext cx="371102" cy="271585"/>
            <a:chOff x="4137047" y="2482176"/>
            <a:chExt cx="371102" cy="271585"/>
          </a:xfrm>
        </p:grpSpPr>
        <p:sp>
          <p:nvSpPr>
            <p:cNvPr id="15205" name="Google Shape;15205;p67"/>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7"/>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7"/>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7"/>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7"/>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7"/>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7"/>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7"/>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7"/>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7"/>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7"/>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6" name="Google Shape;15216;p67"/>
          <p:cNvGrpSpPr/>
          <p:nvPr/>
        </p:nvGrpSpPr>
        <p:grpSpPr>
          <a:xfrm>
            <a:off x="4659346" y="2509116"/>
            <a:ext cx="367377" cy="370079"/>
            <a:chOff x="4686434" y="2432916"/>
            <a:chExt cx="367377" cy="370079"/>
          </a:xfrm>
        </p:grpSpPr>
        <p:sp>
          <p:nvSpPr>
            <p:cNvPr id="15217" name="Google Shape;15217;p67"/>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7"/>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7"/>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7"/>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7"/>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7"/>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7"/>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7"/>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7"/>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7"/>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7"/>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8" name="Google Shape;15228;p67"/>
          <p:cNvGrpSpPr/>
          <p:nvPr/>
        </p:nvGrpSpPr>
        <p:grpSpPr>
          <a:xfrm>
            <a:off x="6301134" y="2132506"/>
            <a:ext cx="372099" cy="293986"/>
            <a:chOff x="6328222" y="2056306"/>
            <a:chExt cx="372099" cy="293986"/>
          </a:xfrm>
        </p:grpSpPr>
        <p:sp>
          <p:nvSpPr>
            <p:cNvPr id="15229" name="Google Shape;15229;p67"/>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7"/>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7"/>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7"/>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7"/>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7"/>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7"/>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7"/>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7"/>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8" name="Google Shape;15238;p67"/>
          <p:cNvGrpSpPr/>
          <p:nvPr/>
        </p:nvGrpSpPr>
        <p:grpSpPr>
          <a:xfrm>
            <a:off x="5762239" y="2509168"/>
            <a:ext cx="352531" cy="370132"/>
            <a:chOff x="5789327" y="2432968"/>
            <a:chExt cx="352531" cy="370132"/>
          </a:xfrm>
        </p:grpSpPr>
        <p:sp>
          <p:nvSpPr>
            <p:cNvPr id="15239" name="Google Shape;15239;p67"/>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7"/>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7"/>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7"/>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7"/>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7"/>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7"/>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7"/>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7"/>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7"/>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67"/>
          <p:cNvGrpSpPr/>
          <p:nvPr/>
        </p:nvGrpSpPr>
        <p:grpSpPr>
          <a:xfrm>
            <a:off x="847524" y="2056334"/>
            <a:ext cx="322314" cy="370158"/>
            <a:chOff x="874612" y="1980134"/>
            <a:chExt cx="322314" cy="370158"/>
          </a:xfrm>
        </p:grpSpPr>
        <p:sp>
          <p:nvSpPr>
            <p:cNvPr id="15250" name="Google Shape;15250;p67"/>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7"/>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7"/>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7"/>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7"/>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7"/>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7"/>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7"/>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7"/>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7"/>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7"/>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7"/>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7"/>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7"/>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7"/>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7"/>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7"/>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67"/>
          <p:cNvGrpSpPr/>
          <p:nvPr/>
        </p:nvGrpSpPr>
        <p:grpSpPr>
          <a:xfrm>
            <a:off x="3012574" y="2590980"/>
            <a:ext cx="374223" cy="329764"/>
            <a:chOff x="3039662" y="2514780"/>
            <a:chExt cx="374223" cy="329764"/>
          </a:xfrm>
        </p:grpSpPr>
        <p:sp>
          <p:nvSpPr>
            <p:cNvPr id="15268" name="Google Shape;15268;p67"/>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7"/>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7"/>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7"/>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7"/>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7"/>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7"/>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7"/>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7"/>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7"/>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7"/>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7"/>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7"/>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7"/>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7"/>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7"/>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7"/>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7"/>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67"/>
          <p:cNvGrpSpPr/>
          <p:nvPr/>
        </p:nvGrpSpPr>
        <p:grpSpPr>
          <a:xfrm>
            <a:off x="1919281" y="2639322"/>
            <a:ext cx="374066" cy="233395"/>
            <a:chOff x="1946369" y="2563122"/>
            <a:chExt cx="374066" cy="233395"/>
          </a:xfrm>
        </p:grpSpPr>
        <p:sp>
          <p:nvSpPr>
            <p:cNvPr id="15287" name="Google Shape;15287;p67"/>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7"/>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7"/>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7"/>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7"/>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7"/>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7"/>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7"/>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5" name="Google Shape;15295;p67"/>
          <p:cNvGrpSpPr/>
          <p:nvPr/>
        </p:nvGrpSpPr>
        <p:grpSpPr>
          <a:xfrm>
            <a:off x="4108175" y="2982384"/>
            <a:ext cx="374040" cy="370184"/>
            <a:chOff x="4135263" y="2906184"/>
            <a:chExt cx="374040" cy="370184"/>
          </a:xfrm>
        </p:grpSpPr>
        <p:sp>
          <p:nvSpPr>
            <p:cNvPr id="15296" name="Google Shape;15296;p67"/>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7"/>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7"/>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67"/>
          <p:cNvGrpSpPr/>
          <p:nvPr/>
        </p:nvGrpSpPr>
        <p:grpSpPr>
          <a:xfrm>
            <a:off x="4656513" y="2982384"/>
            <a:ext cx="372676" cy="370184"/>
            <a:chOff x="4683601" y="2906184"/>
            <a:chExt cx="372676" cy="370184"/>
          </a:xfrm>
        </p:grpSpPr>
        <p:sp>
          <p:nvSpPr>
            <p:cNvPr id="15300" name="Google Shape;15300;p67"/>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7"/>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7"/>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7"/>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7"/>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7"/>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6" name="Google Shape;15306;p67"/>
          <p:cNvGrpSpPr/>
          <p:nvPr/>
        </p:nvGrpSpPr>
        <p:grpSpPr>
          <a:xfrm>
            <a:off x="843720" y="2982253"/>
            <a:ext cx="329134" cy="370132"/>
            <a:chOff x="870808" y="2906053"/>
            <a:chExt cx="329134" cy="370132"/>
          </a:xfrm>
        </p:grpSpPr>
        <p:sp>
          <p:nvSpPr>
            <p:cNvPr id="15307" name="Google Shape;15307;p67"/>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7"/>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7"/>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7"/>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7"/>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7"/>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7"/>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7"/>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7"/>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7"/>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7"/>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7"/>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7"/>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7"/>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7"/>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7"/>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7"/>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7"/>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7"/>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6" name="Google Shape;15326;p67"/>
          <p:cNvGrpSpPr/>
          <p:nvPr/>
        </p:nvGrpSpPr>
        <p:grpSpPr>
          <a:xfrm>
            <a:off x="1916790" y="2985269"/>
            <a:ext cx="374774" cy="364282"/>
            <a:chOff x="1943878" y="2909069"/>
            <a:chExt cx="374774" cy="364282"/>
          </a:xfrm>
        </p:grpSpPr>
        <p:sp>
          <p:nvSpPr>
            <p:cNvPr id="15327" name="Google Shape;15327;p67"/>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7"/>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7"/>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7"/>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7"/>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7"/>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7"/>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7"/>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7"/>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7"/>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7"/>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7"/>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7"/>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7"/>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7"/>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7"/>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7"/>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7"/>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7"/>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7"/>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7"/>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67"/>
          <p:cNvGrpSpPr/>
          <p:nvPr/>
        </p:nvGrpSpPr>
        <p:grpSpPr>
          <a:xfrm>
            <a:off x="1100984" y="3441461"/>
            <a:ext cx="328872" cy="370158"/>
            <a:chOff x="1128072" y="3365261"/>
            <a:chExt cx="328872" cy="370158"/>
          </a:xfrm>
        </p:grpSpPr>
        <p:sp>
          <p:nvSpPr>
            <p:cNvPr id="15349" name="Google Shape;15349;p67"/>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7"/>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7"/>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7"/>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7"/>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7"/>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7"/>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7"/>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7"/>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7"/>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7"/>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7"/>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7"/>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7"/>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7"/>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7"/>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7"/>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7"/>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7"/>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7"/>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7"/>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7"/>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7"/>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7"/>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7"/>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7"/>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7"/>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7"/>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7"/>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7"/>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7"/>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7"/>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7"/>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7"/>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7"/>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7"/>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7"/>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7"/>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7"/>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7"/>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7"/>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7"/>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7"/>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7"/>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3" name="Google Shape;15393;p67"/>
          <p:cNvGrpSpPr/>
          <p:nvPr/>
        </p:nvGrpSpPr>
        <p:grpSpPr>
          <a:xfrm>
            <a:off x="5749779" y="1591381"/>
            <a:ext cx="370866" cy="364151"/>
            <a:chOff x="5776868" y="1515181"/>
            <a:chExt cx="370866" cy="364151"/>
          </a:xfrm>
        </p:grpSpPr>
        <p:sp>
          <p:nvSpPr>
            <p:cNvPr id="15394" name="Google Shape;15394;p67"/>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7"/>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7"/>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7"/>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7"/>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7"/>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7"/>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7"/>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7"/>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7"/>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7"/>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7"/>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7"/>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7"/>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7"/>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7"/>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7"/>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1" name="Google Shape;15411;p67"/>
          <p:cNvGrpSpPr/>
          <p:nvPr/>
        </p:nvGrpSpPr>
        <p:grpSpPr>
          <a:xfrm>
            <a:off x="3550761" y="2509142"/>
            <a:ext cx="393660" cy="370079"/>
            <a:chOff x="3577849" y="2432942"/>
            <a:chExt cx="393660" cy="370079"/>
          </a:xfrm>
        </p:grpSpPr>
        <p:sp>
          <p:nvSpPr>
            <p:cNvPr id="15412" name="Google Shape;15412;p67"/>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7"/>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7"/>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7"/>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7"/>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7"/>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7"/>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7"/>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7"/>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7"/>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2" name="Google Shape;15422;p67"/>
          <p:cNvGrpSpPr/>
          <p:nvPr/>
        </p:nvGrpSpPr>
        <p:grpSpPr>
          <a:xfrm>
            <a:off x="2466911" y="3003237"/>
            <a:ext cx="370132" cy="328164"/>
            <a:chOff x="2493999" y="2927037"/>
            <a:chExt cx="370132" cy="328164"/>
          </a:xfrm>
        </p:grpSpPr>
        <p:sp>
          <p:nvSpPr>
            <p:cNvPr id="15423" name="Google Shape;15423;p67"/>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7"/>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7"/>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7"/>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7"/>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7"/>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7"/>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7"/>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7"/>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7"/>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7"/>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7"/>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5" name="Google Shape;15435;p67"/>
          <p:cNvGrpSpPr/>
          <p:nvPr/>
        </p:nvGrpSpPr>
        <p:grpSpPr>
          <a:xfrm>
            <a:off x="3562329" y="3026896"/>
            <a:ext cx="370315" cy="281028"/>
            <a:chOff x="3589417" y="2950696"/>
            <a:chExt cx="370315" cy="281028"/>
          </a:xfrm>
        </p:grpSpPr>
        <p:sp>
          <p:nvSpPr>
            <p:cNvPr id="15436" name="Google Shape;15436;p67"/>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7"/>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7"/>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7"/>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7"/>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7"/>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7"/>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7"/>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7"/>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7"/>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7"/>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7"/>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7"/>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7"/>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7"/>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7"/>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7"/>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7"/>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7"/>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7"/>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6" name="Google Shape;15456;p67"/>
          <p:cNvGrpSpPr/>
          <p:nvPr/>
        </p:nvGrpSpPr>
        <p:grpSpPr>
          <a:xfrm>
            <a:off x="3005623" y="2987918"/>
            <a:ext cx="396125" cy="359062"/>
            <a:chOff x="3032711" y="2911718"/>
            <a:chExt cx="396125" cy="359062"/>
          </a:xfrm>
        </p:grpSpPr>
        <p:sp>
          <p:nvSpPr>
            <p:cNvPr id="15457" name="Google Shape;15457;p67"/>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7"/>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7"/>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7"/>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7"/>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7"/>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7"/>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7"/>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7"/>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7"/>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7"/>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7"/>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9" name="Google Shape;15469;p67"/>
          <p:cNvGrpSpPr/>
          <p:nvPr/>
        </p:nvGrpSpPr>
        <p:grpSpPr>
          <a:xfrm>
            <a:off x="7390676" y="1589597"/>
            <a:ext cx="373174" cy="367692"/>
            <a:chOff x="7417764" y="1513397"/>
            <a:chExt cx="373174" cy="367692"/>
          </a:xfrm>
        </p:grpSpPr>
        <p:sp>
          <p:nvSpPr>
            <p:cNvPr id="15470" name="Google Shape;15470;p67"/>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7"/>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7"/>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7"/>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7"/>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7"/>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7"/>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7"/>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7"/>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7"/>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7"/>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7"/>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7"/>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7"/>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7"/>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7"/>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7"/>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7"/>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7"/>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9" name="Google Shape;15489;p67"/>
          <p:cNvGrpSpPr/>
          <p:nvPr/>
        </p:nvGrpSpPr>
        <p:grpSpPr>
          <a:xfrm>
            <a:off x="6844856" y="1590568"/>
            <a:ext cx="370132" cy="365672"/>
            <a:chOff x="6871944" y="1514368"/>
            <a:chExt cx="370132" cy="365672"/>
          </a:xfrm>
        </p:grpSpPr>
        <p:sp>
          <p:nvSpPr>
            <p:cNvPr id="15490" name="Google Shape;15490;p67"/>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7"/>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7"/>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7"/>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7"/>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7"/>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7"/>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7"/>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7"/>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7"/>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7"/>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7"/>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7"/>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7"/>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7"/>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7"/>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7"/>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7"/>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8" name="Google Shape;15508;p67"/>
          <p:cNvGrpSpPr/>
          <p:nvPr/>
        </p:nvGrpSpPr>
        <p:grpSpPr>
          <a:xfrm>
            <a:off x="6534843" y="3441461"/>
            <a:ext cx="400375" cy="370184"/>
            <a:chOff x="6561931" y="3365261"/>
            <a:chExt cx="400375" cy="370184"/>
          </a:xfrm>
        </p:grpSpPr>
        <p:sp>
          <p:nvSpPr>
            <p:cNvPr id="15509" name="Google Shape;15509;p67"/>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7"/>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7"/>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7"/>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7"/>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7"/>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7"/>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7"/>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7"/>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7"/>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7"/>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7"/>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1" name="Google Shape;15521;p67"/>
          <p:cNvGrpSpPr/>
          <p:nvPr/>
        </p:nvGrpSpPr>
        <p:grpSpPr>
          <a:xfrm>
            <a:off x="1915032" y="2062052"/>
            <a:ext cx="378315" cy="358695"/>
            <a:chOff x="1942120" y="1985852"/>
            <a:chExt cx="378315" cy="358695"/>
          </a:xfrm>
        </p:grpSpPr>
        <p:sp>
          <p:nvSpPr>
            <p:cNvPr id="15522" name="Google Shape;15522;p67"/>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7"/>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7"/>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7"/>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7"/>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7"/>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7"/>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7"/>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7"/>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7"/>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7"/>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7"/>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7"/>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7"/>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7"/>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7"/>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7"/>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7"/>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7"/>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7"/>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2" name="Google Shape;15542;p67"/>
          <p:cNvGrpSpPr/>
          <p:nvPr/>
        </p:nvGrpSpPr>
        <p:grpSpPr>
          <a:xfrm>
            <a:off x="1374327" y="2505418"/>
            <a:ext cx="364282" cy="374197"/>
            <a:chOff x="1401415" y="2429218"/>
            <a:chExt cx="364282" cy="374197"/>
          </a:xfrm>
        </p:grpSpPr>
        <p:sp>
          <p:nvSpPr>
            <p:cNvPr id="15543" name="Google Shape;15543;p67"/>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7"/>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7"/>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7"/>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7"/>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7"/>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7"/>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7"/>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7"/>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67"/>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7"/>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7"/>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7"/>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7"/>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7"/>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8" name="Google Shape;15558;p67"/>
          <p:cNvGrpSpPr/>
          <p:nvPr/>
        </p:nvGrpSpPr>
        <p:grpSpPr>
          <a:xfrm>
            <a:off x="7083339" y="3441461"/>
            <a:ext cx="400401" cy="370184"/>
            <a:chOff x="7110427" y="3365261"/>
            <a:chExt cx="400401" cy="370184"/>
          </a:xfrm>
        </p:grpSpPr>
        <p:sp>
          <p:nvSpPr>
            <p:cNvPr id="15559" name="Google Shape;15559;p67"/>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7"/>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7"/>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7"/>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7"/>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7"/>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7"/>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6" name="Google Shape;15566;p67"/>
          <p:cNvGrpSpPr/>
          <p:nvPr/>
        </p:nvGrpSpPr>
        <p:grpSpPr>
          <a:xfrm>
            <a:off x="7631861" y="3439337"/>
            <a:ext cx="400375" cy="370132"/>
            <a:chOff x="7658949" y="3363137"/>
            <a:chExt cx="400375" cy="370132"/>
          </a:xfrm>
        </p:grpSpPr>
        <p:sp>
          <p:nvSpPr>
            <p:cNvPr id="15567" name="Google Shape;15567;p67"/>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7"/>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7"/>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7"/>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7"/>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2" name="Google Shape;15572;p67"/>
          <p:cNvGrpSpPr/>
          <p:nvPr/>
        </p:nvGrpSpPr>
        <p:grpSpPr>
          <a:xfrm>
            <a:off x="3277393" y="3455589"/>
            <a:ext cx="356623" cy="370105"/>
            <a:chOff x="3307156" y="3365314"/>
            <a:chExt cx="356623" cy="370105"/>
          </a:xfrm>
        </p:grpSpPr>
        <p:sp>
          <p:nvSpPr>
            <p:cNvPr id="15573" name="Google Shape;15573;p67"/>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7"/>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7"/>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7"/>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7"/>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7"/>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7"/>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7"/>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7"/>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7"/>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7"/>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7"/>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7"/>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7"/>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7"/>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8" name="Google Shape;15588;p67"/>
          <p:cNvGrpSpPr/>
          <p:nvPr/>
        </p:nvGrpSpPr>
        <p:grpSpPr>
          <a:xfrm>
            <a:off x="7395319" y="2056307"/>
            <a:ext cx="372807" cy="370079"/>
            <a:chOff x="7422407" y="1980107"/>
            <a:chExt cx="372807" cy="370079"/>
          </a:xfrm>
        </p:grpSpPr>
        <p:sp>
          <p:nvSpPr>
            <p:cNvPr id="15589" name="Google Shape;15589;p67"/>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7"/>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7"/>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7"/>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7"/>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7"/>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7"/>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7"/>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7"/>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7"/>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7"/>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7"/>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7"/>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2" name="Google Shape;15602;p67"/>
          <p:cNvGrpSpPr/>
          <p:nvPr/>
        </p:nvGrpSpPr>
        <p:grpSpPr>
          <a:xfrm>
            <a:off x="6889053" y="2982384"/>
            <a:ext cx="289737" cy="370394"/>
            <a:chOff x="6916141" y="2906184"/>
            <a:chExt cx="289737" cy="370394"/>
          </a:xfrm>
        </p:grpSpPr>
        <p:sp>
          <p:nvSpPr>
            <p:cNvPr id="15603" name="Google Shape;15603;p67"/>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7"/>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7"/>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7"/>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7"/>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7"/>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7"/>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7"/>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7"/>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7"/>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7"/>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7"/>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7"/>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7"/>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7"/>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7"/>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7"/>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7"/>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7"/>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7"/>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7"/>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4" name="Google Shape;15624;p67"/>
          <p:cNvGrpSpPr/>
          <p:nvPr/>
        </p:nvGrpSpPr>
        <p:grpSpPr>
          <a:xfrm>
            <a:off x="7943106" y="2089777"/>
            <a:ext cx="372676" cy="331731"/>
            <a:chOff x="7970194" y="2013577"/>
            <a:chExt cx="372676" cy="331731"/>
          </a:xfrm>
        </p:grpSpPr>
        <p:sp>
          <p:nvSpPr>
            <p:cNvPr id="15625" name="Google Shape;15625;p67"/>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7"/>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7"/>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7"/>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7"/>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7"/>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7"/>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7"/>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7"/>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7"/>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67"/>
          <p:cNvGrpSpPr/>
          <p:nvPr/>
        </p:nvGrpSpPr>
        <p:grpSpPr>
          <a:xfrm>
            <a:off x="1389645" y="1588390"/>
            <a:ext cx="332964" cy="370158"/>
            <a:chOff x="1416733" y="1512190"/>
            <a:chExt cx="332964" cy="370158"/>
          </a:xfrm>
        </p:grpSpPr>
        <p:sp>
          <p:nvSpPr>
            <p:cNvPr id="15636" name="Google Shape;15636;p67"/>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7"/>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7"/>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7"/>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7"/>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7"/>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7"/>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7"/>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7"/>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7"/>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7"/>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7"/>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7"/>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7"/>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7"/>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7"/>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7"/>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7"/>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7"/>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5" name="Google Shape;15655;p67"/>
          <p:cNvGrpSpPr/>
          <p:nvPr/>
        </p:nvGrpSpPr>
        <p:grpSpPr>
          <a:xfrm>
            <a:off x="5219278" y="2982305"/>
            <a:ext cx="342852" cy="370079"/>
            <a:chOff x="5246366" y="2906105"/>
            <a:chExt cx="342852" cy="370079"/>
          </a:xfrm>
        </p:grpSpPr>
        <p:sp>
          <p:nvSpPr>
            <p:cNvPr id="15656" name="Google Shape;15656;p67"/>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7"/>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7"/>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7"/>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7"/>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7"/>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2" name="Google Shape;15662;p67"/>
          <p:cNvGrpSpPr/>
          <p:nvPr/>
        </p:nvGrpSpPr>
        <p:grpSpPr>
          <a:xfrm>
            <a:off x="822579" y="2511083"/>
            <a:ext cx="371259" cy="366249"/>
            <a:chOff x="849667" y="2434883"/>
            <a:chExt cx="371259" cy="366249"/>
          </a:xfrm>
        </p:grpSpPr>
        <p:sp>
          <p:nvSpPr>
            <p:cNvPr id="15663" name="Google Shape;15663;p67"/>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7"/>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7"/>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7"/>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7"/>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7"/>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7"/>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7"/>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7"/>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7"/>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7"/>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7"/>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7"/>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6" name="Google Shape;15676;p67"/>
          <p:cNvGrpSpPr/>
          <p:nvPr/>
        </p:nvGrpSpPr>
        <p:grpSpPr>
          <a:xfrm>
            <a:off x="4389938" y="3441566"/>
            <a:ext cx="332728" cy="370053"/>
            <a:chOff x="4417026" y="3365366"/>
            <a:chExt cx="332728" cy="370053"/>
          </a:xfrm>
        </p:grpSpPr>
        <p:sp>
          <p:nvSpPr>
            <p:cNvPr id="15677" name="Google Shape;15677;p67"/>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7"/>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7"/>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7"/>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7"/>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7"/>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7"/>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7"/>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7"/>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7"/>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7"/>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7"/>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7"/>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7"/>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7"/>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7"/>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7"/>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7"/>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5" name="Google Shape;15695;p67"/>
          <p:cNvGrpSpPr/>
          <p:nvPr/>
        </p:nvGrpSpPr>
        <p:grpSpPr>
          <a:xfrm>
            <a:off x="2469980" y="2056386"/>
            <a:ext cx="363994" cy="370105"/>
            <a:chOff x="2497068" y="1980186"/>
            <a:chExt cx="363994" cy="370105"/>
          </a:xfrm>
        </p:grpSpPr>
        <p:sp>
          <p:nvSpPr>
            <p:cNvPr id="15696" name="Google Shape;15696;p67"/>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7"/>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7"/>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7"/>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7"/>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7"/>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7"/>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7"/>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7"/>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7"/>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7"/>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7"/>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7"/>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7"/>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7"/>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7"/>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7"/>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7"/>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7"/>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7"/>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7"/>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7" name="Google Shape;15717;p67"/>
          <p:cNvGrpSpPr/>
          <p:nvPr/>
        </p:nvGrpSpPr>
        <p:grpSpPr>
          <a:xfrm>
            <a:off x="5793190" y="2982358"/>
            <a:ext cx="294904" cy="370027"/>
            <a:chOff x="5820278" y="2906158"/>
            <a:chExt cx="294904" cy="370027"/>
          </a:xfrm>
        </p:grpSpPr>
        <p:sp>
          <p:nvSpPr>
            <p:cNvPr id="15718" name="Google Shape;15718;p67"/>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7"/>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7"/>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7"/>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7"/>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7"/>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7"/>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5" name="Google Shape;15725;p67"/>
          <p:cNvGrpSpPr/>
          <p:nvPr/>
        </p:nvGrpSpPr>
        <p:grpSpPr>
          <a:xfrm>
            <a:off x="4919731" y="3459429"/>
            <a:ext cx="370132" cy="334223"/>
            <a:chOff x="4946819" y="3383229"/>
            <a:chExt cx="370132" cy="334223"/>
          </a:xfrm>
        </p:grpSpPr>
        <p:sp>
          <p:nvSpPr>
            <p:cNvPr id="15726" name="Google Shape;15726;p67"/>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7"/>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7"/>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7"/>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7"/>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7"/>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7"/>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7"/>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7"/>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5" name="Google Shape;15735;p67"/>
          <p:cNvGrpSpPr/>
          <p:nvPr/>
        </p:nvGrpSpPr>
        <p:grpSpPr>
          <a:xfrm>
            <a:off x="3011315" y="1615434"/>
            <a:ext cx="375482" cy="316072"/>
            <a:chOff x="3038403" y="1539234"/>
            <a:chExt cx="375482" cy="316072"/>
          </a:xfrm>
        </p:grpSpPr>
        <p:sp>
          <p:nvSpPr>
            <p:cNvPr id="15736" name="Google Shape;15736;p6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37" name="Google Shape;15737;p67"/>
            <p:cNvGrpSpPr/>
            <p:nvPr/>
          </p:nvGrpSpPr>
          <p:grpSpPr>
            <a:xfrm>
              <a:off x="3038403" y="1539234"/>
              <a:ext cx="375482" cy="316072"/>
              <a:chOff x="3038403" y="1539234"/>
              <a:chExt cx="375482" cy="316072"/>
            </a:xfrm>
          </p:grpSpPr>
          <p:sp>
            <p:nvSpPr>
              <p:cNvPr id="15738" name="Google Shape;15738;p67"/>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7"/>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7"/>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7"/>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7"/>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7"/>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7"/>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7"/>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7"/>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47" name="Google Shape;15747;p67"/>
          <p:cNvGrpSpPr/>
          <p:nvPr/>
        </p:nvGrpSpPr>
        <p:grpSpPr>
          <a:xfrm>
            <a:off x="6305777" y="2982331"/>
            <a:ext cx="360846" cy="370184"/>
            <a:chOff x="6332865" y="2906131"/>
            <a:chExt cx="360846" cy="370184"/>
          </a:xfrm>
        </p:grpSpPr>
        <p:sp>
          <p:nvSpPr>
            <p:cNvPr id="15748" name="Google Shape;15748;p67"/>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7"/>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7"/>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7"/>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7"/>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7"/>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7"/>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7"/>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7"/>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7"/>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7"/>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9" name="Google Shape;15759;p67"/>
          <p:cNvGrpSpPr/>
          <p:nvPr/>
        </p:nvGrpSpPr>
        <p:grpSpPr>
          <a:xfrm>
            <a:off x="4107991" y="1594266"/>
            <a:ext cx="370132" cy="358223"/>
            <a:chOff x="4135079" y="1518066"/>
            <a:chExt cx="370132" cy="358223"/>
          </a:xfrm>
        </p:grpSpPr>
        <p:sp>
          <p:nvSpPr>
            <p:cNvPr id="15760" name="Google Shape;15760;p67"/>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7"/>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7"/>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7"/>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7"/>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7"/>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7"/>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7"/>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7"/>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7"/>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7"/>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7"/>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7"/>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7"/>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7"/>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7"/>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7"/>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7"/>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7"/>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9" name="Google Shape;15779;p67"/>
          <p:cNvGrpSpPr/>
          <p:nvPr/>
        </p:nvGrpSpPr>
        <p:grpSpPr>
          <a:xfrm>
            <a:off x="6851780" y="2056334"/>
            <a:ext cx="361240" cy="370158"/>
            <a:chOff x="6878869" y="1980134"/>
            <a:chExt cx="361240" cy="370158"/>
          </a:xfrm>
        </p:grpSpPr>
        <p:sp>
          <p:nvSpPr>
            <p:cNvPr id="15780" name="Google Shape;15780;p67"/>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7"/>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7"/>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7"/>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7"/>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7"/>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7"/>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7"/>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7"/>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7"/>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7"/>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7"/>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7"/>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3" name="Google Shape;15793;p67"/>
          <p:cNvGrpSpPr/>
          <p:nvPr/>
        </p:nvGrpSpPr>
        <p:grpSpPr>
          <a:xfrm>
            <a:off x="2466911" y="2626233"/>
            <a:ext cx="370132" cy="259467"/>
            <a:chOff x="2493999" y="2550033"/>
            <a:chExt cx="370132" cy="259467"/>
          </a:xfrm>
        </p:grpSpPr>
        <p:sp>
          <p:nvSpPr>
            <p:cNvPr id="15794" name="Google Shape;15794;p67"/>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7"/>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7"/>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7"/>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7"/>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7"/>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7"/>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7"/>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7"/>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7"/>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7"/>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7"/>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7"/>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7"/>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7"/>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7"/>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7"/>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7"/>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7"/>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3" name="Google Shape;15813;p67"/>
          <p:cNvGrpSpPr/>
          <p:nvPr/>
        </p:nvGrpSpPr>
        <p:grpSpPr>
          <a:xfrm>
            <a:off x="1672614" y="3441461"/>
            <a:ext cx="281054" cy="370158"/>
            <a:chOff x="1699703" y="3365261"/>
            <a:chExt cx="281054" cy="370158"/>
          </a:xfrm>
        </p:grpSpPr>
        <p:sp>
          <p:nvSpPr>
            <p:cNvPr id="15814" name="Google Shape;15814;p67"/>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7"/>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7"/>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7"/>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7"/>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7"/>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7"/>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7"/>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7"/>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7"/>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7"/>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7"/>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7"/>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7" name="Google Shape;15827;p67"/>
          <p:cNvGrpSpPr/>
          <p:nvPr/>
        </p:nvGrpSpPr>
        <p:grpSpPr>
          <a:xfrm>
            <a:off x="7939722" y="1595630"/>
            <a:ext cx="369974" cy="355626"/>
            <a:chOff x="7966810" y="1519430"/>
            <a:chExt cx="369974" cy="355626"/>
          </a:xfrm>
        </p:grpSpPr>
        <p:sp>
          <p:nvSpPr>
            <p:cNvPr id="15828" name="Google Shape;15828;p67"/>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7"/>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7"/>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7"/>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7"/>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7"/>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7"/>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7"/>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7"/>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7"/>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7"/>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7"/>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7"/>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7"/>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7"/>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7"/>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4" name="Google Shape;15844;p67"/>
          <p:cNvGrpSpPr/>
          <p:nvPr/>
        </p:nvGrpSpPr>
        <p:grpSpPr>
          <a:xfrm>
            <a:off x="2765540" y="3441540"/>
            <a:ext cx="290445" cy="370079"/>
            <a:chOff x="2792628" y="3365340"/>
            <a:chExt cx="290445" cy="370079"/>
          </a:xfrm>
        </p:grpSpPr>
        <p:sp>
          <p:nvSpPr>
            <p:cNvPr id="15845" name="Google Shape;15845;p67"/>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7"/>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7"/>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7"/>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7"/>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7"/>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7"/>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7"/>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7"/>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7"/>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7"/>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7"/>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7"/>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7"/>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9" name="Google Shape;15859;p67"/>
          <p:cNvGrpSpPr/>
          <p:nvPr/>
        </p:nvGrpSpPr>
        <p:grpSpPr>
          <a:xfrm>
            <a:off x="1362497" y="2064517"/>
            <a:ext cx="388125" cy="353790"/>
            <a:chOff x="1389585" y="1988317"/>
            <a:chExt cx="388125" cy="353790"/>
          </a:xfrm>
        </p:grpSpPr>
        <p:sp>
          <p:nvSpPr>
            <p:cNvPr id="15860" name="Google Shape;15860;p67"/>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7"/>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7"/>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7"/>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7"/>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7"/>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7"/>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7"/>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7"/>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7"/>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7"/>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7"/>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7"/>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7"/>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7"/>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7"/>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7"/>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7"/>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7"/>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7"/>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7"/>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7"/>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2" name="Google Shape;15882;p67"/>
          <p:cNvGrpSpPr/>
          <p:nvPr/>
        </p:nvGrpSpPr>
        <p:grpSpPr>
          <a:xfrm>
            <a:off x="2465836" y="1588390"/>
            <a:ext cx="370158" cy="370158"/>
            <a:chOff x="2492924" y="1512190"/>
            <a:chExt cx="370158" cy="370158"/>
          </a:xfrm>
        </p:grpSpPr>
        <p:sp>
          <p:nvSpPr>
            <p:cNvPr id="15883" name="Google Shape;15883;p67"/>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7"/>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7"/>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7"/>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7"/>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7"/>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7"/>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7"/>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7"/>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7"/>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7"/>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7"/>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7"/>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7"/>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7"/>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7"/>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7"/>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7"/>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7"/>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7"/>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7"/>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7"/>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5" name="Google Shape;15905;p67"/>
          <p:cNvGrpSpPr/>
          <p:nvPr/>
        </p:nvGrpSpPr>
        <p:grpSpPr>
          <a:xfrm>
            <a:off x="1906481" y="1588443"/>
            <a:ext cx="393975" cy="370105"/>
            <a:chOff x="1933569" y="1512243"/>
            <a:chExt cx="393975" cy="370105"/>
          </a:xfrm>
        </p:grpSpPr>
        <p:sp>
          <p:nvSpPr>
            <p:cNvPr id="15906" name="Google Shape;15906;p67"/>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7"/>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7"/>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7"/>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7"/>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7"/>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7"/>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7"/>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7"/>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7"/>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7"/>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7"/>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7"/>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7"/>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7"/>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7"/>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7"/>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7"/>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7"/>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7"/>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7"/>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7"/>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7"/>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7"/>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7"/>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7"/>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7"/>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7"/>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4" name="Google Shape;15934;p67"/>
          <p:cNvGrpSpPr/>
          <p:nvPr/>
        </p:nvGrpSpPr>
        <p:grpSpPr>
          <a:xfrm>
            <a:off x="2209018" y="3441592"/>
            <a:ext cx="306471" cy="370000"/>
            <a:chOff x="2236106" y="3365392"/>
            <a:chExt cx="306471" cy="370000"/>
          </a:xfrm>
        </p:grpSpPr>
        <p:sp>
          <p:nvSpPr>
            <p:cNvPr id="15935" name="Google Shape;15935;p67"/>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7"/>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7"/>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7"/>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7"/>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7"/>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7"/>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7"/>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7"/>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7"/>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7"/>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7"/>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7"/>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7"/>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9" name="Google Shape;15949;p67"/>
          <p:cNvGrpSpPr/>
          <p:nvPr/>
        </p:nvGrpSpPr>
        <p:grpSpPr>
          <a:xfrm>
            <a:off x="5465735" y="3461763"/>
            <a:ext cx="375325" cy="329606"/>
            <a:chOff x="5492823" y="3385563"/>
            <a:chExt cx="375325" cy="329606"/>
          </a:xfrm>
        </p:grpSpPr>
        <p:sp>
          <p:nvSpPr>
            <p:cNvPr id="15950" name="Google Shape;15950;p67"/>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7"/>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7"/>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7"/>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7"/>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7"/>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7"/>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7"/>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7"/>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7"/>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7"/>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7"/>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7"/>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7"/>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7"/>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7"/>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7"/>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7"/>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7"/>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7"/>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0" name="Google Shape;15970;p67"/>
          <p:cNvGrpSpPr/>
          <p:nvPr/>
        </p:nvGrpSpPr>
        <p:grpSpPr>
          <a:xfrm>
            <a:off x="3014699" y="2077318"/>
            <a:ext cx="370158" cy="328164"/>
            <a:chOff x="3041787" y="2001118"/>
            <a:chExt cx="370158" cy="328164"/>
          </a:xfrm>
        </p:grpSpPr>
        <p:sp>
          <p:nvSpPr>
            <p:cNvPr id="15971" name="Google Shape;15971;p67"/>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7"/>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7"/>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7"/>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7"/>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7"/>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7"/>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7"/>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7"/>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7"/>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7"/>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7"/>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7"/>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7"/>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7"/>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7"/>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7"/>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7"/>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9" name="Google Shape;15989;p67"/>
          <p:cNvGrpSpPr/>
          <p:nvPr/>
        </p:nvGrpSpPr>
        <p:grpSpPr>
          <a:xfrm>
            <a:off x="5752796" y="2115325"/>
            <a:ext cx="372309" cy="328216"/>
            <a:chOff x="5779884" y="2039125"/>
            <a:chExt cx="372309" cy="328216"/>
          </a:xfrm>
        </p:grpSpPr>
        <p:sp>
          <p:nvSpPr>
            <p:cNvPr id="15990" name="Google Shape;15990;p6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7"/>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7"/>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7"/>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7"/>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7"/>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7"/>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7"/>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7"/>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7"/>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03" name="Google Shape;16003;p67"/>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07" name="Shape 16007"/>
        <p:cNvGrpSpPr/>
        <p:nvPr/>
      </p:nvGrpSpPr>
      <p:grpSpPr>
        <a:xfrm>
          <a:off x="0" y="0"/>
          <a:ext cx="0" cy="0"/>
          <a:chOff x="0" y="0"/>
          <a:chExt cx="0" cy="0"/>
        </a:xfrm>
      </p:grpSpPr>
      <p:grpSp>
        <p:nvGrpSpPr>
          <p:cNvPr id="16008" name="Google Shape;16008;p68"/>
          <p:cNvGrpSpPr/>
          <p:nvPr/>
        </p:nvGrpSpPr>
        <p:grpSpPr>
          <a:xfrm>
            <a:off x="853009" y="1981993"/>
            <a:ext cx="354610" cy="372358"/>
            <a:chOff x="878066" y="1981993"/>
            <a:chExt cx="354610" cy="372358"/>
          </a:xfrm>
        </p:grpSpPr>
        <p:sp>
          <p:nvSpPr>
            <p:cNvPr id="16009" name="Google Shape;16009;p68"/>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8"/>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8"/>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8"/>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8"/>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8"/>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8"/>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8"/>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8"/>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8"/>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8"/>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8"/>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8"/>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8"/>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3" name="Google Shape;16023;p68"/>
          <p:cNvGrpSpPr/>
          <p:nvPr/>
        </p:nvGrpSpPr>
        <p:grpSpPr>
          <a:xfrm>
            <a:off x="1320737" y="1982386"/>
            <a:ext cx="371650" cy="371624"/>
            <a:chOff x="1345794" y="1982386"/>
            <a:chExt cx="371650" cy="371624"/>
          </a:xfrm>
        </p:grpSpPr>
        <p:sp>
          <p:nvSpPr>
            <p:cNvPr id="16024" name="Google Shape;16024;p68"/>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8"/>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8"/>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8"/>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8"/>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8"/>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8"/>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8"/>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8"/>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8"/>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8"/>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8"/>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8"/>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8"/>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8"/>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8"/>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8"/>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8"/>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8"/>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8"/>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8"/>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8"/>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8"/>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8"/>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8"/>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8"/>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8"/>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8"/>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8"/>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8"/>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8"/>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8"/>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8"/>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8"/>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8"/>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8"/>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8"/>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1" name="Google Shape;16061;p68"/>
          <p:cNvGrpSpPr/>
          <p:nvPr/>
        </p:nvGrpSpPr>
        <p:grpSpPr>
          <a:xfrm>
            <a:off x="1796408" y="1981993"/>
            <a:ext cx="372410" cy="372410"/>
            <a:chOff x="1821465" y="1981993"/>
            <a:chExt cx="372410" cy="372410"/>
          </a:xfrm>
        </p:grpSpPr>
        <p:sp>
          <p:nvSpPr>
            <p:cNvPr id="16062" name="Google Shape;16062;p68"/>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8"/>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8"/>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8"/>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8"/>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8"/>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8"/>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8"/>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8"/>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8"/>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8"/>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8"/>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8"/>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8"/>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6" name="Google Shape;16076;p68"/>
          <p:cNvGrpSpPr/>
          <p:nvPr/>
        </p:nvGrpSpPr>
        <p:grpSpPr>
          <a:xfrm>
            <a:off x="2251291" y="1981809"/>
            <a:ext cx="415901" cy="372699"/>
            <a:chOff x="2276348" y="1981809"/>
            <a:chExt cx="415901" cy="372699"/>
          </a:xfrm>
        </p:grpSpPr>
        <p:sp>
          <p:nvSpPr>
            <p:cNvPr id="16077" name="Google Shape;16077;p68"/>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8"/>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8"/>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8"/>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8"/>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8"/>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8"/>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4" name="Google Shape;16084;p68"/>
          <p:cNvGrpSpPr/>
          <p:nvPr/>
        </p:nvGrpSpPr>
        <p:grpSpPr>
          <a:xfrm>
            <a:off x="2749297" y="2009990"/>
            <a:ext cx="372017" cy="316310"/>
            <a:chOff x="2774354" y="2009990"/>
            <a:chExt cx="372017" cy="316310"/>
          </a:xfrm>
        </p:grpSpPr>
        <p:sp>
          <p:nvSpPr>
            <p:cNvPr id="16085" name="Google Shape;16085;p68"/>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8"/>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8"/>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8"/>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8"/>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8"/>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8"/>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8"/>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8"/>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8"/>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8"/>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8"/>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8"/>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8"/>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8"/>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8"/>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8"/>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8"/>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8"/>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8"/>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8"/>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8"/>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8"/>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8"/>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8"/>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8"/>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1" name="Google Shape;16111;p68"/>
          <p:cNvGrpSpPr/>
          <p:nvPr/>
        </p:nvGrpSpPr>
        <p:grpSpPr>
          <a:xfrm>
            <a:off x="3697625" y="1981993"/>
            <a:ext cx="375818" cy="372043"/>
            <a:chOff x="3722682" y="1981993"/>
            <a:chExt cx="375818" cy="372043"/>
          </a:xfrm>
        </p:grpSpPr>
        <p:sp>
          <p:nvSpPr>
            <p:cNvPr id="16112" name="Google Shape;16112;p68"/>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8"/>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8"/>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8"/>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8"/>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8"/>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8"/>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8"/>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8"/>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8"/>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8"/>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8"/>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8"/>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8"/>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8"/>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7" name="Google Shape;16127;p68"/>
          <p:cNvGrpSpPr/>
          <p:nvPr/>
        </p:nvGrpSpPr>
        <p:grpSpPr>
          <a:xfrm>
            <a:off x="4176337" y="1981809"/>
            <a:ext cx="373538" cy="372305"/>
            <a:chOff x="4201394" y="1981809"/>
            <a:chExt cx="373538" cy="372305"/>
          </a:xfrm>
        </p:grpSpPr>
        <p:sp>
          <p:nvSpPr>
            <p:cNvPr id="16128" name="Google Shape;16128;p68"/>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8"/>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8"/>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8"/>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8"/>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8"/>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8"/>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8"/>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8"/>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8"/>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8"/>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8"/>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8"/>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8"/>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8"/>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8"/>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4" name="Google Shape;16144;p68"/>
          <p:cNvGrpSpPr/>
          <p:nvPr/>
        </p:nvGrpSpPr>
        <p:grpSpPr>
          <a:xfrm>
            <a:off x="4634601" y="1500266"/>
            <a:ext cx="422743" cy="377784"/>
            <a:chOff x="4659658" y="1500266"/>
            <a:chExt cx="422743" cy="377784"/>
          </a:xfrm>
        </p:grpSpPr>
        <p:sp>
          <p:nvSpPr>
            <p:cNvPr id="16145" name="Google Shape;16145;p68"/>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8"/>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8"/>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8"/>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8"/>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8"/>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8"/>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8"/>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8"/>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8"/>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8"/>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8"/>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8"/>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8"/>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8"/>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8"/>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8"/>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2" name="Google Shape;16162;p68"/>
          <p:cNvGrpSpPr/>
          <p:nvPr/>
        </p:nvGrpSpPr>
        <p:grpSpPr>
          <a:xfrm>
            <a:off x="5186349" y="1513504"/>
            <a:ext cx="260394" cy="351202"/>
            <a:chOff x="5211406" y="1513504"/>
            <a:chExt cx="260394" cy="351202"/>
          </a:xfrm>
        </p:grpSpPr>
        <p:sp>
          <p:nvSpPr>
            <p:cNvPr id="16163" name="Google Shape;16163;p68"/>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8"/>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8"/>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8"/>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8"/>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8"/>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8"/>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8"/>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8"/>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8"/>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8"/>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8"/>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8"/>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6" name="Google Shape;16176;p68"/>
          <p:cNvGrpSpPr/>
          <p:nvPr/>
        </p:nvGrpSpPr>
        <p:grpSpPr>
          <a:xfrm>
            <a:off x="5607545" y="1513216"/>
            <a:ext cx="366722" cy="351779"/>
            <a:chOff x="5632602" y="1513216"/>
            <a:chExt cx="366722" cy="351779"/>
          </a:xfrm>
        </p:grpSpPr>
        <p:sp>
          <p:nvSpPr>
            <p:cNvPr id="16177" name="Google Shape;16177;p68"/>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8"/>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8"/>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8"/>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8"/>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8"/>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8"/>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8"/>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5" name="Google Shape;16185;p68"/>
          <p:cNvGrpSpPr/>
          <p:nvPr/>
        </p:nvGrpSpPr>
        <p:grpSpPr>
          <a:xfrm>
            <a:off x="6064315" y="1527136"/>
            <a:ext cx="401902" cy="323965"/>
            <a:chOff x="6089372" y="1527136"/>
            <a:chExt cx="401902" cy="323965"/>
          </a:xfrm>
        </p:grpSpPr>
        <p:sp>
          <p:nvSpPr>
            <p:cNvPr id="16186" name="Google Shape;16186;p68"/>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8"/>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8"/>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8"/>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8"/>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8"/>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8"/>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8"/>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8"/>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8"/>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8"/>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8"/>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8"/>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8"/>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8"/>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8"/>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8"/>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8"/>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8"/>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8"/>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8"/>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8"/>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8"/>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8"/>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8"/>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8"/>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8"/>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8"/>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8"/>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8"/>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6" name="Google Shape;16216;p68"/>
          <p:cNvGrpSpPr/>
          <p:nvPr/>
        </p:nvGrpSpPr>
        <p:grpSpPr>
          <a:xfrm>
            <a:off x="6554378" y="1527897"/>
            <a:ext cx="370103" cy="322445"/>
            <a:chOff x="6579435" y="1527897"/>
            <a:chExt cx="370103" cy="322445"/>
          </a:xfrm>
        </p:grpSpPr>
        <p:sp>
          <p:nvSpPr>
            <p:cNvPr id="16217" name="Google Shape;16217;p68"/>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8"/>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8"/>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8"/>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8"/>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68"/>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8"/>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8"/>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8"/>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8"/>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8"/>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8"/>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8"/>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8"/>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8"/>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8"/>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8"/>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8"/>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8"/>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68"/>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8"/>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8" name="Google Shape;16238;p68"/>
          <p:cNvGrpSpPr/>
          <p:nvPr/>
        </p:nvGrpSpPr>
        <p:grpSpPr>
          <a:xfrm>
            <a:off x="6963830" y="1538854"/>
            <a:ext cx="499920" cy="300136"/>
            <a:chOff x="6988887" y="1538854"/>
            <a:chExt cx="499920" cy="300136"/>
          </a:xfrm>
        </p:grpSpPr>
        <p:sp>
          <p:nvSpPr>
            <p:cNvPr id="16239" name="Google Shape;16239;p68"/>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8"/>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8"/>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8"/>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8"/>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8"/>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8"/>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8"/>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8"/>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8"/>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8"/>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8"/>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8"/>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2" name="Google Shape;16252;p68"/>
          <p:cNvGrpSpPr/>
          <p:nvPr/>
        </p:nvGrpSpPr>
        <p:grpSpPr>
          <a:xfrm>
            <a:off x="8025302" y="1520687"/>
            <a:ext cx="279321" cy="336837"/>
            <a:chOff x="8050359" y="1520687"/>
            <a:chExt cx="279321" cy="336837"/>
          </a:xfrm>
        </p:grpSpPr>
        <p:sp>
          <p:nvSpPr>
            <p:cNvPr id="16253" name="Google Shape;16253;p68"/>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8"/>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8"/>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8"/>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8"/>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8"/>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8"/>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8"/>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8"/>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8"/>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8"/>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8"/>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8"/>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6" name="Google Shape;16266;p68"/>
          <p:cNvGrpSpPr/>
          <p:nvPr/>
        </p:nvGrpSpPr>
        <p:grpSpPr>
          <a:xfrm>
            <a:off x="6068850" y="2461832"/>
            <a:ext cx="364441" cy="339091"/>
            <a:chOff x="6093907" y="2461832"/>
            <a:chExt cx="364441" cy="339091"/>
          </a:xfrm>
        </p:grpSpPr>
        <p:sp>
          <p:nvSpPr>
            <p:cNvPr id="16267" name="Google Shape;16267;p68"/>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8"/>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8"/>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8"/>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8"/>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8"/>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8"/>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8"/>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8"/>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8"/>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7" name="Google Shape;16277;p68"/>
          <p:cNvGrpSpPr/>
          <p:nvPr/>
        </p:nvGrpSpPr>
        <p:grpSpPr>
          <a:xfrm>
            <a:off x="4651274" y="1980866"/>
            <a:ext cx="377680" cy="377680"/>
            <a:chOff x="4676331" y="1980866"/>
            <a:chExt cx="377680" cy="377680"/>
          </a:xfrm>
        </p:grpSpPr>
        <p:sp>
          <p:nvSpPr>
            <p:cNvPr id="16278" name="Google Shape;16278;p68"/>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8"/>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8"/>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8"/>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8"/>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8"/>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8"/>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8"/>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8"/>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8"/>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8"/>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8"/>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8"/>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8"/>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8"/>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68"/>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8"/>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8"/>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8"/>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7" name="Google Shape;16297;p68"/>
          <p:cNvGrpSpPr/>
          <p:nvPr/>
        </p:nvGrpSpPr>
        <p:grpSpPr>
          <a:xfrm>
            <a:off x="7501185" y="1522968"/>
            <a:ext cx="357651" cy="332275"/>
            <a:chOff x="7526242" y="1522968"/>
            <a:chExt cx="357651" cy="332275"/>
          </a:xfrm>
        </p:grpSpPr>
        <p:sp>
          <p:nvSpPr>
            <p:cNvPr id="16298" name="Google Shape;16298;p68"/>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8"/>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8"/>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8"/>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8"/>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8"/>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8"/>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8"/>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8"/>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8"/>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8"/>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8"/>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8"/>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8"/>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8"/>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8"/>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4" name="Google Shape;16314;p68"/>
          <p:cNvGrpSpPr/>
          <p:nvPr/>
        </p:nvGrpSpPr>
        <p:grpSpPr>
          <a:xfrm>
            <a:off x="3225729" y="1982386"/>
            <a:ext cx="371650" cy="371624"/>
            <a:chOff x="3250786" y="1982386"/>
            <a:chExt cx="371650" cy="371624"/>
          </a:xfrm>
        </p:grpSpPr>
        <p:sp>
          <p:nvSpPr>
            <p:cNvPr id="16315" name="Google Shape;16315;p68"/>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8"/>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8"/>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8"/>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8"/>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8"/>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8"/>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8"/>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8"/>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8"/>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8"/>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8"/>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8"/>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8"/>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8"/>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8"/>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8"/>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8"/>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8"/>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8"/>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8"/>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8"/>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8"/>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8"/>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8"/>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8"/>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8"/>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8"/>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8"/>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68"/>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5" name="Google Shape;16345;p68"/>
          <p:cNvGrpSpPr/>
          <p:nvPr/>
        </p:nvGrpSpPr>
        <p:grpSpPr>
          <a:xfrm>
            <a:off x="1317329" y="2916322"/>
            <a:ext cx="373538" cy="331515"/>
            <a:chOff x="1342386" y="2916322"/>
            <a:chExt cx="373538" cy="331515"/>
          </a:xfrm>
        </p:grpSpPr>
        <p:sp>
          <p:nvSpPr>
            <p:cNvPr id="16346" name="Google Shape;16346;p68"/>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8"/>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8"/>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8"/>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8"/>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8"/>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8"/>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8"/>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8"/>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8"/>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68"/>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7" name="Google Shape;16357;p68"/>
          <p:cNvGrpSpPr/>
          <p:nvPr/>
        </p:nvGrpSpPr>
        <p:grpSpPr>
          <a:xfrm>
            <a:off x="2269065" y="2946600"/>
            <a:ext cx="373931" cy="271351"/>
            <a:chOff x="2294122" y="2946600"/>
            <a:chExt cx="373931" cy="271351"/>
          </a:xfrm>
        </p:grpSpPr>
        <p:sp>
          <p:nvSpPr>
            <p:cNvPr id="16358" name="Google Shape;16358;p68"/>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8"/>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8"/>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8"/>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8"/>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8"/>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8"/>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8"/>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8"/>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8"/>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8"/>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68"/>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8"/>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8"/>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8"/>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8"/>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68"/>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8"/>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8"/>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8"/>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8"/>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8"/>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68"/>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8"/>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8"/>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8"/>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8"/>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8"/>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8"/>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8"/>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8" name="Google Shape;16388;p68"/>
          <p:cNvGrpSpPr/>
          <p:nvPr/>
        </p:nvGrpSpPr>
        <p:grpSpPr>
          <a:xfrm>
            <a:off x="2744762" y="2907251"/>
            <a:ext cx="373905" cy="349682"/>
            <a:chOff x="2769819" y="2907251"/>
            <a:chExt cx="373905" cy="349682"/>
          </a:xfrm>
        </p:grpSpPr>
        <p:sp>
          <p:nvSpPr>
            <p:cNvPr id="16389" name="Google Shape;16389;p68"/>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8"/>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68"/>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68"/>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8"/>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8"/>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8"/>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8"/>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8"/>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8"/>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8"/>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8"/>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8"/>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8"/>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68"/>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68"/>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68"/>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6" name="Google Shape;16406;p68"/>
          <p:cNvGrpSpPr/>
          <p:nvPr/>
        </p:nvGrpSpPr>
        <p:grpSpPr>
          <a:xfrm>
            <a:off x="3221193" y="2895245"/>
            <a:ext cx="375792" cy="373800"/>
            <a:chOff x="3246251" y="2895245"/>
            <a:chExt cx="375792" cy="373800"/>
          </a:xfrm>
        </p:grpSpPr>
        <p:sp>
          <p:nvSpPr>
            <p:cNvPr id="16407" name="Google Shape;16407;p68"/>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8"/>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8"/>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8"/>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8"/>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8"/>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8"/>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8"/>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8"/>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8"/>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68"/>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68"/>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8"/>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8"/>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1" name="Google Shape;16421;p68"/>
          <p:cNvGrpSpPr/>
          <p:nvPr/>
        </p:nvGrpSpPr>
        <p:grpSpPr>
          <a:xfrm>
            <a:off x="3766125" y="2895454"/>
            <a:ext cx="234650" cy="373590"/>
            <a:chOff x="3791182" y="2895454"/>
            <a:chExt cx="234650" cy="373590"/>
          </a:xfrm>
        </p:grpSpPr>
        <p:sp>
          <p:nvSpPr>
            <p:cNvPr id="16422" name="Google Shape;16422;p68"/>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8"/>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68"/>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8"/>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8"/>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8"/>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8"/>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8"/>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8"/>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1" name="Google Shape;16431;p68"/>
          <p:cNvGrpSpPr/>
          <p:nvPr/>
        </p:nvGrpSpPr>
        <p:grpSpPr>
          <a:xfrm>
            <a:off x="7017938" y="2489463"/>
            <a:ext cx="364441" cy="256225"/>
            <a:chOff x="7042995" y="2489463"/>
            <a:chExt cx="364441" cy="256225"/>
          </a:xfrm>
        </p:grpSpPr>
        <p:sp>
          <p:nvSpPr>
            <p:cNvPr id="16432" name="Google Shape;16432;p68"/>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8"/>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8"/>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8"/>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8"/>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8"/>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8"/>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8"/>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8"/>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68"/>
          <p:cNvGrpSpPr/>
          <p:nvPr/>
        </p:nvGrpSpPr>
        <p:grpSpPr>
          <a:xfrm>
            <a:off x="7492115" y="2437007"/>
            <a:ext cx="364284" cy="361243"/>
            <a:chOff x="7517172" y="2437007"/>
            <a:chExt cx="364284" cy="361243"/>
          </a:xfrm>
        </p:grpSpPr>
        <p:sp>
          <p:nvSpPr>
            <p:cNvPr id="16442" name="Google Shape;16442;p68"/>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8"/>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8"/>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8"/>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8"/>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8"/>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8"/>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8"/>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8"/>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8"/>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8"/>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8"/>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8"/>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8"/>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8"/>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8"/>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68"/>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68"/>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8"/>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3" name="Google Shape;16463;p68"/>
          <p:cNvGrpSpPr/>
          <p:nvPr/>
        </p:nvGrpSpPr>
        <p:grpSpPr>
          <a:xfrm>
            <a:off x="7981418" y="2436954"/>
            <a:ext cx="335290" cy="361321"/>
            <a:chOff x="8006475" y="2436954"/>
            <a:chExt cx="335290" cy="361321"/>
          </a:xfrm>
        </p:grpSpPr>
        <p:sp>
          <p:nvSpPr>
            <p:cNvPr id="16464" name="Google Shape;16464;p68"/>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8"/>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8"/>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8"/>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8"/>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8"/>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8"/>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8"/>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8"/>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8"/>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8"/>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8"/>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8"/>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68"/>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68"/>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8"/>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8"/>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8"/>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8"/>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3" name="Google Shape;16483;p68"/>
          <p:cNvGrpSpPr/>
          <p:nvPr/>
        </p:nvGrpSpPr>
        <p:grpSpPr>
          <a:xfrm>
            <a:off x="5571604" y="2909139"/>
            <a:ext cx="394326" cy="349682"/>
            <a:chOff x="5596661" y="2909139"/>
            <a:chExt cx="394326" cy="349682"/>
          </a:xfrm>
        </p:grpSpPr>
        <p:sp>
          <p:nvSpPr>
            <p:cNvPr id="16484" name="Google Shape;16484;p68"/>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68"/>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8"/>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8"/>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8"/>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8"/>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8"/>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8"/>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8"/>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8"/>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8"/>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68"/>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8"/>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8"/>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8"/>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8"/>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0" name="Google Shape;16500;p68"/>
          <p:cNvGrpSpPr/>
          <p:nvPr/>
        </p:nvGrpSpPr>
        <p:grpSpPr>
          <a:xfrm>
            <a:off x="849601" y="2914408"/>
            <a:ext cx="356891" cy="335709"/>
            <a:chOff x="874658" y="2914408"/>
            <a:chExt cx="356891" cy="335709"/>
          </a:xfrm>
        </p:grpSpPr>
        <p:sp>
          <p:nvSpPr>
            <p:cNvPr id="16501" name="Google Shape;16501;p68"/>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8"/>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8"/>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8"/>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68"/>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68"/>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8"/>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8"/>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8"/>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8"/>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8"/>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8"/>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8"/>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8"/>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68"/>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68"/>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8"/>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8"/>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8"/>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8"/>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1" name="Google Shape;16521;p68"/>
          <p:cNvGrpSpPr/>
          <p:nvPr/>
        </p:nvGrpSpPr>
        <p:grpSpPr>
          <a:xfrm>
            <a:off x="4205855" y="2929193"/>
            <a:ext cx="308813" cy="306165"/>
            <a:chOff x="4230912" y="2929193"/>
            <a:chExt cx="308813" cy="306165"/>
          </a:xfrm>
        </p:grpSpPr>
        <p:sp>
          <p:nvSpPr>
            <p:cNvPr id="16522" name="Google Shape;16522;p68"/>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68"/>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8"/>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8"/>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8"/>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68"/>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68"/>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8"/>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8"/>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8"/>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8"/>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68"/>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8"/>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8"/>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68"/>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7" name="Google Shape;16537;p68"/>
          <p:cNvGrpSpPr/>
          <p:nvPr/>
        </p:nvGrpSpPr>
        <p:grpSpPr>
          <a:xfrm>
            <a:off x="4602829" y="3401089"/>
            <a:ext cx="409111" cy="267944"/>
            <a:chOff x="4627886" y="3401089"/>
            <a:chExt cx="409111" cy="267944"/>
          </a:xfrm>
        </p:grpSpPr>
        <p:sp>
          <p:nvSpPr>
            <p:cNvPr id="16538" name="Google Shape;16538;p68"/>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68"/>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68"/>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8"/>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8"/>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8"/>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8"/>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68"/>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68"/>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8"/>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8"/>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9" name="Google Shape;16549;p68"/>
          <p:cNvGrpSpPr/>
          <p:nvPr/>
        </p:nvGrpSpPr>
        <p:grpSpPr>
          <a:xfrm>
            <a:off x="4627419" y="2898915"/>
            <a:ext cx="386016" cy="384495"/>
            <a:chOff x="4652476" y="2898915"/>
            <a:chExt cx="386016" cy="384495"/>
          </a:xfrm>
        </p:grpSpPr>
        <p:sp>
          <p:nvSpPr>
            <p:cNvPr id="16550" name="Google Shape;16550;p68"/>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8"/>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8"/>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8"/>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8"/>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68"/>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68"/>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8"/>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8"/>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9" name="Google Shape;16559;p68"/>
          <p:cNvGrpSpPr/>
          <p:nvPr/>
        </p:nvGrpSpPr>
        <p:grpSpPr>
          <a:xfrm>
            <a:off x="5131874" y="2922194"/>
            <a:ext cx="324699" cy="347611"/>
            <a:chOff x="5156931" y="2922194"/>
            <a:chExt cx="324699" cy="347611"/>
          </a:xfrm>
        </p:grpSpPr>
        <p:sp>
          <p:nvSpPr>
            <p:cNvPr id="16560" name="Google Shape;16560;p68"/>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8"/>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68"/>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8"/>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8"/>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8"/>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8"/>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8"/>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68"/>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68"/>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8"/>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8"/>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68"/>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8"/>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8"/>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8"/>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6" name="Google Shape;16576;p68"/>
          <p:cNvGrpSpPr/>
          <p:nvPr/>
        </p:nvGrpSpPr>
        <p:grpSpPr>
          <a:xfrm>
            <a:off x="6061274" y="2905337"/>
            <a:ext cx="364441" cy="364834"/>
            <a:chOff x="6086331" y="2905337"/>
            <a:chExt cx="364441" cy="364834"/>
          </a:xfrm>
        </p:grpSpPr>
        <p:sp>
          <p:nvSpPr>
            <p:cNvPr id="16577" name="Google Shape;16577;p68"/>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8"/>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8"/>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8"/>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8"/>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8"/>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3" name="Google Shape;16583;p68"/>
          <p:cNvGrpSpPr/>
          <p:nvPr/>
        </p:nvGrpSpPr>
        <p:grpSpPr>
          <a:xfrm>
            <a:off x="6529002" y="2907251"/>
            <a:ext cx="377706" cy="377680"/>
            <a:chOff x="6554059" y="2907251"/>
            <a:chExt cx="377706" cy="377680"/>
          </a:xfrm>
        </p:grpSpPr>
        <p:sp>
          <p:nvSpPr>
            <p:cNvPr id="16584" name="Google Shape;16584;p68"/>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8"/>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8"/>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8"/>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8"/>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68"/>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68"/>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68"/>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68"/>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8"/>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8"/>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8"/>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68"/>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68"/>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8"/>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8"/>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68"/>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68"/>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8"/>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8"/>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68"/>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5" name="Google Shape;16605;p68"/>
          <p:cNvGrpSpPr/>
          <p:nvPr/>
        </p:nvGrpSpPr>
        <p:grpSpPr>
          <a:xfrm>
            <a:off x="7466739" y="2945446"/>
            <a:ext cx="400801" cy="317542"/>
            <a:chOff x="7491796" y="2945446"/>
            <a:chExt cx="400801" cy="317542"/>
          </a:xfrm>
        </p:grpSpPr>
        <p:sp>
          <p:nvSpPr>
            <p:cNvPr id="16606" name="Google Shape;16606;p68"/>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68"/>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68"/>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8"/>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68"/>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68"/>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68"/>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8"/>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8"/>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8"/>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68"/>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68"/>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68"/>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68"/>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8"/>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68"/>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68"/>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8"/>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8"/>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68"/>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68"/>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68"/>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8" name="Google Shape;16628;p68"/>
          <p:cNvGrpSpPr/>
          <p:nvPr/>
        </p:nvGrpSpPr>
        <p:grpSpPr>
          <a:xfrm>
            <a:off x="7020586" y="2907723"/>
            <a:ext cx="345304" cy="365857"/>
            <a:chOff x="7045643" y="2907723"/>
            <a:chExt cx="345304" cy="365857"/>
          </a:xfrm>
        </p:grpSpPr>
        <p:sp>
          <p:nvSpPr>
            <p:cNvPr id="16629" name="Google Shape;16629;p68"/>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8"/>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8"/>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68"/>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68"/>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68"/>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68"/>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68"/>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68"/>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8"/>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68"/>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68"/>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68"/>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8"/>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8"/>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8"/>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68"/>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68"/>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8"/>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8" name="Google Shape;16648;p68"/>
          <p:cNvGrpSpPr/>
          <p:nvPr/>
        </p:nvGrpSpPr>
        <p:grpSpPr>
          <a:xfrm>
            <a:off x="7967786" y="2907251"/>
            <a:ext cx="347794" cy="366328"/>
            <a:chOff x="7992843" y="2907251"/>
            <a:chExt cx="347794" cy="366328"/>
          </a:xfrm>
        </p:grpSpPr>
        <p:sp>
          <p:nvSpPr>
            <p:cNvPr id="16649" name="Google Shape;16649;p68"/>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8"/>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8"/>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8"/>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68"/>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68"/>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68"/>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8"/>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8"/>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68"/>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68"/>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8"/>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68"/>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68"/>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68"/>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68"/>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68"/>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68"/>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8"/>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8"/>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8"/>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68"/>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68"/>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68"/>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8"/>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8"/>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8"/>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68"/>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68"/>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68"/>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68"/>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8"/>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68"/>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2" name="Google Shape;16682;p68"/>
          <p:cNvGrpSpPr/>
          <p:nvPr/>
        </p:nvGrpSpPr>
        <p:grpSpPr>
          <a:xfrm>
            <a:off x="848841" y="1512377"/>
            <a:ext cx="398127" cy="353457"/>
            <a:chOff x="873898" y="1512377"/>
            <a:chExt cx="398127" cy="353457"/>
          </a:xfrm>
        </p:grpSpPr>
        <p:sp>
          <p:nvSpPr>
            <p:cNvPr id="16683" name="Google Shape;16683;p68"/>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8"/>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68"/>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68"/>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68"/>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68"/>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68"/>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8"/>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8"/>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8"/>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68"/>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68"/>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68"/>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68"/>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68"/>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68"/>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68"/>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68"/>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68"/>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2" name="Google Shape;16702;p68"/>
          <p:cNvGrpSpPr/>
          <p:nvPr/>
        </p:nvGrpSpPr>
        <p:grpSpPr>
          <a:xfrm>
            <a:off x="1399067" y="1515680"/>
            <a:ext cx="246762" cy="347139"/>
            <a:chOff x="1424125" y="1515680"/>
            <a:chExt cx="246762" cy="347139"/>
          </a:xfrm>
        </p:grpSpPr>
        <p:sp>
          <p:nvSpPr>
            <p:cNvPr id="16703" name="Google Shape;16703;p68"/>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68"/>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68"/>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68"/>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68"/>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68"/>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8"/>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68"/>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68"/>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68"/>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68"/>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68"/>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68"/>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8"/>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68"/>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68"/>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68"/>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68"/>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68"/>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68"/>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3" name="Google Shape;16723;p68"/>
          <p:cNvGrpSpPr/>
          <p:nvPr/>
        </p:nvGrpSpPr>
        <p:grpSpPr>
          <a:xfrm>
            <a:off x="2294441" y="1512744"/>
            <a:ext cx="352697" cy="352723"/>
            <a:chOff x="2319498" y="1512744"/>
            <a:chExt cx="352697" cy="352723"/>
          </a:xfrm>
        </p:grpSpPr>
        <p:sp>
          <p:nvSpPr>
            <p:cNvPr id="16724" name="Google Shape;16724;p68"/>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68"/>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8"/>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8"/>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68"/>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68"/>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68"/>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68"/>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68"/>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68"/>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68"/>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68"/>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68"/>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68"/>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68"/>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68"/>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68"/>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68"/>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68"/>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3" name="Google Shape;16743;p68"/>
          <p:cNvGrpSpPr/>
          <p:nvPr/>
        </p:nvGrpSpPr>
        <p:grpSpPr>
          <a:xfrm>
            <a:off x="4211544" y="1512666"/>
            <a:ext cx="312981" cy="352697"/>
            <a:chOff x="4236601" y="1512666"/>
            <a:chExt cx="312981" cy="352697"/>
          </a:xfrm>
        </p:grpSpPr>
        <p:sp>
          <p:nvSpPr>
            <p:cNvPr id="16744" name="Google Shape;16744;p68"/>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8"/>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8"/>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68"/>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68"/>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68"/>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68"/>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68"/>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68"/>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68"/>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68"/>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68"/>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68"/>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68"/>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8" name="Google Shape;16758;p68"/>
          <p:cNvGrpSpPr/>
          <p:nvPr/>
        </p:nvGrpSpPr>
        <p:grpSpPr>
          <a:xfrm>
            <a:off x="824618" y="3347716"/>
            <a:ext cx="346300" cy="375818"/>
            <a:chOff x="849675" y="3347716"/>
            <a:chExt cx="346300" cy="375818"/>
          </a:xfrm>
        </p:grpSpPr>
        <p:sp>
          <p:nvSpPr>
            <p:cNvPr id="16759" name="Google Shape;16759;p68"/>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68"/>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68"/>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68"/>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68"/>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68"/>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68"/>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68"/>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68"/>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8"/>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8"/>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68"/>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68"/>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68"/>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68"/>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68"/>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68"/>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6" name="Google Shape;16776;p68"/>
          <p:cNvGrpSpPr/>
          <p:nvPr/>
        </p:nvGrpSpPr>
        <p:grpSpPr>
          <a:xfrm>
            <a:off x="1299162" y="3399202"/>
            <a:ext cx="376578" cy="272846"/>
            <a:chOff x="1324219" y="3399202"/>
            <a:chExt cx="376578" cy="272846"/>
          </a:xfrm>
        </p:grpSpPr>
        <p:sp>
          <p:nvSpPr>
            <p:cNvPr id="16777" name="Google Shape;16777;p68"/>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68"/>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68"/>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68"/>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68"/>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8"/>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68"/>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68"/>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8"/>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68"/>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68"/>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68"/>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68"/>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68"/>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68"/>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68"/>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68"/>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68"/>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68"/>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68"/>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68"/>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68"/>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68"/>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68"/>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68"/>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68"/>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68"/>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68"/>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68"/>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68"/>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8"/>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8"/>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68"/>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68"/>
          <p:cNvGrpSpPr/>
          <p:nvPr/>
        </p:nvGrpSpPr>
        <p:grpSpPr>
          <a:xfrm>
            <a:off x="1773706" y="3395401"/>
            <a:ext cx="376185" cy="280448"/>
            <a:chOff x="1798763" y="3395401"/>
            <a:chExt cx="376185" cy="280448"/>
          </a:xfrm>
        </p:grpSpPr>
        <p:sp>
          <p:nvSpPr>
            <p:cNvPr id="16811" name="Google Shape;16811;p68"/>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8"/>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68"/>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68"/>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8"/>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8"/>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8"/>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68"/>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68"/>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68"/>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8"/>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68"/>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68"/>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68"/>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68"/>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68"/>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68"/>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68"/>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68"/>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68"/>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68"/>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68"/>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8"/>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68"/>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68"/>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68"/>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68"/>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68"/>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68"/>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68"/>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68"/>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2" name="Google Shape;16842;p68"/>
          <p:cNvGrpSpPr/>
          <p:nvPr/>
        </p:nvGrpSpPr>
        <p:grpSpPr>
          <a:xfrm>
            <a:off x="2248250" y="3378754"/>
            <a:ext cx="375818" cy="313374"/>
            <a:chOff x="2273307" y="3378754"/>
            <a:chExt cx="375818" cy="313374"/>
          </a:xfrm>
        </p:grpSpPr>
        <p:sp>
          <p:nvSpPr>
            <p:cNvPr id="16843" name="Google Shape;16843;p68"/>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68"/>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68"/>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8"/>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68"/>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68"/>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68"/>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68"/>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68"/>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68"/>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68"/>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68"/>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68"/>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68"/>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68"/>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68"/>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8"/>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8"/>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68"/>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68"/>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68"/>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68"/>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68"/>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68"/>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68"/>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68"/>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68"/>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68"/>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68"/>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68"/>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68"/>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68"/>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68"/>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68"/>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68"/>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68"/>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68"/>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68"/>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68"/>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68"/>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68"/>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68"/>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68"/>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68"/>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68"/>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8"/>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68"/>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68"/>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68"/>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68"/>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68"/>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68"/>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68"/>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68"/>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68"/>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68"/>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68"/>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68"/>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68"/>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68"/>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68"/>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68"/>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68"/>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68"/>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68"/>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68"/>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68"/>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68"/>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68"/>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68"/>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68"/>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68"/>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68"/>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68"/>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68"/>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68"/>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68"/>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68"/>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68"/>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68"/>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68"/>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68"/>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68"/>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68"/>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7" name="Google Shape;16927;p68"/>
          <p:cNvGrpSpPr/>
          <p:nvPr/>
        </p:nvGrpSpPr>
        <p:grpSpPr>
          <a:xfrm>
            <a:off x="2722427" y="3359460"/>
            <a:ext cx="377706" cy="352330"/>
            <a:chOff x="2747484" y="3359460"/>
            <a:chExt cx="377706" cy="352330"/>
          </a:xfrm>
        </p:grpSpPr>
        <p:sp>
          <p:nvSpPr>
            <p:cNvPr id="16928" name="Google Shape;16928;p68"/>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68"/>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68"/>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68"/>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68"/>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68"/>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68"/>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68"/>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68"/>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68"/>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68"/>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68"/>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68"/>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68"/>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68"/>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3" name="Google Shape;16943;p68"/>
          <p:cNvGrpSpPr/>
          <p:nvPr/>
        </p:nvGrpSpPr>
        <p:grpSpPr>
          <a:xfrm>
            <a:off x="3671148" y="3371938"/>
            <a:ext cx="375792" cy="327373"/>
            <a:chOff x="3696205" y="3371938"/>
            <a:chExt cx="375792" cy="327373"/>
          </a:xfrm>
        </p:grpSpPr>
        <p:sp>
          <p:nvSpPr>
            <p:cNvPr id="16944" name="Google Shape;16944;p68"/>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68"/>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68"/>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68"/>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68"/>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68"/>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68"/>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68"/>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68"/>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68"/>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68"/>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68"/>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68"/>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68"/>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68"/>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68"/>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68"/>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68"/>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68"/>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68"/>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68"/>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68"/>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68"/>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7" name="Google Shape;16967;p68"/>
          <p:cNvGrpSpPr/>
          <p:nvPr/>
        </p:nvGrpSpPr>
        <p:grpSpPr>
          <a:xfrm>
            <a:off x="6542267" y="2436849"/>
            <a:ext cx="366722" cy="342892"/>
            <a:chOff x="6567324" y="2436849"/>
            <a:chExt cx="366722" cy="342892"/>
          </a:xfrm>
        </p:grpSpPr>
        <p:sp>
          <p:nvSpPr>
            <p:cNvPr id="16968" name="Google Shape;16968;p68"/>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68"/>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68"/>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68"/>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68"/>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68"/>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68"/>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68"/>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68"/>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68"/>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68"/>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68"/>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0" name="Google Shape;16980;p68"/>
          <p:cNvGrpSpPr/>
          <p:nvPr/>
        </p:nvGrpSpPr>
        <p:grpSpPr>
          <a:xfrm>
            <a:off x="4183913" y="3361347"/>
            <a:ext cx="299349" cy="348188"/>
            <a:chOff x="4208970" y="3361347"/>
            <a:chExt cx="299349" cy="348188"/>
          </a:xfrm>
        </p:grpSpPr>
        <p:sp>
          <p:nvSpPr>
            <p:cNvPr id="16981" name="Google Shape;16981;p68"/>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68"/>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68"/>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68"/>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68"/>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68"/>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68"/>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68"/>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68"/>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68"/>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68"/>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68"/>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68"/>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68"/>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5" name="Google Shape;16995;p68"/>
          <p:cNvGrpSpPr/>
          <p:nvPr/>
        </p:nvGrpSpPr>
        <p:grpSpPr>
          <a:xfrm>
            <a:off x="2761776" y="1512351"/>
            <a:ext cx="366722" cy="353667"/>
            <a:chOff x="2786833" y="1512351"/>
            <a:chExt cx="366722" cy="353667"/>
          </a:xfrm>
        </p:grpSpPr>
        <p:sp>
          <p:nvSpPr>
            <p:cNvPr id="16996" name="Google Shape;16996;p68"/>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68"/>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68"/>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68"/>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68"/>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68"/>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68"/>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68"/>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68"/>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68"/>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68"/>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68"/>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68"/>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68"/>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68"/>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68"/>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68"/>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68"/>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68"/>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68"/>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6" name="Google Shape;17016;p68"/>
          <p:cNvGrpSpPr/>
          <p:nvPr/>
        </p:nvGrpSpPr>
        <p:grpSpPr>
          <a:xfrm>
            <a:off x="1820264" y="1512744"/>
            <a:ext cx="352723" cy="353090"/>
            <a:chOff x="1845321" y="1512744"/>
            <a:chExt cx="352723" cy="353090"/>
          </a:xfrm>
        </p:grpSpPr>
        <p:sp>
          <p:nvSpPr>
            <p:cNvPr id="17017" name="Google Shape;17017;p68"/>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68"/>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68"/>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68"/>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68"/>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68"/>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68"/>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68"/>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68"/>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68"/>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68"/>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8" name="Google Shape;17028;p68"/>
          <p:cNvGrpSpPr/>
          <p:nvPr/>
        </p:nvGrpSpPr>
        <p:grpSpPr>
          <a:xfrm>
            <a:off x="3189395" y="3340533"/>
            <a:ext cx="392465" cy="389896"/>
            <a:chOff x="3214452" y="3340533"/>
            <a:chExt cx="392465" cy="389896"/>
          </a:xfrm>
        </p:grpSpPr>
        <p:sp>
          <p:nvSpPr>
            <p:cNvPr id="17029" name="Google Shape;17029;p68"/>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68"/>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68"/>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68"/>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68"/>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68"/>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68"/>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68"/>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68"/>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68"/>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68"/>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68"/>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68"/>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68"/>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68"/>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68"/>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68"/>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68"/>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68"/>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68"/>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68"/>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68"/>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68"/>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68"/>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68"/>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4" name="Google Shape;17054;p68"/>
          <p:cNvGrpSpPr/>
          <p:nvPr/>
        </p:nvGrpSpPr>
        <p:grpSpPr>
          <a:xfrm>
            <a:off x="3302172" y="1499899"/>
            <a:ext cx="234650" cy="378440"/>
            <a:chOff x="3327229" y="1499899"/>
            <a:chExt cx="234650" cy="378440"/>
          </a:xfrm>
        </p:grpSpPr>
        <p:sp>
          <p:nvSpPr>
            <p:cNvPr id="17055" name="Google Shape;17055;p68"/>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68"/>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68"/>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68"/>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68"/>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68"/>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68"/>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68"/>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68"/>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68"/>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68"/>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68"/>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68"/>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68"/>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68"/>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68"/>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68"/>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68"/>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68"/>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68"/>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68"/>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6" name="Google Shape;17076;p68"/>
          <p:cNvGrpSpPr/>
          <p:nvPr/>
        </p:nvGrpSpPr>
        <p:grpSpPr>
          <a:xfrm>
            <a:off x="3710496" y="1530151"/>
            <a:ext cx="366722" cy="317962"/>
            <a:chOff x="3735553" y="1530151"/>
            <a:chExt cx="366722" cy="317962"/>
          </a:xfrm>
        </p:grpSpPr>
        <p:sp>
          <p:nvSpPr>
            <p:cNvPr id="17077" name="Google Shape;17077;p68"/>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68"/>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68"/>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68"/>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68"/>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68"/>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68"/>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68"/>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68"/>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68"/>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68"/>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68"/>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9" name="Google Shape;17089;p68"/>
          <p:cNvGrpSpPr/>
          <p:nvPr/>
        </p:nvGrpSpPr>
        <p:grpSpPr>
          <a:xfrm>
            <a:off x="841265" y="2469775"/>
            <a:ext cx="379226" cy="322733"/>
            <a:chOff x="866322" y="2469775"/>
            <a:chExt cx="379226" cy="322733"/>
          </a:xfrm>
        </p:grpSpPr>
        <p:sp>
          <p:nvSpPr>
            <p:cNvPr id="17090" name="Google Shape;17090;p68"/>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68"/>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68"/>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68"/>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68"/>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68"/>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68"/>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68"/>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68"/>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68"/>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68"/>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68"/>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68"/>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68"/>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68"/>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68"/>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68"/>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68"/>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68"/>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68"/>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68"/>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68"/>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68"/>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68"/>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68"/>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68"/>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6" name="Google Shape;17116;p68"/>
          <p:cNvGrpSpPr/>
          <p:nvPr/>
        </p:nvGrpSpPr>
        <p:grpSpPr>
          <a:xfrm>
            <a:off x="1303330" y="2500814"/>
            <a:ext cx="404183" cy="289151"/>
            <a:chOff x="1328387" y="2500814"/>
            <a:chExt cx="404183" cy="289151"/>
          </a:xfrm>
        </p:grpSpPr>
        <p:sp>
          <p:nvSpPr>
            <p:cNvPr id="17117" name="Google Shape;17117;p68"/>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68"/>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68"/>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68"/>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68"/>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68"/>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68"/>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68"/>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68"/>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68"/>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68"/>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68"/>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68"/>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68"/>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68"/>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68"/>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68"/>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68"/>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68"/>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68"/>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68"/>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68"/>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68"/>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68"/>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68"/>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68"/>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68"/>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68"/>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68"/>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6" name="Google Shape;17146;p68"/>
          <p:cNvGrpSpPr/>
          <p:nvPr/>
        </p:nvGrpSpPr>
        <p:grpSpPr>
          <a:xfrm>
            <a:off x="1796408" y="2495702"/>
            <a:ext cx="365988" cy="270801"/>
            <a:chOff x="1821465" y="2495702"/>
            <a:chExt cx="365988" cy="270801"/>
          </a:xfrm>
        </p:grpSpPr>
        <p:sp>
          <p:nvSpPr>
            <p:cNvPr id="17147" name="Google Shape;17147;p68"/>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68"/>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68"/>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68"/>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68"/>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68"/>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68"/>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4" name="Google Shape;17154;p68"/>
          <p:cNvGrpSpPr/>
          <p:nvPr/>
        </p:nvGrpSpPr>
        <p:grpSpPr>
          <a:xfrm>
            <a:off x="3700666" y="2455776"/>
            <a:ext cx="354977" cy="351202"/>
            <a:chOff x="3725723" y="2455776"/>
            <a:chExt cx="354977" cy="351202"/>
          </a:xfrm>
        </p:grpSpPr>
        <p:sp>
          <p:nvSpPr>
            <p:cNvPr id="17155" name="Google Shape;17155;p68"/>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68"/>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68"/>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68"/>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68"/>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68"/>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68"/>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68"/>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68"/>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68"/>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68"/>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68"/>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68"/>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8" name="Google Shape;17168;p68"/>
          <p:cNvGrpSpPr/>
          <p:nvPr/>
        </p:nvGrpSpPr>
        <p:grpSpPr>
          <a:xfrm>
            <a:off x="5201108" y="1977641"/>
            <a:ext cx="230482" cy="388847"/>
            <a:chOff x="5226165" y="1977641"/>
            <a:chExt cx="230482" cy="388847"/>
          </a:xfrm>
        </p:grpSpPr>
        <p:sp>
          <p:nvSpPr>
            <p:cNvPr id="17169" name="Google Shape;17169;p68"/>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68"/>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68"/>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68"/>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68"/>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68"/>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68"/>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68"/>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68"/>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68"/>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68"/>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68"/>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1" name="Google Shape;17181;p68"/>
          <p:cNvGrpSpPr/>
          <p:nvPr/>
        </p:nvGrpSpPr>
        <p:grpSpPr>
          <a:xfrm>
            <a:off x="5607545" y="2025510"/>
            <a:ext cx="370130" cy="287264"/>
            <a:chOff x="5632602" y="2025510"/>
            <a:chExt cx="370130" cy="287264"/>
          </a:xfrm>
        </p:grpSpPr>
        <p:sp>
          <p:nvSpPr>
            <p:cNvPr id="17182" name="Google Shape;17182;p68"/>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68"/>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68"/>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68"/>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68"/>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68"/>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68"/>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68"/>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68"/>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68"/>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68"/>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68"/>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68"/>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68"/>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68"/>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68"/>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68"/>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68"/>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0" name="Google Shape;17200;p68"/>
          <p:cNvGrpSpPr/>
          <p:nvPr/>
        </p:nvGrpSpPr>
        <p:grpSpPr>
          <a:xfrm>
            <a:off x="4187321" y="2456537"/>
            <a:ext cx="331515" cy="330021"/>
            <a:chOff x="4212378" y="2456537"/>
            <a:chExt cx="331515" cy="330021"/>
          </a:xfrm>
        </p:grpSpPr>
        <p:sp>
          <p:nvSpPr>
            <p:cNvPr id="17201" name="Google Shape;17201;p68"/>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68"/>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68"/>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68"/>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68"/>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68"/>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68"/>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68"/>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68"/>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0" name="Google Shape;17210;p68"/>
          <p:cNvGrpSpPr/>
          <p:nvPr/>
        </p:nvGrpSpPr>
        <p:grpSpPr>
          <a:xfrm>
            <a:off x="6150956" y="1977825"/>
            <a:ext cx="235411" cy="347427"/>
            <a:chOff x="6176013" y="1977825"/>
            <a:chExt cx="235411" cy="347427"/>
          </a:xfrm>
        </p:grpSpPr>
        <p:sp>
          <p:nvSpPr>
            <p:cNvPr id="17211" name="Google Shape;17211;p68"/>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68"/>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68"/>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68"/>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68"/>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68"/>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68"/>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68"/>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68"/>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68"/>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68"/>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68"/>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68"/>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68"/>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68"/>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68"/>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68"/>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8" name="Google Shape;17228;p68"/>
          <p:cNvGrpSpPr/>
          <p:nvPr/>
        </p:nvGrpSpPr>
        <p:grpSpPr>
          <a:xfrm>
            <a:off x="6627020" y="1977458"/>
            <a:ext cx="235778" cy="347794"/>
            <a:chOff x="6652077" y="1977458"/>
            <a:chExt cx="235778" cy="347794"/>
          </a:xfrm>
        </p:grpSpPr>
        <p:sp>
          <p:nvSpPr>
            <p:cNvPr id="17229" name="Google Shape;17229;p68"/>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68"/>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68"/>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68"/>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68"/>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68"/>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68"/>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68"/>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68"/>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68"/>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68"/>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68"/>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68"/>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68"/>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68"/>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68"/>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5" name="Google Shape;17245;p68"/>
          <p:cNvGrpSpPr/>
          <p:nvPr/>
        </p:nvGrpSpPr>
        <p:grpSpPr>
          <a:xfrm>
            <a:off x="7047456" y="1997512"/>
            <a:ext cx="394352" cy="308052"/>
            <a:chOff x="7072513" y="1997512"/>
            <a:chExt cx="394352" cy="308052"/>
          </a:xfrm>
        </p:grpSpPr>
        <p:sp>
          <p:nvSpPr>
            <p:cNvPr id="17246" name="Google Shape;17246;p68"/>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68"/>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68"/>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68"/>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68"/>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68"/>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68"/>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68"/>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68"/>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68"/>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68"/>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7" name="Google Shape;17257;p68"/>
          <p:cNvGrpSpPr/>
          <p:nvPr/>
        </p:nvGrpSpPr>
        <p:grpSpPr>
          <a:xfrm>
            <a:off x="7551151" y="1977825"/>
            <a:ext cx="292533" cy="347454"/>
            <a:chOff x="7576208" y="1977825"/>
            <a:chExt cx="292533" cy="347454"/>
          </a:xfrm>
        </p:grpSpPr>
        <p:sp>
          <p:nvSpPr>
            <p:cNvPr id="17258" name="Google Shape;17258;p68"/>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68"/>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68"/>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68"/>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68"/>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68"/>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68"/>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68"/>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68"/>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68"/>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68"/>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68"/>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68"/>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1" name="Google Shape;17271;p68"/>
          <p:cNvGrpSpPr/>
          <p:nvPr/>
        </p:nvGrpSpPr>
        <p:grpSpPr>
          <a:xfrm>
            <a:off x="7998825" y="1977458"/>
            <a:ext cx="320557" cy="347794"/>
            <a:chOff x="8023882" y="1977458"/>
            <a:chExt cx="320557" cy="347794"/>
          </a:xfrm>
        </p:grpSpPr>
        <p:sp>
          <p:nvSpPr>
            <p:cNvPr id="17272" name="Google Shape;17272;p68"/>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68"/>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68"/>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68"/>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68"/>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68"/>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68"/>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68"/>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68"/>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68"/>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68"/>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68"/>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68"/>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68"/>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68"/>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68"/>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68"/>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68"/>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68"/>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68"/>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68"/>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68"/>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68"/>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68"/>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68"/>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68"/>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68"/>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68"/>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68"/>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68"/>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68"/>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68"/>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68"/>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68"/>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68"/>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68"/>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68"/>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68"/>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68"/>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68"/>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2" name="Google Shape;17312;p68"/>
          <p:cNvGrpSpPr/>
          <p:nvPr/>
        </p:nvGrpSpPr>
        <p:grpSpPr>
          <a:xfrm>
            <a:off x="5602617" y="2444819"/>
            <a:ext cx="345147" cy="342630"/>
            <a:chOff x="5627674" y="2444819"/>
            <a:chExt cx="345147" cy="342630"/>
          </a:xfrm>
        </p:grpSpPr>
        <p:sp>
          <p:nvSpPr>
            <p:cNvPr id="17313" name="Google Shape;17313;p68"/>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68"/>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68"/>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68"/>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68"/>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8" name="Google Shape;17318;p68"/>
          <p:cNvGrpSpPr/>
          <p:nvPr/>
        </p:nvGrpSpPr>
        <p:grpSpPr>
          <a:xfrm>
            <a:off x="4628939" y="2440257"/>
            <a:ext cx="396607" cy="348555"/>
            <a:chOff x="4653996" y="2440257"/>
            <a:chExt cx="396607" cy="348555"/>
          </a:xfrm>
        </p:grpSpPr>
        <p:sp>
          <p:nvSpPr>
            <p:cNvPr id="17319" name="Google Shape;17319;p68"/>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68"/>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68"/>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68"/>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68"/>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68"/>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68"/>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68"/>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68"/>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68"/>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68"/>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68"/>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68"/>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68"/>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68"/>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68"/>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68"/>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68"/>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7" name="Google Shape;17337;p68"/>
          <p:cNvGrpSpPr/>
          <p:nvPr/>
        </p:nvGrpSpPr>
        <p:grpSpPr>
          <a:xfrm>
            <a:off x="1829334" y="2895140"/>
            <a:ext cx="301630" cy="374272"/>
            <a:chOff x="1854391" y="2895140"/>
            <a:chExt cx="301630" cy="374272"/>
          </a:xfrm>
        </p:grpSpPr>
        <p:sp>
          <p:nvSpPr>
            <p:cNvPr id="17338" name="Google Shape;17338;p68"/>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68"/>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68"/>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68"/>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68"/>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68"/>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68"/>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68"/>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68"/>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68"/>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68"/>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68"/>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68"/>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68"/>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68"/>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68"/>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68"/>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68"/>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68"/>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68"/>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68"/>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68"/>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68"/>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68"/>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68"/>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68"/>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68"/>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68"/>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68"/>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68"/>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68"/>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68"/>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68"/>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68"/>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68"/>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68"/>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68"/>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68"/>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68"/>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68"/>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68"/>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68"/>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68"/>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68"/>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68"/>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68"/>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68"/>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68"/>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68"/>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7" name="Google Shape;17387;p68"/>
          <p:cNvGrpSpPr/>
          <p:nvPr/>
        </p:nvGrpSpPr>
        <p:grpSpPr>
          <a:xfrm>
            <a:off x="5147760" y="2438370"/>
            <a:ext cx="289518" cy="357651"/>
            <a:chOff x="5172817" y="2438370"/>
            <a:chExt cx="289518" cy="357651"/>
          </a:xfrm>
        </p:grpSpPr>
        <p:sp>
          <p:nvSpPr>
            <p:cNvPr id="17388" name="Google Shape;17388;p68"/>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68"/>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68"/>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68"/>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68"/>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68"/>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68"/>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68"/>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68"/>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68"/>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68"/>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9" name="Google Shape;17399;p68"/>
          <p:cNvGrpSpPr/>
          <p:nvPr/>
        </p:nvGrpSpPr>
        <p:grpSpPr>
          <a:xfrm>
            <a:off x="3209449" y="2484534"/>
            <a:ext cx="388297" cy="293320"/>
            <a:chOff x="3234506" y="2484534"/>
            <a:chExt cx="388297" cy="293320"/>
          </a:xfrm>
        </p:grpSpPr>
        <p:sp>
          <p:nvSpPr>
            <p:cNvPr id="17400" name="Google Shape;17400;p68"/>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68"/>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68"/>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68"/>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68"/>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68"/>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68"/>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68"/>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68"/>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68"/>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68"/>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68"/>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68"/>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68"/>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68"/>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68"/>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6" name="Google Shape;17416;p68"/>
          <p:cNvGrpSpPr/>
          <p:nvPr/>
        </p:nvGrpSpPr>
        <p:grpSpPr>
          <a:xfrm>
            <a:off x="6040092" y="3367036"/>
            <a:ext cx="362553" cy="356498"/>
            <a:chOff x="6065149" y="3367036"/>
            <a:chExt cx="362553" cy="356498"/>
          </a:xfrm>
        </p:grpSpPr>
        <p:sp>
          <p:nvSpPr>
            <p:cNvPr id="17417" name="Google Shape;17417;p68"/>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68"/>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68"/>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68"/>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68"/>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2" name="Google Shape;17422;p68"/>
          <p:cNvGrpSpPr/>
          <p:nvPr/>
        </p:nvGrpSpPr>
        <p:grpSpPr>
          <a:xfrm>
            <a:off x="6515764" y="3367036"/>
            <a:ext cx="362553" cy="356498"/>
            <a:chOff x="6540821" y="3367036"/>
            <a:chExt cx="362553" cy="356498"/>
          </a:xfrm>
        </p:grpSpPr>
        <p:sp>
          <p:nvSpPr>
            <p:cNvPr id="17423" name="Google Shape;17423;p68"/>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68"/>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68"/>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68"/>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68"/>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68"/>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68"/>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0" name="Google Shape;17430;p68"/>
          <p:cNvGrpSpPr/>
          <p:nvPr/>
        </p:nvGrpSpPr>
        <p:grpSpPr>
          <a:xfrm>
            <a:off x="2277401" y="2474704"/>
            <a:ext cx="354479" cy="312561"/>
            <a:chOff x="2302458" y="2474704"/>
            <a:chExt cx="354479" cy="312561"/>
          </a:xfrm>
        </p:grpSpPr>
        <p:sp>
          <p:nvSpPr>
            <p:cNvPr id="17431" name="Google Shape;17431;p68"/>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68"/>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68"/>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68"/>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68"/>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68"/>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68"/>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68"/>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68"/>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68"/>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68"/>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68"/>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3" name="Google Shape;17443;p68"/>
          <p:cNvGrpSpPr/>
          <p:nvPr/>
        </p:nvGrpSpPr>
        <p:grpSpPr>
          <a:xfrm>
            <a:off x="2806053" y="2442538"/>
            <a:ext cx="246002" cy="348922"/>
            <a:chOff x="2831110" y="2442538"/>
            <a:chExt cx="246002" cy="348922"/>
          </a:xfrm>
        </p:grpSpPr>
        <p:sp>
          <p:nvSpPr>
            <p:cNvPr id="17444" name="Google Shape;17444;p68"/>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68"/>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68"/>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68"/>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68"/>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68"/>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68"/>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68"/>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68"/>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68"/>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68"/>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68"/>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68"/>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68"/>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8" name="Google Shape;17458;p68"/>
          <p:cNvGrpSpPr/>
          <p:nvPr/>
        </p:nvGrpSpPr>
        <p:grpSpPr>
          <a:xfrm>
            <a:off x="6991435" y="3367036"/>
            <a:ext cx="362947" cy="356498"/>
            <a:chOff x="7016492" y="3367036"/>
            <a:chExt cx="362947" cy="356498"/>
          </a:xfrm>
        </p:grpSpPr>
        <p:sp>
          <p:nvSpPr>
            <p:cNvPr id="17459" name="Google Shape;17459;p68"/>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68"/>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68"/>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68"/>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68"/>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68"/>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5" name="Google Shape;17465;p68"/>
          <p:cNvGrpSpPr/>
          <p:nvPr/>
        </p:nvGrpSpPr>
        <p:grpSpPr>
          <a:xfrm>
            <a:off x="4806717" y="3817357"/>
            <a:ext cx="362947" cy="356576"/>
            <a:chOff x="5108852" y="3817357"/>
            <a:chExt cx="362947" cy="356576"/>
          </a:xfrm>
        </p:grpSpPr>
        <p:sp>
          <p:nvSpPr>
            <p:cNvPr id="17466" name="Google Shape;17466;p68"/>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68"/>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68"/>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68"/>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0" name="Google Shape;17470;p68"/>
          <p:cNvGrpSpPr/>
          <p:nvPr/>
        </p:nvGrpSpPr>
        <p:grpSpPr>
          <a:xfrm>
            <a:off x="5703585" y="3817357"/>
            <a:ext cx="362947" cy="356576"/>
            <a:chOff x="6005720" y="3817357"/>
            <a:chExt cx="362947" cy="356576"/>
          </a:xfrm>
        </p:grpSpPr>
        <p:sp>
          <p:nvSpPr>
            <p:cNvPr id="17471" name="Google Shape;17471;p68"/>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68"/>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68"/>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68"/>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5" name="Google Shape;17475;p68"/>
          <p:cNvGrpSpPr/>
          <p:nvPr/>
        </p:nvGrpSpPr>
        <p:grpSpPr>
          <a:xfrm>
            <a:off x="5564395" y="3367036"/>
            <a:ext cx="362580" cy="356498"/>
            <a:chOff x="5589452" y="3367036"/>
            <a:chExt cx="362580" cy="356498"/>
          </a:xfrm>
        </p:grpSpPr>
        <p:sp>
          <p:nvSpPr>
            <p:cNvPr id="17476" name="Google Shape;17476;p68"/>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68"/>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68"/>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9" name="Google Shape;17479;p68"/>
          <p:cNvGrpSpPr/>
          <p:nvPr/>
        </p:nvGrpSpPr>
        <p:grpSpPr>
          <a:xfrm>
            <a:off x="7462964" y="3362475"/>
            <a:ext cx="372017" cy="365621"/>
            <a:chOff x="7488021" y="3362475"/>
            <a:chExt cx="372017" cy="365621"/>
          </a:xfrm>
        </p:grpSpPr>
        <p:sp>
          <p:nvSpPr>
            <p:cNvPr id="17480" name="Google Shape;17480;p68"/>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68"/>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68"/>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68"/>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68"/>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68"/>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68"/>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68"/>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68"/>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68"/>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0" name="Google Shape;17490;p68"/>
          <p:cNvGrpSpPr/>
          <p:nvPr/>
        </p:nvGrpSpPr>
        <p:grpSpPr>
          <a:xfrm>
            <a:off x="5088724" y="3367036"/>
            <a:ext cx="362553" cy="356498"/>
            <a:chOff x="5113781" y="3367036"/>
            <a:chExt cx="362553" cy="356498"/>
          </a:xfrm>
        </p:grpSpPr>
        <p:sp>
          <p:nvSpPr>
            <p:cNvPr id="17491" name="Google Shape;17491;p68"/>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68"/>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93" name="Google Shape;17493;p68"/>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94" name="Google Shape;17494;p68"/>
          <p:cNvGrpSpPr/>
          <p:nvPr/>
        </p:nvGrpSpPr>
        <p:grpSpPr>
          <a:xfrm>
            <a:off x="7943564" y="3365489"/>
            <a:ext cx="375818" cy="357651"/>
            <a:chOff x="7968621" y="3365489"/>
            <a:chExt cx="375818" cy="357651"/>
          </a:xfrm>
        </p:grpSpPr>
        <p:sp>
          <p:nvSpPr>
            <p:cNvPr id="17495" name="Google Shape;17495;p68"/>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68"/>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68"/>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68"/>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68"/>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68"/>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68"/>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68"/>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68"/>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68"/>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68"/>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68"/>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7" name="Google Shape;17507;p68"/>
          <p:cNvGrpSpPr/>
          <p:nvPr/>
        </p:nvGrpSpPr>
        <p:grpSpPr>
          <a:xfrm>
            <a:off x="5255151" y="3817357"/>
            <a:ext cx="362947" cy="356576"/>
            <a:chOff x="5557286" y="3817357"/>
            <a:chExt cx="362947" cy="356576"/>
          </a:xfrm>
        </p:grpSpPr>
        <p:grpSp>
          <p:nvGrpSpPr>
            <p:cNvPr id="17508" name="Google Shape;17508;p68"/>
            <p:cNvGrpSpPr/>
            <p:nvPr/>
          </p:nvGrpSpPr>
          <p:grpSpPr>
            <a:xfrm>
              <a:off x="5557286" y="3817357"/>
              <a:ext cx="362947" cy="356576"/>
              <a:chOff x="5557286" y="3817357"/>
              <a:chExt cx="362947" cy="356576"/>
            </a:xfrm>
          </p:grpSpPr>
          <p:sp>
            <p:nvSpPr>
              <p:cNvPr id="17509" name="Google Shape;17509;p68"/>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68"/>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68"/>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12" name="Google Shape;17512;p68"/>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3" name="Google Shape;17513;p68"/>
          <p:cNvGrpSpPr/>
          <p:nvPr/>
        </p:nvGrpSpPr>
        <p:grpSpPr>
          <a:xfrm>
            <a:off x="4358284" y="3817357"/>
            <a:ext cx="362947" cy="356576"/>
            <a:chOff x="4660419" y="3817357"/>
            <a:chExt cx="362947" cy="356576"/>
          </a:xfrm>
        </p:grpSpPr>
        <p:grpSp>
          <p:nvGrpSpPr>
            <p:cNvPr id="17514" name="Google Shape;17514;p68"/>
            <p:cNvGrpSpPr/>
            <p:nvPr/>
          </p:nvGrpSpPr>
          <p:grpSpPr>
            <a:xfrm>
              <a:off x="4660419" y="3817357"/>
              <a:ext cx="362947" cy="356576"/>
              <a:chOff x="4660419" y="3817357"/>
              <a:chExt cx="362947" cy="356576"/>
            </a:xfrm>
          </p:grpSpPr>
          <p:sp>
            <p:nvSpPr>
              <p:cNvPr id="17515" name="Google Shape;17515;p68"/>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68"/>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68"/>
            <p:cNvGrpSpPr/>
            <p:nvPr/>
          </p:nvGrpSpPr>
          <p:grpSpPr>
            <a:xfrm>
              <a:off x="4694459" y="3856408"/>
              <a:ext cx="282308" cy="265356"/>
              <a:chOff x="4690600" y="3853050"/>
              <a:chExt cx="289488" cy="272132"/>
            </a:xfrm>
          </p:grpSpPr>
          <p:sp>
            <p:nvSpPr>
              <p:cNvPr id="17518" name="Google Shape;17518;p68"/>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68"/>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20" name="Google Shape;17520;p68"/>
          <p:cNvGrpSpPr/>
          <p:nvPr/>
        </p:nvGrpSpPr>
        <p:grpSpPr>
          <a:xfrm>
            <a:off x="6159823" y="3813323"/>
            <a:ext cx="369882" cy="364325"/>
            <a:chOff x="1190200" y="238125"/>
            <a:chExt cx="5306767" cy="5212083"/>
          </a:xfrm>
        </p:grpSpPr>
        <p:grpSp>
          <p:nvGrpSpPr>
            <p:cNvPr id="17521" name="Google Shape;17521;p68"/>
            <p:cNvGrpSpPr/>
            <p:nvPr/>
          </p:nvGrpSpPr>
          <p:grpSpPr>
            <a:xfrm>
              <a:off x="1190200" y="238125"/>
              <a:ext cx="5212075" cy="5212075"/>
              <a:chOff x="1190200" y="238125"/>
              <a:chExt cx="5212075" cy="5212075"/>
            </a:xfrm>
          </p:grpSpPr>
          <p:sp>
            <p:nvSpPr>
              <p:cNvPr id="17522" name="Google Shape;17522;p68"/>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68"/>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24" name="Google Shape;17524;p68"/>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5" name="Google Shape;17525;p68"/>
          <p:cNvGrpSpPr/>
          <p:nvPr/>
        </p:nvGrpSpPr>
        <p:grpSpPr>
          <a:xfrm>
            <a:off x="3461049" y="3817357"/>
            <a:ext cx="363314" cy="356576"/>
            <a:chOff x="3763184" y="3817357"/>
            <a:chExt cx="363314" cy="356576"/>
          </a:xfrm>
        </p:grpSpPr>
        <p:sp>
          <p:nvSpPr>
            <p:cNvPr id="17526" name="Google Shape;17526;p6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6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6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6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6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1" name="Google Shape;17531;p68"/>
          <p:cNvGrpSpPr/>
          <p:nvPr/>
        </p:nvGrpSpPr>
        <p:grpSpPr>
          <a:xfrm>
            <a:off x="3909850" y="3817357"/>
            <a:ext cx="362947" cy="356576"/>
            <a:chOff x="4211985" y="3817357"/>
            <a:chExt cx="362947" cy="356576"/>
          </a:xfrm>
        </p:grpSpPr>
        <p:sp>
          <p:nvSpPr>
            <p:cNvPr id="17532" name="Google Shape;17532;p6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6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6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5" name="Google Shape;17535;p68"/>
          <p:cNvGrpSpPr/>
          <p:nvPr/>
        </p:nvGrpSpPr>
        <p:grpSpPr>
          <a:xfrm>
            <a:off x="3012615" y="3817357"/>
            <a:ext cx="362920" cy="356865"/>
            <a:chOff x="3314750" y="3817357"/>
            <a:chExt cx="362920" cy="356865"/>
          </a:xfrm>
        </p:grpSpPr>
        <p:grpSp>
          <p:nvGrpSpPr>
            <p:cNvPr id="17536" name="Google Shape;17536;p68"/>
            <p:cNvGrpSpPr/>
            <p:nvPr/>
          </p:nvGrpSpPr>
          <p:grpSpPr>
            <a:xfrm>
              <a:off x="3314750" y="3817357"/>
              <a:ext cx="362920" cy="356865"/>
              <a:chOff x="3314750" y="3817357"/>
              <a:chExt cx="362920" cy="356865"/>
            </a:xfrm>
          </p:grpSpPr>
          <p:sp>
            <p:nvSpPr>
              <p:cNvPr id="17537" name="Google Shape;17537;p6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6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9" name="Google Shape;17539;p68"/>
            <p:cNvGrpSpPr/>
            <p:nvPr/>
          </p:nvGrpSpPr>
          <p:grpSpPr>
            <a:xfrm>
              <a:off x="3394986" y="3894612"/>
              <a:ext cx="202339" cy="202323"/>
              <a:chOff x="935197" y="1793977"/>
              <a:chExt cx="256451" cy="256430"/>
            </a:xfrm>
          </p:grpSpPr>
          <p:sp>
            <p:nvSpPr>
              <p:cNvPr id="17540" name="Google Shape;17540;p6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6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42" name="Google Shape;17542;p68"/>
          <p:cNvGrpSpPr/>
          <p:nvPr/>
        </p:nvGrpSpPr>
        <p:grpSpPr>
          <a:xfrm>
            <a:off x="2564181" y="3817357"/>
            <a:ext cx="362920" cy="356865"/>
            <a:chOff x="2866317" y="3817357"/>
            <a:chExt cx="362920" cy="356865"/>
          </a:xfrm>
        </p:grpSpPr>
        <p:sp>
          <p:nvSpPr>
            <p:cNvPr id="17543" name="Google Shape;17543;p6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6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6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46" name="Google Shape;17546;p6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50" name="Shape 17550"/>
        <p:cNvGrpSpPr/>
        <p:nvPr/>
      </p:nvGrpSpPr>
      <p:grpSpPr>
        <a:xfrm>
          <a:off x="0" y="0"/>
          <a:ext cx="0" cy="0"/>
          <a:chOff x="0" y="0"/>
          <a:chExt cx="0" cy="0"/>
        </a:xfrm>
      </p:grpSpPr>
      <p:pic>
        <p:nvPicPr>
          <p:cNvPr id="17551" name="Google Shape;17551;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Railroad Minitheme by Slidesgo">
  <a:themeElements>
    <a:clrScheme name="Simple Light">
      <a:dk1>
        <a:srgbClr val="274E13"/>
      </a:dk1>
      <a:lt1>
        <a:srgbClr val="FFFFFF"/>
      </a:lt1>
      <a:dk2>
        <a:srgbClr val="D9ECD3"/>
      </a:dk2>
      <a:lt2>
        <a:srgbClr val="89B177"/>
      </a:lt2>
      <a:accent1>
        <a:srgbClr val="7A9E6A"/>
      </a:accent1>
      <a:accent2>
        <a:srgbClr val="38761D"/>
      </a:accent2>
      <a:accent3>
        <a:srgbClr val="6A8060"/>
      </a:accent3>
      <a:accent4>
        <a:srgbClr val="638C50"/>
      </a:accent4>
      <a:accent5>
        <a:srgbClr val="65A649"/>
      </a:accent5>
      <a:accent6>
        <a:srgbClr val="9DAB96"/>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